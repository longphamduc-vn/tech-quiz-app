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672" r:id="rId3"/>
    <p:sldMasterId id="2147483684" r:id="rId4"/>
    <p:sldMasterId id="2147483696" r:id="rId5"/>
    <p:sldMasterId id="2147483708" r:id="rId6"/>
  </p:sldMasterIdLst>
  <p:notesMasterIdLst>
    <p:notesMasterId r:id="rId175"/>
  </p:notesMasterIdLst>
  <p:sldIdLst>
    <p:sldId id="257" r:id="rId7"/>
    <p:sldId id="261" r:id="rId8"/>
    <p:sldId id="263" r:id="rId9"/>
    <p:sldId id="262"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4" r:id="rId37"/>
    <p:sldId id="295" r:id="rId38"/>
    <p:sldId id="296" r:id="rId39"/>
    <p:sldId id="297" r:id="rId40"/>
    <p:sldId id="298" r:id="rId41"/>
    <p:sldId id="299" r:id="rId42"/>
    <p:sldId id="300" r:id="rId43"/>
    <p:sldId id="301" r:id="rId44"/>
    <p:sldId id="302" r:id="rId45"/>
    <p:sldId id="303" r:id="rId46"/>
    <p:sldId id="304" r:id="rId47"/>
    <p:sldId id="305" r:id="rId48"/>
    <p:sldId id="386" r:id="rId49"/>
    <p:sldId id="306" r:id="rId50"/>
    <p:sldId id="307" r:id="rId51"/>
    <p:sldId id="308" r:id="rId52"/>
    <p:sldId id="309" r:id="rId53"/>
    <p:sldId id="310" r:id="rId54"/>
    <p:sldId id="311" r:id="rId55"/>
    <p:sldId id="312" r:id="rId56"/>
    <p:sldId id="313" r:id="rId57"/>
    <p:sldId id="314" r:id="rId58"/>
    <p:sldId id="315" r:id="rId59"/>
    <p:sldId id="316" r:id="rId60"/>
    <p:sldId id="317" r:id="rId61"/>
    <p:sldId id="318" r:id="rId62"/>
    <p:sldId id="319" r:id="rId63"/>
    <p:sldId id="320" r:id="rId64"/>
    <p:sldId id="321" r:id="rId65"/>
    <p:sldId id="322" r:id="rId66"/>
    <p:sldId id="323" r:id="rId67"/>
    <p:sldId id="324" r:id="rId68"/>
    <p:sldId id="325" r:id="rId69"/>
    <p:sldId id="326" r:id="rId70"/>
    <p:sldId id="327" r:id="rId71"/>
    <p:sldId id="328" r:id="rId72"/>
    <p:sldId id="329" r:id="rId73"/>
    <p:sldId id="330" r:id="rId74"/>
    <p:sldId id="331" r:id="rId75"/>
    <p:sldId id="332" r:id="rId76"/>
    <p:sldId id="333" r:id="rId77"/>
    <p:sldId id="334" r:id="rId78"/>
    <p:sldId id="335" r:id="rId79"/>
    <p:sldId id="336" r:id="rId80"/>
    <p:sldId id="337" r:id="rId81"/>
    <p:sldId id="338" r:id="rId82"/>
    <p:sldId id="339" r:id="rId83"/>
    <p:sldId id="340" r:id="rId84"/>
    <p:sldId id="341" r:id="rId85"/>
    <p:sldId id="342" r:id="rId86"/>
    <p:sldId id="343" r:id="rId87"/>
    <p:sldId id="344" r:id="rId88"/>
    <p:sldId id="345" r:id="rId89"/>
    <p:sldId id="346" r:id="rId90"/>
    <p:sldId id="347" r:id="rId91"/>
    <p:sldId id="348" r:id="rId92"/>
    <p:sldId id="349" r:id="rId93"/>
    <p:sldId id="350" r:id="rId94"/>
    <p:sldId id="351" r:id="rId95"/>
    <p:sldId id="352" r:id="rId96"/>
    <p:sldId id="353" r:id="rId97"/>
    <p:sldId id="354" r:id="rId98"/>
    <p:sldId id="355" r:id="rId99"/>
    <p:sldId id="356" r:id="rId100"/>
    <p:sldId id="357" r:id="rId101"/>
    <p:sldId id="358" r:id="rId102"/>
    <p:sldId id="359" r:id="rId103"/>
    <p:sldId id="360" r:id="rId104"/>
    <p:sldId id="361" r:id="rId105"/>
    <p:sldId id="362" r:id="rId106"/>
    <p:sldId id="363" r:id="rId107"/>
    <p:sldId id="364" r:id="rId108"/>
    <p:sldId id="365" r:id="rId109"/>
    <p:sldId id="366" r:id="rId110"/>
    <p:sldId id="367" r:id="rId111"/>
    <p:sldId id="368" r:id="rId112"/>
    <p:sldId id="369" r:id="rId113"/>
    <p:sldId id="370" r:id="rId114"/>
    <p:sldId id="371" r:id="rId115"/>
    <p:sldId id="372" r:id="rId116"/>
    <p:sldId id="373" r:id="rId117"/>
    <p:sldId id="374" r:id="rId118"/>
    <p:sldId id="375" r:id="rId119"/>
    <p:sldId id="376" r:id="rId120"/>
    <p:sldId id="377" r:id="rId121"/>
    <p:sldId id="378" r:id="rId122"/>
    <p:sldId id="379" r:id="rId123"/>
    <p:sldId id="380" r:id="rId124"/>
    <p:sldId id="381" r:id="rId125"/>
    <p:sldId id="382" r:id="rId126"/>
    <p:sldId id="383" r:id="rId127"/>
    <p:sldId id="384" r:id="rId128"/>
    <p:sldId id="385" r:id="rId129"/>
    <p:sldId id="293" r:id="rId130"/>
    <p:sldId id="387" r:id="rId131"/>
    <p:sldId id="388" r:id="rId132"/>
    <p:sldId id="389" r:id="rId133"/>
    <p:sldId id="390" r:id="rId134"/>
    <p:sldId id="391" r:id="rId135"/>
    <p:sldId id="392" r:id="rId136"/>
    <p:sldId id="393" r:id="rId137"/>
    <p:sldId id="394" r:id="rId138"/>
    <p:sldId id="395" r:id="rId139"/>
    <p:sldId id="396" r:id="rId140"/>
    <p:sldId id="397" r:id="rId141"/>
    <p:sldId id="398" r:id="rId142"/>
    <p:sldId id="399" r:id="rId143"/>
    <p:sldId id="400" r:id="rId144"/>
    <p:sldId id="401" r:id="rId145"/>
    <p:sldId id="402" r:id="rId146"/>
    <p:sldId id="403" r:id="rId147"/>
    <p:sldId id="404" r:id="rId148"/>
    <p:sldId id="405" r:id="rId149"/>
    <p:sldId id="406" r:id="rId150"/>
    <p:sldId id="407" r:id="rId151"/>
    <p:sldId id="408" r:id="rId152"/>
    <p:sldId id="409" r:id="rId153"/>
    <p:sldId id="410" r:id="rId154"/>
    <p:sldId id="411" r:id="rId155"/>
    <p:sldId id="412" r:id="rId156"/>
    <p:sldId id="413" r:id="rId157"/>
    <p:sldId id="414" r:id="rId158"/>
    <p:sldId id="415" r:id="rId159"/>
    <p:sldId id="416" r:id="rId160"/>
    <p:sldId id="417" r:id="rId161"/>
    <p:sldId id="418" r:id="rId162"/>
    <p:sldId id="419" r:id="rId163"/>
    <p:sldId id="420" r:id="rId164"/>
    <p:sldId id="421" r:id="rId165"/>
    <p:sldId id="422" r:id="rId166"/>
    <p:sldId id="423" r:id="rId167"/>
    <p:sldId id="424" r:id="rId168"/>
    <p:sldId id="425" r:id="rId169"/>
    <p:sldId id="426" r:id="rId170"/>
    <p:sldId id="427" r:id="rId171"/>
    <p:sldId id="428" r:id="rId172"/>
    <p:sldId id="429" r:id="rId173"/>
    <p:sldId id="430" r:id="rId174"/>
  </p:sldIdLst>
  <p:sldSz cx="6858000" cy="9144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Máy" id="{41371753-DC9C-4F0D-A07A-32C163D1DE26}">
          <p14:sldIdLst>
            <p14:sldId id="257"/>
            <p14:sldId id="261"/>
            <p14:sldId id="263"/>
            <p14:sldId id="262"/>
            <p14:sldId id="264"/>
            <p14:sldId id="265"/>
            <p14:sldId id="266"/>
            <p14:sldId id="267"/>
            <p14:sldId id="268"/>
            <p14:sldId id="269"/>
            <p14:sldId id="270"/>
            <p14:sldId id="271"/>
            <p14:sldId id="272"/>
            <p14:sldId id="273"/>
            <p14:sldId id="274"/>
            <p14:sldId id="275"/>
            <p14:sldId id="276"/>
            <p14:sldId id="277"/>
            <p14:sldId id="278"/>
            <p14:sldId id="279"/>
            <p14:sldId id="280"/>
            <p14:sldId id="281"/>
            <p14:sldId id="282"/>
            <p14:sldId id="283"/>
            <p14:sldId id="284"/>
            <p14:sldId id="285"/>
            <p14:sldId id="286"/>
            <p14:sldId id="287"/>
            <p14:sldId id="288"/>
            <p14:sldId id="289"/>
          </p14:sldIdLst>
        </p14:section>
        <p14:section name="PLC" id="{1A02BE22-74E2-4A14-87FE-DF2327131713}">
          <p14:sldIdLst>
            <p14:sldId id="294"/>
            <p14:sldId id="295"/>
            <p14:sldId id="296"/>
            <p14:sldId id="297"/>
            <p14:sldId id="298"/>
            <p14:sldId id="299"/>
            <p14:sldId id="300"/>
            <p14:sldId id="301"/>
            <p14:sldId id="302"/>
            <p14:sldId id="303"/>
            <p14:sldId id="304"/>
            <p14:sldId id="305"/>
            <p14:sldId id="386"/>
            <p14:sldId id="306"/>
            <p14:sldId id="307"/>
            <p14:sldId id="308"/>
            <p14:sldId id="309"/>
            <p14:sldId id="310"/>
            <p14:sldId id="311"/>
            <p14:sldId id="312"/>
            <p14:sldId id="313"/>
            <p14:sldId id="314"/>
            <p14:sldId id="315"/>
            <p14:sldId id="316"/>
            <p14:sldId id="317"/>
            <p14:sldId id="318"/>
            <p14:sldId id="319"/>
            <p14:sldId id="320"/>
            <p14:sldId id="321"/>
            <p14:sldId id="322"/>
            <p14:sldId id="323"/>
            <p14:sldId id="324"/>
            <p14:sldId id="325"/>
            <p14:sldId id="326"/>
          </p14:sldIdLst>
        </p14:section>
        <p14:section name="Điện" id="{626FF7DB-1ED6-437D-BA29-06A98540C0BD}">
          <p14:sldIdLst>
            <p14:sldId id="327"/>
            <p14:sldId id="328"/>
            <p14:sldId id="329"/>
            <p14:sldId id="330"/>
            <p14:sldId id="331"/>
            <p14:sldId id="332"/>
            <p14:sldId id="333"/>
            <p14:sldId id="334"/>
            <p14:sldId id="335"/>
            <p14:sldId id="336"/>
            <p14:sldId id="337"/>
            <p14:sldId id="338"/>
            <p14:sldId id="339"/>
            <p14:sldId id="340"/>
            <p14:sldId id="341"/>
            <p14:sldId id="342"/>
            <p14:sldId id="343"/>
            <p14:sldId id="344"/>
            <p14:sldId id="345"/>
            <p14:sldId id="346"/>
            <p14:sldId id="347"/>
            <p14:sldId id="348"/>
            <p14:sldId id="349"/>
            <p14:sldId id="350"/>
            <p14:sldId id="351"/>
            <p14:sldId id="352"/>
            <p14:sldId id="353"/>
            <p14:sldId id="354"/>
            <p14:sldId id="355"/>
          </p14:sldIdLst>
        </p14:section>
        <p14:section name="Khí nén" id="{D17690D5-D4FD-44C9-9BFE-D2C29C742ADD}">
          <p14:sldIdLst>
            <p14:sldId id="356"/>
            <p14:sldId id="357"/>
            <p14:sldId id="358"/>
            <p14:sldId id="359"/>
            <p14:sldId id="360"/>
            <p14:sldId id="361"/>
            <p14:sldId id="362"/>
            <p14:sldId id="363"/>
            <p14:sldId id="364"/>
            <p14:sldId id="365"/>
            <p14:sldId id="366"/>
            <p14:sldId id="367"/>
            <p14:sldId id="368"/>
            <p14:sldId id="369"/>
            <p14:sldId id="370"/>
            <p14:sldId id="371"/>
            <p14:sldId id="372"/>
            <p14:sldId id="373"/>
            <p14:sldId id="374"/>
            <p14:sldId id="375"/>
            <p14:sldId id="376"/>
            <p14:sldId id="377"/>
            <p14:sldId id="378"/>
            <p14:sldId id="379"/>
            <p14:sldId id="380"/>
            <p14:sldId id="381"/>
            <p14:sldId id="382"/>
            <p14:sldId id="383"/>
            <p14:sldId id="384"/>
            <p14:sldId id="385"/>
            <p14:sldId id="293"/>
          </p14:sldIdLst>
        </p14:section>
        <p14:section name="Tổng hợp 2022" id="{270F7D88-DDE1-46C0-A459-66EB7C16DFC2}">
          <p14:sldIdLst>
            <p14:sldId id="387"/>
            <p14:sldId id="388"/>
            <p14:sldId id="389"/>
            <p14:sldId id="390"/>
            <p14:sldId id="391"/>
            <p14:sldId id="392"/>
            <p14:sldId id="393"/>
            <p14:sldId id="394"/>
            <p14:sldId id="395"/>
            <p14:sldId id="396"/>
            <p14:sldId id="397"/>
            <p14:sldId id="398"/>
            <p14:sldId id="399"/>
            <p14:sldId id="400"/>
            <p14:sldId id="401"/>
            <p14:sldId id="402"/>
            <p14:sldId id="403"/>
            <p14:sldId id="404"/>
            <p14:sldId id="405"/>
            <p14:sldId id="406"/>
            <p14:sldId id="407"/>
            <p14:sldId id="408"/>
            <p14:sldId id="409"/>
            <p14:sldId id="410"/>
            <p14:sldId id="411"/>
            <p14:sldId id="412"/>
            <p14:sldId id="413"/>
            <p14:sldId id="414"/>
            <p14:sldId id="415"/>
            <p14:sldId id="416"/>
            <p14:sldId id="417"/>
            <p14:sldId id="418"/>
            <p14:sldId id="419"/>
            <p14:sldId id="420"/>
            <p14:sldId id="421"/>
            <p14:sldId id="422"/>
            <p14:sldId id="423"/>
            <p14:sldId id="424"/>
            <p14:sldId id="425"/>
            <p14:sldId id="426"/>
          </p14:sldIdLst>
        </p14:section>
        <p14:section name="Tổng hợp 2023" id="{71256A86-E5AA-4197-AE1F-8507C6721376}">
          <p14:sldIdLst>
            <p14:sldId id="427"/>
            <p14:sldId id="428"/>
            <p14:sldId id="429"/>
            <p14:sldId id="430"/>
          </p14:sldIdLst>
        </p14:section>
      </p14:sectionLst>
    </p:ext>
    <p:ext uri="{EFAFB233-063F-42B5-8137-9DF3F51BA10A}">
      <p15:sldGuideLst xmlns:p15="http://schemas.microsoft.com/office/powerpoint/2012/main">
        <p15:guide id="1" orient="horz" pos="2880">
          <p15:clr>
            <a:srgbClr val="A4A3A4"/>
          </p15:clr>
        </p15:guide>
        <p15:guide id="2" pos="216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vertBarState="maximized" horzBarState="maximized">
    <p:restoredLeft sz="6061" autoAdjust="0"/>
    <p:restoredTop sz="94660"/>
  </p:normalViewPr>
  <p:slideViewPr>
    <p:cSldViewPr>
      <p:cViewPr varScale="1">
        <p:scale>
          <a:sx n="88" d="100"/>
          <a:sy n="88" d="100"/>
        </p:scale>
        <p:origin x="2772" y="12"/>
      </p:cViewPr>
      <p:guideLst>
        <p:guide orient="horz" pos="2880"/>
        <p:guide pos="216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59" Type="http://schemas.openxmlformats.org/officeDocument/2006/relationships/slide" Target="slides/slide153.xml"/><Relationship Id="rId170" Type="http://schemas.openxmlformats.org/officeDocument/2006/relationships/slide" Target="slides/slide164.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slide" Target="slides/slide143.xml"/><Relationship Id="rId5" Type="http://schemas.openxmlformats.org/officeDocument/2006/relationships/slideMaster" Target="slideMasters/slideMaster5.xml"/><Relationship Id="rId95" Type="http://schemas.openxmlformats.org/officeDocument/2006/relationships/slide" Target="slides/slide89.xml"/><Relationship Id="rId160" Type="http://schemas.openxmlformats.org/officeDocument/2006/relationships/slide" Target="slides/slide154.xml"/><Relationship Id="rId22" Type="http://schemas.openxmlformats.org/officeDocument/2006/relationships/slide" Target="slides/slide16.xml"/><Relationship Id="rId43" Type="http://schemas.openxmlformats.org/officeDocument/2006/relationships/slide" Target="slides/slide37.xml"/><Relationship Id="rId64" Type="http://schemas.openxmlformats.org/officeDocument/2006/relationships/slide" Target="slides/slide58.xml"/><Relationship Id="rId118" Type="http://schemas.openxmlformats.org/officeDocument/2006/relationships/slide" Target="slides/slide112.xml"/><Relationship Id="rId139" Type="http://schemas.openxmlformats.org/officeDocument/2006/relationships/slide" Target="slides/slide133.xml"/><Relationship Id="rId85" Type="http://schemas.openxmlformats.org/officeDocument/2006/relationships/slide" Target="slides/slide79.xml"/><Relationship Id="rId150" Type="http://schemas.openxmlformats.org/officeDocument/2006/relationships/slide" Target="slides/slide144.xml"/><Relationship Id="rId171" Type="http://schemas.openxmlformats.org/officeDocument/2006/relationships/slide" Target="slides/slide165.xml"/><Relationship Id="rId12" Type="http://schemas.openxmlformats.org/officeDocument/2006/relationships/slide" Target="slides/slide6.xml"/><Relationship Id="rId33" Type="http://schemas.openxmlformats.org/officeDocument/2006/relationships/slide" Target="slides/slide27.xml"/><Relationship Id="rId108" Type="http://schemas.openxmlformats.org/officeDocument/2006/relationships/slide" Target="slides/slide102.xml"/><Relationship Id="rId129" Type="http://schemas.openxmlformats.org/officeDocument/2006/relationships/slide" Target="slides/slide123.xml"/><Relationship Id="rId54" Type="http://schemas.openxmlformats.org/officeDocument/2006/relationships/slide" Target="slides/slide48.xml"/><Relationship Id="rId75" Type="http://schemas.openxmlformats.org/officeDocument/2006/relationships/slide" Target="slides/slide69.xml"/><Relationship Id="rId96" Type="http://schemas.openxmlformats.org/officeDocument/2006/relationships/slide" Target="slides/slide90.xml"/><Relationship Id="rId140" Type="http://schemas.openxmlformats.org/officeDocument/2006/relationships/slide" Target="slides/slide134.xml"/><Relationship Id="rId161" Type="http://schemas.openxmlformats.org/officeDocument/2006/relationships/slide" Target="slides/slide155.xml"/><Relationship Id="rId6" Type="http://schemas.openxmlformats.org/officeDocument/2006/relationships/slideMaster" Target="slideMasters/slideMaster6.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51" Type="http://schemas.openxmlformats.org/officeDocument/2006/relationships/slide" Target="slides/slide145.xml"/><Relationship Id="rId156" Type="http://schemas.openxmlformats.org/officeDocument/2006/relationships/slide" Target="slides/slide150.xml"/><Relationship Id="rId177" Type="http://schemas.openxmlformats.org/officeDocument/2006/relationships/viewProps" Target="viewProps.xml"/><Relationship Id="rId172" Type="http://schemas.openxmlformats.org/officeDocument/2006/relationships/slide" Target="slides/slide166.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slide" Target="slides/slide140.xml"/><Relationship Id="rId167" Type="http://schemas.openxmlformats.org/officeDocument/2006/relationships/slide" Target="slides/slide161.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162" Type="http://schemas.openxmlformats.org/officeDocument/2006/relationships/slide" Target="slides/slide156.xml"/><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157" Type="http://schemas.openxmlformats.org/officeDocument/2006/relationships/slide" Target="slides/slide151.xml"/><Relationship Id="rId178" Type="http://schemas.openxmlformats.org/officeDocument/2006/relationships/theme" Target="theme/theme1.xml"/><Relationship Id="rId61" Type="http://schemas.openxmlformats.org/officeDocument/2006/relationships/slide" Target="slides/slide55.xml"/><Relationship Id="rId82" Type="http://schemas.openxmlformats.org/officeDocument/2006/relationships/slide" Target="slides/slide76.xml"/><Relationship Id="rId152" Type="http://schemas.openxmlformats.org/officeDocument/2006/relationships/slide" Target="slides/slide146.xml"/><Relationship Id="rId173" Type="http://schemas.openxmlformats.org/officeDocument/2006/relationships/slide" Target="slides/slide167.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slide" Target="slides/slide141.xml"/><Relationship Id="rId168" Type="http://schemas.openxmlformats.org/officeDocument/2006/relationships/slide" Target="slides/slide162.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163" Type="http://schemas.openxmlformats.org/officeDocument/2006/relationships/slide" Target="slides/slide157.xml"/><Relationship Id="rId3" Type="http://schemas.openxmlformats.org/officeDocument/2006/relationships/slideMaster" Target="slideMasters/slideMaster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158" Type="http://schemas.openxmlformats.org/officeDocument/2006/relationships/slide" Target="slides/slide152.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slide" Target="slides/slide147.xml"/><Relationship Id="rId174" Type="http://schemas.openxmlformats.org/officeDocument/2006/relationships/slide" Target="slides/slide168.xml"/><Relationship Id="rId179" Type="http://schemas.openxmlformats.org/officeDocument/2006/relationships/tableStyles" Target="tableStyles.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slide" Target="slides/slide142.xml"/><Relationship Id="rId164" Type="http://schemas.openxmlformats.org/officeDocument/2006/relationships/slide" Target="slides/slide158.xml"/><Relationship Id="rId169" Type="http://schemas.openxmlformats.org/officeDocument/2006/relationships/slide" Target="slides/slide163.xml"/><Relationship Id="rId4" Type="http://schemas.openxmlformats.org/officeDocument/2006/relationships/slideMaster" Target="slideMasters/slideMaster4.xml"/><Relationship Id="rId9" Type="http://schemas.openxmlformats.org/officeDocument/2006/relationships/slide" Target="slides/slide3.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slide" Target="slides/slide148.xml"/><Relationship Id="rId175" Type="http://schemas.openxmlformats.org/officeDocument/2006/relationships/notesMaster" Target="notesMasters/notesMaster1.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 Id="rId165" Type="http://schemas.openxmlformats.org/officeDocument/2006/relationships/slide" Target="slides/slide159.xml"/><Relationship Id="rId27" Type="http://schemas.openxmlformats.org/officeDocument/2006/relationships/slide" Target="slides/slide21.xml"/><Relationship Id="rId48" Type="http://schemas.openxmlformats.org/officeDocument/2006/relationships/slide" Target="slides/slide42.xml"/><Relationship Id="rId69" Type="http://schemas.openxmlformats.org/officeDocument/2006/relationships/slide" Target="slides/slide63.xml"/><Relationship Id="rId113" Type="http://schemas.openxmlformats.org/officeDocument/2006/relationships/slide" Target="slides/slide107.xml"/><Relationship Id="rId134" Type="http://schemas.openxmlformats.org/officeDocument/2006/relationships/slide" Target="slides/slide128.xml"/><Relationship Id="rId80" Type="http://schemas.openxmlformats.org/officeDocument/2006/relationships/slide" Target="slides/slide74.xml"/><Relationship Id="rId155" Type="http://schemas.openxmlformats.org/officeDocument/2006/relationships/slide" Target="slides/slide149.xml"/><Relationship Id="rId176" Type="http://schemas.openxmlformats.org/officeDocument/2006/relationships/presProps" Target="presProps.xml"/><Relationship Id="rId17" Type="http://schemas.openxmlformats.org/officeDocument/2006/relationships/slide" Target="slides/slide11.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24" Type="http://schemas.openxmlformats.org/officeDocument/2006/relationships/slide" Target="slides/slide118.xml"/><Relationship Id="rId70" Type="http://schemas.openxmlformats.org/officeDocument/2006/relationships/slide" Target="slides/slide64.xml"/><Relationship Id="rId91" Type="http://schemas.openxmlformats.org/officeDocument/2006/relationships/slide" Target="slides/slide85.xml"/><Relationship Id="rId145" Type="http://schemas.openxmlformats.org/officeDocument/2006/relationships/slide" Target="slides/slide139.xml"/><Relationship Id="rId166" Type="http://schemas.openxmlformats.org/officeDocument/2006/relationships/slide" Target="slides/slide160.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image" Target="../media/image92.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93.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3.png"/></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image" Target="../media/image124.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89.png"/></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89.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FAB0BDE8-559B-41E0-A7D6-CAF01E9800F7}" type="datetimeFigureOut">
              <a:rPr lang="en-US" smtClean="0"/>
              <a:t>9/18/2023</a:t>
            </a:fld>
            <a:endParaRPr lang="en-US"/>
          </a:p>
        </p:txBody>
      </p:sp>
      <p:sp>
        <p:nvSpPr>
          <p:cNvPr id="4" name="Slide Image Placeholder 3"/>
          <p:cNvSpPr>
            <a:spLocks noGrp="1" noRot="1" noChangeAspect="1"/>
          </p:cNvSpPr>
          <p:nvPr>
            <p:ph type="sldImg" idx="2"/>
          </p:nvPr>
        </p:nvSpPr>
        <p:spPr>
          <a:xfrm>
            <a:off x="2143125" y="685800"/>
            <a:ext cx="257175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15EB4871-741B-4506-93A6-3D11EA800BB6}" type="slidenum">
              <a:rPr lang="en-US" smtClean="0"/>
              <a:t>‹#›</a:t>
            </a:fld>
            <a:endParaRPr lang="en-US"/>
          </a:p>
        </p:txBody>
      </p:sp>
    </p:spTree>
    <p:extLst>
      <p:ext uri="{BB962C8B-B14F-4D97-AF65-F5344CB8AC3E}">
        <p14:creationId xmlns:p14="http://schemas.microsoft.com/office/powerpoint/2010/main" val="129773855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D256A6C-F417-40C8-8030-95F3EFA16CF3}" type="slidenum">
              <a:rPr lang="en-US" altLang="ko-KR" smtClean="0">
                <a:solidFill>
                  <a:srgbClr val="000000"/>
                </a:solidFill>
              </a:rPr>
              <a:pPr eaLnBrk="1" hangingPunct="1"/>
              <a:t>1</a:t>
            </a:fld>
            <a:endParaRPr lang="en-US" altLang="ko-KR" smtClean="0">
              <a:solidFill>
                <a:srgbClr val="000000"/>
              </a:solidFill>
            </a:endParaRPr>
          </a:p>
        </p:txBody>
      </p:sp>
      <p:sp>
        <p:nvSpPr>
          <p:cNvPr id="32771" name="Rectangle 2"/>
          <p:cNvSpPr>
            <a:spLocks noGrp="1" noRot="1" noChangeAspect="1" noChangeArrowheads="1" noTextEdit="1"/>
          </p:cNvSpPr>
          <p:nvPr>
            <p:ph type="sldImg"/>
          </p:nvPr>
        </p:nvSpPr>
        <p:spPr>
          <a:xfrm>
            <a:off x="2144713" y="685800"/>
            <a:ext cx="2570162" cy="3429000"/>
          </a:xfrm>
          <a:ln/>
        </p:spPr>
      </p:sp>
      <p:sp>
        <p:nvSpPr>
          <p:cNvPr id="327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2676668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D256A6C-F417-40C8-8030-95F3EFA16CF3}" type="slidenum">
              <a:rPr lang="en-US" altLang="ko-KR" smtClean="0">
                <a:solidFill>
                  <a:srgbClr val="000000"/>
                </a:solidFill>
              </a:rPr>
              <a:pPr eaLnBrk="1" hangingPunct="1"/>
              <a:t>2</a:t>
            </a:fld>
            <a:endParaRPr lang="en-US" altLang="ko-KR" smtClean="0">
              <a:solidFill>
                <a:srgbClr val="000000"/>
              </a:solidFill>
            </a:endParaRPr>
          </a:p>
        </p:txBody>
      </p:sp>
      <p:sp>
        <p:nvSpPr>
          <p:cNvPr id="32771" name="Rectangle 2"/>
          <p:cNvSpPr>
            <a:spLocks noGrp="1" noRot="1" noChangeAspect="1" noChangeArrowheads="1" noTextEdit="1"/>
          </p:cNvSpPr>
          <p:nvPr>
            <p:ph type="sldImg"/>
          </p:nvPr>
        </p:nvSpPr>
        <p:spPr>
          <a:xfrm>
            <a:off x="2144713" y="685800"/>
            <a:ext cx="2570162" cy="3429000"/>
          </a:xfrm>
          <a:ln/>
        </p:spPr>
      </p:sp>
      <p:sp>
        <p:nvSpPr>
          <p:cNvPr id="327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85944974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D256A6C-F417-40C8-8030-95F3EFA16CF3}" type="slidenum">
              <a:rPr lang="en-US" altLang="ko-KR" smtClean="0">
                <a:solidFill>
                  <a:srgbClr val="000000"/>
                </a:solidFill>
              </a:rPr>
              <a:pPr eaLnBrk="1" hangingPunct="1"/>
              <a:t>3</a:t>
            </a:fld>
            <a:endParaRPr lang="en-US" altLang="ko-KR" smtClean="0">
              <a:solidFill>
                <a:srgbClr val="000000"/>
              </a:solidFill>
            </a:endParaRPr>
          </a:p>
        </p:txBody>
      </p:sp>
      <p:sp>
        <p:nvSpPr>
          <p:cNvPr id="32771" name="Rectangle 2"/>
          <p:cNvSpPr>
            <a:spLocks noGrp="1" noRot="1" noChangeAspect="1" noChangeArrowheads="1" noTextEdit="1"/>
          </p:cNvSpPr>
          <p:nvPr>
            <p:ph type="sldImg"/>
          </p:nvPr>
        </p:nvSpPr>
        <p:spPr>
          <a:xfrm>
            <a:off x="2144713" y="685800"/>
            <a:ext cx="2570162" cy="3429000"/>
          </a:xfrm>
          <a:ln/>
        </p:spPr>
      </p:sp>
      <p:sp>
        <p:nvSpPr>
          <p:cNvPr id="327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592779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D256A6C-F417-40C8-8030-95F3EFA16CF3}" type="slidenum">
              <a:rPr lang="en-US" altLang="ko-KR" smtClean="0">
                <a:solidFill>
                  <a:srgbClr val="000000"/>
                </a:solidFill>
              </a:rPr>
              <a:pPr eaLnBrk="1" hangingPunct="1"/>
              <a:t>4</a:t>
            </a:fld>
            <a:endParaRPr lang="en-US" altLang="ko-KR" smtClean="0">
              <a:solidFill>
                <a:srgbClr val="000000"/>
              </a:solidFill>
            </a:endParaRPr>
          </a:p>
        </p:txBody>
      </p:sp>
      <p:sp>
        <p:nvSpPr>
          <p:cNvPr id="32771" name="Rectangle 2"/>
          <p:cNvSpPr>
            <a:spLocks noGrp="1" noRot="1" noChangeAspect="1" noChangeArrowheads="1" noTextEdit="1"/>
          </p:cNvSpPr>
          <p:nvPr>
            <p:ph type="sldImg"/>
          </p:nvPr>
        </p:nvSpPr>
        <p:spPr>
          <a:xfrm>
            <a:off x="2144713" y="685800"/>
            <a:ext cx="2570162" cy="3429000"/>
          </a:xfrm>
          <a:ln/>
        </p:spPr>
      </p:sp>
      <p:sp>
        <p:nvSpPr>
          <p:cNvPr id="327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8211726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D256A6C-F417-40C8-8030-95F3EFA16CF3}" type="slidenum">
              <a:rPr lang="en-US" altLang="ko-KR" smtClean="0">
                <a:solidFill>
                  <a:srgbClr val="000000"/>
                </a:solidFill>
              </a:rPr>
              <a:pPr eaLnBrk="1" hangingPunct="1"/>
              <a:t>5</a:t>
            </a:fld>
            <a:endParaRPr lang="en-US" altLang="ko-KR" smtClean="0">
              <a:solidFill>
                <a:srgbClr val="000000"/>
              </a:solidFill>
            </a:endParaRPr>
          </a:p>
        </p:txBody>
      </p:sp>
      <p:sp>
        <p:nvSpPr>
          <p:cNvPr id="32771" name="Rectangle 2"/>
          <p:cNvSpPr>
            <a:spLocks noGrp="1" noRot="1" noChangeAspect="1" noChangeArrowheads="1" noTextEdit="1"/>
          </p:cNvSpPr>
          <p:nvPr>
            <p:ph type="sldImg"/>
          </p:nvPr>
        </p:nvSpPr>
        <p:spPr>
          <a:xfrm>
            <a:off x="2144713" y="685800"/>
            <a:ext cx="2570162" cy="3429000"/>
          </a:xfrm>
          <a:ln/>
        </p:spPr>
      </p:sp>
      <p:sp>
        <p:nvSpPr>
          <p:cNvPr id="327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1091656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EF885894-1BEC-4E1B-8B2E-518753F5B5D7}" type="slidenum">
              <a:rPr lang="en-US" altLang="ko-KR" smtClean="0">
                <a:solidFill>
                  <a:srgbClr val="000000"/>
                </a:solidFill>
              </a:rPr>
              <a:pPr eaLnBrk="1" hangingPunct="1"/>
              <a:t>6</a:t>
            </a:fld>
            <a:endParaRPr lang="en-US" altLang="ko-KR" smtClean="0">
              <a:solidFill>
                <a:srgbClr val="000000"/>
              </a:solidFill>
            </a:endParaRPr>
          </a:p>
        </p:txBody>
      </p:sp>
      <p:sp>
        <p:nvSpPr>
          <p:cNvPr id="33795" name="Rectangle 2"/>
          <p:cNvSpPr>
            <a:spLocks noGrp="1" noRot="1" noChangeAspect="1" noChangeArrowheads="1" noTextEdit="1"/>
          </p:cNvSpPr>
          <p:nvPr>
            <p:ph type="sldImg"/>
          </p:nvPr>
        </p:nvSpPr>
        <p:spPr>
          <a:xfrm>
            <a:off x="2144713" y="685800"/>
            <a:ext cx="2570162" cy="3429000"/>
          </a:xfrm>
          <a:ln/>
        </p:spPr>
      </p:sp>
      <p:sp>
        <p:nvSpPr>
          <p:cNvPr id="3379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81721098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D78E9A0F-24DA-4D36-9B4E-85BE89BDD6D9}" type="slidenum">
              <a:rPr lang="en-US" altLang="ko-KR" smtClean="0">
                <a:solidFill>
                  <a:srgbClr val="000000"/>
                </a:solidFill>
              </a:rPr>
              <a:pPr eaLnBrk="1" hangingPunct="1"/>
              <a:t>7</a:t>
            </a:fld>
            <a:endParaRPr lang="en-US" altLang="ko-KR" smtClean="0">
              <a:solidFill>
                <a:srgbClr val="000000"/>
              </a:solidFill>
            </a:endParaRPr>
          </a:p>
        </p:txBody>
      </p:sp>
      <p:sp>
        <p:nvSpPr>
          <p:cNvPr id="34819" name="Rectangle 2"/>
          <p:cNvSpPr>
            <a:spLocks noGrp="1" noRot="1" noChangeAspect="1" noChangeArrowheads="1" noTextEdit="1"/>
          </p:cNvSpPr>
          <p:nvPr>
            <p:ph type="sldImg"/>
          </p:nvPr>
        </p:nvSpPr>
        <p:spPr>
          <a:xfrm>
            <a:off x="2144713" y="685800"/>
            <a:ext cx="2570162" cy="3429000"/>
          </a:xfrm>
          <a:ln/>
        </p:spPr>
      </p:sp>
      <p:sp>
        <p:nvSpPr>
          <p:cNvPr id="3482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61390164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9690F47-6D54-48FD-B379-8284EF1D5A6E}" type="slidenum">
              <a:rPr lang="en-US" altLang="ko-KR" smtClean="0">
                <a:solidFill>
                  <a:srgbClr val="000000"/>
                </a:solidFill>
              </a:rPr>
              <a:pPr eaLnBrk="1" hangingPunct="1"/>
              <a:t>8</a:t>
            </a:fld>
            <a:endParaRPr lang="en-US" altLang="ko-KR" smtClean="0">
              <a:solidFill>
                <a:srgbClr val="000000"/>
              </a:solidFill>
            </a:endParaRPr>
          </a:p>
        </p:txBody>
      </p:sp>
      <p:sp>
        <p:nvSpPr>
          <p:cNvPr id="35843" name="Rectangle 2"/>
          <p:cNvSpPr>
            <a:spLocks noGrp="1" noRot="1" noChangeAspect="1" noChangeArrowheads="1" noTextEdit="1"/>
          </p:cNvSpPr>
          <p:nvPr>
            <p:ph type="sldImg"/>
          </p:nvPr>
        </p:nvSpPr>
        <p:spPr>
          <a:xfrm>
            <a:off x="2144713" y="685800"/>
            <a:ext cx="2570162" cy="3429000"/>
          </a:xfrm>
          <a:ln/>
        </p:spPr>
      </p:sp>
      <p:sp>
        <p:nvSpPr>
          <p:cNvPr id="3584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701046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451A4FF-DE9A-45DA-8743-6E1DEE1B6CAE}" type="slidenum">
              <a:rPr lang="en-US" altLang="ko-KR" smtClean="0">
                <a:solidFill>
                  <a:srgbClr val="000000"/>
                </a:solidFill>
              </a:rPr>
              <a:pPr eaLnBrk="1" hangingPunct="1"/>
              <a:t>9</a:t>
            </a:fld>
            <a:endParaRPr lang="en-US" altLang="ko-KR" smtClean="0">
              <a:solidFill>
                <a:srgbClr val="000000"/>
              </a:solidFill>
            </a:endParaRPr>
          </a:p>
        </p:txBody>
      </p:sp>
      <p:sp>
        <p:nvSpPr>
          <p:cNvPr id="36867" name="Rectangle 2"/>
          <p:cNvSpPr>
            <a:spLocks noGrp="1" noRot="1" noChangeAspect="1" noChangeArrowheads="1" noTextEdit="1"/>
          </p:cNvSpPr>
          <p:nvPr>
            <p:ph type="sldImg"/>
          </p:nvPr>
        </p:nvSpPr>
        <p:spPr>
          <a:xfrm>
            <a:off x="2144713" y="685800"/>
            <a:ext cx="2570162" cy="3429000"/>
          </a:xfrm>
          <a:ln/>
        </p:spPr>
      </p:sp>
      <p:sp>
        <p:nvSpPr>
          <p:cNvPr id="3686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0955647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307D38B-59C0-4A62-82F2-94C76FC3AA72}" type="slidenum">
              <a:rPr lang="en-US" altLang="ko-KR" smtClean="0">
                <a:solidFill>
                  <a:srgbClr val="000000"/>
                </a:solidFill>
              </a:rPr>
              <a:pPr eaLnBrk="1" hangingPunct="1"/>
              <a:t>10</a:t>
            </a:fld>
            <a:endParaRPr lang="en-US" altLang="ko-KR" smtClean="0">
              <a:solidFill>
                <a:srgbClr val="000000"/>
              </a:solidFill>
            </a:endParaRPr>
          </a:p>
        </p:txBody>
      </p:sp>
      <p:sp>
        <p:nvSpPr>
          <p:cNvPr id="37891" name="Rectangle 2"/>
          <p:cNvSpPr>
            <a:spLocks noGrp="1" noRot="1" noChangeAspect="1" noChangeArrowheads="1" noTextEdit="1"/>
          </p:cNvSpPr>
          <p:nvPr>
            <p:ph type="sldImg"/>
          </p:nvPr>
        </p:nvSpPr>
        <p:spPr>
          <a:xfrm>
            <a:off x="2144713" y="685800"/>
            <a:ext cx="2570162" cy="3429000"/>
          </a:xfrm>
          <a:ln/>
        </p:spPr>
      </p:sp>
      <p:sp>
        <p:nvSpPr>
          <p:cNvPr id="3789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80401098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631110C-19EC-4605-B43C-9A70394A8FCC}" type="slidenum">
              <a:rPr lang="en-US" altLang="ko-KR" smtClean="0">
                <a:solidFill>
                  <a:srgbClr val="000000"/>
                </a:solidFill>
              </a:rPr>
              <a:pPr eaLnBrk="1" hangingPunct="1"/>
              <a:t>11</a:t>
            </a:fld>
            <a:endParaRPr lang="en-US" altLang="ko-KR" smtClean="0">
              <a:solidFill>
                <a:srgbClr val="000000"/>
              </a:solidFill>
            </a:endParaRPr>
          </a:p>
        </p:txBody>
      </p:sp>
      <p:sp>
        <p:nvSpPr>
          <p:cNvPr id="38915" name="Rectangle 2"/>
          <p:cNvSpPr>
            <a:spLocks noGrp="1" noRot="1" noChangeAspect="1" noChangeArrowheads="1" noTextEdit="1"/>
          </p:cNvSpPr>
          <p:nvPr>
            <p:ph type="sldImg"/>
          </p:nvPr>
        </p:nvSpPr>
        <p:spPr>
          <a:xfrm>
            <a:off x="2144713" y="685800"/>
            <a:ext cx="2570162" cy="3429000"/>
          </a:xfrm>
          <a:ln/>
        </p:spPr>
      </p:sp>
      <p:sp>
        <p:nvSpPr>
          <p:cNvPr id="3891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124210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187DFF46-ED82-4CE6-A42E-E2EE598D3BD7}" type="slidenum">
              <a:rPr lang="en-US" altLang="ko-KR" sz="1200">
                <a:solidFill>
                  <a:srgbClr val="000000"/>
                </a:solidFill>
              </a:rPr>
              <a:pPr algn="r" eaLnBrk="1" fontAlgn="base" latinLnBrk="1" hangingPunct="1">
                <a:spcBef>
                  <a:spcPct val="0"/>
                </a:spcBef>
                <a:spcAft>
                  <a:spcPct val="0"/>
                </a:spcAft>
              </a:pPr>
              <a:t>12</a:t>
            </a:fld>
            <a:endParaRPr lang="en-US" altLang="ko-KR" sz="1200">
              <a:solidFill>
                <a:srgbClr val="000000"/>
              </a:solidFill>
            </a:endParaRPr>
          </a:p>
        </p:txBody>
      </p:sp>
      <p:sp>
        <p:nvSpPr>
          <p:cNvPr id="39939" name="Rectangle 2"/>
          <p:cNvSpPr>
            <a:spLocks noGrp="1" noRot="1" noChangeAspect="1" noChangeArrowheads="1" noTextEdit="1"/>
          </p:cNvSpPr>
          <p:nvPr>
            <p:ph type="sldImg"/>
          </p:nvPr>
        </p:nvSpPr>
        <p:spPr>
          <a:xfrm>
            <a:off x="2144713" y="685800"/>
            <a:ext cx="2570162" cy="3429000"/>
          </a:xfrm>
          <a:ln/>
        </p:spPr>
      </p:sp>
      <p:sp>
        <p:nvSpPr>
          <p:cNvPr id="3994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08511328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7F3BEFDF-374E-46AB-92C1-2ACB9DD4A394}" type="slidenum">
              <a:rPr lang="en-US" altLang="ko-KR" sz="1200">
                <a:solidFill>
                  <a:prstClr val="black"/>
                </a:solidFill>
              </a:rPr>
              <a:pPr algn="r" eaLnBrk="1" fontAlgn="base" latinLnBrk="1" hangingPunct="1">
                <a:spcBef>
                  <a:spcPct val="0"/>
                </a:spcBef>
                <a:spcAft>
                  <a:spcPct val="0"/>
                </a:spcAft>
              </a:pPr>
              <a:t>13</a:t>
            </a:fld>
            <a:endParaRPr lang="en-US" altLang="ko-KR" sz="1200">
              <a:solidFill>
                <a:prstClr val="black"/>
              </a:solidFill>
            </a:endParaRPr>
          </a:p>
        </p:txBody>
      </p:sp>
      <p:sp>
        <p:nvSpPr>
          <p:cNvPr id="40963" name="Rectangle 2"/>
          <p:cNvSpPr>
            <a:spLocks noGrp="1" noRot="1" noChangeAspect="1" noChangeArrowheads="1" noTextEdit="1"/>
          </p:cNvSpPr>
          <p:nvPr>
            <p:ph type="sldImg"/>
          </p:nvPr>
        </p:nvSpPr>
        <p:spPr>
          <a:xfrm>
            <a:off x="2144713" y="685800"/>
            <a:ext cx="2570162" cy="3429000"/>
          </a:xfrm>
          <a:ln/>
        </p:spPr>
      </p:sp>
      <p:sp>
        <p:nvSpPr>
          <p:cNvPr id="4096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95299002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C7BAE256-2979-4E39-9AD4-26B207F8825D}" type="slidenum">
              <a:rPr lang="en-US" altLang="ko-KR" sz="1200">
                <a:solidFill>
                  <a:prstClr val="black"/>
                </a:solidFill>
              </a:rPr>
              <a:pPr algn="r" eaLnBrk="1" fontAlgn="base" latinLnBrk="1" hangingPunct="1">
                <a:spcBef>
                  <a:spcPct val="0"/>
                </a:spcBef>
                <a:spcAft>
                  <a:spcPct val="0"/>
                </a:spcAft>
              </a:pPr>
              <a:t>14</a:t>
            </a:fld>
            <a:endParaRPr lang="en-US" altLang="ko-KR" sz="1200">
              <a:solidFill>
                <a:prstClr val="black"/>
              </a:solidFill>
            </a:endParaRPr>
          </a:p>
        </p:txBody>
      </p:sp>
      <p:sp>
        <p:nvSpPr>
          <p:cNvPr id="41987" name="Rectangle 2"/>
          <p:cNvSpPr>
            <a:spLocks noGrp="1" noRot="1" noChangeAspect="1" noChangeArrowheads="1" noTextEdit="1"/>
          </p:cNvSpPr>
          <p:nvPr>
            <p:ph type="sldImg"/>
          </p:nvPr>
        </p:nvSpPr>
        <p:spPr>
          <a:xfrm>
            <a:off x="2144713" y="685800"/>
            <a:ext cx="2570162" cy="3429000"/>
          </a:xfrm>
          <a:ln/>
        </p:spPr>
      </p:sp>
      <p:sp>
        <p:nvSpPr>
          <p:cNvPr id="4198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33072190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6921F478-DFB4-4747-8EA1-4850A67E20D6}" type="slidenum">
              <a:rPr lang="en-US" altLang="ko-KR" sz="1200">
                <a:solidFill>
                  <a:srgbClr val="000000"/>
                </a:solidFill>
              </a:rPr>
              <a:pPr algn="r" eaLnBrk="1" fontAlgn="base" latinLnBrk="1" hangingPunct="1">
                <a:spcBef>
                  <a:spcPct val="0"/>
                </a:spcBef>
                <a:spcAft>
                  <a:spcPct val="0"/>
                </a:spcAft>
              </a:pPr>
              <a:t>15</a:t>
            </a:fld>
            <a:endParaRPr lang="en-US" altLang="ko-KR" sz="1200">
              <a:solidFill>
                <a:srgbClr val="000000"/>
              </a:solidFill>
            </a:endParaRPr>
          </a:p>
        </p:txBody>
      </p:sp>
      <p:sp>
        <p:nvSpPr>
          <p:cNvPr id="43011" name="Rectangle 2"/>
          <p:cNvSpPr>
            <a:spLocks noGrp="1" noRot="1" noChangeAspect="1" noChangeArrowheads="1" noTextEdit="1"/>
          </p:cNvSpPr>
          <p:nvPr>
            <p:ph type="sldImg"/>
          </p:nvPr>
        </p:nvSpPr>
        <p:spPr>
          <a:xfrm>
            <a:off x="2144713" y="685800"/>
            <a:ext cx="2570162" cy="3429000"/>
          </a:xfrm>
          <a:ln/>
        </p:spPr>
      </p:sp>
      <p:sp>
        <p:nvSpPr>
          <p:cNvPr id="4301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71705714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EAD30792-8666-4E9C-8117-0CDB1EED8A93}" type="slidenum">
              <a:rPr lang="en-US" altLang="ko-KR" sz="1200">
                <a:solidFill>
                  <a:prstClr val="black"/>
                </a:solidFill>
              </a:rPr>
              <a:pPr algn="r" eaLnBrk="1" fontAlgn="base" latinLnBrk="1" hangingPunct="1">
                <a:spcBef>
                  <a:spcPct val="0"/>
                </a:spcBef>
                <a:spcAft>
                  <a:spcPct val="0"/>
                </a:spcAft>
              </a:pPr>
              <a:t>16</a:t>
            </a:fld>
            <a:endParaRPr lang="en-US" altLang="ko-KR" sz="1200">
              <a:solidFill>
                <a:prstClr val="black"/>
              </a:solidFill>
            </a:endParaRPr>
          </a:p>
        </p:txBody>
      </p:sp>
      <p:sp>
        <p:nvSpPr>
          <p:cNvPr id="44035" name="Rectangle 2"/>
          <p:cNvSpPr>
            <a:spLocks noGrp="1" noRot="1" noChangeAspect="1" noChangeArrowheads="1" noTextEdit="1"/>
          </p:cNvSpPr>
          <p:nvPr>
            <p:ph type="sldImg"/>
          </p:nvPr>
        </p:nvSpPr>
        <p:spPr>
          <a:xfrm>
            <a:off x="2144713" y="685800"/>
            <a:ext cx="2570162" cy="3429000"/>
          </a:xfrm>
          <a:ln/>
        </p:spPr>
      </p:sp>
      <p:sp>
        <p:nvSpPr>
          <p:cNvPr id="4403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3720200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1D610392-4012-4D28-9ADA-3A50FB2B8EAA}" type="slidenum">
              <a:rPr lang="en-US" altLang="ko-KR" sz="1200">
                <a:solidFill>
                  <a:prstClr val="black"/>
                </a:solidFill>
              </a:rPr>
              <a:pPr algn="r" eaLnBrk="1" fontAlgn="base" latinLnBrk="1" hangingPunct="1">
                <a:spcBef>
                  <a:spcPct val="0"/>
                </a:spcBef>
                <a:spcAft>
                  <a:spcPct val="0"/>
                </a:spcAft>
              </a:pPr>
              <a:t>17</a:t>
            </a:fld>
            <a:endParaRPr lang="en-US" altLang="ko-KR" sz="1200">
              <a:solidFill>
                <a:prstClr val="black"/>
              </a:solidFill>
            </a:endParaRPr>
          </a:p>
        </p:txBody>
      </p:sp>
      <p:sp>
        <p:nvSpPr>
          <p:cNvPr id="45059" name="Rectangle 2"/>
          <p:cNvSpPr>
            <a:spLocks noGrp="1" noRot="1" noChangeAspect="1" noChangeArrowheads="1" noTextEdit="1"/>
          </p:cNvSpPr>
          <p:nvPr>
            <p:ph type="sldImg"/>
          </p:nvPr>
        </p:nvSpPr>
        <p:spPr>
          <a:xfrm>
            <a:off x="2144713" y="685800"/>
            <a:ext cx="2570162" cy="3429000"/>
          </a:xfrm>
          <a:ln/>
        </p:spPr>
      </p:sp>
      <p:sp>
        <p:nvSpPr>
          <p:cNvPr id="4506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2149020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7F83601E-7E98-4D74-AF80-E3B5C06AA493}" type="slidenum">
              <a:rPr lang="en-US" altLang="ko-KR" sz="1200">
                <a:solidFill>
                  <a:srgbClr val="000000"/>
                </a:solidFill>
              </a:rPr>
              <a:pPr algn="r" eaLnBrk="1" fontAlgn="base" latinLnBrk="1" hangingPunct="1">
                <a:spcBef>
                  <a:spcPct val="0"/>
                </a:spcBef>
                <a:spcAft>
                  <a:spcPct val="0"/>
                </a:spcAft>
              </a:pPr>
              <a:t>18</a:t>
            </a:fld>
            <a:endParaRPr lang="en-US" altLang="ko-KR" sz="1200">
              <a:solidFill>
                <a:srgbClr val="000000"/>
              </a:solidFill>
            </a:endParaRPr>
          </a:p>
        </p:txBody>
      </p:sp>
      <p:sp>
        <p:nvSpPr>
          <p:cNvPr id="46083" name="Rectangle 2"/>
          <p:cNvSpPr>
            <a:spLocks noGrp="1" noRot="1" noChangeAspect="1" noChangeArrowheads="1" noTextEdit="1"/>
          </p:cNvSpPr>
          <p:nvPr>
            <p:ph type="sldImg"/>
          </p:nvPr>
        </p:nvSpPr>
        <p:spPr>
          <a:xfrm>
            <a:off x="2144713" y="685800"/>
            <a:ext cx="2570162" cy="3429000"/>
          </a:xfrm>
          <a:ln/>
        </p:spPr>
      </p:sp>
      <p:sp>
        <p:nvSpPr>
          <p:cNvPr id="4608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79203870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80D4C6FE-0F6D-46EC-818B-09DE7B8227D6}" type="slidenum">
              <a:rPr lang="en-US" altLang="ko-KR" smtClean="0">
                <a:solidFill>
                  <a:srgbClr val="000000"/>
                </a:solidFill>
              </a:rPr>
              <a:pPr eaLnBrk="1" hangingPunct="1"/>
              <a:t>19</a:t>
            </a:fld>
            <a:endParaRPr lang="en-US" altLang="ko-KR" smtClean="0">
              <a:solidFill>
                <a:srgbClr val="000000"/>
              </a:solidFill>
            </a:endParaRPr>
          </a:p>
        </p:txBody>
      </p:sp>
      <p:sp>
        <p:nvSpPr>
          <p:cNvPr id="47107" name="Rectangle 2"/>
          <p:cNvSpPr>
            <a:spLocks noGrp="1" noRot="1" noChangeAspect="1" noChangeArrowheads="1" noTextEdit="1"/>
          </p:cNvSpPr>
          <p:nvPr>
            <p:ph type="sldImg"/>
          </p:nvPr>
        </p:nvSpPr>
        <p:spPr>
          <a:xfrm>
            <a:off x="2144713" y="685800"/>
            <a:ext cx="2570162" cy="3429000"/>
          </a:xfrm>
          <a:ln/>
        </p:spPr>
      </p:sp>
      <p:sp>
        <p:nvSpPr>
          <p:cNvPr id="4710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08910103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E0F07505-1E90-407A-9863-EEF8DFDC45BC}" type="slidenum">
              <a:rPr lang="en-US" altLang="ko-KR" sz="1200">
                <a:solidFill>
                  <a:srgbClr val="000000"/>
                </a:solidFill>
              </a:rPr>
              <a:pPr algn="r" eaLnBrk="1" fontAlgn="base" latinLnBrk="1" hangingPunct="1">
                <a:spcBef>
                  <a:spcPct val="0"/>
                </a:spcBef>
                <a:spcAft>
                  <a:spcPct val="0"/>
                </a:spcAft>
              </a:pPr>
              <a:t>20</a:t>
            </a:fld>
            <a:endParaRPr lang="en-US" altLang="ko-KR" sz="1200">
              <a:solidFill>
                <a:srgbClr val="000000"/>
              </a:solidFill>
            </a:endParaRPr>
          </a:p>
        </p:txBody>
      </p:sp>
      <p:sp>
        <p:nvSpPr>
          <p:cNvPr id="48131" name="Rectangle 2"/>
          <p:cNvSpPr>
            <a:spLocks noGrp="1" noRot="1" noChangeAspect="1" noChangeArrowheads="1" noTextEdit="1"/>
          </p:cNvSpPr>
          <p:nvPr>
            <p:ph type="sldImg"/>
          </p:nvPr>
        </p:nvSpPr>
        <p:spPr>
          <a:xfrm>
            <a:off x="2144713" y="685800"/>
            <a:ext cx="2570162" cy="3429000"/>
          </a:xfrm>
          <a:ln/>
        </p:spPr>
      </p:sp>
      <p:sp>
        <p:nvSpPr>
          <p:cNvPr id="4813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60590347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34196521-C246-4DA6-87F4-20A531C6E1D8}" type="slidenum">
              <a:rPr lang="en-US" altLang="ko-KR" sz="1200">
                <a:solidFill>
                  <a:srgbClr val="000000"/>
                </a:solidFill>
              </a:rPr>
              <a:pPr algn="r" eaLnBrk="1" fontAlgn="base" latinLnBrk="1" hangingPunct="1">
                <a:spcBef>
                  <a:spcPct val="0"/>
                </a:spcBef>
                <a:spcAft>
                  <a:spcPct val="0"/>
                </a:spcAft>
              </a:pPr>
              <a:t>21</a:t>
            </a:fld>
            <a:endParaRPr lang="en-US" altLang="ko-KR" sz="1200">
              <a:solidFill>
                <a:srgbClr val="000000"/>
              </a:solidFill>
            </a:endParaRPr>
          </a:p>
        </p:txBody>
      </p:sp>
      <p:sp>
        <p:nvSpPr>
          <p:cNvPr id="49155" name="Rectangle 2"/>
          <p:cNvSpPr>
            <a:spLocks noGrp="1" noRot="1" noChangeAspect="1" noChangeArrowheads="1" noTextEdit="1"/>
          </p:cNvSpPr>
          <p:nvPr>
            <p:ph type="sldImg"/>
          </p:nvPr>
        </p:nvSpPr>
        <p:spPr>
          <a:xfrm>
            <a:off x="2144713" y="685800"/>
            <a:ext cx="2570162" cy="3429000"/>
          </a:xfrm>
          <a:ln/>
        </p:spPr>
      </p:sp>
      <p:sp>
        <p:nvSpPr>
          <p:cNvPr id="4915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8374330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F335C352-EB4D-4135-B58C-AA60BE608963}" type="slidenum">
              <a:rPr lang="en-US" altLang="ko-KR" smtClean="0">
                <a:solidFill>
                  <a:srgbClr val="000000"/>
                </a:solidFill>
              </a:rPr>
              <a:pPr eaLnBrk="1" hangingPunct="1"/>
              <a:t>22</a:t>
            </a:fld>
            <a:endParaRPr lang="en-US" altLang="ko-KR" smtClean="0">
              <a:solidFill>
                <a:srgbClr val="000000"/>
              </a:solidFill>
            </a:endParaRPr>
          </a:p>
        </p:txBody>
      </p:sp>
      <p:sp>
        <p:nvSpPr>
          <p:cNvPr id="50179" name="Rectangle 2"/>
          <p:cNvSpPr>
            <a:spLocks noGrp="1" noRot="1" noChangeAspect="1" noChangeArrowheads="1" noTextEdit="1"/>
          </p:cNvSpPr>
          <p:nvPr>
            <p:ph type="sldImg"/>
          </p:nvPr>
        </p:nvSpPr>
        <p:spPr>
          <a:xfrm>
            <a:off x="2144713" y="685800"/>
            <a:ext cx="2570162" cy="3429000"/>
          </a:xfrm>
          <a:ln/>
        </p:spPr>
      </p:sp>
      <p:sp>
        <p:nvSpPr>
          <p:cNvPr id="5018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4378770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60DF95AC-A248-4AD0-BD53-5CDECD4C6A03}" type="slidenum">
              <a:rPr lang="en-US" altLang="ko-KR" sz="1200">
                <a:solidFill>
                  <a:srgbClr val="000000"/>
                </a:solidFill>
              </a:rPr>
              <a:pPr algn="r" eaLnBrk="1" fontAlgn="base" latinLnBrk="1" hangingPunct="1">
                <a:spcBef>
                  <a:spcPct val="0"/>
                </a:spcBef>
                <a:spcAft>
                  <a:spcPct val="0"/>
                </a:spcAft>
              </a:pPr>
              <a:t>23</a:t>
            </a:fld>
            <a:endParaRPr lang="en-US" altLang="ko-KR" sz="1200">
              <a:solidFill>
                <a:srgbClr val="000000"/>
              </a:solidFill>
            </a:endParaRPr>
          </a:p>
        </p:txBody>
      </p:sp>
      <p:sp>
        <p:nvSpPr>
          <p:cNvPr id="51203" name="Rectangle 2"/>
          <p:cNvSpPr>
            <a:spLocks noGrp="1" noRot="1" noChangeAspect="1" noChangeArrowheads="1" noTextEdit="1"/>
          </p:cNvSpPr>
          <p:nvPr>
            <p:ph type="sldImg"/>
          </p:nvPr>
        </p:nvSpPr>
        <p:spPr>
          <a:xfrm>
            <a:off x="2144713" y="685800"/>
            <a:ext cx="2570162" cy="3429000"/>
          </a:xfrm>
          <a:ln/>
        </p:spPr>
      </p:sp>
      <p:sp>
        <p:nvSpPr>
          <p:cNvPr id="5120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3550973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00DB507F-6CF0-4C38-8489-CF1212A975F8}" type="slidenum">
              <a:rPr lang="en-US" altLang="ko-KR" sz="1200">
                <a:solidFill>
                  <a:srgbClr val="000000"/>
                </a:solidFill>
              </a:rPr>
              <a:pPr algn="r" eaLnBrk="1" fontAlgn="base" latinLnBrk="1" hangingPunct="1">
                <a:spcBef>
                  <a:spcPct val="0"/>
                </a:spcBef>
                <a:spcAft>
                  <a:spcPct val="0"/>
                </a:spcAft>
              </a:pPr>
              <a:t>24</a:t>
            </a:fld>
            <a:endParaRPr lang="en-US" altLang="ko-KR" sz="1200">
              <a:solidFill>
                <a:srgbClr val="000000"/>
              </a:solidFill>
            </a:endParaRPr>
          </a:p>
        </p:txBody>
      </p:sp>
      <p:sp>
        <p:nvSpPr>
          <p:cNvPr id="52227" name="Rectangle 2"/>
          <p:cNvSpPr>
            <a:spLocks noGrp="1" noRot="1" noChangeAspect="1" noChangeArrowheads="1" noTextEdit="1"/>
          </p:cNvSpPr>
          <p:nvPr>
            <p:ph type="sldImg"/>
          </p:nvPr>
        </p:nvSpPr>
        <p:spPr>
          <a:xfrm>
            <a:off x="2144713" y="685800"/>
            <a:ext cx="2570162" cy="3429000"/>
          </a:xfrm>
          <a:ln/>
        </p:spPr>
      </p:sp>
      <p:sp>
        <p:nvSpPr>
          <p:cNvPr id="5222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3952133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77B9A7D-B512-48E6-B518-FBD807A0F464}" type="slidenum">
              <a:rPr lang="en-US" altLang="ko-KR" smtClean="0">
                <a:solidFill>
                  <a:srgbClr val="000000"/>
                </a:solidFill>
              </a:rPr>
              <a:pPr eaLnBrk="1" hangingPunct="1"/>
              <a:t>25</a:t>
            </a:fld>
            <a:endParaRPr lang="en-US" altLang="ko-KR" smtClean="0">
              <a:solidFill>
                <a:srgbClr val="000000"/>
              </a:solidFill>
            </a:endParaRPr>
          </a:p>
        </p:txBody>
      </p:sp>
      <p:sp>
        <p:nvSpPr>
          <p:cNvPr id="53251" name="Rectangle 2"/>
          <p:cNvSpPr>
            <a:spLocks noGrp="1" noRot="1" noChangeAspect="1" noChangeArrowheads="1" noTextEdit="1"/>
          </p:cNvSpPr>
          <p:nvPr>
            <p:ph type="sldImg"/>
          </p:nvPr>
        </p:nvSpPr>
        <p:spPr>
          <a:xfrm>
            <a:off x="2144713" y="685800"/>
            <a:ext cx="2570162" cy="3429000"/>
          </a:xfrm>
          <a:ln/>
        </p:spPr>
      </p:sp>
      <p:sp>
        <p:nvSpPr>
          <p:cNvPr id="5325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79286713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84094355-23B6-40A7-9C09-504C74300DF9}" type="slidenum">
              <a:rPr lang="en-US" altLang="ko-KR" sz="1200">
                <a:solidFill>
                  <a:srgbClr val="000000"/>
                </a:solidFill>
              </a:rPr>
              <a:pPr algn="r" eaLnBrk="1" fontAlgn="base" latinLnBrk="1" hangingPunct="1">
                <a:spcBef>
                  <a:spcPct val="0"/>
                </a:spcBef>
                <a:spcAft>
                  <a:spcPct val="0"/>
                </a:spcAft>
              </a:pPr>
              <a:t>26</a:t>
            </a:fld>
            <a:endParaRPr lang="en-US" altLang="ko-KR" sz="1200">
              <a:solidFill>
                <a:srgbClr val="000000"/>
              </a:solidFill>
            </a:endParaRPr>
          </a:p>
        </p:txBody>
      </p:sp>
      <p:sp>
        <p:nvSpPr>
          <p:cNvPr id="54275" name="Rectangle 2"/>
          <p:cNvSpPr>
            <a:spLocks noGrp="1" noRot="1" noChangeAspect="1" noChangeArrowheads="1" noTextEdit="1"/>
          </p:cNvSpPr>
          <p:nvPr>
            <p:ph type="sldImg"/>
          </p:nvPr>
        </p:nvSpPr>
        <p:spPr>
          <a:xfrm>
            <a:off x="2144713" y="685800"/>
            <a:ext cx="2570162" cy="3429000"/>
          </a:xfrm>
          <a:ln/>
        </p:spPr>
      </p:sp>
      <p:sp>
        <p:nvSpPr>
          <p:cNvPr id="5427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65137266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C17C6199-8EB5-4D5B-9B5E-6D606E529741}" type="slidenum">
              <a:rPr lang="en-US" altLang="ko-KR" sz="1200">
                <a:solidFill>
                  <a:srgbClr val="000000"/>
                </a:solidFill>
              </a:rPr>
              <a:pPr algn="r" eaLnBrk="1" fontAlgn="base" latinLnBrk="1" hangingPunct="1">
                <a:spcBef>
                  <a:spcPct val="0"/>
                </a:spcBef>
                <a:spcAft>
                  <a:spcPct val="0"/>
                </a:spcAft>
              </a:pPr>
              <a:t>27</a:t>
            </a:fld>
            <a:endParaRPr lang="en-US" altLang="ko-KR" sz="1200">
              <a:solidFill>
                <a:srgbClr val="000000"/>
              </a:solidFill>
            </a:endParaRPr>
          </a:p>
        </p:txBody>
      </p:sp>
      <p:sp>
        <p:nvSpPr>
          <p:cNvPr id="55299" name="Rectangle 2"/>
          <p:cNvSpPr>
            <a:spLocks noGrp="1" noRot="1" noChangeAspect="1" noChangeArrowheads="1" noTextEdit="1"/>
          </p:cNvSpPr>
          <p:nvPr>
            <p:ph type="sldImg"/>
          </p:nvPr>
        </p:nvSpPr>
        <p:spPr>
          <a:xfrm>
            <a:off x="2144713" y="685800"/>
            <a:ext cx="2570162" cy="3429000"/>
          </a:xfrm>
          <a:ln/>
        </p:spPr>
      </p:sp>
      <p:sp>
        <p:nvSpPr>
          <p:cNvPr id="5530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3943112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895BBFBF-9D65-4C7B-9BBB-5927A6572978}" type="slidenum">
              <a:rPr lang="en-US" altLang="ko-KR" smtClean="0">
                <a:solidFill>
                  <a:srgbClr val="000000"/>
                </a:solidFill>
              </a:rPr>
              <a:pPr eaLnBrk="1" hangingPunct="1"/>
              <a:t>28</a:t>
            </a:fld>
            <a:endParaRPr lang="en-US" altLang="ko-KR" smtClean="0">
              <a:solidFill>
                <a:srgbClr val="000000"/>
              </a:solidFill>
            </a:endParaRPr>
          </a:p>
        </p:txBody>
      </p:sp>
      <p:sp>
        <p:nvSpPr>
          <p:cNvPr id="56323" name="Rectangle 2"/>
          <p:cNvSpPr>
            <a:spLocks noGrp="1" noRot="1" noChangeAspect="1" noChangeArrowheads="1" noTextEdit="1"/>
          </p:cNvSpPr>
          <p:nvPr>
            <p:ph type="sldImg"/>
          </p:nvPr>
        </p:nvSpPr>
        <p:spPr>
          <a:xfrm>
            <a:off x="2144713" y="685800"/>
            <a:ext cx="2570162" cy="3429000"/>
          </a:xfrm>
          <a:ln/>
        </p:spPr>
      </p:sp>
      <p:sp>
        <p:nvSpPr>
          <p:cNvPr id="5632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23075553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CB7F55C6-FB76-4889-A55A-BA1AFF331087}" type="slidenum">
              <a:rPr lang="en-US" altLang="ko-KR" sz="1200">
                <a:solidFill>
                  <a:srgbClr val="000000"/>
                </a:solidFill>
              </a:rPr>
              <a:pPr algn="r" eaLnBrk="1" fontAlgn="base" latinLnBrk="1" hangingPunct="1">
                <a:spcBef>
                  <a:spcPct val="0"/>
                </a:spcBef>
                <a:spcAft>
                  <a:spcPct val="0"/>
                </a:spcAft>
              </a:pPr>
              <a:t>29</a:t>
            </a:fld>
            <a:endParaRPr lang="en-US" altLang="ko-KR" sz="1200">
              <a:solidFill>
                <a:srgbClr val="000000"/>
              </a:solidFill>
            </a:endParaRPr>
          </a:p>
        </p:txBody>
      </p:sp>
      <p:sp>
        <p:nvSpPr>
          <p:cNvPr id="57347" name="Rectangle 2"/>
          <p:cNvSpPr>
            <a:spLocks noGrp="1" noRot="1" noChangeAspect="1" noChangeArrowheads="1" noTextEdit="1"/>
          </p:cNvSpPr>
          <p:nvPr>
            <p:ph type="sldImg"/>
          </p:nvPr>
        </p:nvSpPr>
        <p:spPr>
          <a:xfrm>
            <a:off x="2144713" y="685800"/>
            <a:ext cx="2570162" cy="3429000"/>
          </a:xfrm>
          <a:ln/>
        </p:spPr>
      </p:sp>
      <p:sp>
        <p:nvSpPr>
          <p:cNvPr id="5734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57605974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4E6A89F3-94D1-4A95-A907-EE0ABA14C65F}" type="slidenum">
              <a:rPr lang="en-US" altLang="ko-KR" sz="1200">
                <a:solidFill>
                  <a:srgbClr val="000000"/>
                </a:solidFill>
              </a:rPr>
              <a:pPr algn="r" eaLnBrk="1" fontAlgn="base" latinLnBrk="1" hangingPunct="1">
                <a:spcBef>
                  <a:spcPct val="0"/>
                </a:spcBef>
                <a:spcAft>
                  <a:spcPct val="0"/>
                </a:spcAft>
              </a:pPr>
              <a:t>30</a:t>
            </a:fld>
            <a:endParaRPr lang="en-US" altLang="ko-KR" sz="1200">
              <a:solidFill>
                <a:srgbClr val="000000"/>
              </a:solidFill>
            </a:endParaRPr>
          </a:p>
        </p:txBody>
      </p:sp>
      <p:sp>
        <p:nvSpPr>
          <p:cNvPr id="58371" name="Rectangle 2"/>
          <p:cNvSpPr>
            <a:spLocks noGrp="1" noRot="1" noChangeAspect="1" noChangeArrowheads="1" noTextEdit="1"/>
          </p:cNvSpPr>
          <p:nvPr>
            <p:ph type="sldImg"/>
          </p:nvPr>
        </p:nvSpPr>
        <p:spPr>
          <a:xfrm>
            <a:off x="2144713" y="685800"/>
            <a:ext cx="2570162" cy="3429000"/>
          </a:xfrm>
          <a:ln/>
        </p:spPr>
      </p:sp>
      <p:sp>
        <p:nvSpPr>
          <p:cNvPr id="583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7361757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11E55385-097F-46B2-9EA5-6A9EBEDB04EF}" type="slidenum">
              <a:rPr lang="en-US" altLang="ko-KR" smtClean="0">
                <a:solidFill>
                  <a:srgbClr val="000000"/>
                </a:solidFill>
              </a:rPr>
              <a:pPr eaLnBrk="1" hangingPunct="1"/>
              <a:t>31</a:t>
            </a:fld>
            <a:endParaRPr lang="en-US" altLang="ko-KR" smtClean="0">
              <a:solidFill>
                <a:srgbClr val="000000"/>
              </a:solidFill>
            </a:endParaRPr>
          </a:p>
        </p:txBody>
      </p:sp>
      <p:sp>
        <p:nvSpPr>
          <p:cNvPr id="38915" name="Rectangle 2"/>
          <p:cNvSpPr>
            <a:spLocks noGrp="1" noRot="1" noChangeAspect="1" noChangeArrowheads="1" noTextEdit="1"/>
          </p:cNvSpPr>
          <p:nvPr>
            <p:ph type="sldImg"/>
          </p:nvPr>
        </p:nvSpPr>
        <p:spPr>
          <a:xfrm>
            <a:off x="2144713" y="685800"/>
            <a:ext cx="2570162" cy="3429000"/>
          </a:xfrm>
          <a:ln/>
        </p:spPr>
      </p:sp>
      <p:sp>
        <p:nvSpPr>
          <p:cNvPr id="3891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22771354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5DE1C50E-346A-4BCC-8E94-51A8A19D9A27}" type="slidenum">
              <a:rPr lang="en-US" altLang="ko-KR" smtClean="0">
                <a:solidFill>
                  <a:srgbClr val="000000"/>
                </a:solidFill>
              </a:rPr>
              <a:pPr eaLnBrk="1" hangingPunct="1"/>
              <a:t>32</a:t>
            </a:fld>
            <a:endParaRPr lang="en-US" altLang="ko-KR" smtClean="0">
              <a:solidFill>
                <a:srgbClr val="000000"/>
              </a:solidFill>
            </a:endParaRPr>
          </a:p>
        </p:txBody>
      </p:sp>
      <p:sp>
        <p:nvSpPr>
          <p:cNvPr id="39939" name="Rectangle 2"/>
          <p:cNvSpPr>
            <a:spLocks noGrp="1" noRot="1" noChangeAspect="1" noChangeArrowheads="1" noTextEdit="1"/>
          </p:cNvSpPr>
          <p:nvPr>
            <p:ph type="sldImg"/>
          </p:nvPr>
        </p:nvSpPr>
        <p:spPr>
          <a:xfrm>
            <a:off x="2144713" y="685800"/>
            <a:ext cx="2570162" cy="3429000"/>
          </a:xfrm>
          <a:ln/>
        </p:spPr>
      </p:sp>
      <p:sp>
        <p:nvSpPr>
          <p:cNvPr id="3994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38728327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AB0CDA39-EDF4-4BC3-AB95-7F6459B48C95}" type="slidenum">
              <a:rPr lang="en-US" altLang="ko-KR" smtClean="0">
                <a:solidFill>
                  <a:srgbClr val="000000"/>
                </a:solidFill>
              </a:rPr>
              <a:pPr eaLnBrk="1" hangingPunct="1"/>
              <a:t>33</a:t>
            </a:fld>
            <a:endParaRPr lang="en-US" altLang="ko-KR" smtClean="0">
              <a:solidFill>
                <a:srgbClr val="000000"/>
              </a:solidFill>
            </a:endParaRPr>
          </a:p>
        </p:txBody>
      </p:sp>
      <p:sp>
        <p:nvSpPr>
          <p:cNvPr id="40963" name="Rectangle 2"/>
          <p:cNvSpPr>
            <a:spLocks noGrp="1" noRot="1" noChangeAspect="1" noChangeArrowheads="1" noTextEdit="1"/>
          </p:cNvSpPr>
          <p:nvPr>
            <p:ph type="sldImg"/>
          </p:nvPr>
        </p:nvSpPr>
        <p:spPr>
          <a:xfrm>
            <a:off x="2144713" y="685800"/>
            <a:ext cx="2570162" cy="3429000"/>
          </a:xfrm>
          <a:ln/>
        </p:spPr>
      </p:sp>
      <p:sp>
        <p:nvSpPr>
          <p:cNvPr id="4096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05817470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5184B965-B5FC-4736-993E-B9B5E059FC8D}" type="slidenum">
              <a:rPr lang="en-US" altLang="ko-KR" smtClean="0">
                <a:solidFill>
                  <a:srgbClr val="000000"/>
                </a:solidFill>
              </a:rPr>
              <a:pPr eaLnBrk="1" hangingPunct="1"/>
              <a:t>34</a:t>
            </a:fld>
            <a:endParaRPr lang="en-US" altLang="ko-KR" smtClean="0">
              <a:solidFill>
                <a:srgbClr val="000000"/>
              </a:solidFill>
            </a:endParaRPr>
          </a:p>
        </p:txBody>
      </p:sp>
      <p:sp>
        <p:nvSpPr>
          <p:cNvPr id="41987" name="Rectangle 2"/>
          <p:cNvSpPr>
            <a:spLocks noGrp="1" noRot="1" noChangeAspect="1" noChangeArrowheads="1" noTextEdit="1"/>
          </p:cNvSpPr>
          <p:nvPr>
            <p:ph type="sldImg"/>
          </p:nvPr>
        </p:nvSpPr>
        <p:spPr>
          <a:xfrm>
            <a:off x="2144713" y="685800"/>
            <a:ext cx="2570162" cy="3429000"/>
          </a:xfrm>
          <a:ln/>
        </p:spPr>
      </p:sp>
      <p:sp>
        <p:nvSpPr>
          <p:cNvPr id="4198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88700523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F96EC0D-2D2D-4727-B0F6-8ACD45638B6A}" type="slidenum">
              <a:rPr lang="en-US" altLang="ko-KR" smtClean="0">
                <a:solidFill>
                  <a:srgbClr val="000000"/>
                </a:solidFill>
              </a:rPr>
              <a:pPr eaLnBrk="1" hangingPunct="1"/>
              <a:t>35</a:t>
            </a:fld>
            <a:endParaRPr lang="en-US" altLang="ko-KR" smtClean="0">
              <a:solidFill>
                <a:srgbClr val="000000"/>
              </a:solidFill>
            </a:endParaRPr>
          </a:p>
        </p:txBody>
      </p:sp>
      <p:sp>
        <p:nvSpPr>
          <p:cNvPr id="43011" name="Rectangle 2"/>
          <p:cNvSpPr>
            <a:spLocks noGrp="1" noRot="1" noChangeAspect="1" noChangeArrowheads="1" noTextEdit="1"/>
          </p:cNvSpPr>
          <p:nvPr>
            <p:ph type="sldImg"/>
          </p:nvPr>
        </p:nvSpPr>
        <p:spPr>
          <a:xfrm>
            <a:off x="2144713" y="685800"/>
            <a:ext cx="2570162" cy="3429000"/>
          </a:xfrm>
          <a:ln/>
        </p:spPr>
      </p:sp>
      <p:sp>
        <p:nvSpPr>
          <p:cNvPr id="4301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26423896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B1D9D5B-92F2-408D-875D-DD48F31F9CD9}" type="slidenum">
              <a:rPr lang="en-US" altLang="ko-KR" smtClean="0">
                <a:solidFill>
                  <a:srgbClr val="000000"/>
                </a:solidFill>
              </a:rPr>
              <a:pPr eaLnBrk="1" hangingPunct="1"/>
              <a:t>36</a:t>
            </a:fld>
            <a:endParaRPr lang="en-US" altLang="ko-KR" smtClean="0">
              <a:solidFill>
                <a:srgbClr val="000000"/>
              </a:solidFill>
            </a:endParaRPr>
          </a:p>
        </p:txBody>
      </p:sp>
      <p:sp>
        <p:nvSpPr>
          <p:cNvPr id="44035" name="Rectangle 2"/>
          <p:cNvSpPr>
            <a:spLocks noGrp="1" noRot="1" noChangeAspect="1" noChangeArrowheads="1" noTextEdit="1"/>
          </p:cNvSpPr>
          <p:nvPr>
            <p:ph type="sldImg"/>
          </p:nvPr>
        </p:nvSpPr>
        <p:spPr>
          <a:xfrm>
            <a:off x="2144713" y="685800"/>
            <a:ext cx="2570162" cy="3429000"/>
          </a:xfrm>
          <a:ln/>
        </p:spPr>
      </p:sp>
      <p:sp>
        <p:nvSpPr>
          <p:cNvPr id="4403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9982491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59396769-8C16-434C-80E6-A0363F462E80}" type="slidenum">
              <a:rPr lang="en-US" altLang="ko-KR" smtClean="0">
                <a:solidFill>
                  <a:srgbClr val="000000"/>
                </a:solidFill>
              </a:rPr>
              <a:pPr eaLnBrk="1" hangingPunct="1"/>
              <a:t>37</a:t>
            </a:fld>
            <a:endParaRPr lang="en-US" altLang="ko-KR" smtClean="0">
              <a:solidFill>
                <a:srgbClr val="000000"/>
              </a:solidFill>
            </a:endParaRPr>
          </a:p>
        </p:txBody>
      </p:sp>
      <p:sp>
        <p:nvSpPr>
          <p:cNvPr id="45059" name="Rectangle 2"/>
          <p:cNvSpPr>
            <a:spLocks noGrp="1" noRot="1" noChangeAspect="1" noChangeArrowheads="1" noTextEdit="1"/>
          </p:cNvSpPr>
          <p:nvPr>
            <p:ph type="sldImg"/>
          </p:nvPr>
        </p:nvSpPr>
        <p:spPr>
          <a:xfrm>
            <a:off x="2144713" y="685800"/>
            <a:ext cx="2570162" cy="3429000"/>
          </a:xfrm>
          <a:ln/>
        </p:spPr>
      </p:sp>
      <p:sp>
        <p:nvSpPr>
          <p:cNvPr id="4506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34488707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54B8A415-B155-4BF7-9A8E-520B6F0658B0}" type="slidenum">
              <a:rPr lang="en-US" altLang="ko-KR" sz="1200">
                <a:solidFill>
                  <a:srgbClr val="000000"/>
                </a:solidFill>
              </a:rPr>
              <a:pPr algn="r" eaLnBrk="1" fontAlgn="base" latinLnBrk="1" hangingPunct="1">
                <a:spcBef>
                  <a:spcPct val="0"/>
                </a:spcBef>
                <a:spcAft>
                  <a:spcPct val="0"/>
                </a:spcAft>
              </a:pPr>
              <a:t>38</a:t>
            </a:fld>
            <a:endParaRPr lang="en-US" altLang="ko-KR" sz="1200">
              <a:solidFill>
                <a:srgbClr val="000000"/>
              </a:solidFill>
            </a:endParaRPr>
          </a:p>
        </p:txBody>
      </p:sp>
      <p:sp>
        <p:nvSpPr>
          <p:cNvPr id="46083" name="Rectangle 2"/>
          <p:cNvSpPr>
            <a:spLocks noGrp="1" noRot="1" noChangeAspect="1" noChangeArrowheads="1" noTextEdit="1"/>
          </p:cNvSpPr>
          <p:nvPr>
            <p:ph type="sldImg"/>
          </p:nvPr>
        </p:nvSpPr>
        <p:spPr>
          <a:xfrm>
            <a:off x="2144713" y="685800"/>
            <a:ext cx="2570162" cy="3429000"/>
          </a:xfrm>
          <a:ln/>
        </p:spPr>
      </p:sp>
      <p:sp>
        <p:nvSpPr>
          <p:cNvPr id="4608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85917510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5AAD8F8D-D4AF-4394-801D-97C7D06509E1}" type="slidenum">
              <a:rPr lang="en-US" altLang="ko-KR" sz="1200">
                <a:solidFill>
                  <a:srgbClr val="000000"/>
                </a:solidFill>
              </a:rPr>
              <a:pPr algn="r" eaLnBrk="1" fontAlgn="base" latinLnBrk="1" hangingPunct="1">
                <a:spcBef>
                  <a:spcPct val="0"/>
                </a:spcBef>
                <a:spcAft>
                  <a:spcPct val="0"/>
                </a:spcAft>
              </a:pPr>
              <a:t>39</a:t>
            </a:fld>
            <a:endParaRPr lang="en-US" altLang="ko-KR" sz="1200">
              <a:solidFill>
                <a:srgbClr val="000000"/>
              </a:solidFill>
            </a:endParaRPr>
          </a:p>
        </p:txBody>
      </p:sp>
      <p:sp>
        <p:nvSpPr>
          <p:cNvPr id="47107" name="Rectangle 2"/>
          <p:cNvSpPr>
            <a:spLocks noGrp="1" noRot="1" noChangeAspect="1" noChangeArrowheads="1" noTextEdit="1"/>
          </p:cNvSpPr>
          <p:nvPr>
            <p:ph type="sldImg"/>
          </p:nvPr>
        </p:nvSpPr>
        <p:spPr>
          <a:xfrm>
            <a:off x="2144713" y="685800"/>
            <a:ext cx="2570162" cy="3429000"/>
          </a:xfrm>
          <a:ln/>
        </p:spPr>
      </p:sp>
      <p:sp>
        <p:nvSpPr>
          <p:cNvPr id="4710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3593315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E4E3D9A9-76F9-471A-923F-9C987FFAA86E}" type="slidenum">
              <a:rPr lang="en-US" altLang="ko-KR" smtClean="0">
                <a:solidFill>
                  <a:srgbClr val="000000"/>
                </a:solidFill>
              </a:rPr>
              <a:pPr eaLnBrk="1" hangingPunct="1"/>
              <a:t>40</a:t>
            </a:fld>
            <a:endParaRPr lang="en-US" altLang="ko-KR" smtClean="0">
              <a:solidFill>
                <a:srgbClr val="000000"/>
              </a:solidFill>
            </a:endParaRPr>
          </a:p>
        </p:txBody>
      </p:sp>
      <p:sp>
        <p:nvSpPr>
          <p:cNvPr id="48131" name="Rectangle 2"/>
          <p:cNvSpPr>
            <a:spLocks noGrp="1" noRot="1" noChangeAspect="1" noChangeArrowheads="1" noTextEdit="1"/>
          </p:cNvSpPr>
          <p:nvPr>
            <p:ph type="sldImg"/>
          </p:nvPr>
        </p:nvSpPr>
        <p:spPr>
          <a:xfrm>
            <a:off x="2144713" y="685800"/>
            <a:ext cx="2570162" cy="3429000"/>
          </a:xfrm>
          <a:ln/>
        </p:spPr>
      </p:sp>
      <p:sp>
        <p:nvSpPr>
          <p:cNvPr id="4813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11436185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B89E72B2-2C86-4A3F-B2A8-5581D7B61378}" type="slidenum">
              <a:rPr lang="en-US" altLang="ko-KR" sz="1200">
                <a:solidFill>
                  <a:srgbClr val="000000"/>
                </a:solidFill>
              </a:rPr>
              <a:pPr algn="r" eaLnBrk="1" fontAlgn="base" latinLnBrk="1" hangingPunct="1">
                <a:spcBef>
                  <a:spcPct val="0"/>
                </a:spcBef>
                <a:spcAft>
                  <a:spcPct val="0"/>
                </a:spcAft>
              </a:pPr>
              <a:t>41</a:t>
            </a:fld>
            <a:endParaRPr lang="en-US" altLang="ko-KR" sz="1200">
              <a:solidFill>
                <a:srgbClr val="000000"/>
              </a:solidFill>
            </a:endParaRPr>
          </a:p>
        </p:txBody>
      </p:sp>
      <p:sp>
        <p:nvSpPr>
          <p:cNvPr id="49155" name="Rectangle 2"/>
          <p:cNvSpPr>
            <a:spLocks noGrp="1" noRot="1" noChangeAspect="1" noChangeArrowheads="1" noTextEdit="1"/>
          </p:cNvSpPr>
          <p:nvPr>
            <p:ph type="sldImg"/>
          </p:nvPr>
        </p:nvSpPr>
        <p:spPr>
          <a:xfrm>
            <a:off x="2144713" y="685800"/>
            <a:ext cx="2570162" cy="3429000"/>
          </a:xfrm>
          <a:ln/>
        </p:spPr>
      </p:sp>
      <p:sp>
        <p:nvSpPr>
          <p:cNvPr id="4915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4241599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2ABB9A32-23A5-4189-BAA7-0E565CC1B9B9}" type="slidenum">
              <a:rPr lang="en-US" altLang="ko-KR" sz="1200">
                <a:solidFill>
                  <a:srgbClr val="000000"/>
                </a:solidFill>
              </a:rPr>
              <a:pPr algn="r" eaLnBrk="1" fontAlgn="base" latinLnBrk="1" hangingPunct="1">
                <a:spcBef>
                  <a:spcPct val="0"/>
                </a:spcBef>
                <a:spcAft>
                  <a:spcPct val="0"/>
                </a:spcAft>
              </a:pPr>
              <a:t>42</a:t>
            </a:fld>
            <a:endParaRPr lang="en-US" altLang="ko-KR" sz="1200">
              <a:solidFill>
                <a:srgbClr val="000000"/>
              </a:solidFill>
            </a:endParaRPr>
          </a:p>
        </p:txBody>
      </p:sp>
      <p:sp>
        <p:nvSpPr>
          <p:cNvPr id="50179" name="Rectangle 2"/>
          <p:cNvSpPr>
            <a:spLocks noGrp="1" noRot="1" noChangeAspect="1" noChangeArrowheads="1" noTextEdit="1"/>
          </p:cNvSpPr>
          <p:nvPr>
            <p:ph type="sldImg"/>
          </p:nvPr>
        </p:nvSpPr>
        <p:spPr>
          <a:xfrm>
            <a:off x="2144713" y="685800"/>
            <a:ext cx="2570162" cy="3429000"/>
          </a:xfrm>
          <a:ln/>
        </p:spPr>
      </p:sp>
      <p:sp>
        <p:nvSpPr>
          <p:cNvPr id="5018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24122704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2ABB9A32-23A5-4189-BAA7-0E565CC1B9B9}" type="slidenum">
              <a:rPr lang="en-US" altLang="ko-KR" sz="1200">
                <a:solidFill>
                  <a:srgbClr val="000000"/>
                </a:solidFill>
              </a:rPr>
              <a:pPr algn="r" eaLnBrk="1" fontAlgn="base" latinLnBrk="1" hangingPunct="1">
                <a:spcBef>
                  <a:spcPct val="0"/>
                </a:spcBef>
                <a:spcAft>
                  <a:spcPct val="0"/>
                </a:spcAft>
              </a:pPr>
              <a:t>43</a:t>
            </a:fld>
            <a:endParaRPr lang="en-US" altLang="ko-KR" sz="1200">
              <a:solidFill>
                <a:srgbClr val="000000"/>
              </a:solidFill>
            </a:endParaRPr>
          </a:p>
        </p:txBody>
      </p:sp>
      <p:sp>
        <p:nvSpPr>
          <p:cNvPr id="50179" name="Rectangle 2"/>
          <p:cNvSpPr>
            <a:spLocks noGrp="1" noRot="1" noChangeAspect="1" noChangeArrowheads="1" noTextEdit="1"/>
          </p:cNvSpPr>
          <p:nvPr>
            <p:ph type="sldImg"/>
          </p:nvPr>
        </p:nvSpPr>
        <p:spPr>
          <a:xfrm>
            <a:off x="2144713" y="685800"/>
            <a:ext cx="2570162" cy="3429000"/>
          </a:xfrm>
          <a:ln/>
        </p:spPr>
      </p:sp>
      <p:sp>
        <p:nvSpPr>
          <p:cNvPr id="5018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92022277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8D433C62-CBD5-4CF7-A29E-8CD87BDF5C84}" type="slidenum">
              <a:rPr lang="en-US" altLang="ko-KR" smtClean="0">
                <a:solidFill>
                  <a:prstClr val="black"/>
                </a:solidFill>
              </a:rPr>
              <a:pPr eaLnBrk="1" hangingPunct="1"/>
              <a:t>44</a:t>
            </a:fld>
            <a:endParaRPr lang="en-US" altLang="ko-KR" smtClean="0">
              <a:solidFill>
                <a:prstClr val="black"/>
              </a:solidFill>
            </a:endParaRPr>
          </a:p>
        </p:txBody>
      </p:sp>
      <p:sp>
        <p:nvSpPr>
          <p:cNvPr id="51203" name="Rectangle 2"/>
          <p:cNvSpPr>
            <a:spLocks noGrp="1" noRot="1" noChangeAspect="1" noChangeArrowheads="1" noTextEdit="1"/>
          </p:cNvSpPr>
          <p:nvPr>
            <p:ph type="sldImg"/>
          </p:nvPr>
        </p:nvSpPr>
        <p:spPr>
          <a:xfrm>
            <a:off x="2144713" y="685800"/>
            <a:ext cx="2570162" cy="3429000"/>
          </a:xfrm>
          <a:ln/>
        </p:spPr>
      </p:sp>
      <p:sp>
        <p:nvSpPr>
          <p:cNvPr id="5120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59011882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6ACD37CB-BD62-4459-AB9A-03AAF79B643A}" type="slidenum">
              <a:rPr lang="en-US" altLang="ko-KR" smtClean="0">
                <a:solidFill>
                  <a:prstClr val="black"/>
                </a:solidFill>
              </a:rPr>
              <a:pPr eaLnBrk="1" hangingPunct="1"/>
              <a:t>45</a:t>
            </a:fld>
            <a:endParaRPr lang="en-US" altLang="ko-KR" smtClean="0">
              <a:solidFill>
                <a:prstClr val="black"/>
              </a:solidFill>
            </a:endParaRPr>
          </a:p>
        </p:txBody>
      </p:sp>
      <p:sp>
        <p:nvSpPr>
          <p:cNvPr id="52227" name="Rectangle 2"/>
          <p:cNvSpPr>
            <a:spLocks noGrp="1" noRot="1" noChangeAspect="1" noChangeArrowheads="1" noTextEdit="1"/>
          </p:cNvSpPr>
          <p:nvPr>
            <p:ph type="sldImg"/>
          </p:nvPr>
        </p:nvSpPr>
        <p:spPr>
          <a:xfrm>
            <a:off x="2144713" y="685800"/>
            <a:ext cx="2570162" cy="3429000"/>
          </a:xfrm>
          <a:ln/>
        </p:spPr>
      </p:sp>
      <p:sp>
        <p:nvSpPr>
          <p:cNvPr id="5222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7964658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4EA91B50-4F02-4D1A-B12D-837AAF3E0309}" type="slidenum">
              <a:rPr lang="en-US" altLang="ko-KR" sz="1200">
                <a:solidFill>
                  <a:srgbClr val="000000"/>
                </a:solidFill>
              </a:rPr>
              <a:pPr algn="r" eaLnBrk="1" fontAlgn="base" latinLnBrk="1" hangingPunct="1">
                <a:spcBef>
                  <a:spcPct val="0"/>
                </a:spcBef>
                <a:spcAft>
                  <a:spcPct val="0"/>
                </a:spcAft>
              </a:pPr>
              <a:t>46</a:t>
            </a:fld>
            <a:endParaRPr lang="en-US" altLang="ko-KR" sz="1200">
              <a:solidFill>
                <a:srgbClr val="000000"/>
              </a:solidFill>
            </a:endParaRPr>
          </a:p>
        </p:txBody>
      </p:sp>
      <p:sp>
        <p:nvSpPr>
          <p:cNvPr id="53251" name="Rectangle 2"/>
          <p:cNvSpPr>
            <a:spLocks noGrp="1" noRot="1" noChangeAspect="1" noChangeArrowheads="1" noTextEdit="1"/>
          </p:cNvSpPr>
          <p:nvPr>
            <p:ph type="sldImg"/>
          </p:nvPr>
        </p:nvSpPr>
        <p:spPr>
          <a:xfrm>
            <a:off x="2144713" y="685800"/>
            <a:ext cx="2570162" cy="3429000"/>
          </a:xfrm>
          <a:ln/>
        </p:spPr>
      </p:sp>
      <p:sp>
        <p:nvSpPr>
          <p:cNvPr id="5325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30231558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6ED31187-8A95-4F9A-AED1-178164FAEA24}" type="slidenum">
              <a:rPr lang="en-US" altLang="ko-KR" smtClean="0">
                <a:solidFill>
                  <a:prstClr val="black"/>
                </a:solidFill>
              </a:rPr>
              <a:pPr eaLnBrk="1" hangingPunct="1"/>
              <a:t>47</a:t>
            </a:fld>
            <a:endParaRPr lang="en-US" altLang="ko-KR" smtClean="0">
              <a:solidFill>
                <a:prstClr val="black"/>
              </a:solidFill>
            </a:endParaRPr>
          </a:p>
        </p:txBody>
      </p:sp>
      <p:sp>
        <p:nvSpPr>
          <p:cNvPr id="54275" name="Rectangle 2"/>
          <p:cNvSpPr>
            <a:spLocks noGrp="1" noRot="1" noChangeAspect="1" noChangeArrowheads="1" noTextEdit="1"/>
          </p:cNvSpPr>
          <p:nvPr>
            <p:ph type="sldImg"/>
          </p:nvPr>
        </p:nvSpPr>
        <p:spPr>
          <a:xfrm>
            <a:off x="2144713" y="685800"/>
            <a:ext cx="2570162" cy="3429000"/>
          </a:xfrm>
          <a:ln/>
        </p:spPr>
      </p:sp>
      <p:sp>
        <p:nvSpPr>
          <p:cNvPr id="5427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10217450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F10CF612-069E-4B5B-B8DE-DA571A743D5C}" type="slidenum">
              <a:rPr lang="en-US" altLang="ko-KR" smtClean="0">
                <a:solidFill>
                  <a:prstClr val="black"/>
                </a:solidFill>
              </a:rPr>
              <a:pPr eaLnBrk="1" hangingPunct="1"/>
              <a:t>48</a:t>
            </a:fld>
            <a:endParaRPr lang="en-US" altLang="ko-KR" smtClean="0">
              <a:solidFill>
                <a:prstClr val="black"/>
              </a:solidFill>
            </a:endParaRPr>
          </a:p>
        </p:txBody>
      </p:sp>
      <p:sp>
        <p:nvSpPr>
          <p:cNvPr id="55299" name="Rectangle 2"/>
          <p:cNvSpPr>
            <a:spLocks noGrp="1" noRot="1" noChangeAspect="1" noChangeArrowheads="1" noTextEdit="1"/>
          </p:cNvSpPr>
          <p:nvPr>
            <p:ph type="sldImg"/>
          </p:nvPr>
        </p:nvSpPr>
        <p:spPr>
          <a:xfrm>
            <a:off x="2144713" y="685800"/>
            <a:ext cx="2570162" cy="3429000"/>
          </a:xfrm>
          <a:ln/>
        </p:spPr>
      </p:sp>
      <p:sp>
        <p:nvSpPr>
          <p:cNvPr id="5530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6193722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2F5113C8-D5D1-4BCA-9C91-D68A08762955}" type="slidenum">
              <a:rPr lang="en-US" altLang="ko-KR" sz="1200">
                <a:solidFill>
                  <a:srgbClr val="000000"/>
                </a:solidFill>
              </a:rPr>
              <a:pPr algn="r" eaLnBrk="1" fontAlgn="base" latinLnBrk="1" hangingPunct="1">
                <a:spcBef>
                  <a:spcPct val="0"/>
                </a:spcBef>
                <a:spcAft>
                  <a:spcPct val="0"/>
                </a:spcAft>
              </a:pPr>
              <a:t>49</a:t>
            </a:fld>
            <a:endParaRPr lang="en-US" altLang="ko-KR" sz="1200">
              <a:solidFill>
                <a:srgbClr val="000000"/>
              </a:solidFill>
            </a:endParaRPr>
          </a:p>
        </p:txBody>
      </p:sp>
      <p:sp>
        <p:nvSpPr>
          <p:cNvPr id="56323" name="Rectangle 2"/>
          <p:cNvSpPr>
            <a:spLocks noGrp="1" noRot="1" noChangeAspect="1" noChangeArrowheads="1" noTextEdit="1"/>
          </p:cNvSpPr>
          <p:nvPr>
            <p:ph type="sldImg"/>
          </p:nvPr>
        </p:nvSpPr>
        <p:spPr>
          <a:xfrm>
            <a:off x="2144713" y="685800"/>
            <a:ext cx="2570162" cy="3429000"/>
          </a:xfrm>
          <a:ln/>
        </p:spPr>
      </p:sp>
      <p:sp>
        <p:nvSpPr>
          <p:cNvPr id="5632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21823605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117E231E-DEFB-4CF3-B9E5-3EE00ECF340D}" type="slidenum">
              <a:rPr lang="en-US" altLang="ko-KR" smtClean="0">
                <a:solidFill>
                  <a:srgbClr val="000000"/>
                </a:solidFill>
              </a:rPr>
              <a:pPr eaLnBrk="1" hangingPunct="1"/>
              <a:t>50</a:t>
            </a:fld>
            <a:endParaRPr lang="en-US" altLang="ko-KR" smtClean="0">
              <a:solidFill>
                <a:srgbClr val="000000"/>
              </a:solidFill>
            </a:endParaRPr>
          </a:p>
        </p:txBody>
      </p:sp>
      <p:sp>
        <p:nvSpPr>
          <p:cNvPr id="57347" name="Rectangle 2"/>
          <p:cNvSpPr>
            <a:spLocks noGrp="1" noRot="1" noChangeAspect="1" noChangeArrowheads="1" noTextEdit="1"/>
          </p:cNvSpPr>
          <p:nvPr>
            <p:ph type="sldImg"/>
          </p:nvPr>
        </p:nvSpPr>
        <p:spPr>
          <a:xfrm>
            <a:off x="2144713" y="685800"/>
            <a:ext cx="2570162" cy="3429000"/>
          </a:xfrm>
          <a:ln/>
        </p:spPr>
      </p:sp>
      <p:sp>
        <p:nvSpPr>
          <p:cNvPr id="5734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72972762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D492DFAE-8447-4D2A-8989-4DF6D012EA4B}" type="slidenum">
              <a:rPr lang="en-US" altLang="ko-KR" smtClean="0">
                <a:solidFill>
                  <a:srgbClr val="000000"/>
                </a:solidFill>
              </a:rPr>
              <a:pPr eaLnBrk="1" hangingPunct="1"/>
              <a:t>51</a:t>
            </a:fld>
            <a:endParaRPr lang="en-US" altLang="ko-KR" smtClean="0">
              <a:solidFill>
                <a:srgbClr val="000000"/>
              </a:solidFill>
            </a:endParaRPr>
          </a:p>
        </p:txBody>
      </p:sp>
      <p:sp>
        <p:nvSpPr>
          <p:cNvPr id="58371" name="Rectangle 2"/>
          <p:cNvSpPr>
            <a:spLocks noGrp="1" noRot="1" noChangeAspect="1" noChangeArrowheads="1" noTextEdit="1"/>
          </p:cNvSpPr>
          <p:nvPr>
            <p:ph type="sldImg"/>
          </p:nvPr>
        </p:nvSpPr>
        <p:spPr>
          <a:xfrm>
            <a:off x="2144713" y="685800"/>
            <a:ext cx="2570162" cy="3429000"/>
          </a:xfrm>
          <a:ln/>
        </p:spPr>
      </p:sp>
      <p:sp>
        <p:nvSpPr>
          <p:cNvPr id="583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14760866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7D08B1CB-9183-4C2F-ADD6-29D6A612A639}" type="slidenum">
              <a:rPr lang="en-US" altLang="ko-KR" sz="1200">
                <a:solidFill>
                  <a:srgbClr val="000000"/>
                </a:solidFill>
              </a:rPr>
              <a:pPr algn="r" eaLnBrk="1" fontAlgn="base" latinLnBrk="1" hangingPunct="1">
                <a:spcBef>
                  <a:spcPct val="0"/>
                </a:spcBef>
                <a:spcAft>
                  <a:spcPct val="0"/>
                </a:spcAft>
              </a:pPr>
              <a:t>52</a:t>
            </a:fld>
            <a:endParaRPr lang="en-US" altLang="ko-KR" sz="1200">
              <a:solidFill>
                <a:srgbClr val="000000"/>
              </a:solidFill>
            </a:endParaRPr>
          </a:p>
        </p:txBody>
      </p:sp>
      <p:sp>
        <p:nvSpPr>
          <p:cNvPr id="59395" name="Rectangle 2"/>
          <p:cNvSpPr>
            <a:spLocks noGrp="1" noRot="1" noChangeAspect="1" noChangeArrowheads="1" noTextEdit="1"/>
          </p:cNvSpPr>
          <p:nvPr>
            <p:ph type="sldImg"/>
          </p:nvPr>
        </p:nvSpPr>
        <p:spPr>
          <a:xfrm>
            <a:off x="2144713" y="685800"/>
            <a:ext cx="2570162" cy="3429000"/>
          </a:xfrm>
          <a:ln/>
        </p:spPr>
      </p:sp>
      <p:sp>
        <p:nvSpPr>
          <p:cNvPr id="5939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8511111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CB300040-5160-44E6-B60A-C17EE781CD28}" type="slidenum">
              <a:rPr lang="en-US" altLang="ko-KR" smtClean="0">
                <a:solidFill>
                  <a:srgbClr val="000000"/>
                </a:solidFill>
              </a:rPr>
              <a:pPr eaLnBrk="1" hangingPunct="1"/>
              <a:t>53</a:t>
            </a:fld>
            <a:endParaRPr lang="en-US" altLang="ko-KR" smtClean="0">
              <a:solidFill>
                <a:srgbClr val="000000"/>
              </a:solidFill>
            </a:endParaRPr>
          </a:p>
        </p:txBody>
      </p:sp>
      <p:sp>
        <p:nvSpPr>
          <p:cNvPr id="60419" name="Rectangle 2"/>
          <p:cNvSpPr>
            <a:spLocks noGrp="1" noRot="1" noChangeAspect="1" noChangeArrowheads="1" noTextEdit="1"/>
          </p:cNvSpPr>
          <p:nvPr>
            <p:ph type="sldImg"/>
          </p:nvPr>
        </p:nvSpPr>
        <p:spPr>
          <a:xfrm>
            <a:off x="2144713" y="685800"/>
            <a:ext cx="2570162" cy="3429000"/>
          </a:xfrm>
          <a:ln/>
        </p:spPr>
      </p:sp>
      <p:sp>
        <p:nvSpPr>
          <p:cNvPr id="6042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60519904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EBD9FD53-4183-48FF-8E26-CFAF760C48B4}" type="slidenum">
              <a:rPr lang="en-US" altLang="ko-KR" smtClean="0">
                <a:solidFill>
                  <a:srgbClr val="000000"/>
                </a:solidFill>
              </a:rPr>
              <a:pPr eaLnBrk="1" hangingPunct="1"/>
              <a:t>54</a:t>
            </a:fld>
            <a:endParaRPr lang="en-US" altLang="ko-KR" smtClean="0">
              <a:solidFill>
                <a:srgbClr val="000000"/>
              </a:solidFill>
            </a:endParaRPr>
          </a:p>
        </p:txBody>
      </p:sp>
      <p:sp>
        <p:nvSpPr>
          <p:cNvPr id="61443" name="Rectangle 2"/>
          <p:cNvSpPr>
            <a:spLocks noGrp="1" noRot="1" noChangeAspect="1" noChangeArrowheads="1" noTextEdit="1"/>
          </p:cNvSpPr>
          <p:nvPr>
            <p:ph type="sldImg"/>
          </p:nvPr>
        </p:nvSpPr>
        <p:spPr>
          <a:xfrm>
            <a:off x="2144713" y="685800"/>
            <a:ext cx="2570162" cy="3429000"/>
          </a:xfrm>
          <a:ln/>
        </p:spPr>
      </p:sp>
      <p:sp>
        <p:nvSpPr>
          <p:cNvPr id="6144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23664676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10573BEC-AFFF-4AC4-B98F-D5A6964A290B}" type="slidenum">
              <a:rPr lang="en-US" altLang="ko-KR" sz="1200">
                <a:solidFill>
                  <a:srgbClr val="000000"/>
                </a:solidFill>
              </a:rPr>
              <a:pPr algn="r" eaLnBrk="1" fontAlgn="base" latinLnBrk="1" hangingPunct="1">
                <a:spcBef>
                  <a:spcPct val="0"/>
                </a:spcBef>
                <a:spcAft>
                  <a:spcPct val="0"/>
                </a:spcAft>
              </a:pPr>
              <a:t>55</a:t>
            </a:fld>
            <a:endParaRPr lang="en-US" altLang="ko-KR" sz="1200">
              <a:solidFill>
                <a:srgbClr val="000000"/>
              </a:solidFill>
            </a:endParaRPr>
          </a:p>
        </p:txBody>
      </p:sp>
      <p:sp>
        <p:nvSpPr>
          <p:cNvPr id="62467" name="Rectangle 2"/>
          <p:cNvSpPr>
            <a:spLocks noGrp="1" noRot="1" noChangeAspect="1" noChangeArrowheads="1" noTextEdit="1"/>
          </p:cNvSpPr>
          <p:nvPr>
            <p:ph type="sldImg"/>
          </p:nvPr>
        </p:nvSpPr>
        <p:spPr>
          <a:xfrm>
            <a:off x="2144713" y="685800"/>
            <a:ext cx="2570162" cy="3429000"/>
          </a:xfrm>
          <a:ln/>
        </p:spPr>
      </p:sp>
      <p:sp>
        <p:nvSpPr>
          <p:cNvPr id="6246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3054442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4A23D40-2D20-4437-9BFB-24F68063E961}" type="slidenum">
              <a:rPr lang="en-US" altLang="ko-KR" smtClean="0">
                <a:solidFill>
                  <a:srgbClr val="000000"/>
                </a:solidFill>
              </a:rPr>
              <a:pPr eaLnBrk="1" hangingPunct="1"/>
              <a:t>57</a:t>
            </a:fld>
            <a:endParaRPr lang="en-US" altLang="ko-KR" smtClean="0">
              <a:solidFill>
                <a:srgbClr val="000000"/>
              </a:solidFill>
            </a:endParaRPr>
          </a:p>
        </p:txBody>
      </p:sp>
      <p:sp>
        <p:nvSpPr>
          <p:cNvPr id="63491" name="Rectangle 2"/>
          <p:cNvSpPr>
            <a:spLocks noGrp="1" noRot="1" noChangeAspect="1" noChangeArrowheads="1" noTextEdit="1"/>
          </p:cNvSpPr>
          <p:nvPr>
            <p:ph type="sldImg"/>
          </p:nvPr>
        </p:nvSpPr>
        <p:spPr>
          <a:xfrm>
            <a:off x="2144713" y="685800"/>
            <a:ext cx="2570162" cy="3429000"/>
          </a:xfrm>
          <a:ln/>
        </p:spPr>
      </p:sp>
      <p:sp>
        <p:nvSpPr>
          <p:cNvPr id="6349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86354090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31A7E389-1229-491B-A84C-546CB8673F7A}" type="slidenum">
              <a:rPr lang="en-US" altLang="ko-KR" smtClean="0">
                <a:solidFill>
                  <a:srgbClr val="000000"/>
                </a:solidFill>
              </a:rPr>
              <a:pPr eaLnBrk="1" hangingPunct="1"/>
              <a:t>58</a:t>
            </a:fld>
            <a:endParaRPr lang="en-US" altLang="ko-KR" smtClean="0">
              <a:solidFill>
                <a:srgbClr val="000000"/>
              </a:solidFill>
            </a:endParaRPr>
          </a:p>
        </p:txBody>
      </p:sp>
      <p:sp>
        <p:nvSpPr>
          <p:cNvPr id="64515" name="Rectangle 2"/>
          <p:cNvSpPr>
            <a:spLocks noGrp="1" noRot="1" noChangeAspect="1" noChangeArrowheads="1" noTextEdit="1"/>
          </p:cNvSpPr>
          <p:nvPr>
            <p:ph type="sldImg"/>
          </p:nvPr>
        </p:nvSpPr>
        <p:spPr>
          <a:xfrm>
            <a:off x="2144713" y="685800"/>
            <a:ext cx="2570162" cy="3429000"/>
          </a:xfrm>
          <a:ln/>
        </p:spPr>
      </p:sp>
      <p:sp>
        <p:nvSpPr>
          <p:cNvPr id="6451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1342942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67D45939-8F56-4C86-B23E-CAE8DB827634}" type="slidenum">
              <a:rPr lang="en-US" altLang="ko-KR" sz="1200">
                <a:solidFill>
                  <a:srgbClr val="000000"/>
                </a:solidFill>
              </a:rPr>
              <a:pPr algn="r" eaLnBrk="1" fontAlgn="base" latinLnBrk="1" hangingPunct="1">
                <a:spcBef>
                  <a:spcPct val="0"/>
                </a:spcBef>
                <a:spcAft>
                  <a:spcPct val="0"/>
                </a:spcAft>
              </a:pPr>
              <a:t>59</a:t>
            </a:fld>
            <a:endParaRPr lang="en-US" altLang="ko-KR" sz="1200">
              <a:solidFill>
                <a:srgbClr val="000000"/>
              </a:solidFill>
            </a:endParaRPr>
          </a:p>
        </p:txBody>
      </p:sp>
      <p:sp>
        <p:nvSpPr>
          <p:cNvPr id="65539" name="Rectangle 2"/>
          <p:cNvSpPr>
            <a:spLocks noGrp="1" noRot="1" noChangeAspect="1" noChangeArrowheads="1" noTextEdit="1"/>
          </p:cNvSpPr>
          <p:nvPr>
            <p:ph type="sldImg"/>
          </p:nvPr>
        </p:nvSpPr>
        <p:spPr>
          <a:xfrm>
            <a:off x="2144713" y="685800"/>
            <a:ext cx="2570162" cy="3429000"/>
          </a:xfrm>
          <a:ln/>
        </p:spPr>
      </p:sp>
      <p:sp>
        <p:nvSpPr>
          <p:cNvPr id="6554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93479117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7B08D2B-DE3A-46C7-B8E0-968CFD003474}" type="slidenum">
              <a:rPr lang="en-US" altLang="ko-KR" smtClean="0">
                <a:solidFill>
                  <a:srgbClr val="000000"/>
                </a:solidFill>
              </a:rPr>
              <a:pPr eaLnBrk="1" hangingPunct="1"/>
              <a:t>60</a:t>
            </a:fld>
            <a:endParaRPr lang="en-US" altLang="ko-KR" smtClean="0">
              <a:solidFill>
                <a:srgbClr val="000000"/>
              </a:solidFill>
            </a:endParaRPr>
          </a:p>
        </p:txBody>
      </p:sp>
      <p:sp>
        <p:nvSpPr>
          <p:cNvPr id="66563" name="Rectangle 2"/>
          <p:cNvSpPr>
            <a:spLocks noGrp="1" noRot="1" noChangeAspect="1" noChangeArrowheads="1" noTextEdit="1"/>
          </p:cNvSpPr>
          <p:nvPr>
            <p:ph type="sldImg"/>
          </p:nvPr>
        </p:nvSpPr>
        <p:spPr>
          <a:xfrm>
            <a:off x="2144713" y="685800"/>
            <a:ext cx="2570162" cy="3429000"/>
          </a:xfrm>
          <a:ln/>
        </p:spPr>
      </p:sp>
      <p:sp>
        <p:nvSpPr>
          <p:cNvPr id="6656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24165091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36ED704-D2E9-4B6A-9B1D-19997E5A5E25}" type="slidenum">
              <a:rPr lang="en-US" altLang="ko-KR" smtClean="0">
                <a:solidFill>
                  <a:srgbClr val="000000"/>
                </a:solidFill>
              </a:rPr>
              <a:pPr eaLnBrk="1" hangingPunct="1"/>
              <a:t>61</a:t>
            </a:fld>
            <a:endParaRPr lang="en-US" altLang="ko-KR" smtClean="0">
              <a:solidFill>
                <a:srgbClr val="000000"/>
              </a:solidFill>
            </a:endParaRPr>
          </a:p>
        </p:txBody>
      </p:sp>
      <p:sp>
        <p:nvSpPr>
          <p:cNvPr id="67587" name="Rectangle 2"/>
          <p:cNvSpPr>
            <a:spLocks noGrp="1" noRot="1" noChangeAspect="1" noChangeArrowheads="1" noTextEdit="1"/>
          </p:cNvSpPr>
          <p:nvPr>
            <p:ph type="sldImg"/>
          </p:nvPr>
        </p:nvSpPr>
        <p:spPr>
          <a:xfrm>
            <a:off x="2144713" y="685800"/>
            <a:ext cx="2570162" cy="3429000"/>
          </a:xfrm>
          <a:ln/>
        </p:spPr>
      </p:sp>
      <p:sp>
        <p:nvSpPr>
          <p:cNvPr id="6758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01940500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A0BA3C61-D7F2-4E20-AE87-3AB7BA314C49}" type="slidenum">
              <a:rPr lang="en-US" altLang="ko-KR" sz="1200">
                <a:solidFill>
                  <a:srgbClr val="000000"/>
                </a:solidFill>
              </a:rPr>
              <a:pPr algn="r" eaLnBrk="1" fontAlgn="base" latinLnBrk="1" hangingPunct="1">
                <a:spcBef>
                  <a:spcPct val="0"/>
                </a:spcBef>
                <a:spcAft>
                  <a:spcPct val="0"/>
                </a:spcAft>
              </a:pPr>
              <a:t>62</a:t>
            </a:fld>
            <a:endParaRPr lang="en-US" altLang="ko-KR" sz="1200">
              <a:solidFill>
                <a:srgbClr val="000000"/>
              </a:solidFill>
            </a:endParaRPr>
          </a:p>
        </p:txBody>
      </p:sp>
      <p:sp>
        <p:nvSpPr>
          <p:cNvPr id="68611" name="Rectangle 2"/>
          <p:cNvSpPr>
            <a:spLocks noGrp="1" noRot="1" noChangeAspect="1" noChangeArrowheads="1" noTextEdit="1"/>
          </p:cNvSpPr>
          <p:nvPr>
            <p:ph type="sldImg"/>
          </p:nvPr>
        </p:nvSpPr>
        <p:spPr>
          <a:xfrm>
            <a:off x="2144713" y="685800"/>
            <a:ext cx="2570162" cy="3429000"/>
          </a:xfrm>
          <a:ln/>
        </p:spPr>
      </p:sp>
      <p:sp>
        <p:nvSpPr>
          <p:cNvPr id="6861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60821901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EACE8981-38AB-4D8E-B017-64F4DC75766E}" type="slidenum">
              <a:rPr lang="en-US" altLang="ko-KR" smtClean="0">
                <a:solidFill>
                  <a:srgbClr val="000000"/>
                </a:solidFill>
              </a:rPr>
              <a:pPr eaLnBrk="1" hangingPunct="1"/>
              <a:t>63</a:t>
            </a:fld>
            <a:endParaRPr lang="en-US" altLang="ko-KR" smtClean="0">
              <a:solidFill>
                <a:srgbClr val="000000"/>
              </a:solidFill>
            </a:endParaRPr>
          </a:p>
        </p:txBody>
      </p:sp>
      <p:sp>
        <p:nvSpPr>
          <p:cNvPr id="69635" name="Rectangle 2"/>
          <p:cNvSpPr>
            <a:spLocks noGrp="1" noRot="1" noChangeAspect="1" noChangeArrowheads="1" noTextEdit="1"/>
          </p:cNvSpPr>
          <p:nvPr>
            <p:ph type="sldImg"/>
          </p:nvPr>
        </p:nvSpPr>
        <p:spPr>
          <a:xfrm>
            <a:off x="2144713" y="685800"/>
            <a:ext cx="2570162" cy="3429000"/>
          </a:xfrm>
          <a:ln/>
        </p:spPr>
      </p:sp>
      <p:sp>
        <p:nvSpPr>
          <p:cNvPr id="6963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21126385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5EF6EE7A-3739-4A40-B04D-1780DDCC814A}" type="slidenum">
              <a:rPr lang="en-US" altLang="ko-KR" smtClean="0">
                <a:solidFill>
                  <a:srgbClr val="000000"/>
                </a:solidFill>
              </a:rPr>
              <a:pPr eaLnBrk="1" hangingPunct="1"/>
              <a:t>64</a:t>
            </a:fld>
            <a:endParaRPr lang="en-US" altLang="ko-KR" smtClean="0">
              <a:solidFill>
                <a:srgbClr val="000000"/>
              </a:solidFill>
            </a:endParaRPr>
          </a:p>
        </p:txBody>
      </p:sp>
      <p:sp>
        <p:nvSpPr>
          <p:cNvPr id="70659" name="Rectangle 2"/>
          <p:cNvSpPr>
            <a:spLocks noGrp="1" noRot="1" noChangeAspect="1" noChangeArrowheads="1" noTextEdit="1"/>
          </p:cNvSpPr>
          <p:nvPr>
            <p:ph type="sldImg"/>
          </p:nvPr>
        </p:nvSpPr>
        <p:spPr>
          <a:xfrm>
            <a:off x="2144713" y="685800"/>
            <a:ext cx="2570162" cy="3429000"/>
          </a:xfrm>
          <a:ln/>
        </p:spPr>
      </p:sp>
      <p:sp>
        <p:nvSpPr>
          <p:cNvPr id="7066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27772226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F77D66E5-29C4-4BE3-9710-249E3DEEF8E9}" type="slidenum">
              <a:rPr lang="en-US" altLang="ko-KR" smtClean="0">
                <a:solidFill>
                  <a:srgbClr val="000000"/>
                </a:solidFill>
              </a:rPr>
              <a:pPr eaLnBrk="1" hangingPunct="1"/>
              <a:t>65</a:t>
            </a:fld>
            <a:endParaRPr lang="en-US" altLang="ko-KR" smtClean="0">
              <a:solidFill>
                <a:srgbClr val="000000"/>
              </a:solidFill>
            </a:endParaRPr>
          </a:p>
        </p:txBody>
      </p:sp>
      <p:sp>
        <p:nvSpPr>
          <p:cNvPr id="38915" name="Rectangle 2"/>
          <p:cNvSpPr>
            <a:spLocks noGrp="1" noRot="1" noChangeAspect="1" noChangeArrowheads="1" noTextEdit="1"/>
          </p:cNvSpPr>
          <p:nvPr>
            <p:ph type="sldImg"/>
          </p:nvPr>
        </p:nvSpPr>
        <p:spPr>
          <a:xfrm>
            <a:off x="2144713" y="685800"/>
            <a:ext cx="2570162" cy="3429000"/>
          </a:xfrm>
          <a:ln/>
        </p:spPr>
      </p:sp>
      <p:sp>
        <p:nvSpPr>
          <p:cNvPr id="3891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74744346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AAB37BAC-C8F8-4D53-BAC6-7BCD4815A746}" type="slidenum">
              <a:rPr lang="en-US" altLang="ko-KR" smtClean="0">
                <a:solidFill>
                  <a:srgbClr val="000000"/>
                </a:solidFill>
              </a:rPr>
              <a:pPr eaLnBrk="1" hangingPunct="1"/>
              <a:t>66</a:t>
            </a:fld>
            <a:endParaRPr lang="en-US" altLang="ko-KR" smtClean="0">
              <a:solidFill>
                <a:srgbClr val="000000"/>
              </a:solidFill>
            </a:endParaRPr>
          </a:p>
        </p:txBody>
      </p:sp>
      <p:sp>
        <p:nvSpPr>
          <p:cNvPr id="39939" name="Rectangle 2"/>
          <p:cNvSpPr>
            <a:spLocks noGrp="1" noRot="1" noChangeAspect="1" noChangeArrowheads="1" noTextEdit="1"/>
          </p:cNvSpPr>
          <p:nvPr>
            <p:ph type="sldImg"/>
          </p:nvPr>
        </p:nvSpPr>
        <p:spPr>
          <a:xfrm>
            <a:off x="2144713" y="685800"/>
            <a:ext cx="2570162" cy="3429000"/>
          </a:xfrm>
          <a:ln/>
        </p:spPr>
      </p:sp>
      <p:sp>
        <p:nvSpPr>
          <p:cNvPr id="3994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extLst>
      <p:ext uri="{BB962C8B-B14F-4D97-AF65-F5344CB8AC3E}">
        <p14:creationId xmlns:p14="http://schemas.microsoft.com/office/powerpoint/2010/main" val="73568498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80308E04-01A8-48C3-9EB3-CD62A3E38A11}" type="slidenum">
              <a:rPr lang="en-US" altLang="ko-KR" smtClean="0">
                <a:solidFill>
                  <a:srgbClr val="000000"/>
                </a:solidFill>
              </a:rPr>
              <a:pPr eaLnBrk="1" hangingPunct="1"/>
              <a:t>67</a:t>
            </a:fld>
            <a:endParaRPr lang="en-US" altLang="ko-KR" smtClean="0">
              <a:solidFill>
                <a:srgbClr val="000000"/>
              </a:solidFill>
            </a:endParaRPr>
          </a:p>
        </p:txBody>
      </p:sp>
      <p:sp>
        <p:nvSpPr>
          <p:cNvPr id="40963" name="Rectangle 2"/>
          <p:cNvSpPr>
            <a:spLocks noGrp="1" noRot="1" noChangeAspect="1" noChangeArrowheads="1" noTextEdit="1"/>
          </p:cNvSpPr>
          <p:nvPr>
            <p:ph type="sldImg"/>
          </p:nvPr>
        </p:nvSpPr>
        <p:spPr>
          <a:xfrm>
            <a:off x="2144713" y="685800"/>
            <a:ext cx="2570162" cy="3429000"/>
          </a:xfrm>
          <a:ln/>
        </p:spPr>
      </p:sp>
      <p:sp>
        <p:nvSpPr>
          <p:cNvPr id="4096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1116600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38D380F4-595F-465D-8A37-E68971AE3A2C}" type="slidenum">
              <a:rPr lang="en-US" altLang="ko-KR" smtClean="0">
                <a:solidFill>
                  <a:srgbClr val="000000"/>
                </a:solidFill>
              </a:rPr>
              <a:pPr eaLnBrk="1" hangingPunct="1"/>
              <a:t>68</a:t>
            </a:fld>
            <a:endParaRPr lang="en-US" altLang="ko-KR" smtClean="0">
              <a:solidFill>
                <a:srgbClr val="000000"/>
              </a:solidFill>
            </a:endParaRPr>
          </a:p>
        </p:txBody>
      </p:sp>
      <p:sp>
        <p:nvSpPr>
          <p:cNvPr id="41987" name="Rectangle 2"/>
          <p:cNvSpPr>
            <a:spLocks noGrp="1" noRot="1" noChangeAspect="1" noChangeArrowheads="1" noTextEdit="1"/>
          </p:cNvSpPr>
          <p:nvPr>
            <p:ph type="sldImg"/>
          </p:nvPr>
        </p:nvSpPr>
        <p:spPr>
          <a:xfrm>
            <a:off x="2144713" y="685800"/>
            <a:ext cx="2570162" cy="3429000"/>
          </a:xfrm>
          <a:ln/>
        </p:spPr>
      </p:sp>
      <p:sp>
        <p:nvSpPr>
          <p:cNvPr id="4198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95245883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69FB65E8-1EBB-489D-A66A-F32DCF645406}" type="slidenum">
              <a:rPr lang="en-US" altLang="ko-KR" smtClean="0">
                <a:solidFill>
                  <a:prstClr val="black"/>
                </a:solidFill>
              </a:rPr>
              <a:pPr eaLnBrk="1" hangingPunct="1"/>
              <a:t>69</a:t>
            </a:fld>
            <a:endParaRPr lang="en-US" altLang="ko-KR" smtClean="0">
              <a:solidFill>
                <a:prstClr val="black"/>
              </a:solidFill>
            </a:endParaRPr>
          </a:p>
        </p:txBody>
      </p:sp>
      <p:sp>
        <p:nvSpPr>
          <p:cNvPr id="43011" name="Rectangle 2"/>
          <p:cNvSpPr>
            <a:spLocks noGrp="1" noRot="1" noChangeAspect="1" noChangeArrowheads="1" noTextEdit="1"/>
          </p:cNvSpPr>
          <p:nvPr>
            <p:ph type="sldImg"/>
          </p:nvPr>
        </p:nvSpPr>
        <p:spPr>
          <a:xfrm>
            <a:off x="2144713" y="685800"/>
            <a:ext cx="2570162" cy="3429000"/>
          </a:xfrm>
          <a:ln/>
        </p:spPr>
      </p:sp>
      <p:sp>
        <p:nvSpPr>
          <p:cNvPr id="4301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9466294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393A2D36-5A21-4415-B3C7-F6DE9D4E9340}" type="slidenum">
              <a:rPr lang="en-US" altLang="ko-KR" smtClean="0">
                <a:solidFill>
                  <a:srgbClr val="000000"/>
                </a:solidFill>
              </a:rPr>
              <a:pPr eaLnBrk="1" hangingPunct="1"/>
              <a:t>70</a:t>
            </a:fld>
            <a:endParaRPr lang="en-US" altLang="ko-KR" smtClean="0">
              <a:solidFill>
                <a:srgbClr val="000000"/>
              </a:solidFill>
            </a:endParaRPr>
          </a:p>
        </p:txBody>
      </p:sp>
      <p:sp>
        <p:nvSpPr>
          <p:cNvPr id="44035" name="Rectangle 2"/>
          <p:cNvSpPr>
            <a:spLocks noGrp="1" noRot="1" noChangeAspect="1" noChangeArrowheads="1" noTextEdit="1"/>
          </p:cNvSpPr>
          <p:nvPr>
            <p:ph type="sldImg"/>
          </p:nvPr>
        </p:nvSpPr>
        <p:spPr>
          <a:xfrm>
            <a:off x="2144713" y="685800"/>
            <a:ext cx="2570162" cy="3429000"/>
          </a:xfrm>
          <a:ln/>
        </p:spPr>
      </p:sp>
      <p:sp>
        <p:nvSpPr>
          <p:cNvPr id="4403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899611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0F49FCB-D437-42A1-AD7C-4F9AAF5C5F57}" type="slidenum">
              <a:rPr lang="en-US" altLang="ko-KR" smtClean="0">
                <a:solidFill>
                  <a:srgbClr val="000000"/>
                </a:solidFill>
              </a:rPr>
              <a:pPr eaLnBrk="1" hangingPunct="1"/>
              <a:t>71</a:t>
            </a:fld>
            <a:endParaRPr lang="en-US" altLang="ko-KR" smtClean="0">
              <a:solidFill>
                <a:srgbClr val="000000"/>
              </a:solidFill>
            </a:endParaRPr>
          </a:p>
        </p:txBody>
      </p:sp>
      <p:sp>
        <p:nvSpPr>
          <p:cNvPr id="45059" name="Rectangle 2"/>
          <p:cNvSpPr>
            <a:spLocks noGrp="1" noRot="1" noChangeAspect="1" noChangeArrowheads="1" noTextEdit="1"/>
          </p:cNvSpPr>
          <p:nvPr>
            <p:ph type="sldImg"/>
          </p:nvPr>
        </p:nvSpPr>
        <p:spPr>
          <a:xfrm>
            <a:off x="2144713" y="685800"/>
            <a:ext cx="2570162" cy="3429000"/>
          </a:xfrm>
          <a:ln/>
        </p:spPr>
      </p:sp>
      <p:sp>
        <p:nvSpPr>
          <p:cNvPr id="4506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58215350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CF69002D-E6E7-4FC6-A0DE-AB1212D951BB}" type="slidenum">
              <a:rPr lang="en-US" altLang="ko-KR" smtClean="0">
                <a:solidFill>
                  <a:srgbClr val="000000"/>
                </a:solidFill>
              </a:rPr>
              <a:pPr eaLnBrk="1" hangingPunct="1"/>
              <a:t>72</a:t>
            </a:fld>
            <a:endParaRPr lang="en-US" altLang="ko-KR" smtClean="0">
              <a:solidFill>
                <a:srgbClr val="000000"/>
              </a:solidFill>
            </a:endParaRPr>
          </a:p>
        </p:txBody>
      </p:sp>
      <p:sp>
        <p:nvSpPr>
          <p:cNvPr id="46083" name="Rectangle 2"/>
          <p:cNvSpPr>
            <a:spLocks noGrp="1" noRot="1" noChangeAspect="1" noChangeArrowheads="1" noTextEdit="1"/>
          </p:cNvSpPr>
          <p:nvPr>
            <p:ph type="sldImg"/>
          </p:nvPr>
        </p:nvSpPr>
        <p:spPr>
          <a:xfrm>
            <a:off x="2144713" y="685800"/>
            <a:ext cx="2570162" cy="3429000"/>
          </a:xfrm>
          <a:ln/>
        </p:spPr>
      </p:sp>
      <p:sp>
        <p:nvSpPr>
          <p:cNvPr id="4608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5229200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18E83107-FCD8-4B18-A01E-211A8E22A8D3}" type="slidenum">
              <a:rPr lang="en-US" altLang="ko-KR" smtClean="0">
                <a:solidFill>
                  <a:srgbClr val="000000"/>
                </a:solidFill>
              </a:rPr>
              <a:pPr eaLnBrk="1" hangingPunct="1"/>
              <a:t>73</a:t>
            </a:fld>
            <a:endParaRPr lang="en-US" altLang="ko-KR" smtClean="0">
              <a:solidFill>
                <a:srgbClr val="000000"/>
              </a:solidFill>
            </a:endParaRPr>
          </a:p>
        </p:txBody>
      </p:sp>
      <p:sp>
        <p:nvSpPr>
          <p:cNvPr id="47107" name="Rectangle 2"/>
          <p:cNvSpPr>
            <a:spLocks noGrp="1" noRot="1" noChangeAspect="1" noChangeArrowheads="1" noTextEdit="1"/>
          </p:cNvSpPr>
          <p:nvPr>
            <p:ph type="sldImg"/>
          </p:nvPr>
        </p:nvSpPr>
        <p:spPr>
          <a:xfrm>
            <a:off x="2144713" y="685800"/>
            <a:ext cx="2570162" cy="3429000"/>
          </a:xfrm>
          <a:ln/>
        </p:spPr>
      </p:sp>
      <p:sp>
        <p:nvSpPr>
          <p:cNvPr id="4710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33260361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C9DD16F8-EE3D-46B9-8166-7452362EA1B7}" type="slidenum">
              <a:rPr lang="en-US" altLang="ko-KR" smtClean="0">
                <a:solidFill>
                  <a:srgbClr val="000000"/>
                </a:solidFill>
              </a:rPr>
              <a:pPr eaLnBrk="1" hangingPunct="1"/>
              <a:t>74</a:t>
            </a:fld>
            <a:endParaRPr lang="en-US" altLang="ko-KR" smtClean="0">
              <a:solidFill>
                <a:srgbClr val="000000"/>
              </a:solidFill>
            </a:endParaRPr>
          </a:p>
        </p:txBody>
      </p:sp>
      <p:sp>
        <p:nvSpPr>
          <p:cNvPr id="48131" name="Rectangle 2"/>
          <p:cNvSpPr>
            <a:spLocks noGrp="1" noRot="1" noChangeAspect="1" noChangeArrowheads="1" noTextEdit="1"/>
          </p:cNvSpPr>
          <p:nvPr>
            <p:ph type="sldImg"/>
          </p:nvPr>
        </p:nvSpPr>
        <p:spPr>
          <a:xfrm>
            <a:off x="2144713" y="685800"/>
            <a:ext cx="2570162" cy="3429000"/>
          </a:xfrm>
          <a:ln/>
        </p:spPr>
      </p:sp>
      <p:sp>
        <p:nvSpPr>
          <p:cNvPr id="4813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8931768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7B72618-B53F-433E-B83D-6EF626062221}" type="slidenum">
              <a:rPr lang="en-US" altLang="ko-KR" smtClean="0">
                <a:solidFill>
                  <a:srgbClr val="000000"/>
                </a:solidFill>
              </a:rPr>
              <a:pPr eaLnBrk="1" hangingPunct="1"/>
              <a:t>75</a:t>
            </a:fld>
            <a:endParaRPr lang="en-US" altLang="ko-KR" smtClean="0">
              <a:solidFill>
                <a:srgbClr val="000000"/>
              </a:solidFill>
            </a:endParaRPr>
          </a:p>
        </p:txBody>
      </p:sp>
      <p:sp>
        <p:nvSpPr>
          <p:cNvPr id="49155" name="Rectangle 2"/>
          <p:cNvSpPr>
            <a:spLocks noGrp="1" noRot="1" noChangeAspect="1" noChangeArrowheads="1" noTextEdit="1"/>
          </p:cNvSpPr>
          <p:nvPr>
            <p:ph type="sldImg"/>
          </p:nvPr>
        </p:nvSpPr>
        <p:spPr>
          <a:xfrm>
            <a:off x="2144713" y="685800"/>
            <a:ext cx="2570162" cy="3429000"/>
          </a:xfrm>
          <a:ln/>
        </p:spPr>
      </p:sp>
      <p:sp>
        <p:nvSpPr>
          <p:cNvPr id="4915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12512400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B04E17B2-41B0-451C-80B2-0F65B71D92B6}" type="slidenum">
              <a:rPr lang="en-US" altLang="ko-KR" smtClean="0">
                <a:solidFill>
                  <a:srgbClr val="000000"/>
                </a:solidFill>
              </a:rPr>
              <a:pPr eaLnBrk="1" hangingPunct="1"/>
              <a:t>76</a:t>
            </a:fld>
            <a:endParaRPr lang="en-US" altLang="ko-KR" smtClean="0">
              <a:solidFill>
                <a:srgbClr val="000000"/>
              </a:solidFill>
            </a:endParaRPr>
          </a:p>
        </p:txBody>
      </p:sp>
      <p:sp>
        <p:nvSpPr>
          <p:cNvPr id="50179" name="Rectangle 2"/>
          <p:cNvSpPr>
            <a:spLocks noGrp="1" noRot="1" noChangeAspect="1" noChangeArrowheads="1" noTextEdit="1"/>
          </p:cNvSpPr>
          <p:nvPr>
            <p:ph type="sldImg"/>
          </p:nvPr>
        </p:nvSpPr>
        <p:spPr>
          <a:xfrm>
            <a:off x="2144713" y="685800"/>
            <a:ext cx="2570162" cy="3429000"/>
          </a:xfrm>
          <a:ln/>
        </p:spPr>
      </p:sp>
      <p:sp>
        <p:nvSpPr>
          <p:cNvPr id="5018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8931860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5D57F23A-D1B9-48BC-B5A1-5CBC626EBE4E}" type="slidenum">
              <a:rPr lang="en-US" altLang="ko-KR" smtClean="0">
                <a:solidFill>
                  <a:srgbClr val="000000"/>
                </a:solidFill>
              </a:rPr>
              <a:pPr eaLnBrk="1" hangingPunct="1"/>
              <a:t>77</a:t>
            </a:fld>
            <a:endParaRPr lang="en-US" altLang="ko-KR" smtClean="0">
              <a:solidFill>
                <a:srgbClr val="000000"/>
              </a:solidFill>
            </a:endParaRPr>
          </a:p>
        </p:txBody>
      </p:sp>
      <p:sp>
        <p:nvSpPr>
          <p:cNvPr id="51203" name="Rectangle 2"/>
          <p:cNvSpPr>
            <a:spLocks noGrp="1" noRot="1" noChangeAspect="1" noChangeArrowheads="1" noTextEdit="1"/>
          </p:cNvSpPr>
          <p:nvPr>
            <p:ph type="sldImg"/>
          </p:nvPr>
        </p:nvSpPr>
        <p:spPr>
          <a:xfrm>
            <a:off x="2144713" y="685800"/>
            <a:ext cx="2570162" cy="3429000"/>
          </a:xfrm>
          <a:ln/>
        </p:spPr>
      </p:sp>
      <p:sp>
        <p:nvSpPr>
          <p:cNvPr id="5120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09535758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E4513198-E0BD-4092-8B32-F8408D5EF709}" type="slidenum">
              <a:rPr lang="en-US" altLang="ko-KR" smtClean="0">
                <a:solidFill>
                  <a:srgbClr val="000000"/>
                </a:solidFill>
              </a:rPr>
              <a:pPr eaLnBrk="1" hangingPunct="1"/>
              <a:t>78</a:t>
            </a:fld>
            <a:endParaRPr lang="en-US" altLang="ko-KR" smtClean="0">
              <a:solidFill>
                <a:srgbClr val="000000"/>
              </a:solidFill>
            </a:endParaRPr>
          </a:p>
        </p:txBody>
      </p:sp>
      <p:sp>
        <p:nvSpPr>
          <p:cNvPr id="52227" name="Rectangle 2"/>
          <p:cNvSpPr>
            <a:spLocks noGrp="1" noRot="1" noChangeAspect="1" noChangeArrowheads="1" noTextEdit="1"/>
          </p:cNvSpPr>
          <p:nvPr>
            <p:ph type="sldImg"/>
          </p:nvPr>
        </p:nvSpPr>
        <p:spPr>
          <a:xfrm>
            <a:off x="2144713" y="685800"/>
            <a:ext cx="2570162" cy="3429000"/>
          </a:xfrm>
          <a:ln/>
        </p:spPr>
      </p:sp>
      <p:sp>
        <p:nvSpPr>
          <p:cNvPr id="5222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60012788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D4208FD9-573C-4CBD-8FD0-39D46897D272}" type="slidenum">
              <a:rPr lang="en-US" altLang="ko-KR" smtClean="0">
                <a:solidFill>
                  <a:prstClr val="black"/>
                </a:solidFill>
              </a:rPr>
              <a:pPr eaLnBrk="1" hangingPunct="1"/>
              <a:t>79</a:t>
            </a:fld>
            <a:endParaRPr lang="en-US" altLang="ko-KR" smtClean="0">
              <a:solidFill>
                <a:prstClr val="black"/>
              </a:solidFill>
            </a:endParaRPr>
          </a:p>
        </p:txBody>
      </p:sp>
      <p:sp>
        <p:nvSpPr>
          <p:cNvPr id="53251" name="Rectangle 2"/>
          <p:cNvSpPr>
            <a:spLocks noGrp="1" noRot="1" noChangeAspect="1" noChangeArrowheads="1" noTextEdit="1"/>
          </p:cNvSpPr>
          <p:nvPr>
            <p:ph type="sldImg"/>
          </p:nvPr>
        </p:nvSpPr>
        <p:spPr>
          <a:xfrm>
            <a:off x="2144713" y="685800"/>
            <a:ext cx="2570162" cy="3429000"/>
          </a:xfrm>
          <a:ln/>
        </p:spPr>
      </p:sp>
      <p:sp>
        <p:nvSpPr>
          <p:cNvPr id="5325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29666321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207B37F-0589-4A31-8FBA-3248368B2216}" type="slidenum">
              <a:rPr lang="en-US" altLang="ko-KR" smtClean="0">
                <a:solidFill>
                  <a:srgbClr val="000000"/>
                </a:solidFill>
              </a:rPr>
              <a:pPr eaLnBrk="1" hangingPunct="1"/>
              <a:t>80</a:t>
            </a:fld>
            <a:endParaRPr lang="en-US" altLang="ko-KR" smtClean="0">
              <a:solidFill>
                <a:srgbClr val="000000"/>
              </a:solidFill>
            </a:endParaRPr>
          </a:p>
        </p:txBody>
      </p:sp>
      <p:sp>
        <p:nvSpPr>
          <p:cNvPr id="54275" name="Rectangle 2"/>
          <p:cNvSpPr>
            <a:spLocks noGrp="1" noRot="1" noChangeAspect="1" noChangeArrowheads="1" noTextEdit="1"/>
          </p:cNvSpPr>
          <p:nvPr>
            <p:ph type="sldImg"/>
          </p:nvPr>
        </p:nvSpPr>
        <p:spPr>
          <a:xfrm>
            <a:off x="2144713" y="685800"/>
            <a:ext cx="2570162" cy="3429000"/>
          </a:xfrm>
          <a:ln/>
        </p:spPr>
      </p:sp>
      <p:sp>
        <p:nvSpPr>
          <p:cNvPr id="5427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02241024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960A5331-93E1-437C-81EE-278ADE67FFBF}" type="slidenum">
              <a:rPr lang="en-US" altLang="ko-KR" smtClean="0">
                <a:solidFill>
                  <a:srgbClr val="000000"/>
                </a:solidFill>
              </a:rPr>
              <a:pPr eaLnBrk="1" hangingPunct="1"/>
              <a:t>81</a:t>
            </a:fld>
            <a:endParaRPr lang="en-US" altLang="ko-KR" smtClean="0">
              <a:solidFill>
                <a:srgbClr val="000000"/>
              </a:solidFill>
            </a:endParaRPr>
          </a:p>
        </p:txBody>
      </p:sp>
      <p:sp>
        <p:nvSpPr>
          <p:cNvPr id="55299" name="Rectangle 2"/>
          <p:cNvSpPr>
            <a:spLocks noGrp="1" noRot="1" noChangeAspect="1" noChangeArrowheads="1" noTextEdit="1"/>
          </p:cNvSpPr>
          <p:nvPr>
            <p:ph type="sldImg"/>
          </p:nvPr>
        </p:nvSpPr>
        <p:spPr>
          <a:xfrm>
            <a:off x="2144713" y="685800"/>
            <a:ext cx="2570162" cy="3429000"/>
          </a:xfrm>
          <a:ln/>
        </p:spPr>
      </p:sp>
      <p:sp>
        <p:nvSpPr>
          <p:cNvPr id="5530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59651567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596DB588-AD73-4F06-B603-2A9F0AE7D759}" type="slidenum">
              <a:rPr lang="en-US" altLang="ko-KR" smtClean="0">
                <a:solidFill>
                  <a:srgbClr val="000000"/>
                </a:solidFill>
              </a:rPr>
              <a:pPr eaLnBrk="1" hangingPunct="1"/>
              <a:t>82</a:t>
            </a:fld>
            <a:endParaRPr lang="en-US" altLang="ko-KR" smtClean="0">
              <a:solidFill>
                <a:srgbClr val="000000"/>
              </a:solidFill>
            </a:endParaRPr>
          </a:p>
        </p:txBody>
      </p:sp>
      <p:sp>
        <p:nvSpPr>
          <p:cNvPr id="56323" name="Rectangle 2"/>
          <p:cNvSpPr>
            <a:spLocks noGrp="1" noRot="1" noChangeAspect="1" noChangeArrowheads="1" noTextEdit="1"/>
          </p:cNvSpPr>
          <p:nvPr>
            <p:ph type="sldImg"/>
          </p:nvPr>
        </p:nvSpPr>
        <p:spPr>
          <a:xfrm>
            <a:off x="2144713" y="685800"/>
            <a:ext cx="2570162" cy="3429000"/>
          </a:xfrm>
          <a:ln/>
        </p:spPr>
      </p:sp>
      <p:sp>
        <p:nvSpPr>
          <p:cNvPr id="5632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46685191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490D919-B502-4E8C-9E00-6461725C488B}" type="slidenum">
              <a:rPr lang="en-US" altLang="ko-KR" smtClean="0">
                <a:solidFill>
                  <a:srgbClr val="000000"/>
                </a:solidFill>
              </a:rPr>
              <a:pPr eaLnBrk="1" hangingPunct="1"/>
              <a:t>83</a:t>
            </a:fld>
            <a:endParaRPr lang="en-US" altLang="ko-KR" smtClean="0">
              <a:solidFill>
                <a:srgbClr val="000000"/>
              </a:solidFill>
            </a:endParaRPr>
          </a:p>
        </p:txBody>
      </p:sp>
      <p:sp>
        <p:nvSpPr>
          <p:cNvPr id="57347" name="Rectangle 2"/>
          <p:cNvSpPr>
            <a:spLocks noGrp="1" noRot="1" noChangeAspect="1" noChangeArrowheads="1" noTextEdit="1"/>
          </p:cNvSpPr>
          <p:nvPr>
            <p:ph type="sldImg"/>
          </p:nvPr>
        </p:nvSpPr>
        <p:spPr>
          <a:xfrm>
            <a:off x="2144713" y="685800"/>
            <a:ext cx="2570162" cy="3429000"/>
          </a:xfrm>
          <a:ln/>
        </p:spPr>
      </p:sp>
      <p:sp>
        <p:nvSpPr>
          <p:cNvPr id="5734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846781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CA8D1E8B-4217-42BB-8171-3951EE94A1D0}" type="slidenum">
              <a:rPr lang="en-US" altLang="ko-KR" smtClean="0">
                <a:solidFill>
                  <a:srgbClr val="000000"/>
                </a:solidFill>
              </a:rPr>
              <a:pPr eaLnBrk="1" hangingPunct="1"/>
              <a:t>84</a:t>
            </a:fld>
            <a:endParaRPr lang="en-US" altLang="ko-KR" smtClean="0">
              <a:solidFill>
                <a:srgbClr val="000000"/>
              </a:solidFill>
            </a:endParaRPr>
          </a:p>
        </p:txBody>
      </p:sp>
      <p:sp>
        <p:nvSpPr>
          <p:cNvPr id="58371" name="Rectangle 2"/>
          <p:cNvSpPr>
            <a:spLocks noGrp="1" noRot="1" noChangeAspect="1" noChangeArrowheads="1" noTextEdit="1"/>
          </p:cNvSpPr>
          <p:nvPr>
            <p:ph type="sldImg"/>
          </p:nvPr>
        </p:nvSpPr>
        <p:spPr>
          <a:xfrm>
            <a:off x="2144713" y="685800"/>
            <a:ext cx="2570162" cy="3429000"/>
          </a:xfrm>
          <a:ln/>
        </p:spPr>
      </p:sp>
      <p:sp>
        <p:nvSpPr>
          <p:cNvPr id="583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9387757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AB33AC5-2273-44C2-91A7-2826BE5761FD}" type="slidenum">
              <a:rPr lang="en-US" altLang="ko-KR" smtClean="0">
                <a:solidFill>
                  <a:srgbClr val="000000"/>
                </a:solidFill>
              </a:rPr>
              <a:pPr eaLnBrk="1" hangingPunct="1"/>
              <a:t>85</a:t>
            </a:fld>
            <a:endParaRPr lang="en-US" altLang="ko-KR" smtClean="0">
              <a:solidFill>
                <a:srgbClr val="000000"/>
              </a:solidFill>
            </a:endParaRPr>
          </a:p>
        </p:txBody>
      </p:sp>
      <p:sp>
        <p:nvSpPr>
          <p:cNvPr id="59395" name="Rectangle 2"/>
          <p:cNvSpPr>
            <a:spLocks noGrp="1" noRot="1" noChangeAspect="1" noChangeArrowheads="1" noTextEdit="1"/>
          </p:cNvSpPr>
          <p:nvPr>
            <p:ph type="sldImg"/>
          </p:nvPr>
        </p:nvSpPr>
        <p:spPr>
          <a:xfrm>
            <a:off x="2144713" y="685800"/>
            <a:ext cx="2570162" cy="3429000"/>
          </a:xfrm>
          <a:ln/>
        </p:spPr>
      </p:sp>
      <p:sp>
        <p:nvSpPr>
          <p:cNvPr id="5939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99616786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1B71FA45-44F3-4349-A6E2-AEF7C71AF24F}" type="slidenum">
              <a:rPr lang="en-US" altLang="ko-KR" smtClean="0">
                <a:solidFill>
                  <a:srgbClr val="000000"/>
                </a:solidFill>
              </a:rPr>
              <a:pPr eaLnBrk="1" hangingPunct="1"/>
              <a:t>86</a:t>
            </a:fld>
            <a:endParaRPr lang="en-US" altLang="ko-KR" smtClean="0">
              <a:solidFill>
                <a:srgbClr val="000000"/>
              </a:solidFill>
            </a:endParaRPr>
          </a:p>
        </p:txBody>
      </p:sp>
      <p:sp>
        <p:nvSpPr>
          <p:cNvPr id="60419" name="Rectangle 2"/>
          <p:cNvSpPr>
            <a:spLocks noGrp="1" noRot="1" noChangeAspect="1" noChangeArrowheads="1" noTextEdit="1"/>
          </p:cNvSpPr>
          <p:nvPr>
            <p:ph type="sldImg"/>
          </p:nvPr>
        </p:nvSpPr>
        <p:spPr>
          <a:xfrm>
            <a:off x="2144713" y="685800"/>
            <a:ext cx="2570162" cy="3429000"/>
          </a:xfrm>
          <a:ln/>
        </p:spPr>
      </p:sp>
      <p:sp>
        <p:nvSpPr>
          <p:cNvPr id="6042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16701152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B3475824-273F-4738-A41B-ABC40874FE18}" type="slidenum">
              <a:rPr lang="en-US" altLang="ko-KR" smtClean="0">
                <a:solidFill>
                  <a:srgbClr val="000000"/>
                </a:solidFill>
              </a:rPr>
              <a:pPr eaLnBrk="1" hangingPunct="1"/>
              <a:t>87</a:t>
            </a:fld>
            <a:endParaRPr lang="en-US" altLang="ko-KR" smtClean="0">
              <a:solidFill>
                <a:srgbClr val="000000"/>
              </a:solidFill>
            </a:endParaRPr>
          </a:p>
        </p:txBody>
      </p:sp>
      <p:sp>
        <p:nvSpPr>
          <p:cNvPr id="61443" name="Rectangle 2"/>
          <p:cNvSpPr>
            <a:spLocks noGrp="1" noRot="1" noChangeAspect="1" noChangeArrowheads="1" noTextEdit="1"/>
          </p:cNvSpPr>
          <p:nvPr>
            <p:ph type="sldImg"/>
          </p:nvPr>
        </p:nvSpPr>
        <p:spPr>
          <a:xfrm>
            <a:off x="2144713" y="685800"/>
            <a:ext cx="2570162" cy="3429000"/>
          </a:xfrm>
          <a:ln/>
        </p:spPr>
      </p:sp>
      <p:sp>
        <p:nvSpPr>
          <p:cNvPr id="6144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94390805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FAAA5563-41B1-4003-8B11-07640B880BC1}" type="slidenum">
              <a:rPr lang="en-US" altLang="ko-KR" smtClean="0">
                <a:solidFill>
                  <a:srgbClr val="000000"/>
                </a:solidFill>
              </a:rPr>
              <a:pPr eaLnBrk="1" hangingPunct="1"/>
              <a:t>88</a:t>
            </a:fld>
            <a:endParaRPr lang="en-US" altLang="ko-KR" smtClean="0">
              <a:solidFill>
                <a:srgbClr val="000000"/>
              </a:solidFill>
            </a:endParaRPr>
          </a:p>
        </p:txBody>
      </p:sp>
      <p:sp>
        <p:nvSpPr>
          <p:cNvPr id="62467" name="Rectangle 2"/>
          <p:cNvSpPr>
            <a:spLocks noGrp="1" noRot="1" noChangeAspect="1" noChangeArrowheads="1" noTextEdit="1"/>
          </p:cNvSpPr>
          <p:nvPr>
            <p:ph type="sldImg"/>
          </p:nvPr>
        </p:nvSpPr>
        <p:spPr>
          <a:xfrm>
            <a:off x="2144713" y="685800"/>
            <a:ext cx="2570162" cy="3429000"/>
          </a:xfrm>
          <a:ln/>
        </p:spPr>
      </p:sp>
      <p:sp>
        <p:nvSpPr>
          <p:cNvPr id="6246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94441605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32345427-C23B-4578-AC51-98A81DEEAA84}" type="slidenum">
              <a:rPr lang="en-US" altLang="ko-KR" sz="1200">
                <a:solidFill>
                  <a:srgbClr val="000000"/>
                </a:solidFill>
              </a:rPr>
              <a:pPr algn="r" eaLnBrk="1" fontAlgn="base" latinLnBrk="1" hangingPunct="1">
                <a:spcBef>
                  <a:spcPct val="0"/>
                </a:spcBef>
                <a:spcAft>
                  <a:spcPct val="0"/>
                </a:spcAft>
              </a:pPr>
              <a:t>89</a:t>
            </a:fld>
            <a:endParaRPr lang="en-US" altLang="ko-KR" sz="1200">
              <a:solidFill>
                <a:srgbClr val="000000"/>
              </a:solidFill>
            </a:endParaRPr>
          </a:p>
        </p:txBody>
      </p:sp>
      <p:sp>
        <p:nvSpPr>
          <p:cNvPr id="63491" name="Rectangle 2"/>
          <p:cNvSpPr>
            <a:spLocks noGrp="1" noRot="1" noChangeAspect="1" noChangeArrowheads="1" noTextEdit="1"/>
          </p:cNvSpPr>
          <p:nvPr>
            <p:ph type="sldImg"/>
          </p:nvPr>
        </p:nvSpPr>
        <p:spPr>
          <a:xfrm>
            <a:off x="2144713" y="685800"/>
            <a:ext cx="2570162" cy="3429000"/>
          </a:xfrm>
          <a:ln/>
        </p:spPr>
      </p:sp>
      <p:sp>
        <p:nvSpPr>
          <p:cNvPr id="6349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60059895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2A1917D-677D-4266-8281-B356FE3A4DC5}" type="slidenum">
              <a:rPr lang="en-US" altLang="ko-KR" smtClean="0">
                <a:solidFill>
                  <a:srgbClr val="000000"/>
                </a:solidFill>
              </a:rPr>
              <a:pPr eaLnBrk="1" hangingPunct="1"/>
              <a:t>90</a:t>
            </a:fld>
            <a:endParaRPr lang="en-US" altLang="ko-KR" smtClean="0">
              <a:solidFill>
                <a:srgbClr val="000000"/>
              </a:solidFill>
            </a:endParaRPr>
          </a:p>
        </p:txBody>
      </p:sp>
      <p:sp>
        <p:nvSpPr>
          <p:cNvPr id="64515" name="Rectangle 2"/>
          <p:cNvSpPr>
            <a:spLocks noGrp="1" noRot="1" noChangeAspect="1" noChangeArrowheads="1" noTextEdit="1"/>
          </p:cNvSpPr>
          <p:nvPr>
            <p:ph type="sldImg"/>
          </p:nvPr>
        </p:nvSpPr>
        <p:spPr>
          <a:xfrm>
            <a:off x="2144713" y="685800"/>
            <a:ext cx="2570162" cy="3429000"/>
          </a:xfrm>
          <a:ln/>
        </p:spPr>
      </p:sp>
      <p:sp>
        <p:nvSpPr>
          <p:cNvPr id="6451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5092219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3C9AA914-4F78-4486-BD06-BF135B712A66}" type="slidenum">
              <a:rPr lang="en-US" altLang="ko-KR" smtClean="0">
                <a:solidFill>
                  <a:srgbClr val="000000"/>
                </a:solidFill>
              </a:rPr>
              <a:pPr eaLnBrk="1" hangingPunct="1"/>
              <a:t>91</a:t>
            </a:fld>
            <a:endParaRPr lang="en-US" altLang="ko-KR" smtClean="0">
              <a:solidFill>
                <a:srgbClr val="000000"/>
              </a:solidFill>
            </a:endParaRPr>
          </a:p>
        </p:txBody>
      </p:sp>
      <p:sp>
        <p:nvSpPr>
          <p:cNvPr id="65539" name="Rectangle 2"/>
          <p:cNvSpPr>
            <a:spLocks noGrp="1" noRot="1" noChangeAspect="1" noChangeArrowheads="1" noTextEdit="1"/>
          </p:cNvSpPr>
          <p:nvPr>
            <p:ph type="sldImg"/>
          </p:nvPr>
        </p:nvSpPr>
        <p:spPr>
          <a:xfrm>
            <a:off x="2144713" y="685800"/>
            <a:ext cx="2570162" cy="3429000"/>
          </a:xfrm>
          <a:ln/>
        </p:spPr>
      </p:sp>
      <p:sp>
        <p:nvSpPr>
          <p:cNvPr id="6554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59248831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811FDD1-5F95-4A96-8878-266999AE9668}" type="slidenum">
              <a:rPr lang="en-US" altLang="ko-KR" smtClean="0">
                <a:solidFill>
                  <a:srgbClr val="000000"/>
                </a:solidFill>
              </a:rPr>
              <a:pPr eaLnBrk="1" hangingPunct="1"/>
              <a:t>92</a:t>
            </a:fld>
            <a:endParaRPr lang="en-US" altLang="ko-KR" smtClean="0">
              <a:solidFill>
                <a:srgbClr val="000000"/>
              </a:solidFill>
            </a:endParaRPr>
          </a:p>
        </p:txBody>
      </p:sp>
      <p:sp>
        <p:nvSpPr>
          <p:cNvPr id="66563" name="Rectangle 2"/>
          <p:cNvSpPr>
            <a:spLocks noGrp="1" noRot="1" noChangeAspect="1" noChangeArrowheads="1" noTextEdit="1"/>
          </p:cNvSpPr>
          <p:nvPr>
            <p:ph type="sldImg"/>
          </p:nvPr>
        </p:nvSpPr>
        <p:spPr>
          <a:xfrm>
            <a:off x="2144713" y="685800"/>
            <a:ext cx="2570162" cy="3429000"/>
          </a:xfrm>
          <a:ln/>
        </p:spPr>
      </p:sp>
      <p:sp>
        <p:nvSpPr>
          <p:cNvPr id="6656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97159435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DC7F6E66-DADE-4E9E-885E-7DD9C1D61344}" type="slidenum">
              <a:rPr lang="en-US" altLang="ko-KR" smtClean="0">
                <a:solidFill>
                  <a:srgbClr val="000000"/>
                </a:solidFill>
              </a:rPr>
              <a:pPr eaLnBrk="1" hangingPunct="1"/>
              <a:t>93</a:t>
            </a:fld>
            <a:endParaRPr lang="en-US" altLang="ko-KR" smtClean="0">
              <a:solidFill>
                <a:srgbClr val="000000"/>
              </a:solidFill>
            </a:endParaRPr>
          </a:p>
        </p:txBody>
      </p:sp>
      <p:sp>
        <p:nvSpPr>
          <p:cNvPr id="67587" name="Rectangle 2"/>
          <p:cNvSpPr>
            <a:spLocks noGrp="1" noRot="1" noChangeAspect="1" noChangeArrowheads="1" noTextEdit="1"/>
          </p:cNvSpPr>
          <p:nvPr>
            <p:ph type="sldImg"/>
          </p:nvPr>
        </p:nvSpPr>
        <p:spPr>
          <a:xfrm>
            <a:off x="2144713" y="685800"/>
            <a:ext cx="2570162" cy="3429000"/>
          </a:xfrm>
          <a:ln/>
        </p:spPr>
      </p:sp>
      <p:sp>
        <p:nvSpPr>
          <p:cNvPr id="6758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81153707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6A0E1942-97F1-4A04-876C-9BF8770CC62F}" type="slidenum">
              <a:rPr lang="en-US" altLang="ko-KR" smtClean="0">
                <a:solidFill>
                  <a:srgbClr val="000000"/>
                </a:solidFill>
              </a:rPr>
              <a:pPr eaLnBrk="1" hangingPunct="1"/>
              <a:t>94</a:t>
            </a:fld>
            <a:endParaRPr lang="en-US" altLang="ko-KR" smtClean="0">
              <a:solidFill>
                <a:srgbClr val="000000"/>
              </a:solidFill>
            </a:endParaRPr>
          </a:p>
        </p:txBody>
      </p:sp>
      <p:sp>
        <p:nvSpPr>
          <p:cNvPr id="33795" name="Rectangle 2"/>
          <p:cNvSpPr>
            <a:spLocks noGrp="1" noRot="1" noChangeAspect="1" noChangeArrowheads="1" noTextEdit="1"/>
          </p:cNvSpPr>
          <p:nvPr>
            <p:ph type="sldImg"/>
          </p:nvPr>
        </p:nvSpPr>
        <p:spPr>
          <a:xfrm>
            <a:off x="2144713" y="685800"/>
            <a:ext cx="2570162" cy="3429000"/>
          </a:xfrm>
          <a:ln/>
        </p:spPr>
      </p:sp>
      <p:sp>
        <p:nvSpPr>
          <p:cNvPr id="3379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54100303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F82F892E-AD62-4749-BE55-F0992AC6A988}" type="slidenum">
              <a:rPr lang="en-US" altLang="ko-KR" smtClean="0">
                <a:solidFill>
                  <a:srgbClr val="000000"/>
                </a:solidFill>
              </a:rPr>
              <a:pPr eaLnBrk="1" hangingPunct="1"/>
              <a:t>95</a:t>
            </a:fld>
            <a:endParaRPr lang="en-US" altLang="ko-KR" smtClean="0">
              <a:solidFill>
                <a:srgbClr val="000000"/>
              </a:solidFill>
            </a:endParaRPr>
          </a:p>
        </p:txBody>
      </p:sp>
      <p:sp>
        <p:nvSpPr>
          <p:cNvPr id="34819" name="Rectangle 2"/>
          <p:cNvSpPr>
            <a:spLocks noGrp="1" noRot="1" noChangeAspect="1" noChangeArrowheads="1" noTextEdit="1"/>
          </p:cNvSpPr>
          <p:nvPr>
            <p:ph type="sldImg"/>
          </p:nvPr>
        </p:nvSpPr>
        <p:spPr>
          <a:xfrm>
            <a:off x="2144713" y="685800"/>
            <a:ext cx="2570162" cy="3429000"/>
          </a:xfrm>
          <a:ln/>
        </p:spPr>
      </p:sp>
      <p:sp>
        <p:nvSpPr>
          <p:cNvPr id="3482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79113995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F68436B7-B9D4-475A-84AC-536DFBE47F58}" type="slidenum">
              <a:rPr lang="en-US" altLang="ko-KR" smtClean="0">
                <a:solidFill>
                  <a:srgbClr val="000000"/>
                </a:solidFill>
              </a:rPr>
              <a:pPr eaLnBrk="1" hangingPunct="1"/>
              <a:t>96</a:t>
            </a:fld>
            <a:endParaRPr lang="en-US" altLang="ko-KR" smtClean="0">
              <a:solidFill>
                <a:srgbClr val="000000"/>
              </a:solidFill>
            </a:endParaRPr>
          </a:p>
        </p:txBody>
      </p:sp>
      <p:sp>
        <p:nvSpPr>
          <p:cNvPr id="35843" name="Rectangle 2"/>
          <p:cNvSpPr>
            <a:spLocks noGrp="1" noRot="1" noChangeAspect="1" noChangeArrowheads="1" noTextEdit="1"/>
          </p:cNvSpPr>
          <p:nvPr>
            <p:ph type="sldImg"/>
          </p:nvPr>
        </p:nvSpPr>
        <p:spPr>
          <a:xfrm>
            <a:off x="2144713" y="685800"/>
            <a:ext cx="2570162" cy="3429000"/>
          </a:xfrm>
          <a:ln/>
        </p:spPr>
      </p:sp>
      <p:sp>
        <p:nvSpPr>
          <p:cNvPr id="3584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2018586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73E850D8-6FE8-4D72-BA27-BF3C0A66ADB6}" type="slidenum">
              <a:rPr lang="en-US" altLang="ko-KR" smtClean="0">
                <a:solidFill>
                  <a:srgbClr val="000000"/>
                </a:solidFill>
              </a:rPr>
              <a:pPr eaLnBrk="1" hangingPunct="1"/>
              <a:t>97</a:t>
            </a:fld>
            <a:endParaRPr lang="en-US" altLang="ko-KR" smtClean="0">
              <a:solidFill>
                <a:srgbClr val="000000"/>
              </a:solidFill>
            </a:endParaRPr>
          </a:p>
        </p:txBody>
      </p:sp>
      <p:sp>
        <p:nvSpPr>
          <p:cNvPr id="36867" name="Rectangle 2"/>
          <p:cNvSpPr>
            <a:spLocks noGrp="1" noRot="1" noChangeAspect="1" noChangeArrowheads="1" noTextEdit="1"/>
          </p:cNvSpPr>
          <p:nvPr>
            <p:ph type="sldImg"/>
          </p:nvPr>
        </p:nvSpPr>
        <p:spPr>
          <a:xfrm>
            <a:off x="2144713" y="685800"/>
            <a:ext cx="2570162" cy="3429000"/>
          </a:xfrm>
          <a:ln/>
        </p:spPr>
      </p:sp>
      <p:sp>
        <p:nvSpPr>
          <p:cNvPr id="3686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42847619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BFCB147E-8A52-49D0-84C9-F08E4C06FB2C}" type="slidenum">
              <a:rPr lang="en-US" altLang="ko-KR" smtClean="0">
                <a:solidFill>
                  <a:srgbClr val="000000"/>
                </a:solidFill>
              </a:rPr>
              <a:pPr eaLnBrk="1" hangingPunct="1"/>
              <a:t>98</a:t>
            </a:fld>
            <a:endParaRPr lang="en-US" altLang="ko-KR" smtClean="0">
              <a:solidFill>
                <a:srgbClr val="000000"/>
              </a:solidFill>
            </a:endParaRPr>
          </a:p>
        </p:txBody>
      </p:sp>
      <p:sp>
        <p:nvSpPr>
          <p:cNvPr id="37891" name="Rectangle 2"/>
          <p:cNvSpPr>
            <a:spLocks noGrp="1" noRot="1" noChangeAspect="1" noChangeArrowheads="1" noTextEdit="1"/>
          </p:cNvSpPr>
          <p:nvPr>
            <p:ph type="sldImg"/>
          </p:nvPr>
        </p:nvSpPr>
        <p:spPr>
          <a:xfrm>
            <a:off x="2144713" y="685800"/>
            <a:ext cx="2570162" cy="3429000"/>
          </a:xfrm>
          <a:ln/>
        </p:spPr>
      </p:sp>
      <p:sp>
        <p:nvSpPr>
          <p:cNvPr id="3789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50823303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E1512BAF-83A3-4192-B750-E9A6E483E74D}" type="slidenum">
              <a:rPr lang="en-US" altLang="ko-KR" smtClean="0">
                <a:solidFill>
                  <a:srgbClr val="000000"/>
                </a:solidFill>
              </a:rPr>
              <a:pPr eaLnBrk="1" hangingPunct="1"/>
              <a:t>99</a:t>
            </a:fld>
            <a:endParaRPr lang="en-US" altLang="ko-KR" smtClean="0">
              <a:solidFill>
                <a:srgbClr val="000000"/>
              </a:solidFill>
            </a:endParaRPr>
          </a:p>
        </p:txBody>
      </p:sp>
      <p:sp>
        <p:nvSpPr>
          <p:cNvPr id="38915" name="Rectangle 2"/>
          <p:cNvSpPr>
            <a:spLocks noGrp="1" noRot="1" noChangeAspect="1" noChangeArrowheads="1" noTextEdit="1"/>
          </p:cNvSpPr>
          <p:nvPr>
            <p:ph type="sldImg"/>
          </p:nvPr>
        </p:nvSpPr>
        <p:spPr>
          <a:xfrm>
            <a:off x="2144713" y="685800"/>
            <a:ext cx="2570162" cy="3429000"/>
          </a:xfrm>
          <a:ln/>
        </p:spPr>
      </p:sp>
      <p:sp>
        <p:nvSpPr>
          <p:cNvPr id="3891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86058871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A12D8DE8-747E-491C-9088-1AC4EC051501}" type="slidenum">
              <a:rPr lang="en-US" altLang="ko-KR" smtClean="0">
                <a:solidFill>
                  <a:srgbClr val="000000"/>
                </a:solidFill>
              </a:rPr>
              <a:pPr eaLnBrk="1" hangingPunct="1"/>
              <a:t>100</a:t>
            </a:fld>
            <a:endParaRPr lang="en-US" altLang="ko-KR" smtClean="0">
              <a:solidFill>
                <a:srgbClr val="000000"/>
              </a:solidFill>
            </a:endParaRPr>
          </a:p>
        </p:txBody>
      </p:sp>
      <p:sp>
        <p:nvSpPr>
          <p:cNvPr id="39939" name="Rectangle 2"/>
          <p:cNvSpPr>
            <a:spLocks noGrp="1" noRot="1" noChangeAspect="1" noChangeArrowheads="1" noTextEdit="1"/>
          </p:cNvSpPr>
          <p:nvPr>
            <p:ph type="sldImg"/>
          </p:nvPr>
        </p:nvSpPr>
        <p:spPr>
          <a:xfrm>
            <a:off x="2144713" y="685800"/>
            <a:ext cx="2570162" cy="3429000"/>
          </a:xfrm>
          <a:ln/>
        </p:spPr>
      </p:sp>
      <p:sp>
        <p:nvSpPr>
          <p:cNvPr id="3994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2200226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77B478A6-FAED-45B3-BCD9-8983BE9EC352}" type="slidenum">
              <a:rPr lang="en-US" altLang="ko-KR" sz="1200">
                <a:solidFill>
                  <a:srgbClr val="000000"/>
                </a:solidFill>
              </a:rPr>
              <a:pPr algn="r" eaLnBrk="1" fontAlgn="base" latinLnBrk="1" hangingPunct="1">
                <a:spcBef>
                  <a:spcPct val="0"/>
                </a:spcBef>
                <a:spcAft>
                  <a:spcPct val="0"/>
                </a:spcAft>
              </a:pPr>
              <a:t>101</a:t>
            </a:fld>
            <a:endParaRPr lang="en-US" altLang="ko-KR" sz="1200">
              <a:solidFill>
                <a:srgbClr val="000000"/>
              </a:solidFill>
            </a:endParaRPr>
          </a:p>
        </p:txBody>
      </p:sp>
      <p:sp>
        <p:nvSpPr>
          <p:cNvPr id="40963" name="Rectangle 2"/>
          <p:cNvSpPr>
            <a:spLocks noGrp="1" noRot="1" noChangeAspect="1" noChangeArrowheads="1" noTextEdit="1"/>
          </p:cNvSpPr>
          <p:nvPr>
            <p:ph type="sldImg"/>
          </p:nvPr>
        </p:nvSpPr>
        <p:spPr>
          <a:xfrm>
            <a:off x="2144713" y="685800"/>
            <a:ext cx="2570162" cy="3429000"/>
          </a:xfrm>
          <a:ln/>
        </p:spPr>
      </p:sp>
      <p:sp>
        <p:nvSpPr>
          <p:cNvPr id="4096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86807525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BFDB0432-B89B-4479-B4A2-D290D0288D1D}" type="slidenum">
              <a:rPr lang="en-US" altLang="ko-KR" sz="1200">
                <a:solidFill>
                  <a:srgbClr val="000000"/>
                </a:solidFill>
              </a:rPr>
              <a:pPr algn="r" eaLnBrk="1" fontAlgn="base" latinLnBrk="1" hangingPunct="1">
                <a:spcBef>
                  <a:spcPct val="0"/>
                </a:spcBef>
                <a:spcAft>
                  <a:spcPct val="0"/>
                </a:spcAft>
              </a:pPr>
              <a:t>102</a:t>
            </a:fld>
            <a:endParaRPr lang="en-US" altLang="ko-KR" sz="1200">
              <a:solidFill>
                <a:srgbClr val="000000"/>
              </a:solidFill>
            </a:endParaRPr>
          </a:p>
        </p:txBody>
      </p:sp>
      <p:sp>
        <p:nvSpPr>
          <p:cNvPr id="41987" name="Rectangle 2"/>
          <p:cNvSpPr>
            <a:spLocks noGrp="1" noRot="1" noChangeAspect="1" noChangeArrowheads="1" noTextEdit="1"/>
          </p:cNvSpPr>
          <p:nvPr>
            <p:ph type="sldImg"/>
          </p:nvPr>
        </p:nvSpPr>
        <p:spPr>
          <a:xfrm>
            <a:off x="2144713" y="685800"/>
            <a:ext cx="2570162" cy="3429000"/>
          </a:xfrm>
          <a:ln/>
        </p:spPr>
      </p:sp>
      <p:sp>
        <p:nvSpPr>
          <p:cNvPr id="4198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6604913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465455CE-29B4-43A9-92D2-2FB23D1EB5BB}" type="slidenum">
              <a:rPr lang="en-US" altLang="ko-KR" sz="1200">
                <a:solidFill>
                  <a:prstClr val="black"/>
                </a:solidFill>
              </a:rPr>
              <a:pPr algn="r" eaLnBrk="1" fontAlgn="base" latinLnBrk="1" hangingPunct="1">
                <a:spcBef>
                  <a:spcPct val="0"/>
                </a:spcBef>
                <a:spcAft>
                  <a:spcPct val="0"/>
                </a:spcAft>
              </a:pPr>
              <a:t>103</a:t>
            </a:fld>
            <a:endParaRPr lang="en-US" altLang="ko-KR" sz="1200">
              <a:solidFill>
                <a:prstClr val="black"/>
              </a:solidFill>
            </a:endParaRPr>
          </a:p>
        </p:txBody>
      </p:sp>
      <p:sp>
        <p:nvSpPr>
          <p:cNvPr id="43011" name="Rectangle 2"/>
          <p:cNvSpPr>
            <a:spLocks noGrp="1" noRot="1" noChangeAspect="1" noChangeArrowheads="1" noTextEdit="1"/>
          </p:cNvSpPr>
          <p:nvPr>
            <p:ph type="sldImg"/>
          </p:nvPr>
        </p:nvSpPr>
        <p:spPr>
          <a:xfrm>
            <a:off x="2144713" y="685800"/>
            <a:ext cx="2570162" cy="3429000"/>
          </a:xfrm>
          <a:ln/>
        </p:spPr>
      </p:sp>
      <p:sp>
        <p:nvSpPr>
          <p:cNvPr id="4301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79168048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F355FB20-5D62-4DF2-B88E-2DB722E07945}" type="slidenum">
              <a:rPr lang="en-US" altLang="ko-KR" sz="1200">
                <a:solidFill>
                  <a:prstClr val="black"/>
                </a:solidFill>
              </a:rPr>
              <a:pPr algn="r" eaLnBrk="1" fontAlgn="base" latinLnBrk="1" hangingPunct="1">
                <a:spcBef>
                  <a:spcPct val="0"/>
                </a:spcBef>
                <a:spcAft>
                  <a:spcPct val="0"/>
                </a:spcAft>
              </a:pPr>
              <a:t>104</a:t>
            </a:fld>
            <a:endParaRPr lang="en-US" altLang="ko-KR" sz="1200">
              <a:solidFill>
                <a:prstClr val="black"/>
              </a:solidFill>
            </a:endParaRPr>
          </a:p>
        </p:txBody>
      </p:sp>
      <p:sp>
        <p:nvSpPr>
          <p:cNvPr id="44035" name="Rectangle 2"/>
          <p:cNvSpPr>
            <a:spLocks noGrp="1" noRot="1" noChangeAspect="1" noChangeArrowheads="1" noTextEdit="1"/>
          </p:cNvSpPr>
          <p:nvPr>
            <p:ph type="sldImg"/>
          </p:nvPr>
        </p:nvSpPr>
        <p:spPr>
          <a:xfrm>
            <a:off x="2144713" y="685800"/>
            <a:ext cx="2570162" cy="3429000"/>
          </a:xfrm>
          <a:ln/>
        </p:spPr>
      </p:sp>
      <p:sp>
        <p:nvSpPr>
          <p:cNvPr id="4403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99863582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E3EDF5AC-533D-4466-8956-A08D232C4617}" type="slidenum">
              <a:rPr lang="en-US" altLang="ko-KR" sz="1200">
                <a:solidFill>
                  <a:srgbClr val="000000"/>
                </a:solidFill>
              </a:rPr>
              <a:pPr algn="r" eaLnBrk="1" fontAlgn="base" latinLnBrk="1" hangingPunct="1">
                <a:spcBef>
                  <a:spcPct val="0"/>
                </a:spcBef>
                <a:spcAft>
                  <a:spcPct val="0"/>
                </a:spcAft>
              </a:pPr>
              <a:t>105</a:t>
            </a:fld>
            <a:endParaRPr lang="en-US" altLang="ko-KR" sz="1200">
              <a:solidFill>
                <a:srgbClr val="000000"/>
              </a:solidFill>
            </a:endParaRPr>
          </a:p>
        </p:txBody>
      </p:sp>
      <p:sp>
        <p:nvSpPr>
          <p:cNvPr id="45059" name="Rectangle 2"/>
          <p:cNvSpPr>
            <a:spLocks noGrp="1" noRot="1" noChangeAspect="1" noChangeArrowheads="1" noTextEdit="1"/>
          </p:cNvSpPr>
          <p:nvPr>
            <p:ph type="sldImg"/>
          </p:nvPr>
        </p:nvSpPr>
        <p:spPr>
          <a:xfrm>
            <a:off x="2144713" y="685800"/>
            <a:ext cx="2570162" cy="3429000"/>
          </a:xfrm>
          <a:ln/>
        </p:spPr>
      </p:sp>
      <p:sp>
        <p:nvSpPr>
          <p:cNvPr id="4506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9677928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2B4E5D6-0107-4BDA-B9C4-C4186E66BA50}" type="slidenum">
              <a:rPr lang="en-US" altLang="ko-KR" smtClean="0">
                <a:solidFill>
                  <a:prstClr val="black"/>
                </a:solidFill>
              </a:rPr>
              <a:pPr eaLnBrk="1" hangingPunct="1"/>
              <a:t>106</a:t>
            </a:fld>
            <a:endParaRPr lang="en-US" altLang="ko-KR" smtClean="0">
              <a:solidFill>
                <a:prstClr val="black"/>
              </a:solidFill>
            </a:endParaRPr>
          </a:p>
        </p:txBody>
      </p:sp>
      <p:sp>
        <p:nvSpPr>
          <p:cNvPr id="46083" name="Rectangle 2"/>
          <p:cNvSpPr>
            <a:spLocks noGrp="1" noRot="1" noChangeAspect="1" noChangeArrowheads="1" noTextEdit="1"/>
          </p:cNvSpPr>
          <p:nvPr>
            <p:ph type="sldImg"/>
          </p:nvPr>
        </p:nvSpPr>
        <p:spPr>
          <a:xfrm>
            <a:off x="2144713" y="685800"/>
            <a:ext cx="2570162" cy="3429000"/>
          </a:xfrm>
          <a:ln/>
        </p:spPr>
      </p:sp>
      <p:sp>
        <p:nvSpPr>
          <p:cNvPr id="4608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99168976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4A70E58E-BC07-4F41-B84A-72AFEB8F79D0}" type="slidenum">
              <a:rPr lang="en-US" altLang="ko-KR" sz="1200">
                <a:solidFill>
                  <a:prstClr val="black"/>
                </a:solidFill>
              </a:rPr>
              <a:pPr algn="r" eaLnBrk="1" fontAlgn="base" latinLnBrk="1" hangingPunct="1">
                <a:spcBef>
                  <a:spcPct val="0"/>
                </a:spcBef>
                <a:spcAft>
                  <a:spcPct val="0"/>
                </a:spcAft>
              </a:pPr>
              <a:t>107</a:t>
            </a:fld>
            <a:endParaRPr lang="en-US" altLang="ko-KR" sz="1200">
              <a:solidFill>
                <a:prstClr val="black"/>
              </a:solidFill>
            </a:endParaRPr>
          </a:p>
        </p:txBody>
      </p:sp>
      <p:sp>
        <p:nvSpPr>
          <p:cNvPr id="47107" name="Rectangle 2"/>
          <p:cNvSpPr>
            <a:spLocks noGrp="1" noRot="1" noChangeAspect="1" noChangeArrowheads="1" noTextEdit="1"/>
          </p:cNvSpPr>
          <p:nvPr>
            <p:ph type="sldImg"/>
          </p:nvPr>
        </p:nvSpPr>
        <p:spPr>
          <a:xfrm>
            <a:off x="2144713" y="685800"/>
            <a:ext cx="2570162" cy="3429000"/>
          </a:xfrm>
          <a:ln/>
        </p:spPr>
      </p:sp>
      <p:sp>
        <p:nvSpPr>
          <p:cNvPr id="4710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19396844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5F63E1AB-8512-4E5D-8612-04DECE619DEB}" type="slidenum">
              <a:rPr lang="en-US" altLang="ko-KR" sz="1200">
                <a:solidFill>
                  <a:srgbClr val="000000"/>
                </a:solidFill>
              </a:rPr>
              <a:pPr algn="r" eaLnBrk="1" fontAlgn="base" latinLnBrk="1" hangingPunct="1">
                <a:spcBef>
                  <a:spcPct val="0"/>
                </a:spcBef>
                <a:spcAft>
                  <a:spcPct val="0"/>
                </a:spcAft>
              </a:pPr>
              <a:t>108</a:t>
            </a:fld>
            <a:endParaRPr lang="en-US" altLang="ko-KR" sz="1200">
              <a:solidFill>
                <a:srgbClr val="000000"/>
              </a:solidFill>
            </a:endParaRPr>
          </a:p>
        </p:txBody>
      </p:sp>
      <p:sp>
        <p:nvSpPr>
          <p:cNvPr id="48131" name="Rectangle 2"/>
          <p:cNvSpPr>
            <a:spLocks noGrp="1" noRot="1" noChangeAspect="1" noChangeArrowheads="1" noTextEdit="1"/>
          </p:cNvSpPr>
          <p:nvPr>
            <p:ph type="sldImg"/>
          </p:nvPr>
        </p:nvSpPr>
        <p:spPr>
          <a:xfrm>
            <a:off x="2144713" y="685800"/>
            <a:ext cx="2570162" cy="3429000"/>
          </a:xfrm>
          <a:ln/>
        </p:spPr>
      </p:sp>
      <p:sp>
        <p:nvSpPr>
          <p:cNvPr id="4813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69189026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0ED90B81-F60D-4BA8-A529-C58D33E94C38}" type="slidenum">
              <a:rPr lang="en-US" altLang="ko-KR" smtClean="0">
                <a:solidFill>
                  <a:prstClr val="black"/>
                </a:solidFill>
              </a:rPr>
              <a:pPr eaLnBrk="1" hangingPunct="1"/>
              <a:t>109</a:t>
            </a:fld>
            <a:endParaRPr lang="en-US" altLang="ko-KR" smtClean="0">
              <a:solidFill>
                <a:prstClr val="black"/>
              </a:solidFill>
            </a:endParaRPr>
          </a:p>
        </p:txBody>
      </p:sp>
      <p:sp>
        <p:nvSpPr>
          <p:cNvPr id="49155" name="Rectangle 2"/>
          <p:cNvSpPr>
            <a:spLocks noGrp="1" noRot="1" noChangeAspect="1" noChangeArrowheads="1" noTextEdit="1"/>
          </p:cNvSpPr>
          <p:nvPr>
            <p:ph type="sldImg"/>
          </p:nvPr>
        </p:nvSpPr>
        <p:spPr>
          <a:xfrm>
            <a:off x="2144713" y="685800"/>
            <a:ext cx="2570162" cy="3429000"/>
          </a:xfrm>
          <a:ln/>
        </p:spPr>
      </p:sp>
      <p:sp>
        <p:nvSpPr>
          <p:cNvPr id="4915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61360524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BAA04591-974C-4367-9A87-0D5AD7CD49E3}" type="slidenum">
              <a:rPr lang="en-US" altLang="ko-KR" sz="1200">
                <a:solidFill>
                  <a:prstClr val="black"/>
                </a:solidFill>
              </a:rPr>
              <a:pPr algn="r" eaLnBrk="1" fontAlgn="base" latinLnBrk="1" hangingPunct="1">
                <a:spcBef>
                  <a:spcPct val="0"/>
                </a:spcBef>
                <a:spcAft>
                  <a:spcPct val="0"/>
                </a:spcAft>
              </a:pPr>
              <a:t>110</a:t>
            </a:fld>
            <a:endParaRPr lang="en-US" altLang="ko-KR" sz="1200">
              <a:solidFill>
                <a:prstClr val="black"/>
              </a:solidFill>
            </a:endParaRPr>
          </a:p>
        </p:txBody>
      </p:sp>
      <p:sp>
        <p:nvSpPr>
          <p:cNvPr id="50179" name="Rectangle 2"/>
          <p:cNvSpPr>
            <a:spLocks noGrp="1" noRot="1" noChangeAspect="1" noChangeArrowheads="1" noTextEdit="1"/>
          </p:cNvSpPr>
          <p:nvPr>
            <p:ph type="sldImg"/>
          </p:nvPr>
        </p:nvSpPr>
        <p:spPr>
          <a:xfrm>
            <a:off x="2144713" y="685800"/>
            <a:ext cx="2570162" cy="3429000"/>
          </a:xfrm>
          <a:ln/>
        </p:spPr>
      </p:sp>
      <p:sp>
        <p:nvSpPr>
          <p:cNvPr id="5018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05004641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54A2B046-2FA0-4A63-AD40-CDC5AE869C80}" type="slidenum">
              <a:rPr lang="en-US" altLang="ko-KR" sz="1200">
                <a:solidFill>
                  <a:srgbClr val="000000"/>
                </a:solidFill>
              </a:rPr>
              <a:pPr algn="r" eaLnBrk="1" fontAlgn="base" latinLnBrk="1" hangingPunct="1">
                <a:spcBef>
                  <a:spcPct val="0"/>
                </a:spcBef>
                <a:spcAft>
                  <a:spcPct val="0"/>
                </a:spcAft>
              </a:pPr>
              <a:t>111</a:t>
            </a:fld>
            <a:endParaRPr lang="en-US" altLang="ko-KR" sz="1200">
              <a:solidFill>
                <a:srgbClr val="000000"/>
              </a:solidFill>
            </a:endParaRPr>
          </a:p>
        </p:txBody>
      </p:sp>
      <p:sp>
        <p:nvSpPr>
          <p:cNvPr id="51203" name="Rectangle 2"/>
          <p:cNvSpPr>
            <a:spLocks noGrp="1" noRot="1" noChangeAspect="1" noChangeArrowheads="1" noTextEdit="1"/>
          </p:cNvSpPr>
          <p:nvPr>
            <p:ph type="sldImg"/>
          </p:nvPr>
        </p:nvSpPr>
        <p:spPr>
          <a:xfrm>
            <a:off x="2144713" y="685800"/>
            <a:ext cx="2570162" cy="3429000"/>
          </a:xfrm>
          <a:ln/>
        </p:spPr>
      </p:sp>
      <p:sp>
        <p:nvSpPr>
          <p:cNvPr id="5120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7107594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3334498A-FEC0-4DD7-B809-0303150DBDEE}" type="slidenum">
              <a:rPr lang="en-US" altLang="ko-KR" smtClean="0">
                <a:solidFill>
                  <a:srgbClr val="000000"/>
                </a:solidFill>
              </a:rPr>
              <a:pPr eaLnBrk="1" hangingPunct="1"/>
              <a:t>112</a:t>
            </a:fld>
            <a:endParaRPr lang="en-US" altLang="ko-KR" smtClean="0">
              <a:solidFill>
                <a:srgbClr val="000000"/>
              </a:solidFill>
            </a:endParaRPr>
          </a:p>
        </p:txBody>
      </p:sp>
      <p:sp>
        <p:nvSpPr>
          <p:cNvPr id="52227" name="Rectangle 2"/>
          <p:cNvSpPr>
            <a:spLocks noGrp="1" noRot="1" noChangeAspect="1" noChangeArrowheads="1" noTextEdit="1"/>
          </p:cNvSpPr>
          <p:nvPr>
            <p:ph type="sldImg"/>
          </p:nvPr>
        </p:nvSpPr>
        <p:spPr>
          <a:xfrm>
            <a:off x="2144713" y="685800"/>
            <a:ext cx="2570162" cy="3429000"/>
          </a:xfrm>
          <a:ln/>
        </p:spPr>
      </p:sp>
      <p:sp>
        <p:nvSpPr>
          <p:cNvPr id="5222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0626228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EF99D3B9-BE53-4CE8-826A-5B708D94D18B}" type="slidenum">
              <a:rPr lang="en-US" altLang="ko-KR" sz="1200">
                <a:solidFill>
                  <a:srgbClr val="000000"/>
                </a:solidFill>
              </a:rPr>
              <a:pPr algn="r" eaLnBrk="1" fontAlgn="base" latinLnBrk="1" hangingPunct="1">
                <a:spcBef>
                  <a:spcPct val="0"/>
                </a:spcBef>
                <a:spcAft>
                  <a:spcPct val="0"/>
                </a:spcAft>
              </a:pPr>
              <a:t>113</a:t>
            </a:fld>
            <a:endParaRPr lang="en-US" altLang="ko-KR" sz="1200">
              <a:solidFill>
                <a:srgbClr val="000000"/>
              </a:solidFill>
            </a:endParaRPr>
          </a:p>
        </p:txBody>
      </p:sp>
      <p:sp>
        <p:nvSpPr>
          <p:cNvPr id="53251" name="Rectangle 2"/>
          <p:cNvSpPr>
            <a:spLocks noGrp="1" noRot="1" noChangeAspect="1" noChangeArrowheads="1" noTextEdit="1"/>
          </p:cNvSpPr>
          <p:nvPr>
            <p:ph type="sldImg"/>
          </p:nvPr>
        </p:nvSpPr>
        <p:spPr>
          <a:xfrm>
            <a:off x="2144713" y="685800"/>
            <a:ext cx="2570162" cy="3429000"/>
          </a:xfrm>
          <a:ln/>
        </p:spPr>
      </p:sp>
      <p:sp>
        <p:nvSpPr>
          <p:cNvPr id="5325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04415523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15C883AB-C227-4C61-8FC3-3BDE674D8E0A}" type="slidenum">
              <a:rPr lang="en-US" altLang="ko-KR" sz="1200">
                <a:solidFill>
                  <a:srgbClr val="000000"/>
                </a:solidFill>
              </a:rPr>
              <a:pPr algn="r" eaLnBrk="1" fontAlgn="base" latinLnBrk="1" hangingPunct="1">
                <a:spcBef>
                  <a:spcPct val="0"/>
                </a:spcBef>
                <a:spcAft>
                  <a:spcPct val="0"/>
                </a:spcAft>
              </a:pPr>
              <a:t>114</a:t>
            </a:fld>
            <a:endParaRPr lang="en-US" altLang="ko-KR" sz="1200">
              <a:solidFill>
                <a:srgbClr val="000000"/>
              </a:solidFill>
            </a:endParaRPr>
          </a:p>
        </p:txBody>
      </p:sp>
      <p:sp>
        <p:nvSpPr>
          <p:cNvPr id="54275" name="Rectangle 2"/>
          <p:cNvSpPr>
            <a:spLocks noGrp="1" noRot="1" noChangeAspect="1" noChangeArrowheads="1" noTextEdit="1"/>
          </p:cNvSpPr>
          <p:nvPr>
            <p:ph type="sldImg"/>
          </p:nvPr>
        </p:nvSpPr>
        <p:spPr>
          <a:xfrm>
            <a:off x="2144713" y="685800"/>
            <a:ext cx="2570162" cy="3429000"/>
          </a:xfrm>
          <a:ln/>
        </p:spPr>
      </p:sp>
      <p:sp>
        <p:nvSpPr>
          <p:cNvPr id="5427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79067907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2A31CB14-EA71-417E-AF60-F0117C6146F3}" type="slidenum">
              <a:rPr lang="en-US" altLang="ko-KR" smtClean="0">
                <a:solidFill>
                  <a:srgbClr val="000000"/>
                </a:solidFill>
              </a:rPr>
              <a:pPr eaLnBrk="1" hangingPunct="1"/>
              <a:t>115</a:t>
            </a:fld>
            <a:endParaRPr lang="en-US" altLang="ko-KR" smtClean="0">
              <a:solidFill>
                <a:srgbClr val="000000"/>
              </a:solidFill>
            </a:endParaRPr>
          </a:p>
        </p:txBody>
      </p:sp>
      <p:sp>
        <p:nvSpPr>
          <p:cNvPr id="55299" name="Rectangle 2"/>
          <p:cNvSpPr>
            <a:spLocks noGrp="1" noRot="1" noChangeAspect="1" noChangeArrowheads="1" noTextEdit="1"/>
          </p:cNvSpPr>
          <p:nvPr>
            <p:ph type="sldImg"/>
          </p:nvPr>
        </p:nvSpPr>
        <p:spPr>
          <a:xfrm>
            <a:off x="2144713" y="685800"/>
            <a:ext cx="2570162" cy="3429000"/>
          </a:xfrm>
          <a:ln/>
        </p:spPr>
      </p:sp>
      <p:sp>
        <p:nvSpPr>
          <p:cNvPr id="5530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27292721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EFC8627A-4261-4505-A59B-02BF67F3E21D}" type="slidenum">
              <a:rPr lang="en-US" altLang="ko-KR" sz="1200">
                <a:solidFill>
                  <a:srgbClr val="000000"/>
                </a:solidFill>
              </a:rPr>
              <a:pPr algn="r" eaLnBrk="1" fontAlgn="base" latinLnBrk="1" hangingPunct="1">
                <a:spcBef>
                  <a:spcPct val="0"/>
                </a:spcBef>
                <a:spcAft>
                  <a:spcPct val="0"/>
                </a:spcAft>
              </a:pPr>
              <a:t>116</a:t>
            </a:fld>
            <a:endParaRPr lang="en-US" altLang="ko-KR" sz="1200">
              <a:solidFill>
                <a:srgbClr val="000000"/>
              </a:solidFill>
            </a:endParaRPr>
          </a:p>
        </p:txBody>
      </p:sp>
      <p:sp>
        <p:nvSpPr>
          <p:cNvPr id="56323" name="Rectangle 2"/>
          <p:cNvSpPr>
            <a:spLocks noGrp="1" noRot="1" noChangeAspect="1" noChangeArrowheads="1" noTextEdit="1"/>
          </p:cNvSpPr>
          <p:nvPr>
            <p:ph type="sldImg"/>
          </p:nvPr>
        </p:nvSpPr>
        <p:spPr>
          <a:xfrm>
            <a:off x="2144713" y="685800"/>
            <a:ext cx="2570162" cy="3429000"/>
          </a:xfrm>
          <a:ln/>
        </p:spPr>
      </p:sp>
      <p:sp>
        <p:nvSpPr>
          <p:cNvPr id="5632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12635714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691001E8-2843-4EDB-BE93-8A40141DF973}" type="slidenum">
              <a:rPr lang="en-US" altLang="ko-KR" sz="1200">
                <a:solidFill>
                  <a:srgbClr val="000000"/>
                </a:solidFill>
              </a:rPr>
              <a:pPr algn="r" eaLnBrk="1" fontAlgn="base" latinLnBrk="1" hangingPunct="1">
                <a:spcBef>
                  <a:spcPct val="0"/>
                </a:spcBef>
                <a:spcAft>
                  <a:spcPct val="0"/>
                </a:spcAft>
              </a:pPr>
              <a:t>117</a:t>
            </a:fld>
            <a:endParaRPr lang="en-US" altLang="ko-KR" sz="1200">
              <a:solidFill>
                <a:srgbClr val="000000"/>
              </a:solidFill>
            </a:endParaRPr>
          </a:p>
        </p:txBody>
      </p:sp>
      <p:sp>
        <p:nvSpPr>
          <p:cNvPr id="57347" name="Rectangle 2"/>
          <p:cNvSpPr>
            <a:spLocks noGrp="1" noRot="1" noChangeAspect="1" noChangeArrowheads="1" noTextEdit="1"/>
          </p:cNvSpPr>
          <p:nvPr>
            <p:ph type="sldImg"/>
          </p:nvPr>
        </p:nvSpPr>
        <p:spPr>
          <a:xfrm>
            <a:off x="2144713" y="685800"/>
            <a:ext cx="2570162" cy="3429000"/>
          </a:xfrm>
          <a:ln/>
        </p:spPr>
      </p:sp>
      <p:sp>
        <p:nvSpPr>
          <p:cNvPr id="5734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92663223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471AA38F-F082-42CF-80A7-C29B1878F267}" type="slidenum">
              <a:rPr lang="en-US" altLang="ko-KR" smtClean="0">
                <a:solidFill>
                  <a:srgbClr val="000000"/>
                </a:solidFill>
              </a:rPr>
              <a:pPr eaLnBrk="1" hangingPunct="1"/>
              <a:t>118</a:t>
            </a:fld>
            <a:endParaRPr lang="en-US" altLang="ko-KR" smtClean="0">
              <a:solidFill>
                <a:srgbClr val="000000"/>
              </a:solidFill>
            </a:endParaRPr>
          </a:p>
        </p:txBody>
      </p:sp>
      <p:sp>
        <p:nvSpPr>
          <p:cNvPr id="58371" name="Rectangle 2"/>
          <p:cNvSpPr>
            <a:spLocks noGrp="1" noRot="1" noChangeAspect="1" noChangeArrowheads="1" noTextEdit="1"/>
          </p:cNvSpPr>
          <p:nvPr>
            <p:ph type="sldImg"/>
          </p:nvPr>
        </p:nvSpPr>
        <p:spPr>
          <a:xfrm>
            <a:off x="2144713" y="685800"/>
            <a:ext cx="2570162" cy="3429000"/>
          </a:xfrm>
          <a:ln/>
        </p:spPr>
      </p:sp>
      <p:sp>
        <p:nvSpPr>
          <p:cNvPr id="5837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76577588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E8A958F8-F159-4E7D-A6FB-5BA3318B6EAE}" type="slidenum">
              <a:rPr lang="en-US" altLang="ko-KR" sz="1200">
                <a:solidFill>
                  <a:srgbClr val="000000"/>
                </a:solidFill>
              </a:rPr>
              <a:pPr algn="r" eaLnBrk="1" fontAlgn="base" latinLnBrk="1" hangingPunct="1">
                <a:spcBef>
                  <a:spcPct val="0"/>
                </a:spcBef>
                <a:spcAft>
                  <a:spcPct val="0"/>
                </a:spcAft>
              </a:pPr>
              <a:t>119</a:t>
            </a:fld>
            <a:endParaRPr lang="en-US" altLang="ko-KR" sz="1200">
              <a:solidFill>
                <a:srgbClr val="000000"/>
              </a:solidFill>
            </a:endParaRPr>
          </a:p>
        </p:txBody>
      </p:sp>
      <p:sp>
        <p:nvSpPr>
          <p:cNvPr id="59395" name="Rectangle 2"/>
          <p:cNvSpPr>
            <a:spLocks noGrp="1" noRot="1" noChangeAspect="1" noChangeArrowheads="1" noTextEdit="1"/>
          </p:cNvSpPr>
          <p:nvPr>
            <p:ph type="sldImg"/>
          </p:nvPr>
        </p:nvSpPr>
        <p:spPr>
          <a:xfrm>
            <a:off x="2144713" y="685800"/>
            <a:ext cx="2570162" cy="3429000"/>
          </a:xfrm>
          <a:ln/>
        </p:spPr>
      </p:sp>
      <p:sp>
        <p:nvSpPr>
          <p:cNvPr id="59396"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30844875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B1F4D9B0-7514-4830-9955-EAF86AF505D1}" type="slidenum">
              <a:rPr lang="en-US" altLang="ko-KR" sz="1200">
                <a:solidFill>
                  <a:srgbClr val="000000"/>
                </a:solidFill>
              </a:rPr>
              <a:pPr algn="r" eaLnBrk="1" fontAlgn="base" latinLnBrk="1" hangingPunct="1">
                <a:spcBef>
                  <a:spcPct val="0"/>
                </a:spcBef>
                <a:spcAft>
                  <a:spcPct val="0"/>
                </a:spcAft>
              </a:pPr>
              <a:t>120</a:t>
            </a:fld>
            <a:endParaRPr lang="en-US" altLang="ko-KR" sz="1200">
              <a:solidFill>
                <a:srgbClr val="000000"/>
              </a:solidFill>
            </a:endParaRPr>
          </a:p>
        </p:txBody>
      </p:sp>
      <p:sp>
        <p:nvSpPr>
          <p:cNvPr id="60419" name="Rectangle 2"/>
          <p:cNvSpPr>
            <a:spLocks noGrp="1" noRot="1" noChangeAspect="1" noChangeArrowheads="1" noTextEdit="1"/>
          </p:cNvSpPr>
          <p:nvPr>
            <p:ph type="sldImg"/>
          </p:nvPr>
        </p:nvSpPr>
        <p:spPr>
          <a:xfrm>
            <a:off x="2144713" y="685800"/>
            <a:ext cx="2570162" cy="3429000"/>
          </a:xfrm>
          <a:ln/>
        </p:spPr>
      </p:sp>
      <p:sp>
        <p:nvSpPr>
          <p:cNvPr id="60420"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01534085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7D07381D-F031-4FF8-90E1-DD99DCAB023F}" type="slidenum">
              <a:rPr lang="en-US" altLang="ko-KR" smtClean="0">
                <a:solidFill>
                  <a:prstClr val="black"/>
                </a:solidFill>
              </a:rPr>
              <a:pPr eaLnBrk="1" hangingPunct="1"/>
              <a:t>121</a:t>
            </a:fld>
            <a:endParaRPr lang="en-US" altLang="ko-KR" smtClean="0">
              <a:solidFill>
                <a:prstClr val="black"/>
              </a:solidFill>
            </a:endParaRPr>
          </a:p>
        </p:txBody>
      </p:sp>
      <p:sp>
        <p:nvSpPr>
          <p:cNvPr id="61443" name="Rectangle 2"/>
          <p:cNvSpPr>
            <a:spLocks noGrp="1" noRot="1" noChangeAspect="1" noChangeArrowheads="1" noTextEdit="1"/>
          </p:cNvSpPr>
          <p:nvPr>
            <p:ph type="sldImg"/>
          </p:nvPr>
        </p:nvSpPr>
        <p:spPr>
          <a:xfrm>
            <a:off x="2144713" y="685800"/>
            <a:ext cx="2570162" cy="3429000"/>
          </a:xfrm>
          <a:ln/>
        </p:spPr>
      </p:sp>
      <p:sp>
        <p:nvSpPr>
          <p:cNvPr id="61444"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736967530"/>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2D19D5E5-F333-4EC7-918D-85B3E1B9CCC4}" type="slidenum">
              <a:rPr lang="en-US" altLang="ko-KR" sz="1200">
                <a:solidFill>
                  <a:prstClr val="black"/>
                </a:solidFill>
              </a:rPr>
              <a:pPr algn="r" eaLnBrk="1" fontAlgn="base" latinLnBrk="1" hangingPunct="1">
                <a:spcBef>
                  <a:spcPct val="0"/>
                </a:spcBef>
                <a:spcAft>
                  <a:spcPct val="0"/>
                </a:spcAft>
              </a:pPr>
              <a:t>122</a:t>
            </a:fld>
            <a:endParaRPr lang="en-US" altLang="ko-KR" sz="1200">
              <a:solidFill>
                <a:prstClr val="black"/>
              </a:solidFill>
            </a:endParaRPr>
          </a:p>
        </p:txBody>
      </p:sp>
      <p:sp>
        <p:nvSpPr>
          <p:cNvPr id="62467" name="Rectangle 2"/>
          <p:cNvSpPr>
            <a:spLocks noGrp="1" noRot="1" noChangeAspect="1" noChangeArrowheads="1" noTextEdit="1"/>
          </p:cNvSpPr>
          <p:nvPr>
            <p:ph type="sldImg"/>
          </p:nvPr>
        </p:nvSpPr>
        <p:spPr>
          <a:xfrm>
            <a:off x="2144713" y="685800"/>
            <a:ext cx="2570162" cy="3429000"/>
          </a:xfrm>
          <a:ln/>
        </p:spPr>
      </p:sp>
      <p:sp>
        <p:nvSpPr>
          <p:cNvPr id="62468"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85625845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r" eaLnBrk="1" fontAlgn="base" latinLnBrk="1" hangingPunct="1">
              <a:spcBef>
                <a:spcPct val="0"/>
              </a:spcBef>
              <a:spcAft>
                <a:spcPct val="0"/>
              </a:spcAft>
            </a:pPr>
            <a:fld id="{0FA15E2C-F476-4CC4-B5BA-AEF7A532D8D8}" type="slidenum">
              <a:rPr lang="en-US" altLang="ko-KR" sz="1200">
                <a:solidFill>
                  <a:srgbClr val="000000"/>
                </a:solidFill>
              </a:rPr>
              <a:pPr algn="r" eaLnBrk="1" fontAlgn="base" latinLnBrk="1" hangingPunct="1">
                <a:spcBef>
                  <a:spcPct val="0"/>
                </a:spcBef>
                <a:spcAft>
                  <a:spcPct val="0"/>
                </a:spcAft>
              </a:pPr>
              <a:t>123</a:t>
            </a:fld>
            <a:endParaRPr lang="en-US" altLang="ko-KR" sz="1200">
              <a:solidFill>
                <a:srgbClr val="000000"/>
              </a:solidFill>
            </a:endParaRPr>
          </a:p>
        </p:txBody>
      </p:sp>
      <p:sp>
        <p:nvSpPr>
          <p:cNvPr id="63491" name="Rectangle 2"/>
          <p:cNvSpPr>
            <a:spLocks noGrp="1" noRot="1" noChangeAspect="1" noChangeArrowheads="1" noTextEdit="1"/>
          </p:cNvSpPr>
          <p:nvPr>
            <p:ph type="sldImg"/>
          </p:nvPr>
        </p:nvSpPr>
        <p:spPr>
          <a:xfrm>
            <a:off x="2144713" y="685800"/>
            <a:ext cx="2570162" cy="3429000"/>
          </a:xfrm>
          <a:ln/>
        </p:spPr>
      </p:sp>
      <p:sp>
        <p:nvSpPr>
          <p:cNvPr id="63492" name="Rectangle 3"/>
          <p:cNvSpPr>
            <a:spLocks noGrp="1" noChangeArrowheads="1"/>
          </p:cNvSpPr>
          <p:nvPr>
            <p:ph type="body" idx="1"/>
          </p:nvPr>
        </p:nvSpPr>
        <p:spPr>
          <a:xfrm>
            <a:off x="914400" y="4343400"/>
            <a:ext cx="50292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93752832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D20C36C1-A5BA-45BF-8026-0549C0166B33}" type="slidenum">
              <a:rPr lang="en-US" altLang="ko-KR" smtClean="0"/>
              <a:pPr eaLnBrk="1" hangingPunct="1">
                <a:spcBef>
                  <a:spcPct val="0"/>
                </a:spcBef>
              </a:pPr>
              <a:t>125</a:t>
            </a:fld>
            <a:endParaRPr lang="en-US" altLang="ko-KR" smtClean="0"/>
          </a:p>
        </p:txBody>
      </p:sp>
      <p:sp>
        <p:nvSpPr>
          <p:cNvPr id="12291" name="Rectangle 2"/>
          <p:cNvSpPr>
            <a:spLocks noGrp="1" noRot="1" noChangeAspect="1" noChangeArrowheads="1" noTextEdit="1"/>
          </p:cNvSpPr>
          <p:nvPr>
            <p:ph type="sldImg"/>
          </p:nvPr>
        </p:nvSpPr>
        <p:spPr>
          <a:ln/>
        </p:spPr>
      </p:sp>
      <p:sp>
        <p:nvSpPr>
          <p:cNvPr id="122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47824542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E0F7484F-84FD-4BB5-B8B8-FE1998ADC8E2}" type="slidenum">
              <a:rPr lang="en-US" altLang="ko-KR" smtClean="0"/>
              <a:pPr eaLnBrk="1" hangingPunct="1">
                <a:spcBef>
                  <a:spcPct val="0"/>
                </a:spcBef>
              </a:pPr>
              <a:t>126</a:t>
            </a:fld>
            <a:endParaRPr lang="en-US" altLang="ko-KR" smtClean="0"/>
          </a:p>
        </p:txBody>
      </p:sp>
      <p:sp>
        <p:nvSpPr>
          <p:cNvPr id="13315" name="Rectangle 2"/>
          <p:cNvSpPr>
            <a:spLocks noGrp="1" noRot="1" noChangeAspect="1" noChangeArrowheads="1" noTextEdit="1"/>
          </p:cNvSpPr>
          <p:nvPr>
            <p:ph type="sldImg"/>
          </p:nvPr>
        </p:nvSpPr>
        <p:spPr>
          <a:ln/>
        </p:spPr>
      </p:sp>
      <p:sp>
        <p:nvSpPr>
          <p:cNvPr id="133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53468356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AB8ABA9C-2DAC-4B88-970D-65E60843ADBB}" type="slidenum">
              <a:rPr lang="en-US" altLang="ko-KR" smtClean="0">
                <a:solidFill>
                  <a:srgbClr val="000000"/>
                </a:solidFill>
              </a:rPr>
              <a:pPr eaLnBrk="1" hangingPunct="1">
                <a:spcBef>
                  <a:spcPct val="0"/>
                </a:spcBef>
              </a:pPr>
              <a:t>127</a:t>
            </a:fld>
            <a:endParaRPr lang="en-US" altLang="ko-KR" smtClean="0">
              <a:solidFill>
                <a:srgbClr val="000000"/>
              </a:solidFill>
            </a:endParaRPr>
          </a:p>
        </p:txBody>
      </p:sp>
      <p:sp>
        <p:nvSpPr>
          <p:cNvPr id="14339" name="Rectangle 2"/>
          <p:cNvSpPr>
            <a:spLocks noGrp="1" noRot="1" noChangeAspect="1" noChangeArrowheads="1" noTextEdit="1"/>
          </p:cNvSpPr>
          <p:nvPr>
            <p:ph type="sldImg"/>
          </p:nvPr>
        </p:nvSpPr>
        <p:spPr>
          <a:ln/>
        </p:spPr>
      </p:sp>
      <p:sp>
        <p:nvSpPr>
          <p:cNvPr id="143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76908455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348723D4-A20A-471A-B6AE-EB2BBB892527}" type="slidenum">
              <a:rPr lang="en-US" altLang="ko-KR" smtClean="0"/>
              <a:pPr eaLnBrk="1" hangingPunct="1">
                <a:spcBef>
                  <a:spcPct val="0"/>
                </a:spcBef>
              </a:pPr>
              <a:t>128</a:t>
            </a:fld>
            <a:endParaRPr lang="en-US" altLang="ko-KR" smtClean="0"/>
          </a:p>
        </p:txBody>
      </p:sp>
      <p:sp>
        <p:nvSpPr>
          <p:cNvPr id="15363" name="Rectangle 2"/>
          <p:cNvSpPr>
            <a:spLocks noGrp="1" noRot="1" noChangeAspect="1" noChangeArrowheads="1" noTextEdit="1"/>
          </p:cNvSpPr>
          <p:nvPr>
            <p:ph type="sldImg"/>
          </p:nvPr>
        </p:nvSpPr>
        <p:spPr>
          <a:ln/>
        </p:spPr>
      </p:sp>
      <p:sp>
        <p:nvSpPr>
          <p:cNvPr id="153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308880207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4D9F70C3-27FF-46F1-BC1B-5C7523EA178D}" type="slidenum">
              <a:rPr lang="en-US" altLang="ko-KR" smtClean="0">
                <a:solidFill>
                  <a:srgbClr val="000000"/>
                </a:solidFill>
              </a:rPr>
              <a:pPr eaLnBrk="1" hangingPunct="1">
                <a:spcBef>
                  <a:spcPct val="0"/>
                </a:spcBef>
              </a:pPr>
              <a:t>129</a:t>
            </a:fld>
            <a:endParaRPr lang="en-US" altLang="ko-KR" smtClean="0">
              <a:solidFill>
                <a:srgbClr val="000000"/>
              </a:solidFill>
            </a:endParaRPr>
          </a:p>
        </p:txBody>
      </p:sp>
      <p:sp>
        <p:nvSpPr>
          <p:cNvPr id="16387" name="Rectangle 2"/>
          <p:cNvSpPr>
            <a:spLocks noGrp="1" noRot="1" noChangeAspect="1" noChangeArrowheads="1" noTextEdit="1"/>
          </p:cNvSpPr>
          <p:nvPr>
            <p:ph type="sldImg"/>
          </p:nvPr>
        </p:nvSpPr>
        <p:spPr>
          <a:ln/>
        </p:spPr>
      </p:sp>
      <p:sp>
        <p:nvSpPr>
          <p:cNvPr id="163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751847118"/>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algn="r" eaLnBrk="1" hangingPunct="1">
              <a:spcBef>
                <a:spcPct val="0"/>
              </a:spcBef>
            </a:pPr>
            <a:fld id="{2229F07B-62B5-4892-88F2-6BCD873C0B2B}" type="slidenum">
              <a:rPr lang="en-US" altLang="ko-KR">
                <a:solidFill>
                  <a:srgbClr val="000000"/>
                </a:solidFill>
              </a:rPr>
              <a:pPr algn="r" eaLnBrk="1" hangingPunct="1">
                <a:spcBef>
                  <a:spcPct val="0"/>
                </a:spcBef>
              </a:pPr>
              <a:t>130</a:t>
            </a:fld>
            <a:endParaRPr lang="en-US" altLang="ko-KR">
              <a:solidFill>
                <a:srgbClr val="000000"/>
              </a:solidFill>
            </a:endParaRPr>
          </a:p>
        </p:txBody>
      </p:sp>
      <p:sp>
        <p:nvSpPr>
          <p:cNvPr id="17411" name="Rectangle 2"/>
          <p:cNvSpPr>
            <a:spLocks noGrp="1" noRot="1" noChangeAspect="1" noChangeArrowheads="1" noTextEdit="1"/>
          </p:cNvSpPr>
          <p:nvPr>
            <p:ph type="sldImg"/>
          </p:nvPr>
        </p:nvSpPr>
        <p:spPr>
          <a:ln/>
        </p:spPr>
      </p:sp>
      <p:sp>
        <p:nvSpPr>
          <p:cNvPr id="174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36609230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6700A6EA-487C-4536-8BD1-79F5F8ACDF7C}" type="slidenum">
              <a:rPr lang="en-US" altLang="ko-KR" smtClean="0">
                <a:solidFill>
                  <a:srgbClr val="000000"/>
                </a:solidFill>
              </a:rPr>
              <a:pPr eaLnBrk="1" hangingPunct="1">
                <a:spcBef>
                  <a:spcPct val="0"/>
                </a:spcBef>
              </a:pPr>
              <a:t>131</a:t>
            </a:fld>
            <a:endParaRPr lang="en-US" altLang="ko-KR" smtClean="0">
              <a:solidFill>
                <a:srgbClr val="000000"/>
              </a:solidFill>
            </a:endParaRPr>
          </a:p>
        </p:txBody>
      </p:sp>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48173724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286C960A-873B-4C20-BE2D-293D2B25913E}" type="slidenum">
              <a:rPr lang="en-US" altLang="ko-KR" smtClean="0">
                <a:solidFill>
                  <a:srgbClr val="000000"/>
                </a:solidFill>
              </a:rPr>
              <a:pPr eaLnBrk="1" hangingPunct="1">
                <a:spcBef>
                  <a:spcPct val="0"/>
                </a:spcBef>
              </a:pPr>
              <a:t>132</a:t>
            </a:fld>
            <a:endParaRPr lang="en-US" altLang="ko-KR" smtClean="0">
              <a:solidFill>
                <a:srgbClr val="000000"/>
              </a:solidFill>
            </a:endParaRPr>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12789971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D20C36C1-A5BA-45BF-8026-0549C0166B33}" type="slidenum">
              <a:rPr lang="en-US" altLang="ko-KR" smtClean="0"/>
              <a:pPr eaLnBrk="1" hangingPunct="1">
                <a:spcBef>
                  <a:spcPct val="0"/>
                </a:spcBef>
              </a:pPr>
              <a:t>133</a:t>
            </a:fld>
            <a:endParaRPr lang="en-US" altLang="ko-KR" smtClean="0"/>
          </a:p>
        </p:txBody>
      </p:sp>
      <p:sp>
        <p:nvSpPr>
          <p:cNvPr id="12291" name="Rectangle 2"/>
          <p:cNvSpPr>
            <a:spLocks noGrp="1" noRot="1" noChangeAspect="1" noChangeArrowheads="1" noTextEdit="1"/>
          </p:cNvSpPr>
          <p:nvPr>
            <p:ph type="sldImg"/>
          </p:nvPr>
        </p:nvSpPr>
        <p:spPr>
          <a:ln/>
        </p:spPr>
      </p:sp>
      <p:sp>
        <p:nvSpPr>
          <p:cNvPr id="122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11529066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E0F7484F-84FD-4BB5-B8B8-FE1998ADC8E2}" type="slidenum">
              <a:rPr lang="en-US" altLang="ko-KR" smtClean="0"/>
              <a:pPr eaLnBrk="1" hangingPunct="1">
                <a:spcBef>
                  <a:spcPct val="0"/>
                </a:spcBef>
              </a:pPr>
              <a:t>134</a:t>
            </a:fld>
            <a:endParaRPr lang="en-US" altLang="ko-KR" smtClean="0"/>
          </a:p>
        </p:txBody>
      </p:sp>
      <p:sp>
        <p:nvSpPr>
          <p:cNvPr id="13315" name="Rectangle 2"/>
          <p:cNvSpPr>
            <a:spLocks noGrp="1" noRot="1" noChangeAspect="1" noChangeArrowheads="1" noTextEdit="1"/>
          </p:cNvSpPr>
          <p:nvPr>
            <p:ph type="sldImg"/>
          </p:nvPr>
        </p:nvSpPr>
        <p:spPr>
          <a:ln/>
        </p:spPr>
      </p:sp>
      <p:sp>
        <p:nvSpPr>
          <p:cNvPr id="133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90841576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AB8ABA9C-2DAC-4B88-970D-65E60843ADBB}" type="slidenum">
              <a:rPr lang="en-US" altLang="ko-KR" smtClean="0">
                <a:solidFill>
                  <a:srgbClr val="000000"/>
                </a:solidFill>
              </a:rPr>
              <a:pPr eaLnBrk="1" hangingPunct="1">
                <a:spcBef>
                  <a:spcPct val="0"/>
                </a:spcBef>
              </a:pPr>
              <a:t>135</a:t>
            </a:fld>
            <a:endParaRPr lang="en-US" altLang="ko-KR" smtClean="0">
              <a:solidFill>
                <a:srgbClr val="000000"/>
              </a:solidFill>
            </a:endParaRPr>
          </a:p>
        </p:txBody>
      </p:sp>
      <p:sp>
        <p:nvSpPr>
          <p:cNvPr id="14339" name="Rectangle 2"/>
          <p:cNvSpPr>
            <a:spLocks noGrp="1" noRot="1" noChangeAspect="1" noChangeArrowheads="1" noTextEdit="1"/>
          </p:cNvSpPr>
          <p:nvPr>
            <p:ph type="sldImg"/>
          </p:nvPr>
        </p:nvSpPr>
        <p:spPr>
          <a:ln/>
        </p:spPr>
      </p:sp>
      <p:sp>
        <p:nvSpPr>
          <p:cNvPr id="143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26714299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348723D4-A20A-471A-B6AE-EB2BBB892527}" type="slidenum">
              <a:rPr lang="en-US" altLang="ko-KR" smtClean="0"/>
              <a:pPr eaLnBrk="1" hangingPunct="1">
                <a:spcBef>
                  <a:spcPct val="0"/>
                </a:spcBef>
              </a:pPr>
              <a:t>136</a:t>
            </a:fld>
            <a:endParaRPr lang="en-US" altLang="ko-KR" smtClean="0"/>
          </a:p>
        </p:txBody>
      </p:sp>
      <p:sp>
        <p:nvSpPr>
          <p:cNvPr id="15363" name="Rectangle 2"/>
          <p:cNvSpPr>
            <a:spLocks noGrp="1" noRot="1" noChangeAspect="1" noChangeArrowheads="1" noTextEdit="1"/>
          </p:cNvSpPr>
          <p:nvPr>
            <p:ph type="sldImg"/>
          </p:nvPr>
        </p:nvSpPr>
        <p:spPr>
          <a:ln/>
        </p:spPr>
      </p:sp>
      <p:sp>
        <p:nvSpPr>
          <p:cNvPr id="153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33676147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4D9F70C3-27FF-46F1-BC1B-5C7523EA178D}" type="slidenum">
              <a:rPr lang="en-US" altLang="ko-KR" smtClean="0">
                <a:solidFill>
                  <a:srgbClr val="000000"/>
                </a:solidFill>
              </a:rPr>
              <a:pPr eaLnBrk="1" hangingPunct="1">
                <a:spcBef>
                  <a:spcPct val="0"/>
                </a:spcBef>
              </a:pPr>
              <a:t>137</a:t>
            </a:fld>
            <a:endParaRPr lang="en-US" altLang="ko-KR" smtClean="0">
              <a:solidFill>
                <a:srgbClr val="000000"/>
              </a:solidFill>
            </a:endParaRPr>
          </a:p>
        </p:txBody>
      </p:sp>
      <p:sp>
        <p:nvSpPr>
          <p:cNvPr id="16387" name="Rectangle 2"/>
          <p:cNvSpPr>
            <a:spLocks noGrp="1" noRot="1" noChangeAspect="1" noChangeArrowheads="1" noTextEdit="1"/>
          </p:cNvSpPr>
          <p:nvPr>
            <p:ph type="sldImg"/>
          </p:nvPr>
        </p:nvSpPr>
        <p:spPr>
          <a:ln/>
        </p:spPr>
      </p:sp>
      <p:sp>
        <p:nvSpPr>
          <p:cNvPr id="163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063674995"/>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4D9F70C3-27FF-46F1-BC1B-5C7523EA178D}" type="slidenum">
              <a:rPr lang="en-US" altLang="ko-KR" smtClean="0">
                <a:solidFill>
                  <a:srgbClr val="000000"/>
                </a:solidFill>
              </a:rPr>
              <a:pPr eaLnBrk="1" hangingPunct="1">
                <a:spcBef>
                  <a:spcPct val="0"/>
                </a:spcBef>
              </a:pPr>
              <a:t>138</a:t>
            </a:fld>
            <a:endParaRPr lang="en-US" altLang="ko-KR" smtClean="0">
              <a:solidFill>
                <a:srgbClr val="000000"/>
              </a:solidFill>
            </a:endParaRPr>
          </a:p>
        </p:txBody>
      </p:sp>
      <p:sp>
        <p:nvSpPr>
          <p:cNvPr id="16387" name="Rectangle 2"/>
          <p:cNvSpPr>
            <a:spLocks noGrp="1" noRot="1" noChangeAspect="1" noChangeArrowheads="1" noTextEdit="1"/>
          </p:cNvSpPr>
          <p:nvPr>
            <p:ph type="sldImg"/>
          </p:nvPr>
        </p:nvSpPr>
        <p:spPr>
          <a:ln/>
        </p:spPr>
      </p:sp>
      <p:sp>
        <p:nvSpPr>
          <p:cNvPr id="163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3457301316"/>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6700A6EA-487C-4536-8BD1-79F5F8ACDF7C}" type="slidenum">
              <a:rPr lang="en-US" altLang="ko-KR" smtClean="0">
                <a:solidFill>
                  <a:srgbClr val="000000"/>
                </a:solidFill>
              </a:rPr>
              <a:pPr eaLnBrk="1" hangingPunct="1">
                <a:spcBef>
                  <a:spcPct val="0"/>
                </a:spcBef>
              </a:pPr>
              <a:t>139</a:t>
            </a:fld>
            <a:endParaRPr lang="en-US" altLang="ko-KR" smtClean="0">
              <a:solidFill>
                <a:srgbClr val="000000"/>
              </a:solidFill>
            </a:endParaRPr>
          </a:p>
        </p:txBody>
      </p:sp>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62788390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286C960A-873B-4C20-BE2D-293D2B25913E}" type="slidenum">
              <a:rPr lang="en-US" altLang="ko-KR" smtClean="0">
                <a:solidFill>
                  <a:srgbClr val="000000"/>
                </a:solidFill>
              </a:rPr>
              <a:pPr eaLnBrk="1" hangingPunct="1">
                <a:spcBef>
                  <a:spcPct val="0"/>
                </a:spcBef>
              </a:pPr>
              <a:t>140</a:t>
            </a:fld>
            <a:endParaRPr lang="en-US" altLang="ko-KR" smtClean="0">
              <a:solidFill>
                <a:srgbClr val="000000"/>
              </a:solidFill>
            </a:endParaRPr>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330562864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0AED8F5A-A739-4E13-89EE-C2632BD414CB}" type="slidenum">
              <a:rPr lang="en-US" altLang="ko-KR" smtClean="0"/>
              <a:pPr eaLnBrk="1" hangingPunct="1">
                <a:spcBef>
                  <a:spcPct val="0"/>
                </a:spcBef>
              </a:pPr>
              <a:t>141</a:t>
            </a:fld>
            <a:endParaRPr lang="en-US" altLang="ko-KR" smtClean="0"/>
          </a:p>
        </p:txBody>
      </p:sp>
      <p:sp>
        <p:nvSpPr>
          <p:cNvPr id="17411" name="Rectangle 2"/>
          <p:cNvSpPr>
            <a:spLocks noGrp="1" noRot="1" noChangeAspect="1" noChangeArrowheads="1" noTextEdit="1"/>
          </p:cNvSpPr>
          <p:nvPr>
            <p:ph type="sldImg"/>
          </p:nvPr>
        </p:nvSpPr>
        <p:spPr>
          <a:ln/>
        </p:spPr>
      </p:sp>
      <p:sp>
        <p:nvSpPr>
          <p:cNvPr id="174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61698875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10748178-1465-46E8-BB46-31183A632F34}" type="slidenum">
              <a:rPr lang="en-US" altLang="ko-KR" smtClean="0"/>
              <a:pPr eaLnBrk="1" hangingPunct="1">
                <a:spcBef>
                  <a:spcPct val="0"/>
                </a:spcBef>
              </a:pPr>
              <a:t>142</a:t>
            </a:fld>
            <a:endParaRPr lang="en-US" altLang="ko-KR" smtClean="0"/>
          </a:p>
        </p:txBody>
      </p:sp>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827503729"/>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39CF344C-E5AA-454C-AD69-9E1D9837E956}" type="slidenum">
              <a:rPr lang="en-US" altLang="ko-KR" smtClean="0">
                <a:solidFill>
                  <a:srgbClr val="000000"/>
                </a:solidFill>
              </a:rPr>
              <a:pPr eaLnBrk="1" hangingPunct="1">
                <a:spcBef>
                  <a:spcPct val="0"/>
                </a:spcBef>
              </a:pPr>
              <a:t>143</a:t>
            </a:fld>
            <a:endParaRPr lang="en-US" altLang="ko-KR" smtClean="0">
              <a:solidFill>
                <a:srgbClr val="000000"/>
              </a:solidFill>
            </a:endParaRPr>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33940013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8EDC41A9-5F18-4AC7-A3C1-2D3224CEF100}" type="slidenum">
              <a:rPr lang="en-US" altLang="ko-KR" smtClean="0">
                <a:solidFill>
                  <a:srgbClr val="000000"/>
                </a:solidFill>
              </a:rPr>
              <a:pPr eaLnBrk="1" hangingPunct="1">
                <a:spcBef>
                  <a:spcPct val="0"/>
                </a:spcBef>
              </a:pPr>
              <a:t>144</a:t>
            </a:fld>
            <a:endParaRPr lang="en-US" altLang="ko-KR" smtClean="0">
              <a:solidFill>
                <a:srgbClr val="000000"/>
              </a:solidFill>
            </a:endParaRPr>
          </a:p>
        </p:txBody>
      </p:sp>
      <p:sp>
        <p:nvSpPr>
          <p:cNvPr id="21507" name="Rectangle 2"/>
          <p:cNvSpPr>
            <a:spLocks noGrp="1" noRot="1" noChangeAspect="1" noChangeArrowheads="1" noTextEdit="1"/>
          </p:cNvSpPr>
          <p:nvPr>
            <p:ph type="sldImg"/>
          </p:nvPr>
        </p:nvSpPr>
        <p:spPr>
          <a:ln/>
        </p:spPr>
      </p:sp>
      <p:sp>
        <p:nvSpPr>
          <p:cNvPr id="215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74917583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F711A4ED-4994-4ABE-902D-A61CB12E7DF2}" type="slidenum">
              <a:rPr lang="en-US" altLang="ko-KR">
                <a:solidFill>
                  <a:srgbClr val="000000"/>
                </a:solidFill>
              </a:rPr>
              <a:pPr algn="r" eaLnBrk="1" hangingPunct="1">
                <a:spcBef>
                  <a:spcPct val="0"/>
                </a:spcBef>
              </a:pPr>
              <a:t>145</a:t>
            </a:fld>
            <a:endParaRPr lang="en-US" altLang="ko-KR">
              <a:solidFill>
                <a:srgbClr val="000000"/>
              </a:solidFill>
            </a:endParaRPr>
          </a:p>
        </p:txBody>
      </p:sp>
      <p:sp>
        <p:nvSpPr>
          <p:cNvPr id="23555" name="Rectangle 2"/>
          <p:cNvSpPr>
            <a:spLocks noGrp="1" noRot="1" noChangeAspect="1" noChangeArrowheads="1" noTextEdit="1"/>
          </p:cNvSpPr>
          <p:nvPr>
            <p:ph type="sldImg"/>
          </p:nvPr>
        </p:nvSpPr>
        <p:spPr>
          <a:ln/>
        </p:spPr>
      </p:sp>
      <p:sp>
        <p:nvSpPr>
          <p:cNvPr id="235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extLst>
      <p:ext uri="{BB962C8B-B14F-4D97-AF65-F5344CB8AC3E}">
        <p14:creationId xmlns:p14="http://schemas.microsoft.com/office/powerpoint/2010/main" val="285218903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DEB02ABA-9F3A-442B-B31D-02654C64F74E}" type="slidenum">
              <a:rPr lang="en-US" altLang="ko-KR">
                <a:solidFill>
                  <a:srgbClr val="000000"/>
                </a:solidFill>
              </a:rPr>
              <a:pPr algn="r" eaLnBrk="1" hangingPunct="1">
                <a:spcBef>
                  <a:spcPct val="0"/>
                </a:spcBef>
              </a:pPr>
              <a:t>146</a:t>
            </a:fld>
            <a:endParaRPr lang="en-US" altLang="ko-KR">
              <a:solidFill>
                <a:srgbClr val="000000"/>
              </a:solidFill>
            </a:endParaRPr>
          </a:p>
        </p:txBody>
      </p:sp>
      <p:sp>
        <p:nvSpPr>
          <p:cNvPr id="25603" name="Rectangle 2"/>
          <p:cNvSpPr>
            <a:spLocks noGrp="1" noRot="1" noChangeAspect="1" noChangeArrowheads="1" noTextEdit="1"/>
          </p:cNvSpPr>
          <p:nvPr>
            <p:ph type="sldImg"/>
          </p:nvPr>
        </p:nvSpPr>
        <p:spPr>
          <a:ln/>
        </p:spPr>
      </p:sp>
      <p:sp>
        <p:nvSpPr>
          <p:cNvPr id="25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extLst>
      <p:ext uri="{BB962C8B-B14F-4D97-AF65-F5344CB8AC3E}">
        <p14:creationId xmlns:p14="http://schemas.microsoft.com/office/powerpoint/2010/main" val="1474578792"/>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52AF72F5-2918-4004-8F8A-EA35B233F143}" type="slidenum">
              <a:rPr lang="en-US" altLang="ko-KR" smtClean="0">
                <a:solidFill>
                  <a:srgbClr val="000000"/>
                </a:solidFill>
              </a:rPr>
              <a:pPr eaLnBrk="1" hangingPunct="1">
                <a:spcBef>
                  <a:spcPct val="0"/>
                </a:spcBef>
              </a:pPr>
              <a:t>147</a:t>
            </a:fld>
            <a:endParaRPr lang="en-US" altLang="ko-KR" smtClean="0">
              <a:solidFill>
                <a:srgbClr val="000000"/>
              </a:solidFill>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3564893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778A3C71-B922-4425-9992-E2933FFB4C71}" type="slidenum">
              <a:rPr lang="en-US" altLang="ko-KR" smtClean="0">
                <a:solidFill>
                  <a:srgbClr val="000000"/>
                </a:solidFill>
              </a:rPr>
              <a:pPr eaLnBrk="1" hangingPunct="1">
                <a:spcBef>
                  <a:spcPct val="0"/>
                </a:spcBef>
              </a:pPr>
              <a:t>148</a:t>
            </a:fld>
            <a:endParaRPr lang="en-US" altLang="ko-KR" smtClean="0">
              <a:solidFill>
                <a:srgbClr val="000000"/>
              </a:solidFill>
            </a:endParaRPr>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439799324"/>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34" charset="-127"/>
                <a:ea typeface="굴림" pitchFamily="34" charset="-127"/>
              </a:defRPr>
            </a:lvl1pPr>
            <a:lvl2pPr marL="742950" indent="-285750" eaLnBrk="0" hangingPunct="0">
              <a:spcBef>
                <a:spcPct val="30000"/>
              </a:spcBef>
              <a:defRPr kumimoji="1" sz="1200">
                <a:solidFill>
                  <a:schemeClr val="tx1"/>
                </a:solidFill>
                <a:latin typeface="굴림" pitchFamily="34" charset="-127"/>
                <a:ea typeface="굴림" pitchFamily="34" charset="-127"/>
              </a:defRPr>
            </a:lvl2pPr>
            <a:lvl3pPr marL="1143000" indent="-228600" eaLnBrk="0" hangingPunct="0">
              <a:spcBef>
                <a:spcPct val="30000"/>
              </a:spcBef>
              <a:defRPr kumimoji="1" sz="1200">
                <a:solidFill>
                  <a:schemeClr val="tx1"/>
                </a:solidFill>
                <a:latin typeface="굴림" pitchFamily="34" charset="-127"/>
                <a:ea typeface="굴림" pitchFamily="34" charset="-127"/>
              </a:defRPr>
            </a:lvl3pPr>
            <a:lvl4pPr marL="1600200" indent="-228600" eaLnBrk="0" hangingPunct="0">
              <a:spcBef>
                <a:spcPct val="30000"/>
              </a:spcBef>
              <a:defRPr kumimoji="1" sz="1200">
                <a:solidFill>
                  <a:schemeClr val="tx1"/>
                </a:solidFill>
                <a:latin typeface="굴림" pitchFamily="34" charset="-127"/>
                <a:ea typeface="굴림" pitchFamily="34" charset="-127"/>
              </a:defRPr>
            </a:lvl4pPr>
            <a:lvl5pPr marL="2057400" indent="-228600" eaLnBrk="0" hangingPunct="0">
              <a:spcBef>
                <a:spcPct val="30000"/>
              </a:spcBef>
              <a:defRPr kumimoji="1" sz="1200">
                <a:solidFill>
                  <a:schemeClr val="tx1"/>
                </a:solidFill>
                <a:latin typeface="굴림" pitchFamily="34" charset="-127"/>
                <a:ea typeface="굴림" pitchFamily="34" charset="-127"/>
              </a:defRPr>
            </a:lvl5pPr>
            <a:lvl6pPr marL="25146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6pPr>
            <a:lvl7pPr marL="29718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7pPr>
            <a:lvl8pPr marL="34290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8pPr>
            <a:lvl9pPr marL="38862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9pPr>
          </a:lstStyle>
          <a:p>
            <a:pPr eaLnBrk="1" hangingPunct="1">
              <a:spcBef>
                <a:spcPct val="0"/>
              </a:spcBef>
            </a:pPr>
            <a:fld id="{A6BD7883-6B9F-44E3-9C8C-D3EC9C49B559}" type="slidenum">
              <a:rPr lang="en-US" altLang="ko-KR" smtClean="0">
                <a:solidFill>
                  <a:srgbClr val="000000"/>
                </a:solidFill>
              </a:rPr>
              <a:pPr eaLnBrk="1" hangingPunct="1">
                <a:spcBef>
                  <a:spcPct val="0"/>
                </a:spcBef>
              </a:pPr>
              <a:t>149</a:t>
            </a:fld>
            <a:endParaRPr lang="en-US" altLang="ko-KR" smtClean="0">
              <a:solidFill>
                <a:srgbClr val="000000"/>
              </a:solidFill>
            </a:endParaRPr>
          </a:p>
        </p:txBody>
      </p:sp>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pitchFamily="34" charset="-127"/>
              <a:ea typeface="굴림" pitchFamily="34" charset="-127"/>
            </a:endParaRPr>
          </a:p>
        </p:txBody>
      </p:sp>
    </p:spTree>
    <p:extLst>
      <p:ext uri="{BB962C8B-B14F-4D97-AF65-F5344CB8AC3E}">
        <p14:creationId xmlns:p14="http://schemas.microsoft.com/office/powerpoint/2010/main" val="107530256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34" charset="-127"/>
                <a:ea typeface="굴림" pitchFamily="34" charset="-127"/>
              </a:defRPr>
            </a:lvl1pPr>
            <a:lvl2pPr marL="742950" indent="-285750" eaLnBrk="0" hangingPunct="0">
              <a:spcBef>
                <a:spcPct val="30000"/>
              </a:spcBef>
              <a:defRPr kumimoji="1" sz="1200">
                <a:solidFill>
                  <a:schemeClr val="tx1"/>
                </a:solidFill>
                <a:latin typeface="굴림" pitchFamily="34" charset="-127"/>
                <a:ea typeface="굴림" pitchFamily="34" charset="-127"/>
              </a:defRPr>
            </a:lvl2pPr>
            <a:lvl3pPr marL="1143000" indent="-228600" eaLnBrk="0" hangingPunct="0">
              <a:spcBef>
                <a:spcPct val="30000"/>
              </a:spcBef>
              <a:defRPr kumimoji="1" sz="1200">
                <a:solidFill>
                  <a:schemeClr val="tx1"/>
                </a:solidFill>
                <a:latin typeface="굴림" pitchFamily="34" charset="-127"/>
                <a:ea typeface="굴림" pitchFamily="34" charset="-127"/>
              </a:defRPr>
            </a:lvl3pPr>
            <a:lvl4pPr marL="1600200" indent="-228600" eaLnBrk="0" hangingPunct="0">
              <a:spcBef>
                <a:spcPct val="30000"/>
              </a:spcBef>
              <a:defRPr kumimoji="1" sz="1200">
                <a:solidFill>
                  <a:schemeClr val="tx1"/>
                </a:solidFill>
                <a:latin typeface="굴림" pitchFamily="34" charset="-127"/>
                <a:ea typeface="굴림" pitchFamily="34" charset="-127"/>
              </a:defRPr>
            </a:lvl4pPr>
            <a:lvl5pPr marL="2057400" indent="-228600" eaLnBrk="0" hangingPunct="0">
              <a:spcBef>
                <a:spcPct val="30000"/>
              </a:spcBef>
              <a:defRPr kumimoji="1" sz="1200">
                <a:solidFill>
                  <a:schemeClr val="tx1"/>
                </a:solidFill>
                <a:latin typeface="굴림" pitchFamily="34" charset="-127"/>
                <a:ea typeface="굴림" pitchFamily="34" charset="-127"/>
              </a:defRPr>
            </a:lvl5pPr>
            <a:lvl6pPr marL="25146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6pPr>
            <a:lvl7pPr marL="29718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7pPr>
            <a:lvl8pPr marL="34290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8pPr>
            <a:lvl9pPr marL="38862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9pPr>
          </a:lstStyle>
          <a:p>
            <a:pPr eaLnBrk="1" hangingPunct="1">
              <a:spcBef>
                <a:spcPct val="0"/>
              </a:spcBef>
            </a:pPr>
            <a:fld id="{9EB064D3-437E-414F-B533-28770B32E792}" type="slidenum">
              <a:rPr lang="en-US" altLang="ko-KR" smtClean="0">
                <a:solidFill>
                  <a:srgbClr val="000000"/>
                </a:solidFill>
              </a:rPr>
              <a:pPr eaLnBrk="1" hangingPunct="1">
                <a:spcBef>
                  <a:spcPct val="0"/>
                </a:spcBef>
              </a:pPr>
              <a:t>150</a:t>
            </a:fld>
            <a:endParaRPr lang="en-US" altLang="ko-KR" smtClean="0">
              <a:solidFill>
                <a:srgbClr val="000000"/>
              </a:solidFill>
            </a:endParaRPr>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pitchFamily="34" charset="-127"/>
              <a:ea typeface="굴림" pitchFamily="34" charset="-127"/>
            </a:endParaRPr>
          </a:p>
        </p:txBody>
      </p:sp>
    </p:spTree>
    <p:extLst>
      <p:ext uri="{BB962C8B-B14F-4D97-AF65-F5344CB8AC3E}">
        <p14:creationId xmlns:p14="http://schemas.microsoft.com/office/powerpoint/2010/main" val="376439363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0AED8F5A-A739-4E13-89EE-C2632BD414CB}" type="slidenum">
              <a:rPr lang="en-US" altLang="ko-KR" smtClean="0"/>
              <a:pPr eaLnBrk="1" hangingPunct="1">
                <a:spcBef>
                  <a:spcPct val="0"/>
                </a:spcBef>
              </a:pPr>
              <a:t>151</a:t>
            </a:fld>
            <a:endParaRPr lang="en-US" altLang="ko-KR" smtClean="0"/>
          </a:p>
        </p:txBody>
      </p:sp>
      <p:sp>
        <p:nvSpPr>
          <p:cNvPr id="17411" name="Rectangle 2"/>
          <p:cNvSpPr>
            <a:spLocks noGrp="1" noRot="1" noChangeAspect="1" noChangeArrowheads="1" noTextEdit="1"/>
          </p:cNvSpPr>
          <p:nvPr>
            <p:ph type="sldImg"/>
          </p:nvPr>
        </p:nvSpPr>
        <p:spPr>
          <a:ln/>
        </p:spPr>
      </p:sp>
      <p:sp>
        <p:nvSpPr>
          <p:cNvPr id="174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18594750"/>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10748178-1465-46E8-BB46-31183A632F34}" type="slidenum">
              <a:rPr lang="en-US" altLang="ko-KR" smtClean="0"/>
              <a:pPr eaLnBrk="1" hangingPunct="1">
                <a:spcBef>
                  <a:spcPct val="0"/>
                </a:spcBef>
              </a:pPr>
              <a:t>152</a:t>
            </a:fld>
            <a:endParaRPr lang="en-US" altLang="ko-KR" smtClean="0"/>
          </a:p>
        </p:txBody>
      </p:sp>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69114590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34" charset="-127"/>
                <a:ea typeface="굴림" pitchFamily="34" charset="-127"/>
              </a:defRPr>
            </a:lvl1pPr>
            <a:lvl2pPr marL="742950" indent="-285750" eaLnBrk="0" hangingPunct="0">
              <a:spcBef>
                <a:spcPct val="30000"/>
              </a:spcBef>
              <a:defRPr kumimoji="1" sz="1200">
                <a:solidFill>
                  <a:schemeClr val="tx1"/>
                </a:solidFill>
                <a:latin typeface="굴림" pitchFamily="34" charset="-127"/>
                <a:ea typeface="굴림" pitchFamily="34" charset="-127"/>
              </a:defRPr>
            </a:lvl2pPr>
            <a:lvl3pPr marL="1143000" indent="-228600" eaLnBrk="0" hangingPunct="0">
              <a:spcBef>
                <a:spcPct val="30000"/>
              </a:spcBef>
              <a:defRPr kumimoji="1" sz="1200">
                <a:solidFill>
                  <a:schemeClr val="tx1"/>
                </a:solidFill>
                <a:latin typeface="굴림" pitchFamily="34" charset="-127"/>
                <a:ea typeface="굴림" pitchFamily="34" charset="-127"/>
              </a:defRPr>
            </a:lvl3pPr>
            <a:lvl4pPr marL="1600200" indent="-228600" eaLnBrk="0" hangingPunct="0">
              <a:spcBef>
                <a:spcPct val="30000"/>
              </a:spcBef>
              <a:defRPr kumimoji="1" sz="1200">
                <a:solidFill>
                  <a:schemeClr val="tx1"/>
                </a:solidFill>
                <a:latin typeface="굴림" pitchFamily="34" charset="-127"/>
                <a:ea typeface="굴림" pitchFamily="34" charset="-127"/>
              </a:defRPr>
            </a:lvl4pPr>
            <a:lvl5pPr marL="2057400" indent="-228600" eaLnBrk="0" hangingPunct="0">
              <a:spcBef>
                <a:spcPct val="30000"/>
              </a:spcBef>
              <a:defRPr kumimoji="1" sz="1200">
                <a:solidFill>
                  <a:schemeClr val="tx1"/>
                </a:solidFill>
                <a:latin typeface="굴림" pitchFamily="34" charset="-127"/>
                <a:ea typeface="굴림" pitchFamily="34" charset="-127"/>
              </a:defRPr>
            </a:lvl5pPr>
            <a:lvl6pPr marL="25146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6pPr>
            <a:lvl7pPr marL="29718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7pPr>
            <a:lvl8pPr marL="34290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8pPr>
            <a:lvl9pPr marL="38862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9pPr>
          </a:lstStyle>
          <a:p>
            <a:pPr algn="r" eaLnBrk="1" hangingPunct="1">
              <a:spcBef>
                <a:spcPct val="0"/>
              </a:spcBef>
            </a:pPr>
            <a:fld id="{DD03A950-0E85-4C7E-9615-5696D47D56C9}" type="slidenum">
              <a:rPr lang="en-US" altLang="ko-KR">
                <a:solidFill>
                  <a:srgbClr val="000000"/>
                </a:solidFill>
              </a:rPr>
              <a:pPr algn="r" eaLnBrk="1" hangingPunct="1">
                <a:spcBef>
                  <a:spcPct val="0"/>
                </a:spcBef>
              </a:pPr>
              <a:t>153</a:t>
            </a:fld>
            <a:endParaRPr lang="en-US" altLang="ko-KR">
              <a:solidFill>
                <a:srgbClr val="000000"/>
              </a:solidFill>
            </a:endParaRPr>
          </a:p>
        </p:txBody>
      </p:sp>
      <p:sp>
        <p:nvSpPr>
          <p:cNvPr id="25603" name="Rectangle 2"/>
          <p:cNvSpPr>
            <a:spLocks noGrp="1" noRot="1" noChangeAspect="1" noChangeArrowheads="1" noTextEdit="1"/>
          </p:cNvSpPr>
          <p:nvPr>
            <p:ph type="sldImg"/>
          </p:nvPr>
        </p:nvSpPr>
        <p:spPr>
          <a:ln/>
        </p:spPr>
      </p:sp>
      <p:sp>
        <p:nvSpPr>
          <p:cNvPr id="25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latin typeface="굴림" pitchFamily="34" charset="-127"/>
              <a:ea typeface="굴림" pitchFamily="34" charset="-127"/>
            </a:endParaRPr>
          </a:p>
        </p:txBody>
      </p:sp>
    </p:spTree>
    <p:extLst>
      <p:ext uri="{BB962C8B-B14F-4D97-AF65-F5344CB8AC3E}">
        <p14:creationId xmlns:p14="http://schemas.microsoft.com/office/powerpoint/2010/main" val="1298430146"/>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34" charset="-127"/>
                <a:ea typeface="굴림" pitchFamily="34" charset="-127"/>
              </a:defRPr>
            </a:lvl1pPr>
            <a:lvl2pPr marL="742950" indent="-285750" eaLnBrk="0" hangingPunct="0">
              <a:spcBef>
                <a:spcPct val="30000"/>
              </a:spcBef>
              <a:defRPr kumimoji="1" sz="1200">
                <a:solidFill>
                  <a:schemeClr val="tx1"/>
                </a:solidFill>
                <a:latin typeface="굴림" pitchFamily="34" charset="-127"/>
                <a:ea typeface="굴림" pitchFamily="34" charset="-127"/>
              </a:defRPr>
            </a:lvl2pPr>
            <a:lvl3pPr marL="1143000" indent="-228600" eaLnBrk="0" hangingPunct="0">
              <a:spcBef>
                <a:spcPct val="30000"/>
              </a:spcBef>
              <a:defRPr kumimoji="1" sz="1200">
                <a:solidFill>
                  <a:schemeClr val="tx1"/>
                </a:solidFill>
                <a:latin typeface="굴림" pitchFamily="34" charset="-127"/>
                <a:ea typeface="굴림" pitchFamily="34" charset="-127"/>
              </a:defRPr>
            </a:lvl3pPr>
            <a:lvl4pPr marL="1600200" indent="-228600" eaLnBrk="0" hangingPunct="0">
              <a:spcBef>
                <a:spcPct val="30000"/>
              </a:spcBef>
              <a:defRPr kumimoji="1" sz="1200">
                <a:solidFill>
                  <a:schemeClr val="tx1"/>
                </a:solidFill>
                <a:latin typeface="굴림" pitchFamily="34" charset="-127"/>
                <a:ea typeface="굴림" pitchFamily="34" charset="-127"/>
              </a:defRPr>
            </a:lvl4pPr>
            <a:lvl5pPr marL="2057400" indent="-228600" eaLnBrk="0" hangingPunct="0">
              <a:spcBef>
                <a:spcPct val="30000"/>
              </a:spcBef>
              <a:defRPr kumimoji="1" sz="1200">
                <a:solidFill>
                  <a:schemeClr val="tx1"/>
                </a:solidFill>
                <a:latin typeface="굴림" pitchFamily="34" charset="-127"/>
                <a:ea typeface="굴림" pitchFamily="34" charset="-127"/>
              </a:defRPr>
            </a:lvl5pPr>
            <a:lvl6pPr marL="25146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6pPr>
            <a:lvl7pPr marL="29718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7pPr>
            <a:lvl8pPr marL="34290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8pPr>
            <a:lvl9pPr marL="38862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9pPr>
          </a:lstStyle>
          <a:p>
            <a:pPr algn="r" eaLnBrk="1" hangingPunct="1">
              <a:spcBef>
                <a:spcPct val="0"/>
              </a:spcBef>
            </a:pPr>
            <a:fld id="{79B90A9D-F455-47DF-815A-3411BCC5C4B9}" type="slidenum">
              <a:rPr lang="en-US" altLang="ko-KR">
                <a:solidFill>
                  <a:srgbClr val="000000"/>
                </a:solidFill>
              </a:rPr>
              <a:pPr algn="r" eaLnBrk="1" hangingPunct="1">
                <a:spcBef>
                  <a:spcPct val="0"/>
                </a:spcBef>
              </a:pPr>
              <a:t>154</a:t>
            </a:fld>
            <a:endParaRPr lang="en-US" altLang="ko-KR">
              <a:solidFill>
                <a:srgbClr val="000000"/>
              </a:solidFill>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latin typeface="굴림" pitchFamily="34" charset="-127"/>
              <a:ea typeface="굴림" pitchFamily="34" charset="-127"/>
            </a:endParaRPr>
          </a:p>
        </p:txBody>
      </p:sp>
    </p:spTree>
    <p:extLst>
      <p:ext uri="{BB962C8B-B14F-4D97-AF65-F5344CB8AC3E}">
        <p14:creationId xmlns:p14="http://schemas.microsoft.com/office/powerpoint/2010/main" val="248294524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34" charset="-127"/>
                <a:ea typeface="굴림" pitchFamily="34" charset="-127"/>
              </a:defRPr>
            </a:lvl1pPr>
            <a:lvl2pPr marL="742950" indent="-285750" eaLnBrk="0" hangingPunct="0">
              <a:spcBef>
                <a:spcPct val="30000"/>
              </a:spcBef>
              <a:defRPr kumimoji="1" sz="1200">
                <a:solidFill>
                  <a:schemeClr val="tx1"/>
                </a:solidFill>
                <a:latin typeface="굴림" pitchFamily="34" charset="-127"/>
                <a:ea typeface="굴림" pitchFamily="34" charset="-127"/>
              </a:defRPr>
            </a:lvl2pPr>
            <a:lvl3pPr marL="1143000" indent="-228600" eaLnBrk="0" hangingPunct="0">
              <a:spcBef>
                <a:spcPct val="30000"/>
              </a:spcBef>
              <a:defRPr kumimoji="1" sz="1200">
                <a:solidFill>
                  <a:schemeClr val="tx1"/>
                </a:solidFill>
                <a:latin typeface="굴림" pitchFamily="34" charset="-127"/>
                <a:ea typeface="굴림" pitchFamily="34" charset="-127"/>
              </a:defRPr>
            </a:lvl3pPr>
            <a:lvl4pPr marL="1600200" indent="-228600" eaLnBrk="0" hangingPunct="0">
              <a:spcBef>
                <a:spcPct val="30000"/>
              </a:spcBef>
              <a:defRPr kumimoji="1" sz="1200">
                <a:solidFill>
                  <a:schemeClr val="tx1"/>
                </a:solidFill>
                <a:latin typeface="굴림" pitchFamily="34" charset="-127"/>
                <a:ea typeface="굴림" pitchFamily="34" charset="-127"/>
              </a:defRPr>
            </a:lvl4pPr>
            <a:lvl5pPr marL="2057400" indent="-228600" eaLnBrk="0" hangingPunct="0">
              <a:spcBef>
                <a:spcPct val="30000"/>
              </a:spcBef>
              <a:defRPr kumimoji="1" sz="1200">
                <a:solidFill>
                  <a:schemeClr val="tx1"/>
                </a:solidFill>
                <a:latin typeface="굴림" pitchFamily="34" charset="-127"/>
                <a:ea typeface="굴림" pitchFamily="34" charset="-127"/>
              </a:defRPr>
            </a:lvl5pPr>
            <a:lvl6pPr marL="25146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6pPr>
            <a:lvl7pPr marL="29718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7pPr>
            <a:lvl8pPr marL="34290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8pPr>
            <a:lvl9pPr marL="38862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9pPr>
          </a:lstStyle>
          <a:p>
            <a:pPr eaLnBrk="1" hangingPunct="1">
              <a:spcBef>
                <a:spcPct val="0"/>
              </a:spcBef>
            </a:pPr>
            <a:fld id="{D0025E1B-CFE6-4434-A732-8DEC8588374E}" type="slidenum">
              <a:rPr lang="en-US" altLang="ko-KR" smtClean="0">
                <a:solidFill>
                  <a:srgbClr val="000000"/>
                </a:solidFill>
              </a:rPr>
              <a:pPr eaLnBrk="1" hangingPunct="1">
                <a:spcBef>
                  <a:spcPct val="0"/>
                </a:spcBef>
              </a:pPr>
              <a:t>155</a:t>
            </a:fld>
            <a:endParaRPr lang="en-US" altLang="ko-KR" smtClean="0">
              <a:solidFill>
                <a:srgbClr val="000000"/>
              </a:solidFill>
            </a:endParaRPr>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pitchFamily="34" charset="-127"/>
              <a:ea typeface="굴림" pitchFamily="34" charset="-127"/>
            </a:endParaRPr>
          </a:p>
        </p:txBody>
      </p:sp>
    </p:spTree>
    <p:extLst>
      <p:ext uri="{BB962C8B-B14F-4D97-AF65-F5344CB8AC3E}">
        <p14:creationId xmlns:p14="http://schemas.microsoft.com/office/powerpoint/2010/main" val="3038018498"/>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34" charset="-127"/>
                <a:ea typeface="굴림" pitchFamily="34" charset="-127"/>
              </a:defRPr>
            </a:lvl1pPr>
            <a:lvl2pPr marL="742950" indent="-285750" eaLnBrk="0" hangingPunct="0">
              <a:spcBef>
                <a:spcPct val="30000"/>
              </a:spcBef>
              <a:defRPr kumimoji="1" sz="1200">
                <a:solidFill>
                  <a:schemeClr val="tx1"/>
                </a:solidFill>
                <a:latin typeface="굴림" pitchFamily="34" charset="-127"/>
                <a:ea typeface="굴림" pitchFamily="34" charset="-127"/>
              </a:defRPr>
            </a:lvl2pPr>
            <a:lvl3pPr marL="1143000" indent="-228600" eaLnBrk="0" hangingPunct="0">
              <a:spcBef>
                <a:spcPct val="30000"/>
              </a:spcBef>
              <a:defRPr kumimoji="1" sz="1200">
                <a:solidFill>
                  <a:schemeClr val="tx1"/>
                </a:solidFill>
                <a:latin typeface="굴림" pitchFamily="34" charset="-127"/>
                <a:ea typeface="굴림" pitchFamily="34" charset="-127"/>
              </a:defRPr>
            </a:lvl3pPr>
            <a:lvl4pPr marL="1600200" indent="-228600" eaLnBrk="0" hangingPunct="0">
              <a:spcBef>
                <a:spcPct val="30000"/>
              </a:spcBef>
              <a:defRPr kumimoji="1" sz="1200">
                <a:solidFill>
                  <a:schemeClr val="tx1"/>
                </a:solidFill>
                <a:latin typeface="굴림" pitchFamily="34" charset="-127"/>
                <a:ea typeface="굴림" pitchFamily="34" charset="-127"/>
              </a:defRPr>
            </a:lvl4pPr>
            <a:lvl5pPr marL="2057400" indent="-228600" eaLnBrk="0" hangingPunct="0">
              <a:spcBef>
                <a:spcPct val="30000"/>
              </a:spcBef>
              <a:defRPr kumimoji="1" sz="1200">
                <a:solidFill>
                  <a:schemeClr val="tx1"/>
                </a:solidFill>
                <a:latin typeface="굴림" pitchFamily="34" charset="-127"/>
                <a:ea typeface="굴림" pitchFamily="34" charset="-127"/>
              </a:defRPr>
            </a:lvl5pPr>
            <a:lvl6pPr marL="25146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6pPr>
            <a:lvl7pPr marL="29718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7pPr>
            <a:lvl8pPr marL="34290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8pPr>
            <a:lvl9pPr marL="3886200" indent="-228600" eaLnBrk="0" fontAlgn="base" hangingPunct="0">
              <a:spcBef>
                <a:spcPct val="30000"/>
              </a:spcBef>
              <a:spcAft>
                <a:spcPct val="0"/>
              </a:spcAft>
              <a:defRPr kumimoji="1" sz="1200">
                <a:solidFill>
                  <a:schemeClr val="tx1"/>
                </a:solidFill>
                <a:latin typeface="굴림" pitchFamily="34" charset="-127"/>
                <a:ea typeface="굴림" pitchFamily="34" charset="-127"/>
              </a:defRPr>
            </a:lvl9pPr>
          </a:lstStyle>
          <a:p>
            <a:pPr eaLnBrk="1" hangingPunct="1">
              <a:spcBef>
                <a:spcPct val="0"/>
              </a:spcBef>
            </a:pPr>
            <a:fld id="{8F2ECCB1-AAF6-48B6-ADCF-2CCBB65DDC69}" type="slidenum">
              <a:rPr lang="en-US" altLang="ko-KR" smtClean="0">
                <a:solidFill>
                  <a:srgbClr val="000000"/>
                </a:solidFill>
              </a:rPr>
              <a:pPr eaLnBrk="1" hangingPunct="1">
                <a:spcBef>
                  <a:spcPct val="0"/>
                </a:spcBef>
              </a:pPr>
              <a:t>156</a:t>
            </a:fld>
            <a:endParaRPr lang="en-US" altLang="ko-KR" smtClean="0">
              <a:solidFill>
                <a:srgbClr val="000000"/>
              </a:solidFill>
            </a:endParaRPr>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pitchFamily="34" charset="-127"/>
              <a:ea typeface="굴림" pitchFamily="34" charset="-127"/>
            </a:endParaRPr>
          </a:p>
        </p:txBody>
      </p:sp>
    </p:spTree>
    <p:extLst>
      <p:ext uri="{BB962C8B-B14F-4D97-AF65-F5344CB8AC3E}">
        <p14:creationId xmlns:p14="http://schemas.microsoft.com/office/powerpoint/2010/main" val="46237512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6314F604-EF95-44BE-92A9-DE38231D3470}" type="slidenum">
              <a:rPr lang="en-US" altLang="ko-KR" smtClean="0">
                <a:solidFill>
                  <a:srgbClr val="000000"/>
                </a:solidFill>
              </a:rPr>
              <a:pPr eaLnBrk="1" hangingPunct="1">
                <a:spcBef>
                  <a:spcPct val="0"/>
                </a:spcBef>
              </a:pPr>
              <a:t>157</a:t>
            </a:fld>
            <a:endParaRPr lang="en-US" altLang="ko-KR" smtClean="0">
              <a:solidFill>
                <a:srgbClr val="000000"/>
              </a:solidFill>
            </a:endParaRPr>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2758434187"/>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262823EF-9C7E-4D54-9899-D3A9AA384998}" type="slidenum">
              <a:rPr lang="en-US" altLang="ko-KR" smtClean="0">
                <a:solidFill>
                  <a:srgbClr val="000000"/>
                </a:solidFill>
              </a:rPr>
              <a:pPr eaLnBrk="1" hangingPunct="1">
                <a:spcBef>
                  <a:spcPct val="0"/>
                </a:spcBef>
              </a:pPr>
              <a:t>158</a:t>
            </a:fld>
            <a:endParaRPr lang="en-US" altLang="ko-KR" smtClean="0">
              <a:solidFill>
                <a:srgbClr val="000000"/>
              </a:solidFill>
            </a:endParaRPr>
          </a:p>
        </p:txBody>
      </p:sp>
      <p:sp>
        <p:nvSpPr>
          <p:cNvPr id="21507" name="Rectangle 2"/>
          <p:cNvSpPr>
            <a:spLocks noGrp="1" noRot="1" noChangeAspect="1" noChangeArrowheads="1" noTextEdit="1"/>
          </p:cNvSpPr>
          <p:nvPr>
            <p:ph type="sldImg"/>
          </p:nvPr>
        </p:nvSpPr>
        <p:spPr>
          <a:ln/>
        </p:spPr>
      </p:sp>
      <p:sp>
        <p:nvSpPr>
          <p:cNvPr id="215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005682494"/>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2E2C31A6-15D4-44D7-BCFA-BE7C1D11C8CF}" type="slidenum">
              <a:rPr lang="en-US" altLang="ko-KR" smtClean="0"/>
              <a:pPr eaLnBrk="1" hangingPunct="1">
                <a:spcBef>
                  <a:spcPct val="0"/>
                </a:spcBef>
              </a:pPr>
              <a:t>159</a:t>
            </a:fld>
            <a:endParaRPr lang="en-US" altLang="ko-KR" smtClean="0"/>
          </a:p>
        </p:txBody>
      </p:sp>
      <p:sp>
        <p:nvSpPr>
          <p:cNvPr id="23555" name="Rectangle 2"/>
          <p:cNvSpPr>
            <a:spLocks noGrp="1" noRot="1" noChangeAspect="1" noChangeArrowheads="1" noTextEdit="1"/>
          </p:cNvSpPr>
          <p:nvPr>
            <p:ph type="sldImg"/>
          </p:nvPr>
        </p:nvSpPr>
        <p:spPr>
          <a:ln/>
        </p:spPr>
      </p:sp>
      <p:sp>
        <p:nvSpPr>
          <p:cNvPr id="235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017077154"/>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C7D89557-6C08-4467-93E5-6B579E7ED35B}" type="slidenum">
              <a:rPr lang="en-US" altLang="ko-KR" smtClean="0"/>
              <a:pPr eaLnBrk="1" hangingPunct="1">
                <a:spcBef>
                  <a:spcPct val="0"/>
                </a:spcBef>
              </a:pPr>
              <a:t>160</a:t>
            </a:fld>
            <a:endParaRPr lang="en-US" altLang="ko-KR" smtClean="0"/>
          </a:p>
        </p:txBody>
      </p:sp>
      <p:sp>
        <p:nvSpPr>
          <p:cNvPr id="25603" name="Rectangle 2"/>
          <p:cNvSpPr>
            <a:spLocks noGrp="1" noRot="1" noChangeAspect="1" noChangeArrowheads="1" noTextEdit="1"/>
          </p:cNvSpPr>
          <p:nvPr>
            <p:ph type="sldImg"/>
          </p:nvPr>
        </p:nvSpPr>
        <p:spPr>
          <a:ln/>
        </p:spPr>
      </p:sp>
      <p:sp>
        <p:nvSpPr>
          <p:cNvPr id="25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18879020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5C87A301-AADE-4F4C-A573-D03E7D8BDDDE}" type="slidenum">
              <a:rPr lang="en-US" altLang="ko-KR">
                <a:solidFill>
                  <a:srgbClr val="000000"/>
                </a:solidFill>
              </a:rPr>
              <a:pPr algn="r" eaLnBrk="1" hangingPunct="1">
                <a:spcBef>
                  <a:spcPct val="0"/>
                </a:spcBef>
              </a:pPr>
              <a:t>161</a:t>
            </a:fld>
            <a:endParaRPr lang="en-US" altLang="ko-KR">
              <a:solidFill>
                <a:srgbClr val="000000"/>
              </a:solidFill>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extLst>
      <p:ext uri="{BB962C8B-B14F-4D97-AF65-F5344CB8AC3E}">
        <p14:creationId xmlns:p14="http://schemas.microsoft.com/office/powerpoint/2010/main" val="4233174268"/>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txBox="1">
            <a:spLocks noGrp="1" noChangeArrowheads="1"/>
          </p:cNvSpPr>
          <p:nvPr/>
        </p:nvSpPr>
        <p:spPr bwMode="auto">
          <a:xfrm>
            <a:off x="3885453" y="8686801"/>
            <a:ext cx="2972547" cy="457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algn="r" eaLnBrk="1" hangingPunct="1">
              <a:spcBef>
                <a:spcPct val="0"/>
              </a:spcBef>
            </a:pPr>
            <a:fld id="{9201879B-B0B8-495C-A6BE-22C51F17F3CF}" type="slidenum">
              <a:rPr lang="en-US" altLang="ko-KR">
                <a:solidFill>
                  <a:srgbClr val="000000"/>
                </a:solidFill>
              </a:rPr>
              <a:pPr algn="r" eaLnBrk="1" hangingPunct="1">
                <a:spcBef>
                  <a:spcPct val="0"/>
                </a:spcBef>
              </a:pPr>
              <a:t>162</a:t>
            </a:fld>
            <a:endParaRPr lang="en-US" altLang="ko-KR">
              <a:solidFill>
                <a:srgbClr val="000000"/>
              </a:solidFill>
            </a:endParaRPr>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ko-KR" smtClean="0"/>
          </a:p>
        </p:txBody>
      </p:sp>
    </p:spTree>
    <p:extLst>
      <p:ext uri="{BB962C8B-B14F-4D97-AF65-F5344CB8AC3E}">
        <p14:creationId xmlns:p14="http://schemas.microsoft.com/office/powerpoint/2010/main" val="343243840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12DCB250-D737-4431-818E-69C017FC7E4D}" type="slidenum">
              <a:rPr lang="en-US" altLang="ko-KR" smtClean="0">
                <a:solidFill>
                  <a:srgbClr val="000000"/>
                </a:solidFill>
              </a:rPr>
              <a:pPr eaLnBrk="1" hangingPunct="1">
                <a:spcBef>
                  <a:spcPct val="0"/>
                </a:spcBef>
              </a:pPr>
              <a:t>163</a:t>
            </a:fld>
            <a:endParaRPr lang="en-US" altLang="ko-KR" smtClean="0">
              <a:solidFill>
                <a:srgbClr val="000000"/>
              </a:solidFill>
            </a:endParaRPr>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344557003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pitchFamily="50" charset="-127"/>
                <a:ea typeface="굴림" pitchFamily="50" charset="-127"/>
              </a:defRPr>
            </a:lvl1pPr>
            <a:lvl2pPr marL="742950" indent="-285750" eaLnBrk="0" hangingPunct="0">
              <a:spcBef>
                <a:spcPct val="30000"/>
              </a:spcBef>
              <a:defRPr kumimoji="1" sz="1200">
                <a:solidFill>
                  <a:schemeClr val="tx1"/>
                </a:solidFill>
                <a:latin typeface="굴림" pitchFamily="50" charset="-127"/>
                <a:ea typeface="굴림" pitchFamily="50" charset="-127"/>
              </a:defRPr>
            </a:lvl2pPr>
            <a:lvl3pPr marL="1143000" indent="-228600" eaLnBrk="0" hangingPunct="0">
              <a:spcBef>
                <a:spcPct val="30000"/>
              </a:spcBef>
              <a:defRPr kumimoji="1" sz="1200">
                <a:solidFill>
                  <a:schemeClr val="tx1"/>
                </a:solidFill>
                <a:latin typeface="굴림" pitchFamily="50" charset="-127"/>
                <a:ea typeface="굴림" pitchFamily="50" charset="-127"/>
              </a:defRPr>
            </a:lvl3pPr>
            <a:lvl4pPr marL="1600200" indent="-228600" eaLnBrk="0" hangingPunct="0">
              <a:spcBef>
                <a:spcPct val="30000"/>
              </a:spcBef>
              <a:defRPr kumimoji="1" sz="1200">
                <a:solidFill>
                  <a:schemeClr val="tx1"/>
                </a:solidFill>
                <a:latin typeface="굴림" pitchFamily="50" charset="-127"/>
                <a:ea typeface="굴림" pitchFamily="50" charset="-127"/>
              </a:defRPr>
            </a:lvl4pPr>
            <a:lvl5pPr marL="2057400" indent="-228600" eaLnBrk="0" hangingPunct="0">
              <a:spcBef>
                <a:spcPct val="30000"/>
              </a:spcBef>
              <a:defRPr kumimoji="1" sz="1200">
                <a:solidFill>
                  <a:schemeClr val="tx1"/>
                </a:solidFill>
                <a:latin typeface="굴림" pitchFamily="50" charset="-127"/>
                <a:ea typeface="굴림" pitchFamily="50" charset="-127"/>
              </a:defRPr>
            </a:lvl5pPr>
            <a:lvl6pPr marL="25146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6pPr>
            <a:lvl7pPr marL="29718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7pPr>
            <a:lvl8pPr marL="34290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8pPr>
            <a:lvl9pPr marL="3886200" indent="-228600" eaLnBrk="0" fontAlgn="base" hangingPunct="0">
              <a:spcBef>
                <a:spcPct val="30000"/>
              </a:spcBef>
              <a:spcAft>
                <a:spcPct val="0"/>
              </a:spcAft>
              <a:defRPr kumimoji="1" sz="1200">
                <a:solidFill>
                  <a:schemeClr val="tx1"/>
                </a:solidFill>
                <a:latin typeface="굴림" pitchFamily="50" charset="-127"/>
                <a:ea typeface="굴림" pitchFamily="50" charset="-127"/>
              </a:defRPr>
            </a:lvl9pPr>
          </a:lstStyle>
          <a:p>
            <a:pPr eaLnBrk="1" hangingPunct="1">
              <a:spcBef>
                <a:spcPct val="0"/>
              </a:spcBef>
            </a:pPr>
            <a:fld id="{FE8F2C58-2EFB-40B7-A874-588E0E832A04}" type="slidenum">
              <a:rPr lang="en-US" altLang="ko-KR" smtClean="0">
                <a:solidFill>
                  <a:srgbClr val="000000"/>
                </a:solidFill>
              </a:rPr>
              <a:pPr eaLnBrk="1" hangingPunct="1">
                <a:spcBef>
                  <a:spcPct val="0"/>
                </a:spcBef>
              </a:pPr>
              <a:t>164</a:t>
            </a:fld>
            <a:endParaRPr lang="en-US" altLang="ko-KR" smtClean="0">
              <a:solidFill>
                <a:srgbClr val="000000"/>
              </a:solidFill>
            </a:endParaRPr>
          </a:p>
        </p:txBody>
      </p:sp>
      <p:sp>
        <p:nvSpPr>
          <p:cNvPr id="33795" name="Rectangle 2"/>
          <p:cNvSpPr>
            <a:spLocks noGrp="1" noRot="1" noChangeAspect="1" noChangeArrowheads="1" noTextEdit="1"/>
          </p:cNvSpPr>
          <p:nvPr>
            <p:ph type="sldImg"/>
          </p:nvPr>
        </p:nvSpPr>
        <p:spPr>
          <a:ln/>
        </p:spPr>
      </p:sp>
      <p:sp>
        <p:nvSpPr>
          <p:cNvPr id="337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p>
        </p:txBody>
      </p:sp>
    </p:spTree>
    <p:extLst>
      <p:ext uri="{BB962C8B-B14F-4D97-AF65-F5344CB8AC3E}">
        <p14:creationId xmlns:p14="http://schemas.microsoft.com/office/powerpoint/2010/main" val="4167271949"/>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D20C36C1-A5BA-45BF-8026-0549C0166B33}" type="slidenum">
              <a:rPr lang="en-US" altLang="ko-KR" smtClean="0"/>
              <a:pPr eaLnBrk="1" hangingPunct="1">
                <a:spcBef>
                  <a:spcPct val="0"/>
                </a:spcBef>
              </a:pPr>
              <a:t>165</a:t>
            </a:fld>
            <a:endParaRPr lang="en-US" altLang="ko-KR" smtClean="0"/>
          </a:p>
        </p:txBody>
      </p:sp>
      <p:sp>
        <p:nvSpPr>
          <p:cNvPr id="12291" name="Rectangle 2"/>
          <p:cNvSpPr>
            <a:spLocks noGrp="1" noRot="1" noChangeAspect="1" noChangeArrowheads="1" noTextEdit="1"/>
          </p:cNvSpPr>
          <p:nvPr>
            <p:ph type="sldImg"/>
          </p:nvPr>
        </p:nvSpPr>
        <p:spPr>
          <a:ln/>
        </p:spPr>
      </p:sp>
      <p:sp>
        <p:nvSpPr>
          <p:cNvPr id="122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418033322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E0F7484F-84FD-4BB5-B8B8-FE1998ADC8E2}" type="slidenum">
              <a:rPr lang="en-US" altLang="ko-KR" smtClean="0"/>
              <a:pPr eaLnBrk="1" hangingPunct="1">
                <a:spcBef>
                  <a:spcPct val="0"/>
                </a:spcBef>
              </a:pPr>
              <a:t>166</a:t>
            </a:fld>
            <a:endParaRPr lang="en-US" altLang="ko-KR" smtClean="0"/>
          </a:p>
        </p:txBody>
      </p:sp>
      <p:sp>
        <p:nvSpPr>
          <p:cNvPr id="13315" name="Rectangle 2"/>
          <p:cNvSpPr>
            <a:spLocks noGrp="1" noRot="1" noChangeAspect="1" noChangeArrowheads="1" noTextEdit="1"/>
          </p:cNvSpPr>
          <p:nvPr>
            <p:ph type="sldImg"/>
          </p:nvPr>
        </p:nvSpPr>
        <p:spPr>
          <a:ln/>
        </p:spPr>
      </p:sp>
      <p:sp>
        <p:nvSpPr>
          <p:cNvPr id="133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21203484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E0F7484F-84FD-4BB5-B8B8-FE1998ADC8E2}" type="slidenum">
              <a:rPr lang="en-US" altLang="ko-KR" smtClean="0"/>
              <a:pPr eaLnBrk="1" hangingPunct="1">
                <a:spcBef>
                  <a:spcPct val="0"/>
                </a:spcBef>
              </a:pPr>
              <a:t>167</a:t>
            </a:fld>
            <a:endParaRPr lang="en-US" altLang="ko-KR" smtClean="0"/>
          </a:p>
        </p:txBody>
      </p:sp>
      <p:sp>
        <p:nvSpPr>
          <p:cNvPr id="13315" name="Rectangle 2"/>
          <p:cNvSpPr>
            <a:spLocks noGrp="1" noRot="1" noChangeAspect="1" noChangeArrowheads="1" noTextEdit="1"/>
          </p:cNvSpPr>
          <p:nvPr>
            <p:ph type="sldImg"/>
          </p:nvPr>
        </p:nvSpPr>
        <p:spPr>
          <a:ln/>
        </p:spPr>
      </p:sp>
      <p:sp>
        <p:nvSpPr>
          <p:cNvPr id="133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75960161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E0F7484F-84FD-4BB5-B8B8-FE1998ADC8E2}" type="slidenum">
              <a:rPr lang="en-US" altLang="ko-KR" smtClean="0"/>
              <a:pPr eaLnBrk="1" hangingPunct="1">
                <a:spcBef>
                  <a:spcPct val="0"/>
                </a:spcBef>
              </a:pPr>
              <a:t>168</a:t>
            </a:fld>
            <a:endParaRPr lang="en-US" altLang="ko-KR" smtClean="0"/>
          </a:p>
        </p:txBody>
      </p:sp>
      <p:sp>
        <p:nvSpPr>
          <p:cNvPr id="13315" name="Rectangle 2"/>
          <p:cNvSpPr>
            <a:spLocks noGrp="1" noRot="1" noChangeAspect="1" noChangeArrowheads="1" noTextEdit="1"/>
          </p:cNvSpPr>
          <p:nvPr>
            <p:ph type="sldImg"/>
          </p:nvPr>
        </p:nvSpPr>
        <p:spPr>
          <a:ln/>
        </p:spPr>
      </p:sp>
      <p:sp>
        <p:nvSpPr>
          <p:cNvPr id="133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ko-KR" smtClean="0">
              <a:latin typeface="굴림" charset="-127"/>
              <a:ea typeface="굴림" charset="-127"/>
            </a:endParaRPr>
          </a:p>
        </p:txBody>
      </p:sp>
    </p:spTree>
    <p:extLst>
      <p:ext uri="{BB962C8B-B14F-4D97-AF65-F5344CB8AC3E}">
        <p14:creationId xmlns:p14="http://schemas.microsoft.com/office/powerpoint/2010/main" val="170976181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514350" y="2840585"/>
            <a:ext cx="5829300" cy="1960033"/>
          </a:xfrm>
        </p:spPr>
        <p:txBody>
          <a:bodyPr/>
          <a:lstStyle/>
          <a:p>
            <a:r>
              <a:rPr lang="en-US" smtClean="0"/>
              <a:t>Click to edit Master title style</a:t>
            </a:r>
            <a:endParaRPr lang="en-US"/>
          </a:p>
        </p:txBody>
      </p:sp>
      <p:sp>
        <p:nvSpPr>
          <p:cNvPr id="3" name="Subtitle 2"/>
          <p:cNvSpPr>
            <a:spLocks noGrp="1"/>
          </p:cNvSpPr>
          <p:nvPr>
            <p:ph type="subTitle" idx="1"/>
          </p:nvPr>
        </p:nvSpPr>
        <p:spPr>
          <a:xfrm>
            <a:off x="1028700" y="5181600"/>
            <a:ext cx="4800600" cy="23368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0779384-0B97-41A4-A97E-4B54F55A162C}" type="datetimeFigureOut">
              <a:rPr lang="en-US" smtClean="0"/>
              <a:t>9/18/2023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249888313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0779384-0B97-41A4-A97E-4B54F55A162C}" type="datetimeFigureOut">
              <a:rPr lang="en-US" smtClean="0"/>
              <a:t>9/18/2023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32331443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541735" y="5875867"/>
            <a:ext cx="5829300" cy="1816100"/>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541735" y="3875620"/>
            <a:ext cx="5829300" cy="2000249"/>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A0779384-0B97-41A4-A97E-4B54F55A162C}" type="datetimeFigureOut">
              <a:rPr lang="en-US" smtClean="0"/>
              <a:t>9/18/2023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418438694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342900" y="2133608"/>
            <a:ext cx="3028950" cy="603461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3486150" y="2133608"/>
            <a:ext cx="3028950" cy="603461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A0779384-0B97-41A4-A97E-4B54F55A162C}" type="datetimeFigureOut">
              <a:rPr lang="en-US" smtClean="0"/>
              <a:t>9/18/2023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214100668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342900" y="2046818"/>
            <a:ext cx="3030141" cy="85301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342900" y="2899833"/>
            <a:ext cx="3030141" cy="5268384"/>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3483803" y="2046818"/>
            <a:ext cx="3031331" cy="85301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3483803" y="2899833"/>
            <a:ext cx="3031331" cy="5268384"/>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0779384-0B97-41A4-A97E-4B54F55A162C}" type="datetimeFigureOut">
              <a:rPr lang="en-US" smtClean="0"/>
              <a:t>9/18/2023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19961372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A0779384-0B97-41A4-A97E-4B54F55A162C}" type="datetimeFigureOut">
              <a:rPr lang="en-US" smtClean="0"/>
              <a:t>9/18/2023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4451299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0779384-0B97-41A4-A97E-4B54F55A162C}" type="datetimeFigureOut">
              <a:rPr lang="en-US" smtClean="0"/>
              <a:t>9/18/2023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21372057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42934" y="364070"/>
            <a:ext cx="2256235" cy="154940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2681321" y="364084"/>
            <a:ext cx="3833813" cy="7804151"/>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342934" y="1913467"/>
            <a:ext cx="2256235" cy="6254751"/>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0779384-0B97-41A4-A97E-4B54F55A162C}" type="datetimeFigureOut">
              <a:rPr lang="en-US" smtClean="0"/>
              <a:t>9/18/2023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422962247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344216" y="6400807"/>
            <a:ext cx="4114800" cy="755651"/>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344216" y="81703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344216" y="7156458"/>
            <a:ext cx="4114800" cy="1073149"/>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0779384-0B97-41A4-A97E-4B54F55A162C}" type="datetimeFigureOut">
              <a:rPr lang="en-US" smtClean="0"/>
              <a:t>9/18/2023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294190047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0779384-0B97-41A4-A97E-4B54F55A162C}" type="datetimeFigureOut">
              <a:rPr lang="en-US" smtClean="0"/>
              <a:t>9/18/2023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293650750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72050" y="366185"/>
            <a:ext cx="1543050" cy="7802033"/>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342900" y="366185"/>
            <a:ext cx="4514850" cy="7802033"/>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0779384-0B97-41A4-A97E-4B54F55A162C}" type="datetimeFigureOut">
              <a:rPr lang="en-US" smtClean="0"/>
              <a:t>9/18/2023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FB01DB0-71E0-4C94-B3D9-DB756D7F0F14}" type="slidenum">
              <a:rPr lang="en-US" smtClean="0"/>
              <a:t>‹#›</a:t>
            </a:fld>
            <a:endParaRPr lang="en-US"/>
          </a:p>
        </p:txBody>
      </p:sp>
    </p:spTree>
    <p:extLst>
      <p:ext uri="{BB962C8B-B14F-4D97-AF65-F5344CB8AC3E}">
        <p14:creationId xmlns:p14="http://schemas.microsoft.com/office/powerpoint/2010/main" val="194600059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514350" y="2840038"/>
            <a:ext cx="5829300" cy="1960562"/>
          </a:xfrm>
        </p:spPr>
        <p:txBody>
          <a:bodyPr/>
          <a:lstStyle/>
          <a:p>
            <a:r>
              <a:rPr lang="ko-KR" altLang="en-US" smtClean="0"/>
              <a:t>마스터 제목 스타일 편집</a:t>
            </a:r>
            <a:endParaRPr lang="ko-KR" altLang="en-US"/>
          </a:p>
        </p:txBody>
      </p:sp>
      <p:sp>
        <p:nvSpPr>
          <p:cNvPr id="3" name="부제목 2"/>
          <p:cNvSpPr>
            <a:spLocks noGrp="1"/>
          </p:cNvSpPr>
          <p:nvPr>
            <p:ph type="subTitle" idx="1"/>
          </p:nvPr>
        </p:nvSpPr>
        <p:spPr>
          <a:xfrm>
            <a:off x="1028700" y="5181600"/>
            <a:ext cx="4800600" cy="23368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ko-KR" altLang="en-US" smtClean="0"/>
              <a:t>마스터 부제목 스타일 편집</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739676E-D41E-4EE6-939C-797F9F8653E3}"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37374168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idx="1"/>
          </p:nvPr>
        </p:nvSpPr>
        <p:spPr/>
        <p:txBody>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18D3F1AD-7440-42B4-95D3-F68098391B7B}"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24387420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541338" y="5875338"/>
            <a:ext cx="5829300" cy="1816100"/>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541338" y="3875088"/>
            <a:ext cx="5829300" cy="200025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ko-KR" altLang="en-US" smtClean="0"/>
              <a:t>마스터 텍스트 스타일을 편집합니다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55578AC-9AFC-4F65-9B29-EF4A53DB6A4E}"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41077045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sz="half" idx="1"/>
          </p:nvPr>
        </p:nvSpPr>
        <p:spPr>
          <a:xfrm>
            <a:off x="3429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35052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720EE28-3EB8-46DC-B1CF-6C6F46F56DBB}"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92961089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342900" y="2046288"/>
            <a:ext cx="3030538"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4" name="내용 개체 틀 3"/>
          <p:cNvSpPr>
            <a:spLocks noGrp="1"/>
          </p:cNvSpPr>
          <p:nvPr>
            <p:ph sz="half" idx="2"/>
          </p:nvPr>
        </p:nvSpPr>
        <p:spPr>
          <a:xfrm>
            <a:off x="342900" y="2900381"/>
            <a:ext cx="3030538"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3484599" y="2046288"/>
            <a:ext cx="3030537"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3484599" y="2900381"/>
            <a:ext cx="3030537"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58183CD8-B7B5-47D3-BA4D-9C3F0A7E388F}"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00927553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03153015-DC82-4941-8A8E-DBBAE3B8E889}"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71645078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93E339B3-0578-479E-B908-79658339E31C}"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99923683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342900" y="363542"/>
            <a:ext cx="2255838" cy="1549400"/>
          </a:xfrm>
        </p:spPr>
        <p:txBody>
          <a:bodyPr anchor="b"/>
          <a:lstStyle>
            <a:lvl1pPr algn="l">
              <a:defRPr sz="2000" b="1"/>
            </a:lvl1pPr>
          </a:lstStyle>
          <a:p>
            <a:r>
              <a:rPr lang="ko-KR" altLang="en-US" smtClean="0"/>
              <a:t>마스터 제목 스타일 편집</a:t>
            </a:r>
            <a:endParaRPr lang="ko-KR" altLang="en-US"/>
          </a:p>
        </p:txBody>
      </p:sp>
      <p:sp>
        <p:nvSpPr>
          <p:cNvPr id="3" name="내용 개체 틀 2"/>
          <p:cNvSpPr>
            <a:spLocks noGrp="1"/>
          </p:cNvSpPr>
          <p:nvPr>
            <p:ph idx="1"/>
          </p:nvPr>
        </p:nvSpPr>
        <p:spPr>
          <a:xfrm>
            <a:off x="2681288" y="363538"/>
            <a:ext cx="3833812" cy="780415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텍스트 개체 틀 3"/>
          <p:cNvSpPr>
            <a:spLocks noGrp="1"/>
          </p:cNvSpPr>
          <p:nvPr>
            <p:ph type="body" sz="half" idx="2"/>
          </p:nvPr>
        </p:nvSpPr>
        <p:spPr>
          <a:xfrm>
            <a:off x="342900" y="1912943"/>
            <a:ext cx="2255838" cy="62547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8145695-D1FE-46A3-A4C9-0F0A0C6F5D61}"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14908419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1344613" y="6400801"/>
            <a:ext cx="4114800" cy="755650"/>
          </a:xfrm>
        </p:spPr>
        <p:txBody>
          <a:bodyPr anchor="b"/>
          <a:lstStyle>
            <a:lvl1pPr algn="l">
              <a:defRPr sz="2000" b="1"/>
            </a:lvl1pPr>
          </a:lstStyle>
          <a:p>
            <a:r>
              <a:rPr lang="ko-KR" altLang="en-US" smtClean="0"/>
              <a:t>마스터 제목 스타일 편집</a:t>
            </a:r>
            <a:endParaRPr lang="ko-KR" altLang="en-US"/>
          </a:p>
        </p:txBody>
      </p:sp>
      <p:sp>
        <p:nvSpPr>
          <p:cNvPr id="3" name="그림 개체 틀 2"/>
          <p:cNvSpPr>
            <a:spLocks noGrp="1"/>
          </p:cNvSpPr>
          <p:nvPr>
            <p:ph type="pic" idx="1"/>
          </p:nvPr>
        </p:nvSpPr>
        <p:spPr>
          <a:xfrm>
            <a:off x="1344613" y="81756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ko-KR" altLang="en-US" noProof="0" smtClean="0"/>
          </a:p>
        </p:txBody>
      </p:sp>
      <p:sp>
        <p:nvSpPr>
          <p:cNvPr id="4" name="텍스트 개체 틀 3"/>
          <p:cNvSpPr>
            <a:spLocks noGrp="1"/>
          </p:cNvSpPr>
          <p:nvPr>
            <p:ph type="body" sz="half" idx="2"/>
          </p:nvPr>
        </p:nvSpPr>
        <p:spPr>
          <a:xfrm>
            <a:off x="1344613" y="7156451"/>
            <a:ext cx="4114800" cy="10731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FD23970-9FA6-43B1-A9BE-DA93B055D757}"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51979245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8B3BF3D-7433-4EC0-A9E2-F48A8FB92A92}"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60817866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4972050" y="366713"/>
            <a:ext cx="1543050" cy="7800975"/>
          </a:xfrm>
        </p:spPr>
        <p:txBody>
          <a:bodyPr vert="eaVert"/>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a:xfrm>
            <a:off x="342900" y="366713"/>
            <a:ext cx="4476750" cy="7800975"/>
          </a:xfrm>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6A02BEC4-1ED1-48A9-A91D-62581B94E0A5}"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45864933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514350" y="2840038"/>
            <a:ext cx="5829300" cy="1960562"/>
          </a:xfrm>
        </p:spPr>
        <p:txBody>
          <a:bodyPr/>
          <a:lstStyle/>
          <a:p>
            <a:r>
              <a:rPr lang="ko-KR" altLang="en-US" smtClean="0"/>
              <a:t>마스터 제목 스타일 편집</a:t>
            </a:r>
            <a:endParaRPr lang="ko-KR" altLang="en-US"/>
          </a:p>
        </p:txBody>
      </p:sp>
      <p:sp>
        <p:nvSpPr>
          <p:cNvPr id="3" name="부제목 2"/>
          <p:cNvSpPr>
            <a:spLocks noGrp="1"/>
          </p:cNvSpPr>
          <p:nvPr>
            <p:ph type="subTitle" idx="1"/>
          </p:nvPr>
        </p:nvSpPr>
        <p:spPr>
          <a:xfrm>
            <a:off x="1028700" y="5181600"/>
            <a:ext cx="4800600" cy="23368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ko-KR" altLang="en-US" smtClean="0"/>
              <a:t>마스터 부제목 스타일 편집</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E0F60C0-20D7-40D7-9443-26A1CEB55124}"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0876730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idx="1"/>
          </p:nvPr>
        </p:nvSpPr>
        <p:spPr/>
        <p:txBody>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F98DE47-0447-4479-829B-B0BB24E9C811}"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415034028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541338" y="5875338"/>
            <a:ext cx="5829300" cy="1816100"/>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541338" y="3875088"/>
            <a:ext cx="5829300" cy="200025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ko-KR" altLang="en-US" smtClean="0"/>
              <a:t>마스터 텍스트 스타일을 편집합니다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E913DA9-94DC-44AA-8906-E6C3D6A3E551}"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01511112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sz="half" idx="1"/>
          </p:nvPr>
        </p:nvSpPr>
        <p:spPr>
          <a:xfrm>
            <a:off x="3429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35052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540AC10-B8D1-4759-A05E-0E8E5507C9C7}"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6370845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342900" y="2046288"/>
            <a:ext cx="3030538"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4" name="내용 개체 틀 3"/>
          <p:cNvSpPr>
            <a:spLocks noGrp="1"/>
          </p:cNvSpPr>
          <p:nvPr>
            <p:ph sz="half" idx="2"/>
          </p:nvPr>
        </p:nvSpPr>
        <p:spPr>
          <a:xfrm>
            <a:off x="342900" y="2900378"/>
            <a:ext cx="3030538"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3484593" y="2046288"/>
            <a:ext cx="3030537"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3484593" y="2900378"/>
            <a:ext cx="3030537"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F342F4A6-A4EC-42A3-90BE-2C2F82920ADD}"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5537264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2DA66726-7FEB-47D2-ABD9-B1AB9A85F518}"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51842438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D3F9B3D6-31AB-4AA6-9489-691FAEDE5CD3}"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98817096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342900" y="363542"/>
            <a:ext cx="2255838" cy="1549400"/>
          </a:xfrm>
        </p:spPr>
        <p:txBody>
          <a:bodyPr anchor="b"/>
          <a:lstStyle>
            <a:lvl1pPr algn="l">
              <a:defRPr sz="2000" b="1"/>
            </a:lvl1pPr>
          </a:lstStyle>
          <a:p>
            <a:r>
              <a:rPr lang="ko-KR" altLang="en-US" smtClean="0"/>
              <a:t>마스터 제목 스타일 편집</a:t>
            </a:r>
            <a:endParaRPr lang="ko-KR" altLang="en-US"/>
          </a:p>
        </p:txBody>
      </p:sp>
      <p:sp>
        <p:nvSpPr>
          <p:cNvPr id="3" name="내용 개체 틀 2"/>
          <p:cNvSpPr>
            <a:spLocks noGrp="1"/>
          </p:cNvSpPr>
          <p:nvPr>
            <p:ph idx="1"/>
          </p:nvPr>
        </p:nvSpPr>
        <p:spPr>
          <a:xfrm>
            <a:off x="2681288" y="363538"/>
            <a:ext cx="3833812" cy="780415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텍스트 개체 틀 3"/>
          <p:cNvSpPr>
            <a:spLocks noGrp="1"/>
          </p:cNvSpPr>
          <p:nvPr>
            <p:ph type="body" sz="half" idx="2"/>
          </p:nvPr>
        </p:nvSpPr>
        <p:spPr>
          <a:xfrm>
            <a:off x="342900" y="1912943"/>
            <a:ext cx="2255838" cy="62547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B829027-B9BB-425C-9812-64D2CDE7CDB7}"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78813018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1344613" y="6400801"/>
            <a:ext cx="4114800" cy="755650"/>
          </a:xfrm>
        </p:spPr>
        <p:txBody>
          <a:bodyPr anchor="b"/>
          <a:lstStyle>
            <a:lvl1pPr algn="l">
              <a:defRPr sz="2000" b="1"/>
            </a:lvl1pPr>
          </a:lstStyle>
          <a:p>
            <a:r>
              <a:rPr lang="ko-KR" altLang="en-US" smtClean="0"/>
              <a:t>마스터 제목 스타일 편집</a:t>
            </a:r>
            <a:endParaRPr lang="ko-KR" altLang="en-US"/>
          </a:p>
        </p:txBody>
      </p:sp>
      <p:sp>
        <p:nvSpPr>
          <p:cNvPr id="3" name="그림 개체 틀 2"/>
          <p:cNvSpPr>
            <a:spLocks noGrp="1"/>
          </p:cNvSpPr>
          <p:nvPr>
            <p:ph type="pic" idx="1"/>
          </p:nvPr>
        </p:nvSpPr>
        <p:spPr>
          <a:xfrm>
            <a:off x="1344613" y="81756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ko-KR" altLang="en-US" noProof="0" smtClean="0"/>
          </a:p>
        </p:txBody>
      </p:sp>
      <p:sp>
        <p:nvSpPr>
          <p:cNvPr id="4" name="텍스트 개체 틀 3"/>
          <p:cNvSpPr>
            <a:spLocks noGrp="1"/>
          </p:cNvSpPr>
          <p:nvPr>
            <p:ph type="body" sz="half" idx="2"/>
          </p:nvPr>
        </p:nvSpPr>
        <p:spPr>
          <a:xfrm>
            <a:off x="1344613" y="7156451"/>
            <a:ext cx="4114800" cy="10731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6177878B-08D5-440B-A457-EB219E94EC72}"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0114790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2D5B923-0A01-4CB4-9DCD-86B594527B61}"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61969901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4972050" y="366713"/>
            <a:ext cx="1543050" cy="7800975"/>
          </a:xfrm>
        </p:spPr>
        <p:txBody>
          <a:bodyPr vert="eaVert"/>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a:xfrm>
            <a:off x="342900" y="366713"/>
            <a:ext cx="4476750" cy="7800975"/>
          </a:xfrm>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6647E07-97AD-49A1-862B-390B9EBD7EA4}"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54509291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514350" y="2840038"/>
            <a:ext cx="5829300" cy="1960562"/>
          </a:xfrm>
        </p:spPr>
        <p:txBody>
          <a:bodyPr/>
          <a:lstStyle/>
          <a:p>
            <a:r>
              <a:rPr lang="ko-KR" altLang="en-US" smtClean="0"/>
              <a:t>마스터 제목 스타일 편집</a:t>
            </a:r>
            <a:endParaRPr lang="ko-KR" altLang="en-US"/>
          </a:p>
        </p:txBody>
      </p:sp>
      <p:sp>
        <p:nvSpPr>
          <p:cNvPr id="3" name="부제목 2"/>
          <p:cNvSpPr>
            <a:spLocks noGrp="1"/>
          </p:cNvSpPr>
          <p:nvPr>
            <p:ph type="subTitle" idx="1"/>
          </p:nvPr>
        </p:nvSpPr>
        <p:spPr>
          <a:xfrm>
            <a:off x="1028700" y="5181600"/>
            <a:ext cx="4800600" cy="23368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ko-KR" altLang="en-US" smtClean="0"/>
              <a:t>마스터 부제목 스타일 편집</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4B86DFD-BC2D-454C-AE05-A8BCA1906342}"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35526042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idx="1"/>
          </p:nvPr>
        </p:nvSpPr>
        <p:spPr/>
        <p:txBody>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F3F2CB6-B0DE-4264-9DBA-89B6BE60E121}"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51102720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541338" y="5875338"/>
            <a:ext cx="5829300" cy="1816100"/>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541338" y="3875088"/>
            <a:ext cx="5829300" cy="200025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ko-KR" altLang="en-US" smtClean="0"/>
              <a:t>마스터 텍스트 스타일을 편집합니다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8BC42E3-9D44-432F-B8AF-5D22BC74C550}"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415247004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sz="half" idx="1"/>
          </p:nvPr>
        </p:nvSpPr>
        <p:spPr>
          <a:xfrm>
            <a:off x="3429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35052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0782BE3-C2EE-4D22-B2DC-A98111EF8440}"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98238274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342900" y="2046288"/>
            <a:ext cx="3030538"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4" name="내용 개체 틀 3"/>
          <p:cNvSpPr>
            <a:spLocks noGrp="1"/>
          </p:cNvSpPr>
          <p:nvPr>
            <p:ph sz="half" idx="2"/>
          </p:nvPr>
        </p:nvSpPr>
        <p:spPr>
          <a:xfrm>
            <a:off x="342900" y="2900373"/>
            <a:ext cx="3030538"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3484583" y="2046288"/>
            <a:ext cx="3030537"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3484583" y="2900373"/>
            <a:ext cx="3030537"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45997922-8E84-4CFA-9374-114C45B1D7DC}"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7088851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50AC4176-B1B9-4E0A-AECE-552B18BAABCE}"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30573445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55B15C96-60D1-45ED-B0A4-93D8C0EFCBB8}"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9291426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342900" y="363542"/>
            <a:ext cx="2255838" cy="1549400"/>
          </a:xfrm>
        </p:spPr>
        <p:txBody>
          <a:bodyPr anchor="b"/>
          <a:lstStyle>
            <a:lvl1pPr algn="l">
              <a:defRPr sz="2000" b="1"/>
            </a:lvl1pPr>
          </a:lstStyle>
          <a:p>
            <a:r>
              <a:rPr lang="ko-KR" altLang="en-US" smtClean="0"/>
              <a:t>마스터 제목 스타일 편집</a:t>
            </a:r>
            <a:endParaRPr lang="ko-KR" altLang="en-US"/>
          </a:p>
        </p:txBody>
      </p:sp>
      <p:sp>
        <p:nvSpPr>
          <p:cNvPr id="3" name="내용 개체 틀 2"/>
          <p:cNvSpPr>
            <a:spLocks noGrp="1"/>
          </p:cNvSpPr>
          <p:nvPr>
            <p:ph idx="1"/>
          </p:nvPr>
        </p:nvSpPr>
        <p:spPr>
          <a:xfrm>
            <a:off x="2681288" y="363538"/>
            <a:ext cx="3833812" cy="780415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텍스트 개체 틀 3"/>
          <p:cNvSpPr>
            <a:spLocks noGrp="1"/>
          </p:cNvSpPr>
          <p:nvPr>
            <p:ph type="body" sz="half" idx="2"/>
          </p:nvPr>
        </p:nvSpPr>
        <p:spPr>
          <a:xfrm>
            <a:off x="342900" y="1912943"/>
            <a:ext cx="2255838" cy="62547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FDB4E053-354B-4E6D-A156-05745E340BBF}"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15940995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1344613" y="6400801"/>
            <a:ext cx="4114800" cy="755650"/>
          </a:xfrm>
        </p:spPr>
        <p:txBody>
          <a:bodyPr anchor="b"/>
          <a:lstStyle>
            <a:lvl1pPr algn="l">
              <a:defRPr sz="2000" b="1"/>
            </a:lvl1pPr>
          </a:lstStyle>
          <a:p>
            <a:r>
              <a:rPr lang="ko-KR" altLang="en-US" smtClean="0"/>
              <a:t>마스터 제목 스타일 편집</a:t>
            </a:r>
            <a:endParaRPr lang="ko-KR" altLang="en-US"/>
          </a:p>
        </p:txBody>
      </p:sp>
      <p:sp>
        <p:nvSpPr>
          <p:cNvPr id="3" name="그림 개체 틀 2"/>
          <p:cNvSpPr>
            <a:spLocks noGrp="1"/>
          </p:cNvSpPr>
          <p:nvPr>
            <p:ph type="pic" idx="1"/>
          </p:nvPr>
        </p:nvSpPr>
        <p:spPr>
          <a:xfrm>
            <a:off x="1344613" y="81756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ko-KR" altLang="en-US" noProof="0" smtClean="0"/>
          </a:p>
        </p:txBody>
      </p:sp>
      <p:sp>
        <p:nvSpPr>
          <p:cNvPr id="4" name="텍스트 개체 틀 3"/>
          <p:cNvSpPr>
            <a:spLocks noGrp="1"/>
          </p:cNvSpPr>
          <p:nvPr>
            <p:ph type="body" sz="half" idx="2"/>
          </p:nvPr>
        </p:nvSpPr>
        <p:spPr>
          <a:xfrm>
            <a:off x="1344613" y="7156451"/>
            <a:ext cx="4114800" cy="10731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D3115B8E-B8D8-4CDD-8733-F3C38EBB0C12}"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67374738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C0FBBEC-DB63-4965-87E9-D796A4128DB2}"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40077037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4972050" y="366713"/>
            <a:ext cx="1543050" cy="7800975"/>
          </a:xfrm>
        </p:spPr>
        <p:txBody>
          <a:bodyPr vert="eaVert"/>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a:xfrm>
            <a:off x="342900" y="366713"/>
            <a:ext cx="4476750" cy="7800975"/>
          </a:xfrm>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E7187E8-0491-456F-8271-DC6FD655139A}"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04038014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514350" y="2840038"/>
            <a:ext cx="5829300" cy="1960562"/>
          </a:xfrm>
        </p:spPr>
        <p:txBody>
          <a:bodyPr/>
          <a:lstStyle/>
          <a:p>
            <a:r>
              <a:rPr lang="ko-KR" altLang="en-US" smtClean="0"/>
              <a:t>마스터 제목 스타일 편집</a:t>
            </a:r>
            <a:endParaRPr lang="ko-KR" altLang="en-US"/>
          </a:p>
        </p:txBody>
      </p:sp>
      <p:sp>
        <p:nvSpPr>
          <p:cNvPr id="3" name="부제목 2"/>
          <p:cNvSpPr>
            <a:spLocks noGrp="1"/>
          </p:cNvSpPr>
          <p:nvPr>
            <p:ph type="subTitle" idx="1"/>
          </p:nvPr>
        </p:nvSpPr>
        <p:spPr>
          <a:xfrm>
            <a:off x="1028700" y="5181600"/>
            <a:ext cx="4800600" cy="23368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ko-KR" altLang="en-US" smtClean="0"/>
              <a:t>마스터 부제목 스타일 편집</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6" name="Rectangle 6"/>
          <p:cNvSpPr>
            <a:spLocks noGrp="1" noChangeArrowheads="1"/>
          </p:cNvSpPr>
          <p:nvPr>
            <p:ph type="sldNum" sz="quarter" idx="12"/>
          </p:nvPr>
        </p:nvSpPr>
        <p:spPr>
          <a:ln/>
        </p:spPr>
        <p:txBody>
          <a:bodyPr/>
          <a:lstStyle>
            <a:lvl1pPr>
              <a:defRPr/>
            </a:lvl1pPr>
          </a:lstStyle>
          <a:p>
            <a:pPr>
              <a:defRPr/>
            </a:pPr>
            <a:fld id="{B4891CB4-DDDD-4274-B48B-BAAB06B072E2}" type="slidenum">
              <a:rPr lang="en-US" altLang="ko-KR"/>
              <a:pPr>
                <a:defRPr/>
              </a:pPr>
              <a:t>‹#›</a:t>
            </a:fld>
            <a:endParaRPr lang="en-US" altLang="ko-KR"/>
          </a:p>
        </p:txBody>
      </p:sp>
    </p:spTree>
    <p:extLst>
      <p:ext uri="{BB962C8B-B14F-4D97-AF65-F5344CB8AC3E}">
        <p14:creationId xmlns:p14="http://schemas.microsoft.com/office/powerpoint/2010/main" val="366636137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idx="1"/>
          </p:nvPr>
        </p:nvSpPr>
        <p:spPr/>
        <p:txBody>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6" name="Rectangle 6"/>
          <p:cNvSpPr>
            <a:spLocks noGrp="1" noChangeArrowheads="1"/>
          </p:cNvSpPr>
          <p:nvPr>
            <p:ph type="sldNum" sz="quarter" idx="12"/>
          </p:nvPr>
        </p:nvSpPr>
        <p:spPr>
          <a:ln/>
        </p:spPr>
        <p:txBody>
          <a:bodyPr/>
          <a:lstStyle>
            <a:lvl1pPr>
              <a:defRPr/>
            </a:lvl1pPr>
          </a:lstStyle>
          <a:p>
            <a:pPr>
              <a:defRPr/>
            </a:pPr>
            <a:fld id="{73450693-A330-4B13-B908-CAF446AA6631}" type="slidenum">
              <a:rPr lang="en-US" altLang="ko-KR"/>
              <a:pPr>
                <a:defRPr/>
              </a:pPr>
              <a:t>‹#›</a:t>
            </a:fld>
            <a:endParaRPr lang="en-US" altLang="ko-KR"/>
          </a:p>
        </p:txBody>
      </p:sp>
    </p:spTree>
    <p:extLst>
      <p:ext uri="{BB962C8B-B14F-4D97-AF65-F5344CB8AC3E}">
        <p14:creationId xmlns:p14="http://schemas.microsoft.com/office/powerpoint/2010/main" val="167034913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541338" y="5875338"/>
            <a:ext cx="5829300" cy="1816100"/>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541338" y="3875088"/>
            <a:ext cx="5829300" cy="200025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ko-KR" altLang="en-US" smtClean="0"/>
              <a:t>마스터 텍스트 스타일을 편집합니다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6" name="Rectangle 6"/>
          <p:cNvSpPr>
            <a:spLocks noGrp="1" noChangeArrowheads="1"/>
          </p:cNvSpPr>
          <p:nvPr>
            <p:ph type="sldNum" sz="quarter" idx="12"/>
          </p:nvPr>
        </p:nvSpPr>
        <p:spPr>
          <a:ln/>
        </p:spPr>
        <p:txBody>
          <a:bodyPr/>
          <a:lstStyle>
            <a:lvl1pPr>
              <a:defRPr/>
            </a:lvl1pPr>
          </a:lstStyle>
          <a:p>
            <a:pPr>
              <a:defRPr/>
            </a:pPr>
            <a:fld id="{D1B0180C-1730-4524-A048-D97E8306AC74}" type="slidenum">
              <a:rPr lang="en-US" altLang="ko-KR"/>
              <a:pPr>
                <a:defRPr/>
              </a:pPr>
              <a:t>‹#›</a:t>
            </a:fld>
            <a:endParaRPr lang="en-US" altLang="ko-KR"/>
          </a:p>
        </p:txBody>
      </p:sp>
    </p:spTree>
    <p:extLst>
      <p:ext uri="{BB962C8B-B14F-4D97-AF65-F5344CB8AC3E}">
        <p14:creationId xmlns:p14="http://schemas.microsoft.com/office/powerpoint/2010/main" val="426673812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sz="half" idx="1"/>
          </p:nvPr>
        </p:nvSpPr>
        <p:spPr>
          <a:xfrm>
            <a:off x="3429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3505200" y="2133602"/>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7" name="Rectangle 6"/>
          <p:cNvSpPr>
            <a:spLocks noGrp="1" noChangeArrowheads="1"/>
          </p:cNvSpPr>
          <p:nvPr>
            <p:ph type="sldNum" sz="quarter" idx="12"/>
          </p:nvPr>
        </p:nvSpPr>
        <p:spPr>
          <a:ln/>
        </p:spPr>
        <p:txBody>
          <a:bodyPr/>
          <a:lstStyle>
            <a:lvl1pPr>
              <a:defRPr/>
            </a:lvl1pPr>
          </a:lstStyle>
          <a:p>
            <a:pPr>
              <a:defRPr/>
            </a:pPr>
            <a:fld id="{6C2E2588-43DC-4F9B-A085-635F1BA62325}" type="slidenum">
              <a:rPr lang="en-US" altLang="ko-KR"/>
              <a:pPr>
                <a:defRPr/>
              </a:pPr>
              <a:t>‹#›</a:t>
            </a:fld>
            <a:endParaRPr lang="en-US" altLang="ko-KR"/>
          </a:p>
        </p:txBody>
      </p:sp>
    </p:spTree>
    <p:extLst>
      <p:ext uri="{BB962C8B-B14F-4D97-AF65-F5344CB8AC3E}">
        <p14:creationId xmlns:p14="http://schemas.microsoft.com/office/powerpoint/2010/main" val="110145446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342900" y="2046288"/>
            <a:ext cx="3030538"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4" name="내용 개체 틀 3"/>
          <p:cNvSpPr>
            <a:spLocks noGrp="1"/>
          </p:cNvSpPr>
          <p:nvPr>
            <p:ph sz="half" idx="2"/>
          </p:nvPr>
        </p:nvSpPr>
        <p:spPr>
          <a:xfrm>
            <a:off x="342900" y="2900371"/>
            <a:ext cx="3030538"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3484579" y="2046288"/>
            <a:ext cx="3030537"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3484579" y="2900371"/>
            <a:ext cx="3030537"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9" name="Rectangle 6"/>
          <p:cNvSpPr>
            <a:spLocks noGrp="1" noChangeArrowheads="1"/>
          </p:cNvSpPr>
          <p:nvPr>
            <p:ph type="sldNum" sz="quarter" idx="12"/>
          </p:nvPr>
        </p:nvSpPr>
        <p:spPr>
          <a:ln/>
        </p:spPr>
        <p:txBody>
          <a:bodyPr/>
          <a:lstStyle>
            <a:lvl1pPr>
              <a:defRPr/>
            </a:lvl1pPr>
          </a:lstStyle>
          <a:p>
            <a:pPr>
              <a:defRPr/>
            </a:pPr>
            <a:fld id="{6A8D7F7E-07A9-4852-8EA4-45B53B08355B}" type="slidenum">
              <a:rPr lang="en-US" altLang="ko-KR"/>
              <a:pPr>
                <a:defRPr/>
              </a:pPr>
              <a:t>‹#›</a:t>
            </a:fld>
            <a:endParaRPr lang="en-US" altLang="ko-KR"/>
          </a:p>
        </p:txBody>
      </p:sp>
    </p:spTree>
    <p:extLst>
      <p:ext uri="{BB962C8B-B14F-4D97-AF65-F5344CB8AC3E}">
        <p14:creationId xmlns:p14="http://schemas.microsoft.com/office/powerpoint/2010/main" val="53790997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5" name="Rectangle 6"/>
          <p:cNvSpPr>
            <a:spLocks noGrp="1" noChangeArrowheads="1"/>
          </p:cNvSpPr>
          <p:nvPr>
            <p:ph type="sldNum" sz="quarter" idx="12"/>
          </p:nvPr>
        </p:nvSpPr>
        <p:spPr>
          <a:ln/>
        </p:spPr>
        <p:txBody>
          <a:bodyPr/>
          <a:lstStyle>
            <a:lvl1pPr>
              <a:defRPr/>
            </a:lvl1pPr>
          </a:lstStyle>
          <a:p>
            <a:pPr>
              <a:defRPr/>
            </a:pPr>
            <a:fld id="{9140733D-9ECF-46A6-948D-182F78D888B0}" type="slidenum">
              <a:rPr lang="en-US" altLang="ko-KR"/>
              <a:pPr>
                <a:defRPr/>
              </a:pPr>
              <a:t>‹#›</a:t>
            </a:fld>
            <a:endParaRPr lang="en-US" altLang="ko-KR"/>
          </a:p>
        </p:txBody>
      </p:sp>
    </p:spTree>
    <p:extLst>
      <p:ext uri="{BB962C8B-B14F-4D97-AF65-F5344CB8AC3E}">
        <p14:creationId xmlns:p14="http://schemas.microsoft.com/office/powerpoint/2010/main" val="192411367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4" name="Rectangle 6"/>
          <p:cNvSpPr>
            <a:spLocks noGrp="1" noChangeArrowheads="1"/>
          </p:cNvSpPr>
          <p:nvPr>
            <p:ph type="sldNum" sz="quarter" idx="12"/>
          </p:nvPr>
        </p:nvSpPr>
        <p:spPr>
          <a:ln/>
        </p:spPr>
        <p:txBody>
          <a:bodyPr/>
          <a:lstStyle>
            <a:lvl1pPr>
              <a:defRPr/>
            </a:lvl1pPr>
          </a:lstStyle>
          <a:p>
            <a:pPr>
              <a:defRPr/>
            </a:pPr>
            <a:fld id="{00F634BB-ED5A-4DF0-81FB-4AEAAAB7B9E1}" type="slidenum">
              <a:rPr lang="en-US" altLang="ko-KR"/>
              <a:pPr>
                <a:defRPr/>
              </a:pPr>
              <a:t>‹#›</a:t>
            </a:fld>
            <a:endParaRPr lang="en-US" altLang="ko-KR"/>
          </a:p>
        </p:txBody>
      </p:sp>
    </p:spTree>
    <p:extLst>
      <p:ext uri="{BB962C8B-B14F-4D97-AF65-F5344CB8AC3E}">
        <p14:creationId xmlns:p14="http://schemas.microsoft.com/office/powerpoint/2010/main" val="34538905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342900" y="363542"/>
            <a:ext cx="2255838" cy="1549400"/>
          </a:xfrm>
        </p:spPr>
        <p:txBody>
          <a:bodyPr anchor="b"/>
          <a:lstStyle>
            <a:lvl1pPr algn="l">
              <a:defRPr sz="2000" b="1"/>
            </a:lvl1pPr>
          </a:lstStyle>
          <a:p>
            <a:r>
              <a:rPr lang="ko-KR" altLang="en-US" smtClean="0"/>
              <a:t>마스터 제목 스타일 편집</a:t>
            </a:r>
            <a:endParaRPr lang="ko-KR" altLang="en-US"/>
          </a:p>
        </p:txBody>
      </p:sp>
      <p:sp>
        <p:nvSpPr>
          <p:cNvPr id="3" name="내용 개체 틀 2"/>
          <p:cNvSpPr>
            <a:spLocks noGrp="1"/>
          </p:cNvSpPr>
          <p:nvPr>
            <p:ph idx="1"/>
          </p:nvPr>
        </p:nvSpPr>
        <p:spPr>
          <a:xfrm>
            <a:off x="2681288" y="363538"/>
            <a:ext cx="3833812" cy="780415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텍스트 개체 틀 3"/>
          <p:cNvSpPr>
            <a:spLocks noGrp="1"/>
          </p:cNvSpPr>
          <p:nvPr>
            <p:ph type="body" sz="half" idx="2"/>
          </p:nvPr>
        </p:nvSpPr>
        <p:spPr>
          <a:xfrm>
            <a:off x="342900" y="1912943"/>
            <a:ext cx="2255838" cy="62547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7" name="Rectangle 6"/>
          <p:cNvSpPr>
            <a:spLocks noGrp="1" noChangeArrowheads="1"/>
          </p:cNvSpPr>
          <p:nvPr>
            <p:ph type="sldNum" sz="quarter" idx="12"/>
          </p:nvPr>
        </p:nvSpPr>
        <p:spPr>
          <a:ln/>
        </p:spPr>
        <p:txBody>
          <a:bodyPr/>
          <a:lstStyle>
            <a:lvl1pPr>
              <a:defRPr/>
            </a:lvl1pPr>
          </a:lstStyle>
          <a:p>
            <a:pPr>
              <a:defRPr/>
            </a:pPr>
            <a:fld id="{740DFF84-F024-4E5D-BCFE-01612DD725E9}" type="slidenum">
              <a:rPr lang="en-US" altLang="ko-KR"/>
              <a:pPr>
                <a:defRPr/>
              </a:pPr>
              <a:t>‹#›</a:t>
            </a:fld>
            <a:endParaRPr lang="en-US" altLang="ko-KR"/>
          </a:p>
        </p:txBody>
      </p:sp>
    </p:spTree>
    <p:extLst>
      <p:ext uri="{BB962C8B-B14F-4D97-AF65-F5344CB8AC3E}">
        <p14:creationId xmlns:p14="http://schemas.microsoft.com/office/powerpoint/2010/main" val="238850411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1344613" y="6400801"/>
            <a:ext cx="4114800" cy="755650"/>
          </a:xfrm>
        </p:spPr>
        <p:txBody>
          <a:bodyPr anchor="b"/>
          <a:lstStyle>
            <a:lvl1pPr algn="l">
              <a:defRPr sz="2000" b="1"/>
            </a:lvl1pPr>
          </a:lstStyle>
          <a:p>
            <a:r>
              <a:rPr lang="ko-KR" altLang="en-US" smtClean="0"/>
              <a:t>마스터 제목 스타일 편집</a:t>
            </a:r>
            <a:endParaRPr lang="ko-KR" altLang="en-US"/>
          </a:p>
        </p:txBody>
      </p:sp>
      <p:sp>
        <p:nvSpPr>
          <p:cNvPr id="3" name="그림 개체 틀 2"/>
          <p:cNvSpPr>
            <a:spLocks noGrp="1"/>
          </p:cNvSpPr>
          <p:nvPr>
            <p:ph type="pic" idx="1"/>
          </p:nvPr>
        </p:nvSpPr>
        <p:spPr>
          <a:xfrm>
            <a:off x="1344613" y="81756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ko-KR" altLang="en-US" noProof="0" smtClean="0"/>
          </a:p>
        </p:txBody>
      </p:sp>
      <p:sp>
        <p:nvSpPr>
          <p:cNvPr id="4" name="텍스트 개체 틀 3"/>
          <p:cNvSpPr>
            <a:spLocks noGrp="1"/>
          </p:cNvSpPr>
          <p:nvPr>
            <p:ph type="body" sz="half" idx="2"/>
          </p:nvPr>
        </p:nvSpPr>
        <p:spPr>
          <a:xfrm>
            <a:off x="1344613" y="7156451"/>
            <a:ext cx="4114800" cy="10731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7" name="Rectangle 6"/>
          <p:cNvSpPr>
            <a:spLocks noGrp="1" noChangeArrowheads="1"/>
          </p:cNvSpPr>
          <p:nvPr>
            <p:ph type="sldNum" sz="quarter" idx="12"/>
          </p:nvPr>
        </p:nvSpPr>
        <p:spPr>
          <a:ln/>
        </p:spPr>
        <p:txBody>
          <a:bodyPr/>
          <a:lstStyle>
            <a:lvl1pPr>
              <a:defRPr/>
            </a:lvl1pPr>
          </a:lstStyle>
          <a:p>
            <a:pPr>
              <a:defRPr/>
            </a:pPr>
            <a:fld id="{8C868B51-1B8A-4554-A0CB-B3E13649B1D9}" type="slidenum">
              <a:rPr lang="en-US" altLang="ko-KR"/>
              <a:pPr>
                <a:defRPr/>
              </a:pPr>
              <a:t>‹#›</a:t>
            </a:fld>
            <a:endParaRPr lang="en-US" altLang="ko-KR"/>
          </a:p>
        </p:txBody>
      </p:sp>
    </p:spTree>
    <p:extLst>
      <p:ext uri="{BB962C8B-B14F-4D97-AF65-F5344CB8AC3E}">
        <p14:creationId xmlns:p14="http://schemas.microsoft.com/office/powerpoint/2010/main" val="316964715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6" name="Rectangle 6"/>
          <p:cNvSpPr>
            <a:spLocks noGrp="1" noChangeArrowheads="1"/>
          </p:cNvSpPr>
          <p:nvPr>
            <p:ph type="sldNum" sz="quarter" idx="12"/>
          </p:nvPr>
        </p:nvSpPr>
        <p:spPr>
          <a:ln/>
        </p:spPr>
        <p:txBody>
          <a:bodyPr/>
          <a:lstStyle>
            <a:lvl1pPr>
              <a:defRPr/>
            </a:lvl1pPr>
          </a:lstStyle>
          <a:p>
            <a:pPr>
              <a:defRPr/>
            </a:pPr>
            <a:fld id="{11AD9B36-896E-45B4-9D12-4B8DEDBAD991}" type="slidenum">
              <a:rPr lang="en-US" altLang="ko-KR"/>
              <a:pPr>
                <a:defRPr/>
              </a:pPr>
              <a:t>‹#›</a:t>
            </a:fld>
            <a:endParaRPr lang="en-US" altLang="ko-KR"/>
          </a:p>
        </p:txBody>
      </p:sp>
    </p:spTree>
    <p:extLst>
      <p:ext uri="{BB962C8B-B14F-4D97-AF65-F5344CB8AC3E}">
        <p14:creationId xmlns:p14="http://schemas.microsoft.com/office/powerpoint/2010/main" val="218031734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4972050" y="366713"/>
            <a:ext cx="1543050" cy="7800975"/>
          </a:xfrm>
        </p:spPr>
        <p:txBody>
          <a:bodyPr vert="eaVert"/>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a:xfrm>
            <a:off x="342900" y="366713"/>
            <a:ext cx="4476750" cy="7800975"/>
          </a:xfrm>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p>
        </p:txBody>
      </p:sp>
      <p:sp>
        <p:nvSpPr>
          <p:cNvPr id="6" name="Rectangle 6"/>
          <p:cNvSpPr>
            <a:spLocks noGrp="1" noChangeArrowheads="1"/>
          </p:cNvSpPr>
          <p:nvPr>
            <p:ph type="sldNum" sz="quarter" idx="12"/>
          </p:nvPr>
        </p:nvSpPr>
        <p:spPr>
          <a:ln/>
        </p:spPr>
        <p:txBody>
          <a:bodyPr/>
          <a:lstStyle>
            <a:lvl1pPr>
              <a:defRPr/>
            </a:lvl1pPr>
          </a:lstStyle>
          <a:p>
            <a:pPr>
              <a:defRPr/>
            </a:pPr>
            <a:fld id="{038F41C6-5B5B-4C96-B690-FEE20D199849}" type="slidenum">
              <a:rPr lang="en-US" altLang="ko-KR"/>
              <a:pPr>
                <a:defRPr/>
              </a:pPr>
              <a:t>‹#›</a:t>
            </a:fld>
            <a:endParaRPr lang="en-US" altLang="ko-KR"/>
          </a:p>
        </p:txBody>
      </p:sp>
    </p:spTree>
    <p:extLst>
      <p:ext uri="{BB962C8B-B14F-4D97-AF65-F5344CB8AC3E}">
        <p14:creationId xmlns:p14="http://schemas.microsoft.com/office/powerpoint/2010/main" val="409497486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514350" y="2840038"/>
            <a:ext cx="5829300" cy="1960562"/>
          </a:xfrm>
        </p:spPr>
        <p:txBody>
          <a:bodyPr/>
          <a:lstStyle/>
          <a:p>
            <a:r>
              <a:rPr lang="ko-KR" altLang="en-US" smtClean="0"/>
              <a:t>마스터 제목 스타일 편집</a:t>
            </a:r>
            <a:endParaRPr lang="ko-KR" altLang="en-US"/>
          </a:p>
        </p:txBody>
      </p:sp>
      <p:sp>
        <p:nvSpPr>
          <p:cNvPr id="3" name="부제목 2"/>
          <p:cNvSpPr>
            <a:spLocks noGrp="1"/>
          </p:cNvSpPr>
          <p:nvPr>
            <p:ph type="subTitle" idx="1"/>
          </p:nvPr>
        </p:nvSpPr>
        <p:spPr>
          <a:xfrm>
            <a:off x="1028700" y="5181600"/>
            <a:ext cx="4800600" cy="23368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ko-KR" altLang="en-US" smtClean="0"/>
              <a:t>마스터 부제목 스타일 편집</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E93430D-9DF5-41CB-9C5A-28A8ACE259F1}"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87915100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idx="1"/>
          </p:nvPr>
        </p:nvSpPr>
        <p:spPr/>
        <p:txBody>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F4A336B-58B3-4956-A617-EED828D39FA6}"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14102385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541338" y="5875338"/>
            <a:ext cx="5829300" cy="1816100"/>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541338" y="3875088"/>
            <a:ext cx="5829300" cy="200025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ko-KR" altLang="en-US" smtClean="0"/>
              <a:t>마스터 텍스트 스타일을 편집합니다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A5B90F2-ABF1-4FB8-9D26-68094ADB14A8}"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22779449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내용 개체 틀 2"/>
          <p:cNvSpPr>
            <a:spLocks noGrp="1"/>
          </p:cNvSpPr>
          <p:nvPr>
            <p:ph sz="half" idx="1"/>
          </p:nvPr>
        </p:nvSpPr>
        <p:spPr>
          <a:xfrm>
            <a:off x="342900" y="2133601"/>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3505200" y="2133601"/>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FA413A8B-C3F0-4369-B3F7-FFAE1F4D863C}"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5593956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342900" y="2046288"/>
            <a:ext cx="3030538"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4" name="내용 개체 틀 3"/>
          <p:cNvSpPr>
            <a:spLocks noGrp="1"/>
          </p:cNvSpPr>
          <p:nvPr>
            <p:ph sz="half" idx="2"/>
          </p:nvPr>
        </p:nvSpPr>
        <p:spPr>
          <a:xfrm>
            <a:off x="342900" y="2900364"/>
            <a:ext cx="3030538"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3484565" y="2046288"/>
            <a:ext cx="3030537"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3484565" y="2900364"/>
            <a:ext cx="3030537"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37A157E5-7831-4B0E-A822-5B23CDDDA7B9}"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32544029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C2AAAA55-D533-4A19-8E33-941E61F5EA2C}"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27740957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22FBE3C6-F2C2-4248-9CA1-E9521CD2CE88}"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33910563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342900" y="363539"/>
            <a:ext cx="2255838" cy="1549400"/>
          </a:xfrm>
        </p:spPr>
        <p:txBody>
          <a:bodyPr anchor="b"/>
          <a:lstStyle>
            <a:lvl1pPr algn="l">
              <a:defRPr sz="2000" b="1"/>
            </a:lvl1pPr>
          </a:lstStyle>
          <a:p>
            <a:r>
              <a:rPr lang="ko-KR" altLang="en-US" smtClean="0"/>
              <a:t>마스터 제목 스타일 편집</a:t>
            </a:r>
            <a:endParaRPr lang="ko-KR" altLang="en-US"/>
          </a:p>
        </p:txBody>
      </p:sp>
      <p:sp>
        <p:nvSpPr>
          <p:cNvPr id="3" name="내용 개체 틀 2"/>
          <p:cNvSpPr>
            <a:spLocks noGrp="1"/>
          </p:cNvSpPr>
          <p:nvPr>
            <p:ph idx="1"/>
          </p:nvPr>
        </p:nvSpPr>
        <p:spPr>
          <a:xfrm>
            <a:off x="2681288" y="363538"/>
            <a:ext cx="3833812" cy="780415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텍스트 개체 틀 3"/>
          <p:cNvSpPr>
            <a:spLocks noGrp="1"/>
          </p:cNvSpPr>
          <p:nvPr>
            <p:ph type="body" sz="half" idx="2"/>
          </p:nvPr>
        </p:nvSpPr>
        <p:spPr>
          <a:xfrm>
            <a:off x="342900" y="1912939"/>
            <a:ext cx="2255838" cy="62547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4FB25F4D-0E61-457E-B226-CA7EFF42283C}"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228679821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1344613" y="6400801"/>
            <a:ext cx="4114800" cy="755650"/>
          </a:xfrm>
        </p:spPr>
        <p:txBody>
          <a:bodyPr anchor="b"/>
          <a:lstStyle>
            <a:lvl1pPr algn="l">
              <a:defRPr sz="2000" b="1"/>
            </a:lvl1pPr>
          </a:lstStyle>
          <a:p>
            <a:r>
              <a:rPr lang="ko-KR" altLang="en-US" smtClean="0"/>
              <a:t>마스터 제목 스타일 편집</a:t>
            </a:r>
            <a:endParaRPr lang="ko-KR" altLang="en-US"/>
          </a:p>
        </p:txBody>
      </p:sp>
      <p:sp>
        <p:nvSpPr>
          <p:cNvPr id="3" name="그림 개체 틀 2"/>
          <p:cNvSpPr>
            <a:spLocks noGrp="1"/>
          </p:cNvSpPr>
          <p:nvPr>
            <p:ph type="pic" idx="1"/>
          </p:nvPr>
        </p:nvSpPr>
        <p:spPr>
          <a:xfrm>
            <a:off x="1344613" y="81756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ko-KR" altLang="en-US" noProof="0" smtClean="0"/>
          </a:p>
        </p:txBody>
      </p:sp>
      <p:sp>
        <p:nvSpPr>
          <p:cNvPr id="4" name="텍스트 개체 틀 3"/>
          <p:cNvSpPr>
            <a:spLocks noGrp="1"/>
          </p:cNvSpPr>
          <p:nvPr>
            <p:ph type="body" sz="half" idx="2"/>
          </p:nvPr>
        </p:nvSpPr>
        <p:spPr>
          <a:xfrm>
            <a:off x="1344613" y="7156451"/>
            <a:ext cx="4114800" cy="10731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ko-KR" altLang="en-US" smtClean="0"/>
              <a:t>마스터 텍스트 스타일을 편집합니다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BBE5906-E9D9-4C30-B5EF-B36E25655130}"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152440508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A234478-E21A-42E2-BD52-32683BA17002}"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81376973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4972050" y="366713"/>
            <a:ext cx="1543050" cy="7800975"/>
          </a:xfrm>
        </p:spPr>
        <p:txBody>
          <a:bodyPr vert="eaVert"/>
          <a:lstStyle/>
          <a:p>
            <a:r>
              <a:rPr lang="ko-KR" altLang="en-US" smtClean="0"/>
              <a:t>마스터 제목 스타일 편집</a:t>
            </a:r>
            <a:endParaRPr lang="ko-KR" altLang="en-US"/>
          </a:p>
        </p:txBody>
      </p:sp>
      <p:sp>
        <p:nvSpPr>
          <p:cNvPr id="3" name="세로 텍스트 개체 틀 2"/>
          <p:cNvSpPr>
            <a:spLocks noGrp="1"/>
          </p:cNvSpPr>
          <p:nvPr>
            <p:ph type="body" orient="vert" idx="1"/>
          </p:nvPr>
        </p:nvSpPr>
        <p:spPr>
          <a:xfrm>
            <a:off x="342900" y="366713"/>
            <a:ext cx="4476750" cy="7800975"/>
          </a:xfrm>
        </p:spPr>
        <p:txBody>
          <a:bodyPr vert="eaVert"/>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ko-K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ko-K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FCA7557-7534-49A2-BC74-7CCB7F3A75AD}" type="slidenum">
              <a:rPr lang="en-US" altLang="ko-KR">
                <a:solidFill>
                  <a:srgbClr val="000000"/>
                </a:solidFill>
              </a:rPr>
              <a:pPr>
                <a:defRPr/>
              </a:pPr>
              <a:t>‹#›</a:t>
            </a:fld>
            <a:endParaRPr lang="en-US" altLang="ko-KR">
              <a:solidFill>
                <a:srgbClr val="000000"/>
              </a:solidFill>
            </a:endParaRPr>
          </a:p>
        </p:txBody>
      </p:sp>
    </p:spTree>
    <p:extLst>
      <p:ext uri="{BB962C8B-B14F-4D97-AF65-F5344CB8AC3E}">
        <p14:creationId xmlns:p14="http://schemas.microsoft.com/office/powerpoint/2010/main" val="312929779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42900" y="366184"/>
            <a:ext cx="6172200" cy="1524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342900" y="2133608"/>
            <a:ext cx="6172200" cy="6034617"/>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342900" y="8475136"/>
            <a:ext cx="1600200" cy="486833"/>
          </a:xfrm>
          <a:prstGeom prst="rect">
            <a:avLst/>
          </a:prstGeom>
        </p:spPr>
        <p:txBody>
          <a:bodyPr vert="horz" lIns="91440" tIns="45720" rIns="91440" bIns="45720" rtlCol="0" anchor="ctr"/>
          <a:lstStyle>
            <a:lvl1pPr algn="l">
              <a:defRPr sz="1200">
                <a:solidFill>
                  <a:schemeClr val="tx1">
                    <a:tint val="75000"/>
                  </a:schemeClr>
                </a:solidFill>
              </a:defRPr>
            </a:lvl1pPr>
          </a:lstStyle>
          <a:p>
            <a:fld id="{A0779384-0B97-41A4-A97E-4B54F55A162C}" type="datetimeFigureOut">
              <a:rPr lang="en-US" smtClean="0"/>
              <a:t>9/18/2023</a:t>
            </a:fld>
            <a:endParaRPr lang="en-US"/>
          </a:p>
        </p:txBody>
      </p:sp>
      <p:sp>
        <p:nvSpPr>
          <p:cNvPr id="5" name="Footer Placeholder 4"/>
          <p:cNvSpPr>
            <a:spLocks noGrp="1"/>
          </p:cNvSpPr>
          <p:nvPr>
            <p:ph type="ftr" sz="quarter" idx="3"/>
          </p:nvPr>
        </p:nvSpPr>
        <p:spPr>
          <a:xfrm>
            <a:off x="2343150" y="8475136"/>
            <a:ext cx="2171700" cy="486833"/>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4914900" y="8475136"/>
            <a:ext cx="1600200" cy="486833"/>
          </a:xfrm>
          <a:prstGeom prst="rect">
            <a:avLst/>
          </a:prstGeom>
        </p:spPr>
        <p:txBody>
          <a:bodyPr vert="horz" lIns="91440" tIns="45720" rIns="91440" bIns="45720" rtlCol="0" anchor="ctr"/>
          <a:lstStyle>
            <a:lvl1pPr algn="r">
              <a:defRPr sz="1200">
                <a:solidFill>
                  <a:schemeClr val="tx1">
                    <a:tint val="75000"/>
                  </a:schemeClr>
                </a:solidFill>
              </a:defRPr>
            </a:lvl1pPr>
          </a:lstStyle>
          <a:p>
            <a:fld id="{CFB01DB0-71E0-4C94-B3D9-DB756D7F0F14}" type="slidenum">
              <a:rPr lang="en-US" smtClean="0"/>
              <a:t>‹#›</a:t>
            </a:fld>
            <a:endParaRPr lang="en-US"/>
          </a:p>
        </p:txBody>
      </p:sp>
    </p:spTree>
    <p:extLst>
      <p:ext uri="{BB962C8B-B14F-4D97-AF65-F5344CB8AC3E}">
        <p14:creationId xmlns:p14="http://schemas.microsoft.com/office/powerpoint/2010/main" val="193648647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42900" y="366713"/>
            <a:ext cx="6172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ko-KR" altLang="en-US" smtClean="0"/>
              <a:t>마스터 제목 스타일 편집</a:t>
            </a:r>
          </a:p>
        </p:txBody>
      </p:sp>
      <p:sp>
        <p:nvSpPr>
          <p:cNvPr id="1027" name="Rectangle 3"/>
          <p:cNvSpPr>
            <a:spLocks noGrp="1" noChangeArrowheads="1"/>
          </p:cNvSpPr>
          <p:nvPr>
            <p:ph type="body" idx="1"/>
          </p:nvPr>
        </p:nvSpPr>
        <p:spPr bwMode="auto">
          <a:xfrm>
            <a:off x="342900" y="2133602"/>
            <a:ext cx="6172200" cy="603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p>
        </p:txBody>
      </p:sp>
      <p:sp>
        <p:nvSpPr>
          <p:cNvPr id="1028" name="Rectangle 4"/>
          <p:cNvSpPr>
            <a:spLocks noGrp="1" noChangeArrowheads="1"/>
          </p:cNvSpPr>
          <p:nvPr>
            <p:ph type="dt" sz="half" idx="2"/>
          </p:nvPr>
        </p:nvSpPr>
        <p:spPr bwMode="auto">
          <a:xfrm>
            <a:off x="342900" y="8326442"/>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29" name="Rectangle 5"/>
          <p:cNvSpPr>
            <a:spLocks noGrp="1" noChangeArrowheads="1"/>
          </p:cNvSpPr>
          <p:nvPr>
            <p:ph type="ftr" sz="quarter" idx="3"/>
          </p:nvPr>
        </p:nvSpPr>
        <p:spPr bwMode="auto">
          <a:xfrm>
            <a:off x="2343150" y="8326442"/>
            <a:ext cx="21717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30" name="Rectangle 6"/>
          <p:cNvSpPr>
            <a:spLocks noGrp="1" noChangeArrowheads="1"/>
          </p:cNvSpPr>
          <p:nvPr>
            <p:ph type="sldNum" sz="quarter" idx="4"/>
          </p:nvPr>
        </p:nvSpPr>
        <p:spPr bwMode="auto">
          <a:xfrm>
            <a:off x="4914900" y="8326442"/>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굴림" pitchFamily="50" charset="-127"/>
                <a:ea typeface="굴림" pitchFamily="50" charset="-127"/>
              </a:defRPr>
            </a:lvl1pPr>
          </a:lstStyle>
          <a:p>
            <a:pPr fontAlgn="base" latinLnBrk="1">
              <a:spcBef>
                <a:spcPct val="0"/>
              </a:spcBef>
              <a:spcAft>
                <a:spcPct val="0"/>
              </a:spcAft>
              <a:defRPr/>
            </a:pPr>
            <a:fld id="{803A04B3-7A6E-479E-8FB8-D2E419DCA11C}" type="slidenum">
              <a:rPr kumimoji="1" lang="en-US" altLang="ko-KR">
                <a:solidFill>
                  <a:srgbClr val="000000"/>
                </a:solidFill>
              </a:rPr>
              <a:pPr fontAlgn="base" latinLnBrk="1">
                <a:spcBef>
                  <a:spcPct val="0"/>
                </a:spcBef>
                <a:spcAft>
                  <a:spcPct val="0"/>
                </a:spcAft>
                <a:defRPr/>
              </a:pPr>
              <a:t>‹#›</a:t>
            </a:fld>
            <a:endParaRPr kumimoji="1" lang="en-US" altLang="ko-KR">
              <a:solidFill>
                <a:srgbClr val="000000"/>
              </a:solidFill>
            </a:endParaRPr>
          </a:p>
        </p:txBody>
      </p:sp>
    </p:spTree>
    <p:extLst>
      <p:ext uri="{BB962C8B-B14F-4D97-AF65-F5344CB8AC3E}">
        <p14:creationId xmlns:p14="http://schemas.microsoft.com/office/powerpoint/2010/main" val="329585228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ctr" rtl="0" eaLnBrk="0" fontAlgn="base" latinLnBrk="1" hangingPunct="0">
        <a:spcBef>
          <a:spcPct val="0"/>
        </a:spcBef>
        <a:spcAft>
          <a:spcPct val="0"/>
        </a:spcAft>
        <a:defRPr kumimoji="1" sz="4400">
          <a:solidFill>
            <a:schemeClr val="tx2"/>
          </a:solidFill>
          <a:latin typeface="+mj-lt"/>
          <a:ea typeface="+mj-ea"/>
          <a:cs typeface="+mj-cs"/>
        </a:defRPr>
      </a:lvl1pPr>
      <a:lvl2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2pPr>
      <a:lvl3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3pPr>
      <a:lvl4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4pPr>
      <a:lvl5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5pPr>
      <a:lvl6pPr marL="457200" algn="ctr" rtl="0" fontAlgn="base" latinLnBrk="1">
        <a:spcBef>
          <a:spcPct val="0"/>
        </a:spcBef>
        <a:spcAft>
          <a:spcPct val="0"/>
        </a:spcAft>
        <a:defRPr kumimoji="1" sz="4400">
          <a:solidFill>
            <a:schemeClr val="tx2"/>
          </a:solidFill>
          <a:latin typeface="굴림" pitchFamily="50" charset="-127"/>
          <a:ea typeface="굴림" pitchFamily="50" charset="-127"/>
        </a:defRPr>
      </a:lvl6pPr>
      <a:lvl7pPr marL="914400" algn="ctr" rtl="0" fontAlgn="base" latinLnBrk="1">
        <a:spcBef>
          <a:spcPct val="0"/>
        </a:spcBef>
        <a:spcAft>
          <a:spcPct val="0"/>
        </a:spcAft>
        <a:defRPr kumimoji="1" sz="4400">
          <a:solidFill>
            <a:schemeClr val="tx2"/>
          </a:solidFill>
          <a:latin typeface="굴림" pitchFamily="50" charset="-127"/>
          <a:ea typeface="굴림" pitchFamily="50" charset="-127"/>
        </a:defRPr>
      </a:lvl7pPr>
      <a:lvl8pPr marL="1371600" algn="ctr" rtl="0" fontAlgn="base" latinLnBrk="1">
        <a:spcBef>
          <a:spcPct val="0"/>
        </a:spcBef>
        <a:spcAft>
          <a:spcPct val="0"/>
        </a:spcAft>
        <a:defRPr kumimoji="1" sz="4400">
          <a:solidFill>
            <a:schemeClr val="tx2"/>
          </a:solidFill>
          <a:latin typeface="굴림" pitchFamily="50" charset="-127"/>
          <a:ea typeface="굴림" pitchFamily="50" charset="-127"/>
        </a:defRPr>
      </a:lvl8pPr>
      <a:lvl9pPr marL="1828800" algn="ctr" rtl="0" fontAlgn="base" latinLnBrk="1">
        <a:spcBef>
          <a:spcPct val="0"/>
        </a:spcBef>
        <a:spcAft>
          <a:spcPct val="0"/>
        </a:spcAft>
        <a:defRPr kumimoji="1" sz="4400">
          <a:solidFill>
            <a:schemeClr val="tx2"/>
          </a:solidFill>
          <a:latin typeface="굴림" pitchFamily="50" charset="-127"/>
          <a:ea typeface="굴림" pitchFamily="50" charset="-127"/>
        </a:defRPr>
      </a:lvl9pPr>
    </p:titleStyle>
    <p:bodyStyle>
      <a:lvl1pPr marL="342900" indent="-342900" algn="l" rtl="0" eaLnBrk="0" fontAlgn="base" latinLnBrk="1"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latinLnBrk="1" hangingPunct="0">
        <a:spcBef>
          <a:spcPct val="20000"/>
        </a:spcBef>
        <a:spcAft>
          <a:spcPct val="0"/>
        </a:spcAft>
        <a:buChar char="–"/>
        <a:defRPr kumimoji="1" sz="2800">
          <a:solidFill>
            <a:schemeClr val="tx1"/>
          </a:solidFill>
          <a:latin typeface="+mn-lt"/>
          <a:ea typeface="+mn-ea"/>
        </a:defRPr>
      </a:lvl2pPr>
      <a:lvl3pPr marL="1143000" indent="-228600" algn="l" rtl="0" eaLnBrk="0" fontAlgn="base" latinLnBrk="1" hangingPunct="0">
        <a:spcBef>
          <a:spcPct val="20000"/>
        </a:spcBef>
        <a:spcAft>
          <a:spcPct val="0"/>
        </a:spcAft>
        <a:buChar char="•"/>
        <a:defRPr kumimoji="1" sz="2400">
          <a:solidFill>
            <a:schemeClr val="tx1"/>
          </a:solidFill>
          <a:latin typeface="+mn-lt"/>
          <a:ea typeface="+mn-ea"/>
        </a:defRPr>
      </a:lvl3pPr>
      <a:lvl4pPr marL="1600200" indent="-228600" algn="l" rtl="0" eaLnBrk="0" fontAlgn="base" latinLnBrk="1" hangingPunct="0">
        <a:spcBef>
          <a:spcPct val="20000"/>
        </a:spcBef>
        <a:spcAft>
          <a:spcPct val="0"/>
        </a:spcAft>
        <a:buChar char="–"/>
        <a:defRPr kumimoji="1" sz="2000">
          <a:solidFill>
            <a:schemeClr val="tx1"/>
          </a:solidFill>
          <a:latin typeface="+mn-lt"/>
          <a:ea typeface="+mn-ea"/>
        </a:defRPr>
      </a:lvl4pPr>
      <a:lvl5pPr marL="2057400" indent="-228600" algn="l" rtl="0" eaLnBrk="0" fontAlgn="base" latinLnBrk="1" hangingPunct="0">
        <a:spcBef>
          <a:spcPct val="20000"/>
        </a:spcBef>
        <a:spcAft>
          <a:spcPct val="0"/>
        </a:spcAft>
        <a:buChar char="»"/>
        <a:defRPr kumimoji="1" sz="2000">
          <a:solidFill>
            <a:schemeClr val="tx1"/>
          </a:solidFill>
          <a:latin typeface="+mn-lt"/>
          <a:ea typeface="+mn-ea"/>
        </a:defRPr>
      </a:lvl5pPr>
      <a:lvl6pPr marL="2514600" indent="-228600" algn="l" rtl="0" fontAlgn="base" latinLnBrk="1">
        <a:spcBef>
          <a:spcPct val="20000"/>
        </a:spcBef>
        <a:spcAft>
          <a:spcPct val="0"/>
        </a:spcAft>
        <a:buChar char="»"/>
        <a:defRPr kumimoji="1" sz="2000">
          <a:solidFill>
            <a:schemeClr val="tx1"/>
          </a:solidFill>
          <a:latin typeface="+mn-lt"/>
          <a:ea typeface="+mn-ea"/>
        </a:defRPr>
      </a:lvl6pPr>
      <a:lvl7pPr marL="2971800" indent="-228600" algn="l" rtl="0" fontAlgn="base" latinLnBrk="1">
        <a:spcBef>
          <a:spcPct val="20000"/>
        </a:spcBef>
        <a:spcAft>
          <a:spcPct val="0"/>
        </a:spcAft>
        <a:buChar char="»"/>
        <a:defRPr kumimoji="1" sz="2000">
          <a:solidFill>
            <a:schemeClr val="tx1"/>
          </a:solidFill>
          <a:latin typeface="+mn-lt"/>
          <a:ea typeface="+mn-ea"/>
        </a:defRPr>
      </a:lvl7pPr>
      <a:lvl8pPr marL="3429000" indent="-228600" algn="l" rtl="0" fontAlgn="base" latinLnBrk="1">
        <a:spcBef>
          <a:spcPct val="20000"/>
        </a:spcBef>
        <a:spcAft>
          <a:spcPct val="0"/>
        </a:spcAft>
        <a:buChar char="»"/>
        <a:defRPr kumimoji="1" sz="2000">
          <a:solidFill>
            <a:schemeClr val="tx1"/>
          </a:solidFill>
          <a:latin typeface="+mn-lt"/>
          <a:ea typeface="+mn-ea"/>
        </a:defRPr>
      </a:lvl8pPr>
      <a:lvl9pPr marL="3886200" indent="-228600" algn="l" rtl="0" fontAlgn="base" latinLnBrk="1">
        <a:spcBef>
          <a:spcPct val="20000"/>
        </a:spcBef>
        <a:spcAft>
          <a:spcPct val="0"/>
        </a:spcAft>
        <a:buChar char="»"/>
        <a:defRPr kumimoji="1" sz="2000">
          <a:solidFill>
            <a:schemeClr val="tx1"/>
          </a:solidFill>
          <a:latin typeface="+mn-lt"/>
          <a:ea typeface="+mn-ea"/>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42900" y="366713"/>
            <a:ext cx="6172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ko-KR" altLang="en-US" smtClean="0"/>
              <a:t>마스터 제목 스타일 편집</a:t>
            </a:r>
          </a:p>
        </p:txBody>
      </p:sp>
      <p:sp>
        <p:nvSpPr>
          <p:cNvPr id="1027" name="Rectangle 3"/>
          <p:cNvSpPr>
            <a:spLocks noGrp="1" noChangeArrowheads="1"/>
          </p:cNvSpPr>
          <p:nvPr>
            <p:ph type="body" idx="1"/>
          </p:nvPr>
        </p:nvSpPr>
        <p:spPr bwMode="auto">
          <a:xfrm>
            <a:off x="342900" y="2133602"/>
            <a:ext cx="6172200" cy="603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p>
        </p:txBody>
      </p:sp>
      <p:sp>
        <p:nvSpPr>
          <p:cNvPr id="1028" name="Rectangle 4"/>
          <p:cNvSpPr>
            <a:spLocks noGrp="1" noChangeArrowheads="1"/>
          </p:cNvSpPr>
          <p:nvPr>
            <p:ph type="dt" sz="half" idx="2"/>
          </p:nvPr>
        </p:nvSpPr>
        <p:spPr bwMode="auto">
          <a:xfrm>
            <a:off x="342900" y="8326442"/>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29" name="Rectangle 5"/>
          <p:cNvSpPr>
            <a:spLocks noGrp="1" noChangeArrowheads="1"/>
          </p:cNvSpPr>
          <p:nvPr>
            <p:ph type="ftr" sz="quarter" idx="3"/>
          </p:nvPr>
        </p:nvSpPr>
        <p:spPr bwMode="auto">
          <a:xfrm>
            <a:off x="2343150" y="8326442"/>
            <a:ext cx="21717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30" name="Rectangle 6"/>
          <p:cNvSpPr>
            <a:spLocks noGrp="1" noChangeArrowheads="1"/>
          </p:cNvSpPr>
          <p:nvPr>
            <p:ph type="sldNum" sz="quarter" idx="4"/>
          </p:nvPr>
        </p:nvSpPr>
        <p:spPr bwMode="auto">
          <a:xfrm>
            <a:off x="4914900" y="8326442"/>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굴림" pitchFamily="50" charset="-127"/>
                <a:ea typeface="굴림" pitchFamily="50" charset="-127"/>
              </a:defRPr>
            </a:lvl1pPr>
          </a:lstStyle>
          <a:p>
            <a:pPr fontAlgn="base" latinLnBrk="1">
              <a:spcBef>
                <a:spcPct val="0"/>
              </a:spcBef>
              <a:spcAft>
                <a:spcPct val="0"/>
              </a:spcAft>
              <a:defRPr/>
            </a:pPr>
            <a:fld id="{896B7E11-5DF3-4749-8F2B-858AC8A3D517}" type="slidenum">
              <a:rPr kumimoji="1" lang="en-US" altLang="ko-KR">
                <a:solidFill>
                  <a:srgbClr val="000000"/>
                </a:solidFill>
              </a:rPr>
              <a:pPr fontAlgn="base" latinLnBrk="1">
                <a:spcBef>
                  <a:spcPct val="0"/>
                </a:spcBef>
                <a:spcAft>
                  <a:spcPct val="0"/>
                </a:spcAft>
                <a:defRPr/>
              </a:pPr>
              <a:t>‹#›</a:t>
            </a:fld>
            <a:endParaRPr kumimoji="1" lang="en-US" altLang="ko-KR">
              <a:solidFill>
                <a:srgbClr val="000000"/>
              </a:solidFill>
            </a:endParaRPr>
          </a:p>
        </p:txBody>
      </p:sp>
    </p:spTree>
    <p:extLst>
      <p:ext uri="{BB962C8B-B14F-4D97-AF65-F5344CB8AC3E}">
        <p14:creationId xmlns:p14="http://schemas.microsoft.com/office/powerpoint/2010/main" val="3051789826"/>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ctr" rtl="0" eaLnBrk="0" fontAlgn="base" latinLnBrk="1" hangingPunct="0">
        <a:spcBef>
          <a:spcPct val="0"/>
        </a:spcBef>
        <a:spcAft>
          <a:spcPct val="0"/>
        </a:spcAft>
        <a:defRPr kumimoji="1" sz="4400">
          <a:solidFill>
            <a:schemeClr val="tx2"/>
          </a:solidFill>
          <a:latin typeface="+mj-lt"/>
          <a:ea typeface="+mj-ea"/>
          <a:cs typeface="+mj-cs"/>
        </a:defRPr>
      </a:lvl1pPr>
      <a:lvl2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2pPr>
      <a:lvl3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3pPr>
      <a:lvl4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4pPr>
      <a:lvl5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5pPr>
      <a:lvl6pPr marL="457200" algn="ctr" rtl="0" fontAlgn="base" latinLnBrk="1">
        <a:spcBef>
          <a:spcPct val="0"/>
        </a:spcBef>
        <a:spcAft>
          <a:spcPct val="0"/>
        </a:spcAft>
        <a:defRPr kumimoji="1" sz="4400">
          <a:solidFill>
            <a:schemeClr val="tx2"/>
          </a:solidFill>
          <a:latin typeface="굴림" pitchFamily="50" charset="-127"/>
          <a:ea typeface="굴림" pitchFamily="50" charset="-127"/>
        </a:defRPr>
      </a:lvl6pPr>
      <a:lvl7pPr marL="914400" algn="ctr" rtl="0" fontAlgn="base" latinLnBrk="1">
        <a:spcBef>
          <a:spcPct val="0"/>
        </a:spcBef>
        <a:spcAft>
          <a:spcPct val="0"/>
        </a:spcAft>
        <a:defRPr kumimoji="1" sz="4400">
          <a:solidFill>
            <a:schemeClr val="tx2"/>
          </a:solidFill>
          <a:latin typeface="굴림" pitchFamily="50" charset="-127"/>
          <a:ea typeface="굴림" pitchFamily="50" charset="-127"/>
        </a:defRPr>
      </a:lvl7pPr>
      <a:lvl8pPr marL="1371600" algn="ctr" rtl="0" fontAlgn="base" latinLnBrk="1">
        <a:spcBef>
          <a:spcPct val="0"/>
        </a:spcBef>
        <a:spcAft>
          <a:spcPct val="0"/>
        </a:spcAft>
        <a:defRPr kumimoji="1" sz="4400">
          <a:solidFill>
            <a:schemeClr val="tx2"/>
          </a:solidFill>
          <a:latin typeface="굴림" pitchFamily="50" charset="-127"/>
          <a:ea typeface="굴림" pitchFamily="50" charset="-127"/>
        </a:defRPr>
      </a:lvl8pPr>
      <a:lvl9pPr marL="1828800" algn="ctr" rtl="0" fontAlgn="base" latinLnBrk="1">
        <a:spcBef>
          <a:spcPct val="0"/>
        </a:spcBef>
        <a:spcAft>
          <a:spcPct val="0"/>
        </a:spcAft>
        <a:defRPr kumimoji="1" sz="4400">
          <a:solidFill>
            <a:schemeClr val="tx2"/>
          </a:solidFill>
          <a:latin typeface="굴림" pitchFamily="50" charset="-127"/>
          <a:ea typeface="굴림" pitchFamily="50" charset="-127"/>
        </a:defRPr>
      </a:lvl9pPr>
    </p:titleStyle>
    <p:bodyStyle>
      <a:lvl1pPr marL="342900" indent="-342900" algn="l" rtl="0" eaLnBrk="0" fontAlgn="base" latinLnBrk="1"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latinLnBrk="1" hangingPunct="0">
        <a:spcBef>
          <a:spcPct val="20000"/>
        </a:spcBef>
        <a:spcAft>
          <a:spcPct val="0"/>
        </a:spcAft>
        <a:buChar char="–"/>
        <a:defRPr kumimoji="1" sz="2800">
          <a:solidFill>
            <a:schemeClr val="tx1"/>
          </a:solidFill>
          <a:latin typeface="+mn-lt"/>
          <a:ea typeface="+mn-ea"/>
        </a:defRPr>
      </a:lvl2pPr>
      <a:lvl3pPr marL="1143000" indent="-228600" algn="l" rtl="0" eaLnBrk="0" fontAlgn="base" latinLnBrk="1" hangingPunct="0">
        <a:spcBef>
          <a:spcPct val="20000"/>
        </a:spcBef>
        <a:spcAft>
          <a:spcPct val="0"/>
        </a:spcAft>
        <a:buChar char="•"/>
        <a:defRPr kumimoji="1" sz="2400">
          <a:solidFill>
            <a:schemeClr val="tx1"/>
          </a:solidFill>
          <a:latin typeface="+mn-lt"/>
          <a:ea typeface="+mn-ea"/>
        </a:defRPr>
      </a:lvl3pPr>
      <a:lvl4pPr marL="1600200" indent="-228600" algn="l" rtl="0" eaLnBrk="0" fontAlgn="base" latinLnBrk="1" hangingPunct="0">
        <a:spcBef>
          <a:spcPct val="20000"/>
        </a:spcBef>
        <a:spcAft>
          <a:spcPct val="0"/>
        </a:spcAft>
        <a:buChar char="–"/>
        <a:defRPr kumimoji="1" sz="2000">
          <a:solidFill>
            <a:schemeClr val="tx1"/>
          </a:solidFill>
          <a:latin typeface="+mn-lt"/>
          <a:ea typeface="+mn-ea"/>
        </a:defRPr>
      </a:lvl4pPr>
      <a:lvl5pPr marL="2057400" indent="-228600" algn="l" rtl="0" eaLnBrk="0" fontAlgn="base" latinLnBrk="1" hangingPunct="0">
        <a:spcBef>
          <a:spcPct val="20000"/>
        </a:spcBef>
        <a:spcAft>
          <a:spcPct val="0"/>
        </a:spcAft>
        <a:buChar char="»"/>
        <a:defRPr kumimoji="1" sz="2000">
          <a:solidFill>
            <a:schemeClr val="tx1"/>
          </a:solidFill>
          <a:latin typeface="+mn-lt"/>
          <a:ea typeface="+mn-ea"/>
        </a:defRPr>
      </a:lvl5pPr>
      <a:lvl6pPr marL="2514600" indent="-228600" algn="l" rtl="0" fontAlgn="base" latinLnBrk="1">
        <a:spcBef>
          <a:spcPct val="20000"/>
        </a:spcBef>
        <a:spcAft>
          <a:spcPct val="0"/>
        </a:spcAft>
        <a:buChar char="»"/>
        <a:defRPr kumimoji="1" sz="2000">
          <a:solidFill>
            <a:schemeClr val="tx1"/>
          </a:solidFill>
          <a:latin typeface="+mn-lt"/>
          <a:ea typeface="+mn-ea"/>
        </a:defRPr>
      </a:lvl6pPr>
      <a:lvl7pPr marL="2971800" indent="-228600" algn="l" rtl="0" fontAlgn="base" latinLnBrk="1">
        <a:spcBef>
          <a:spcPct val="20000"/>
        </a:spcBef>
        <a:spcAft>
          <a:spcPct val="0"/>
        </a:spcAft>
        <a:buChar char="»"/>
        <a:defRPr kumimoji="1" sz="2000">
          <a:solidFill>
            <a:schemeClr val="tx1"/>
          </a:solidFill>
          <a:latin typeface="+mn-lt"/>
          <a:ea typeface="+mn-ea"/>
        </a:defRPr>
      </a:lvl7pPr>
      <a:lvl8pPr marL="3429000" indent="-228600" algn="l" rtl="0" fontAlgn="base" latinLnBrk="1">
        <a:spcBef>
          <a:spcPct val="20000"/>
        </a:spcBef>
        <a:spcAft>
          <a:spcPct val="0"/>
        </a:spcAft>
        <a:buChar char="»"/>
        <a:defRPr kumimoji="1" sz="2000">
          <a:solidFill>
            <a:schemeClr val="tx1"/>
          </a:solidFill>
          <a:latin typeface="+mn-lt"/>
          <a:ea typeface="+mn-ea"/>
        </a:defRPr>
      </a:lvl8pPr>
      <a:lvl9pPr marL="3886200" indent="-228600" algn="l" rtl="0" fontAlgn="base" latinLnBrk="1">
        <a:spcBef>
          <a:spcPct val="20000"/>
        </a:spcBef>
        <a:spcAft>
          <a:spcPct val="0"/>
        </a:spcAft>
        <a:buChar char="»"/>
        <a:defRPr kumimoji="1" sz="2000">
          <a:solidFill>
            <a:schemeClr val="tx1"/>
          </a:solidFill>
          <a:latin typeface="+mn-lt"/>
          <a:ea typeface="+mn-ea"/>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42900" y="366713"/>
            <a:ext cx="6172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ko-KR" altLang="en-US" smtClean="0"/>
              <a:t>마스터 제목 스타일 편집</a:t>
            </a:r>
          </a:p>
        </p:txBody>
      </p:sp>
      <p:sp>
        <p:nvSpPr>
          <p:cNvPr id="1027" name="Rectangle 3"/>
          <p:cNvSpPr>
            <a:spLocks noGrp="1" noChangeArrowheads="1"/>
          </p:cNvSpPr>
          <p:nvPr>
            <p:ph type="body" idx="1"/>
          </p:nvPr>
        </p:nvSpPr>
        <p:spPr bwMode="auto">
          <a:xfrm>
            <a:off x="342900" y="2133602"/>
            <a:ext cx="6172200" cy="603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p>
        </p:txBody>
      </p:sp>
      <p:sp>
        <p:nvSpPr>
          <p:cNvPr id="1028" name="Rectangle 4"/>
          <p:cNvSpPr>
            <a:spLocks noGrp="1" noChangeArrowheads="1"/>
          </p:cNvSpPr>
          <p:nvPr>
            <p:ph type="dt" sz="half" idx="2"/>
          </p:nvPr>
        </p:nvSpPr>
        <p:spPr bwMode="auto">
          <a:xfrm>
            <a:off x="342900" y="8326442"/>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29" name="Rectangle 5"/>
          <p:cNvSpPr>
            <a:spLocks noGrp="1" noChangeArrowheads="1"/>
          </p:cNvSpPr>
          <p:nvPr>
            <p:ph type="ftr" sz="quarter" idx="3"/>
          </p:nvPr>
        </p:nvSpPr>
        <p:spPr bwMode="auto">
          <a:xfrm>
            <a:off x="2343150" y="8326442"/>
            <a:ext cx="21717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30" name="Rectangle 6"/>
          <p:cNvSpPr>
            <a:spLocks noGrp="1" noChangeArrowheads="1"/>
          </p:cNvSpPr>
          <p:nvPr>
            <p:ph type="sldNum" sz="quarter" idx="4"/>
          </p:nvPr>
        </p:nvSpPr>
        <p:spPr bwMode="auto">
          <a:xfrm>
            <a:off x="4914900" y="8326442"/>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굴림" pitchFamily="50" charset="-127"/>
                <a:ea typeface="굴림" pitchFamily="50" charset="-127"/>
              </a:defRPr>
            </a:lvl1pPr>
          </a:lstStyle>
          <a:p>
            <a:pPr fontAlgn="base" latinLnBrk="1">
              <a:spcBef>
                <a:spcPct val="0"/>
              </a:spcBef>
              <a:spcAft>
                <a:spcPct val="0"/>
              </a:spcAft>
              <a:defRPr/>
            </a:pPr>
            <a:fld id="{D9A9983D-69D9-4DEE-BA8A-718039623C38}" type="slidenum">
              <a:rPr kumimoji="1" lang="en-US" altLang="ko-KR">
                <a:solidFill>
                  <a:srgbClr val="000000"/>
                </a:solidFill>
              </a:rPr>
              <a:pPr fontAlgn="base" latinLnBrk="1">
                <a:spcBef>
                  <a:spcPct val="0"/>
                </a:spcBef>
                <a:spcAft>
                  <a:spcPct val="0"/>
                </a:spcAft>
                <a:defRPr/>
              </a:pPr>
              <a:t>‹#›</a:t>
            </a:fld>
            <a:endParaRPr kumimoji="1" lang="en-US" altLang="ko-KR">
              <a:solidFill>
                <a:srgbClr val="000000"/>
              </a:solidFill>
            </a:endParaRPr>
          </a:p>
        </p:txBody>
      </p:sp>
    </p:spTree>
    <p:extLst>
      <p:ext uri="{BB962C8B-B14F-4D97-AF65-F5344CB8AC3E}">
        <p14:creationId xmlns:p14="http://schemas.microsoft.com/office/powerpoint/2010/main" val="101679981"/>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algn="ctr" rtl="0" eaLnBrk="0" fontAlgn="base" latinLnBrk="1" hangingPunct="0">
        <a:spcBef>
          <a:spcPct val="0"/>
        </a:spcBef>
        <a:spcAft>
          <a:spcPct val="0"/>
        </a:spcAft>
        <a:defRPr kumimoji="1" sz="4400">
          <a:solidFill>
            <a:schemeClr val="tx2"/>
          </a:solidFill>
          <a:latin typeface="+mj-lt"/>
          <a:ea typeface="+mj-ea"/>
          <a:cs typeface="+mj-cs"/>
        </a:defRPr>
      </a:lvl1pPr>
      <a:lvl2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2pPr>
      <a:lvl3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3pPr>
      <a:lvl4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4pPr>
      <a:lvl5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5pPr>
      <a:lvl6pPr marL="457200" algn="ctr" rtl="0" fontAlgn="base" latinLnBrk="1">
        <a:spcBef>
          <a:spcPct val="0"/>
        </a:spcBef>
        <a:spcAft>
          <a:spcPct val="0"/>
        </a:spcAft>
        <a:defRPr kumimoji="1" sz="4400">
          <a:solidFill>
            <a:schemeClr val="tx2"/>
          </a:solidFill>
          <a:latin typeface="굴림" pitchFamily="50" charset="-127"/>
          <a:ea typeface="굴림" pitchFamily="50" charset="-127"/>
        </a:defRPr>
      </a:lvl6pPr>
      <a:lvl7pPr marL="914400" algn="ctr" rtl="0" fontAlgn="base" latinLnBrk="1">
        <a:spcBef>
          <a:spcPct val="0"/>
        </a:spcBef>
        <a:spcAft>
          <a:spcPct val="0"/>
        </a:spcAft>
        <a:defRPr kumimoji="1" sz="4400">
          <a:solidFill>
            <a:schemeClr val="tx2"/>
          </a:solidFill>
          <a:latin typeface="굴림" pitchFamily="50" charset="-127"/>
          <a:ea typeface="굴림" pitchFamily="50" charset="-127"/>
        </a:defRPr>
      </a:lvl7pPr>
      <a:lvl8pPr marL="1371600" algn="ctr" rtl="0" fontAlgn="base" latinLnBrk="1">
        <a:spcBef>
          <a:spcPct val="0"/>
        </a:spcBef>
        <a:spcAft>
          <a:spcPct val="0"/>
        </a:spcAft>
        <a:defRPr kumimoji="1" sz="4400">
          <a:solidFill>
            <a:schemeClr val="tx2"/>
          </a:solidFill>
          <a:latin typeface="굴림" pitchFamily="50" charset="-127"/>
          <a:ea typeface="굴림" pitchFamily="50" charset="-127"/>
        </a:defRPr>
      </a:lvl8pPr>
      <a:lvl9pPr marL="1828800" algn="ctr" rtl="0" fontAlgn="base" latinLnBrk="1">
        <a:spcBef>
          <a:spcPct val="0"/>
        </a:spcBef>
        <a:spcAft>
          <a:spcPct val="0"/>
        </a:spcAft>
        <a:defRPr kumimoji="1" sz="4400">
          <a:solidFill>
            <a:schemeClr val="tx2"/>
          </a:solidFill>
          <a:latin typeface="굴림" pitchFamily="50" charset="-127"/>
          <a:ea typeface="굴림" pitchFamily="50" charset="-127"/>
        </a:defRPr>
      </a:lvl9pPr>
    </p:titleStyle>
    <p:bodyStyle>
      <a:lvl1pPr marL="342900" indent="-342900" algn="l" rtl="0" eaLnBrk="0" fontAlgn="base" latinLnBrk="1"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latinLnBrk="1" hangingPunct="0">
        <a:spcBef>
          <a:spcPct val="20000"/>
        </a:spcBef>
        <a:spcAft>
          <a:spcPct val="0"/>
        </a:spcAft>
        <a:buChar char="–"/>
        <a:defRPr kumimoji="1" sz="2800">
          <a:solidFill>
            <a:schemeClr val="tx1"/>
          </a:solidFill>
          <a:latin typeface="+mn-lt"/>
          <a:ea typeface="+mn-ea"/>
        </a:defRPr>
      </a:lvl2pPr>
      <a:lvl3pPr marL="1143000" indent="-228600" algn="l" rtl="0" eaLnBrk="0" fontAlgn="base" latinLnBrk="1" hangingPunct="0">
        <a:spcBef>
          <a:spcPct val="20000"/>
        </a:spcBef>
        <a:spcAft>
          <a:spcPct val="0"/>
        </a:spcAft>
        <a:buChar char="•"/>
        <a:defRPr kumimoji="1" sz="2400">
          <a:solidFill>
            <a:schemeClr val="tx1"/>
          </a:solidFill>
          <a:latin typeface="+mn-lt"/>
          <a:ea typeface="+mn-ea"/>
        </a:defRPr>
      </a:lvl3pPr>
      <a:lvl4pPr marL="1600200" indent="-228600" algn="l" rtl="0" eaLnBrk="0" fontAlgn="base" latinLnBrk="1" hangingPunct="0">
        <a:spcBef>
          <a:spcPct val="20000"/>
        </a:spcBef>
        <a:spcAft>
          <a:spcPct val="0"/>
        </a:spcAft>
        <a:buChar char="–"/>
        <a:defRPr kumimoji="1" sz="2000">
          <a:solidFill>
            <a:schemeClr val="tx1"/>
          </a:solidFill>
          <a:latin typeface="+mn-lt"/>
          <a:ea typeface="+mn-ea"/>
        </a:defRPr>
      </a:lvl4pPr>
      <a:lvl5pPr marL="2057400" indent="-228600" algn="l" rtl="0" eaLnBrk="0" fontAlgn="base" latinLnBrk="1" hangingPunct="0">
        <a:spcBef>
          <a:spcPct val="20000"/>
        </a:spcBef>
        <a:spcAft>
          <a:spcPct val="0"/>
        </a:spcAft>
        <a:buChar char="»"/>
        <a:defRPr kumimoji="1" sz="2000">
          <a:solidFill>
            <a:schemeClr val="tx1"/>
          </a:solidFill>
          <a:latin typeface="+mn-lt"/>
          <a:ea typeface="+mn-ea"/>
        </a:defRPr>
      </a:lvl5pPr>
      <a:lvl6pPr marL="2514600" indent="-228600" algn="l" rtl="0" fontAlgn="base" latinLnBrk="1">
        <a:spcBef>
          <a:spcPct val="20000"/>
        </a:spcBef>
        <a:spcAft>
          <a:spcPct val="0"/>
        </a:spcAft>
        <a:buChar char="»"/>
        <a:defRPr kumimoji="1" sz="2000">
          <a:solidFill>
            <a:schemeClr val="tx1"/>
          </a:solidFill>
          <a:latin typeface="+mn-lt"/>
          <a:ea typeface="+mn-ea"/>
        </a:defRPr>
      </a:lvl6pPr>
      <a:lvl7pPr marL="2971800" indent="-228600" algn="l" rtl="0" fontAlgn="base" latinLnBrk="1">
        <a:spcBef>
          <a:spcPct val="20000"/>
        </a:spcBef>
        <a:spcAft>
          <a:spcPct val="0"/>
        </a:spcAft>
        <a:buChar char="»"/>
        <a:defRPr kumimoji="1" sz="2000">
          <a:solidFill>
            <a:schemeClr val="tx1"/>
          </a:solidFill>
          <a:latin typeface="+mn-lt"/>
          <a:ea typeface="+mn-ea"/>
        </a:defRPr>
      </a:lvl7pPr>
      <a:lvl8pPr marL="3429000" indent="-228600" algn="l" rtl="0" fontAlgn="base" latinLnBrk="1">
        <a:spcBef>
          <a:spcPct val="20000"/>
        </a:spcBef>
        <a:spcAft>
          <a:spcPct val="0"/>
        </a:spcAft>
        <a:buChar char="»"/>
        <a:defRPr kumimoji="1" sz="2000">
          <a:solidFill>
            <a:schemeClr val="tx1"/>
          </a:solidFill>
          <a:latin typeface="+mn-lt"/>
          <a:ea typeface="+mn-ea"/>
        </a:defRPr>
      </a:lvl8pPr>
      <a:lvl9pPr marL="3886200" indent="-228600" algn="l" rtl="0" fontAlgn="base" latinLnBrk="1">
        <a:spcBef>
          <a:spcPct val="20000"/>
        </a:spcBef>
        <a:spcAft>
          <a:spcPct val="0"/>
        </a:spcAft>
        <a:buChar char="»"/>
        <a:defRPr kumimoji="1" sz="2000">
          <a:solidFill>
            <a:schemeClr val="tx1"/>
          </a:solidFill>
          <a:latin typeface="+mn-lt"/>
          <a:ea typeface="+mn-ea"/>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342900" y="366713"/>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ko-KR" altLang="en-US" smtClean="0"/>
              <a:t>마스터 제목 스타일 편집</a:t>
            </a:r>
          </a:p>
        </p:txBody>
      </p:sp>
      <p:sp>
        <p:nvSpPr>
          <p:cNvPr id="2051" name="Rectangle 3"/>
          <p:cNvSpPr>
            <a:spLocks noGrp="1" noChangeArrowheads="1"/>
          </p:cNvSpPr>
          <p:nvPr>
            <p:ph type="body" idx="1"/>
          </p:nvPr>
        </p:nvSpPr>
        <p:spPr bwMode="auto">
          <a:xfrm>
            <a:off x="342900" y="2133602"/>
            <a:ext cx="6172200" cy="603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p>
        </p:txBody>
      </p:sp>
      <p:sp>
        <p:nvSpPr>
          <p:cNvPr id="1028" name="Rectangle 4"/>
          <p:cNvSpPr>
            <a:spLocks noGrp="1" noChangeArrowheads="1"/>
          </p:cNvSpPr>
          <p:nvPr>
            <p:ph type="dt" sz="half" idx="2"/>
          </p:nvPr>
        </p:nvSpPr>
        <p:spPr bwMode="auto">
          <a:xfrm>
            <a:off x="342900" y="8326442"/>
            <a:ext cx="160020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solidFill>
                  <a:srgbClr val="000000"/>
                </a:solidFill>
                <a:latin typeface="굴림" pitchFamily="50" charset="-127"/>
                <a:ea typeface="굴림" pitchFamily="50" charset="-127"/>
              </a:defRPr>
            </a:lvl1pPr>
          </a:lstStyle>
          <a:p>
            <a:pPr fontAlgn="base" latinLnBrk="1">
              <a:spcBef>
                <a:spcPct val="0"/>
              </a:spcBef>
              <a:spcAft>
                <a:spcPct val="0"/>
              </a:spcAft>
              <a:defRPr/>
            </a:pPr>
            <a:endParaRPr kumimoji="1" lang="en-US" altLang="ko-KR"/>
          </a:p>
        </p:txBody>
      </p:sp>
      <p:sp>
        <p:nvSpPr>
          <p:cNvPr id="1029" name="Rectangle 5"/>
          <p:cNvSpPr>
            <a:spLocks noGrp="1" noChangeArrowheads="1"/>
          </p:cNvSpPr>
          <p:nvPr>
            <p:ph type="ftr" sz="quarter" idx="3"/>
          </p:nvPr>
        </p:nvSpPr>
        <p:spPr bwMode="auto">
          <a:xfrm>
            <a:off x="2343150" y="8326442"/>
            <a:ext cx="217170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굴림" pitchFamily="50" charset="-127"/>
                <a:ea typeface="굴림" pitchFamily="50" charset="-127"/>
              </a:defRPr>
            </a:lvl1pPr>
          </a:lstStyle>
          <a:p>
            <a:pPr fontAlgn="base" latinLnBrk="1">
              <a:spcBef>
                <a:spcPct val="0"/>
              </a:spcBef>
              <a:spcAft>
                <a:spcPct val="0"/>
              </a:spcAft>
              <a:defRPr/>
            </a:pPr>
            <a:endParaRPr kumimoji="1" lang="en-US" altLang="ko-KR"/>
          </a:p>
        </p:txBody>
      </p:sp>
      <p:sp>
        <p:nvSpPr>
          <p:cNvPr id="1030" name="Rectangle 6"/>
          <p:cNvSpPr>
            <a:spLocks noGrp="1" noChangeArrowheads="1"/>
          </p:cNvSpPr>
          <p:nvPr>
            <p:ph type="sldNum" sz="quarter" idx="4"/>
          </p:nvPr>
        </p:nvSpPr>
        <p:spPr bwMode="auto">
          <a:xfrm>
            <a:off x="4914900" y="8326442"/>
            <a:ext cx="160020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solidFill>
                  <a:srgbClr val="000000"/>
                </a:solidFill>
                <a:latin typeface="굴림" pitchFamily="50" charset="-127"/>
                <a:ea typeface="굴림" pitchFamily="50" charset="-127"/>
              </a:defRPr>
            </a:lvl1pPr>
          </a:lstStyle>
          <a:p>
            <a:pPr fontAlgn="base" latinLnBrk="1">
              <a:spcBef>
                <a:spcPct val="0"/>
              </a:spcBef>
              <a:spcAft>
                <a:spcPct val="0"/>
              </a:spcAft>
              <a:defRPr/>
            </a:pPr>
            <a:fld id="{45DECCB7-0FD4-4430-A4B7-EDDE94159AEF}" type="slidenum">
              <a:rPr kumimoji="1" lang="en-US" altLang="ko-KR"/>
              <a:pPr fontAlgn="base" latinLnBrk="1">
                <a:spcBef>
                  <a:spcPct val="0"/>
                </a:spcBef>
                <a:spcAft>
                  <a:spcPct val="0"/>
                </a:spcAft>
                <a:defRPr/>
              </a:pPr>
              <a:t>‹#›</a:t>
            </a:fld>
            <a:endParaRPr kumimoji="1" lang="en-US" altLang="ko-KR"/>
          </a:p>
        </p:txBody>
      </p:sp>
    </p:spTree>
    <p:extLst>
      <p:ext uri="{BB962C8B-B14F-4D97-AF65-F5344CB8AC3E}">
        <p14:creationId xmlns:p14="http://schemas.microsoft.com/office/powerpoint/2010/main" val="1421422068"/>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txStyles>
    <p:titleStyle>
      <a:lvl1pPr algn="ctr" rtl="0" eaLnBrk="0" fontAlgn="base" latinLnBrk="1" hangingPunct="0">
        <a:spcBef>
          <a:spcPct val="0"/>
        </a:spcBef>
        <a:spcAft>
          <a:spcPct val="0"/>
        </a:spcAft>
        <a:defRPr kumimoji="1" sz="4400">
          <a:solidFill>
            <a:schemeClr val="tx2"/>
          </a:solidFill>
          <a:latin typeface="+mj-lt"/>
          <a:ea typeface="+mj-ea"/>
          <a:cs typeface="+mj-cs"/>
        </a:defRPr>
      </a:lvl1pPr>
      <a:lvl2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2pPr>
      <a:lvl3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3pPr>
      <a:lvl4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4pPr>
      <a:lvl5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5pPr>
      <a:lvl6pPr marL="457200" algn="ctr" rtl="0" fontAlgn="base" latinLnBrk="1">
        <a:spcBef>
          <a:spcPct val="0"/>
        </a:spcBef>
        <a:spcAft>
          <a:spcPct val="0"/>
        </a:spcAft>
        <a:defRPr kumimoji="1" sz="4400">
          <a:solidFill>
            <a:schemeClr val="tx2"/>
          </a:solidFill>
          <a:latin typeface="굴림" pitchFamily="50" charset="-127"/>
          <a:ea typeface="굴림" pitchFamily="50" charset="-127"/>
        </a:defRPr>
      </a:lvl6pPr>
      <a:lvl7pPr marL="914400" algn="ctr" rtl="0" fontAlgn="base" latinLnBrk="1">
        <a:spcBef>
          <a:spcPct val="0"/>
        </a:spcBef>
        <a:spcAft>
          <a:spcPct val="0"/>
        </a:spcAft>
        <a:defRPr kumimoji="1" sz="4400">
          <a:solidFill>
            <a:schemeClr val="tx2"/>
          </a:solidFill>
          <a:latin typeface="굴림" pitchFamily="50" charset="-127"/>
          <a:ea typeface="굴림" pitchFamily="50" charset="-127"/>
        </a:defRPr>
      </a:lvl7pPr>
      <a:lvl8pPr marL="1371600" algn="ctr" rtl="0" fontAlgn="base" latinLnBrk="1">
        <a:spcBef>
          <a:spcPct val="0"/>
        </a:spcBef>
        <a:spcAft>
          <a:spcPct val="0"/>
        </a:spcAft>
        <a:defRPr kumimoji="1" sz="4400">
          <a:solidFill>
            <a:schemeClr val="tx2"/>
          </a:solidFill>
          <a:latin typeface="굴림" pitchFamily="50" charset="-127"/>
          <a:ea typeface="굴림" pitchFamily="50" charset="-127"/>
        </a:defRPr>
      </a:lvl8pPr>
      <a:lvl9pPr marL="1828800" algn="ctr" rtl="0" fontAlgn="base" latinLnBrk="1">
        <a:spcBef>
          <a:spcPct val="0"/>
        </a:spcBef>
        <a:spcAft>
          <a:spcPct val="0"/>
        </a:spcAft>
        <a:defRPr kumimoji="1" sz="4400">
          <a:solidFill>
            <a:schemeClr val="tx2"/>
          </a:solidFill>
          <a:latin typeface="굴림" pitchFamily="50" charset="-127"/>
          <a:ea typeface="굴림" pitchFamily="50" charset="-127"/>
        </a:defRPr>
      </a:lvl9pPr>
    </p:titleStyle>
    <p:bodyStyle>
      <a:lvl1pPr marL="342900" indent="-342900" algn="l" rtl="0" eaLnBrk="0" fontAlgn="base" latinLnBrk="1"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latinLnBrk="1" hangingPunct="0">
        <a:spcBef>
          <a:spcPct val="20000"/>
        </a:spcBef>
        <a:spcAft>
          <a:spcPct val="0"/>
        </a:spcAft>
        <a:buChar char="–"/>
        <a:defRPr kumimoji="1" sz="2800">
          <a:solidFill>
            <a:schemeClr val="tx1"/>
          </a:solidFill>
          <a:latin typeface="+mn-lt"/>
          <a:ea typeface="+mn-ea"/>
        </a:defRPr>
      </a:lvl2pPr>
      <a:lvl3pPr marL="1143000" indent="-228600" algn="l" rtl="0" eaLnBrk="0" fontAlgn="base" latinLnBrk="1" hangingPunct="0">
        <a:spcBef>
          <a:spcPct val="20000"/>
        </a:spcBef>
        <a:spcAft>
          <a:spcPct val="0"/>
        </a:spcAft>
        <a:buChar char="•"/>
        <a:defRPr kumimoji="1" sz="2400">
          <a:solidFill>
            <a:schemeClr val="tx1"/>
          </a:solidFill>
          <a:latin typeface="+mn-lt"/>
          <a:ea typeface="+mn-ea"/>
        </a:defRPr>
      </a:lvl3pPr>
      <a:lvl4pPr marL="1600200" indent="-228600" algn="l" rtl="0" eaLnBrk="0" fontAlgn="base" latinLnBrk="1" hangingPunct="0">
        <a:spcBef>
          <a:spcPct val="20000"/>
        </a:spcBef>
        <a:spcAft>
          <a:spcPct val="0"/>
        </a:spcAft>
        <a:buChar char="–"/>
        <a:defRPr kumimoji="1" sz="2000">
          <a:solidFill>
            <a:schemeClr val="tx1"/>
          </a:solidFill>
          <a:latin typeface="+mn-lt"/>
          <a:ea typeface="+mn-ea"/>
        </a:defRPr>
      </a:lvl4pPr>
      <a:lvl5pPr marL="2057400" indent="-228600" algn="l" rtl="0" eaLnBrk="0" fontAlgn="base" latinLnBrk="1" hangingPunct="0">
        <a:spcBef>
          <a:spcPct val="20000"/>
        </a:spcBef>
        <a:spcAft>
          <a:spcPct val="0"/>
        </a:spcAft>
        <a:buChar char="»"/>
        <a:defRPr kumimoji="1" sz="2000">
          <a:solidFill>
            <a:schemeClr val="tx1"/>
          </a:solidFill>
          <a:latin typeface="+mn-lt"/>
          <a:ea typeface="+mn-ea"/>
        </a:defRPr>
      </a:lvl5pPr>
      <a:lvl6pPr marL="2514600" indent="-228600" algn="l" rtl="0" fontAlgn="base" latinLnBrk="1">
        <a:spcBef>
          <a:spcPct val="20000"/>
        </a:spcBef>
        <a:spcAft>
          <a:spcPct val="0"/>
        </a:spcAft>
        <a:buChar char="»"/>
        <a:defRPr kumimoji="1" sz="2000">
          <a:solidFill>
            <a:schemeClr val="tx1"/>
          </a:solidFill>
          <a:latin typeface="+mn-lt"/>
          <a:ea typeface="+mn-ea"/>
        </a:defRPr>
      </a:lvl6pPr>
      <a:lvl7pPr marL="2971800" indent="-228600" algn="l" rtl="0" fontAlgn="base" latinLnBrk="1">
        <a:spcBef>
          <a:spcPct val="20000"/>
        </a:spcBef>
        <a:spcAft>
          <a:spcPct val="0"/>
        </a:spcAft>
        <a:buChar char="»"/>
        <a:defRPr kumimoji="1" sz="2000">
          <a:solidFill>
            <a:schemeClr val="tx1"/>
          </a:solidFill>
          <a:latin typeface="+mn-lt"/>
          <a:ea typeface="+mn-ea"/>
        </a:defRPr>
      </a:lvl7pPr>
      <a:lvl8pPr marL="3429000" indent="-228600" algn="l" rtl="0" fontAlgn="base" latinLnBrk="1">
        <a:spcBef>
          <a:spcPct val="20000"/>
        </a:spcBef>
        <a:spcAft>
          <a:spcPct val="0"/>
        </a:spcAft>
        <a:buChar char="»"/>
        <a:defRPr kumimoji="1" sz="2000">
          <a:solidFill>
            <a:schemeClr val="tx1"/>
          </a:solidFill>
          <a:latin typeface="+mn-lt"/>
          <a:ea typeface="+mn-ea"/>
        </a:defRPr>
      </a:lvl8pPr>
      <a:lvl9pPr marL="3886200" indent="-228600" algn="l" rtl="0" fontAlgn="base" latinLnBrk="1">
        <a:spcBef>
          <a:spcPct val="20000"/>
        </a:spcBef>
        <a:spcAft>
          <a:spcPct val="0"/>
        </a:spcAft>
        <a:buChar char="»"/>
        <a:defRPr kumimoji="1" sz="2000">
          <a:solidFill>
            <a:schemeClr val="tx1"/>
          </a:solidFill>
          <a:latin typeface="+mn-lt"/>
          <a:ea typeface="+mn-ea"/>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42900" y="366713"/>
            <a:ext cx="6172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ko-KR" altLang="en-US" smtClean="0"/>
              <a:t>마스터 제목 스타일 편집</a:t>
            </a:r>
          </a:p>
        </p:txBody>
      </p:sp>
      <p:sp>
        <p:nvSpPr>
          <p:cNvPr id="1027" name="Rectangle 3"/>
          <p:cNvSpPr>
            <a:spLocks noGrp="1" noChangeArrowheads="1"/>
          </p:cNvSpPr>
          <p:nvPr>
            <p:ph type="body" idx="1"/>
          </p:nvPr>
        </p:nvSpPr>
        <p:spPr bwMode="auto">
          <a:xfrm>
            <a:off x="342900" y="2133601"/>
            <a:ext cx="6172200" cy="603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p>
        </p:txBody>
      </p:sp>
      <p:sp>
        <p:nvSpPr>
          <p:cNvPr id="1028" name="Rectangle 4"/>
          <p:cNvSpPr>
            <a:spLocks noGrp="1" noChangeArrowheads="1"/>
          </p:cNvSpPr>
          <p:nvPr>
            <p:ph type="dt" sz="half" idx="2"/>
          </p:nvPr>
        </p:nvSpPr>
        <p:spPr bwMode="auto">
          <a:xfrm>
            <a:off x="342900" y="8326439"/>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29" name="Rectangle 5"/>
          <p:cNvSpPr>
            <a:spLocks noGrp="1" noChangeArrowheads="1"/>
          </p:cNvSpPr>
          <p:nvPr>
            <p:ph type="ftr" sz="quarter" idx="3"/>
          </p:nvPr>
        </p:nvSpPr>
        <p:spPr bwMode="auto">
          <a:xfrm>
            <a:off x="2343150" y="8326439"/>
            <a:ext cx="21717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굴림" pitchFamily="50" charset="-127"/>
                <a:ea typeface="굴림" pitchFamily="50" charset="-127"/>
              </a:defRPr>
            </a:lvl1pPr>
          </a:lstStyle>
          <a:p>
            <a:pPr fontAlgn="base" latinLnBrk="1">
              <a:spcBef>
                <a:spcPct val="0"/>
              </a:spcBef>
              <a:spcAft>
                <a:spcPct val="0"/>
              </a:spcAft>
              <a:defRPr/>
            </a:pPr>
            <a:endParaRPr kumimoji="1" lang="en-US" altLang="ko-KR">
              <a:solidFill>
                <a:srgbClr val="000000"/>
              </a:solidFill>
            </a:endParaRPr>
          </a:p>
        </p:txBody>
      </p:sp>
      <p:sp>
        <p:nvSpPr>
          <p:cNvPr id="1030" name="Rectangle 6"/>
          <p:cNvSpPr>
            <a:spLocks noGrp="1" noChangeArrowheads="1"/>
          </p:cNvSpPr>
          <p:nvPr>
            <p:ph type="sldNum" sz="quarter" idx="4"/>
          </p:nvPr>
        </p:nvSpPr>
        <p:spPr bwMode="auto">
          <a:xfrm>
            <a:off x="4914900" y="8326439"/>
            <a:ext cx="1600200" cy="635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굴림" pitchFamily="50" charset="-127"/>
                <a:ea typeface="굴림" pitchFamily="50" charset="-127"/>
              </a:defRPr>
            </a:lvl1pPr>
          </a:lstStyle>
          <a:p>
            <a:pPr fontAlgn="base" latinLnBrk="1">
              <a:spcBef>
                <a:spcPct val="0"/>
              </a:spcBef>
              <a:spcAft>
                <a:spcPct val="0"/>
              </a:spcAft>
              <a:defRPr/>
            </a:pPr>
            <a:fld id="{67F5ED9F-BB95-44DF-810D-72263F822FC1}" type="slidenum">
              <a:rPr kumimoji="1" lang="en-US" altLang="ko-KR">
                <a:solidFill>
                  <a:srgbClr val="000000"/>
                </a:solidFill>
              </a:rPr>
              <a:pPr fontAlgn="base" latinLnBrk="1">
                <a:spcBef>
                  <a:spcPct val="0"/>
                </a:spcBef>
                <a:spcAft>
                  <a:spcPct val="0"/>
                </a:spcAft>
                <a:defRPr/>
              </a:pPr>
              <a:t>‹#›</a:t>
            </a:fld>
            <a:endParaRPr kumimoji="1" lang="en-US" altLang="ko-KR">
              <a:solidFill>
                <a:srgbClr val="000000"/>
              </a:solidFill>
            </a:endParaRPr>
          </a:p>
        </p:txBody>
      </p:sp>
    </p:spTree>
    <p:extLst>
      <p:ext uri="{BB962C8B-B14F-4D97-AF65-F5344CB8AC3E}">
        <p14:creationId xmlns:p14="http://schemas.microsoft.com/office/powerpoint/2010/main" val="1038045001"/>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txStyles>
    <p:titleStyle>
      <a:lvl1pPr algn="ctr" rtl="0" eaLnBrk="0" fontAlgn="base" latinLnBrk="1" hangingPunct="0">
        <a:spcBef>
          <a:spcPct val="0"/>
        </a:spcBef>
        <a:spcAft>
          <a:spcPct val="0"/>
        </a:spcAft>
        <a:defRPr kumimoji="1" sz="4400">
          <a:solidFill>
            <a:schemeClr val="tx2"/>
          </a:solidFill>
          <a:latin typeface="+mj-lt"/>
          <a:ea typeface="+mj-ea"/>
          <a:cs typeface="+mj-cs"/>
        </a:defRPr>
      </a:lvl1pPr>
      <a:lvl2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2pPr>
      <a:lvl3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3pPr>
      <a:lvl4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4pPr>
      <a:lvl5pPr algn="ctr" rtl="0" eaLnBrk="0" fontAlgn="base" latinLnBrk="1" hangingPunct="0">
        <a:spcBef>
          <a:spcPct val="0"/>
        </a:spcBef>
        <a:spcAft>
          <a:spcPct val="0"/>
        </a:spcAft>
        <a:defRPr kumimoji="1" sz="4400">
          <a:solidFill>
            <a:schemeClr val="tx2"/>
          </a:solidFill>
          <a:latin typeface="굴림" pitchFamily="50" charset="-127"/>
          <a:ea typeface="굴림" pitchFamily="50" charset="-127"/>
        </a:defRPr>
      </a:lvl5pPr>
      <a:lvl6pPr marL="457200" algn="ctr" rtl="0" fontAlgn="base" latinLnBrk="1">
        <a:spcBef>
          <a:spcPct val="0"/>
        </a:spcBef>
        <a:spcAft>
          <a:spcPct val="0"/>
        </a:spcAft>
        <a:defRPr kumimoji="1" sz="4400">
          <a:solidFill>
            <a:schemeClr val="tx2"/>
          </a:solidFill>
          <a:latin typeface="굴림" pitchFamily="50" charset="-127"/>
          <a:ea typeface="굴림" pitchFamily="50" charset="-127"/>
        </a:defRPr>
      </a:lvl6pPr>
      <a:lvl7pPr marL="914400" algn="ctr" rtl="0" fontAlgn="base" latinLnBrk="1">
        <a:spcBef>
          <a:spcPct val="0"/>
        </a:spcBef>
        <a:spcAft>
          <a:spcPct val="0"/>
        </a:spcAft>
        <a:defRPr kumimoji="1" sz="4400">
          <a:solidFill>
            <a:schemeClr val="tx2"/>
          </a:solidFill>
          <a:latin typeface="굴림" pitchFamily="50" charset="-127"/>
          <a:ea typeface="굴림" pitchFamily="50" charset="-127"/>
        </a:defRPr>
      </a:lvl7pPr>
      <a:lvl8pPr marL="1371600" algn="ctr" rtl="0" fontAlgn="base" latinLnBrk="1">
        <a:spcBef>
          <a:spcPct val="0"/>
        </a:spcBef>
        <a:spcAft>
          <a:spcPct val="0"/>
        </a:spcAft>
        <a:defRPr kumimoji="1" sz="4400">
          <a:solidFill>
            <a:schemeClr val="tx2"/>
          </a:solidFill>
          <a:latin typeface="굴림" pitchFamily="50" charset="-127"/>
          <a:ea typeface="굴림" pitchFamily="50" charset="-127"/>
        </a:defRPr>
      </a:lvl8pPr>
      <a:lvl9pPr marL="1828800" algn="ctr" rtl="0" fontAlgn="base" latinLnBrk="1">
        <a:spcBef>
          <a:spcPct val="0"/>
        </a:spcBef>
        <a:spcAft>
          <a:spcPct val="0"/>
        </a:spcAft>
        <a:defRPr kumimoji="1" sz="4400">
          <a:solidFill>
            <a:schemeClr val="tx2"/>
          </a:solidFill>
          <a:latin typeface="굴림" pitchFamily="50" charset="-127"/>
          <a:ea typeface="굴림" pitchFamily="50" charset="-127"/>
        </a:defRPr>
      </a:lvl9pPr>
    </p:titleStyle>
    <p:bodyStyle>
      <a:lvl1pPr marL="342900" indent="-342900" algn="l" rtl="0" eaLnBrk="0" fontAlgn="base" latinLnBrk="1"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latinLnBrk="1" hangingPunct="0">
        <a:spcBef>
          <a:spcPct val="20000"/>
        </a:spcBef>
        <a:spcAft>
          <a:spcPct val="0"/>
        </a:spcAft>
        <a:buChar char="–"/>
        <a:defRPr kumimoji="1" sz="2800">
          <a:solidFill>
            <a:schemeClr val="tx1"/>
          </a:solidFill>
          <a:latin typeface="+mn-lt"/>
          <a:ea typeface="+mn-ea"/>
        </a:defRPr>
      </a:lvl2pPr>
      <a:lvl3pPr marL="1143000" indent="-228600" algn="l" rtl="0" eaLnBrk="0" fontAlgn="base" latinLnBrk="1" hangingPunct="0">
        <a:spcBef>
          <a:spcPct val="20000"/>
        </a:spcBef>
        <a:spcAft>
          <a:spcPct val="0"/>
        </a:spcAft>
        <a:buChar char="•"/>
        <a:defRPr kumimoji="1" sz="2400">
          <a:solidFill>
            <a:schemeClr val="tx1"/>
          </a:solidFill>
          <a:latin typeface="+mn-lt"/>
          <a:ea typeface="+mn-ea"/>
        </a:defRPr>
      </a:lvl3pPr>
      <a:lvl4pPr marL="1600200" indent="-228600" algn="l" rtl="0" eaLnBrk="0" fontAlgn="base" latinLnBrk="1" hangingPunct="0">
        <a:spcBef>
          <a:spcPct val="20000"/>
        </a:spcBef>
        <a:spcAft>
          <a:spcPct val="0"/>
        </a:spcAft>
        <a:buChar char="–"/>
        <a:defRPr kumimoji="1" sz="2000">
          <a:solidFill>
            <a:schemeClr val="tx1"/>
          </a:solidFill>
          <a:latin typeface="+mn-lt"/>
          <a:ea typeface="+mn-ea"/>
        </a:defRPr>
      </a:lvl4pPr>
      <a:lvl5pPr marL="2057400" indent="-228600" algn="l" rtl="0" eaLnBrk="0" fontAlgn="base" latinLnBrk="1" hangingPunct="0">
        <a:spcBef>
          <a:spcPct val="20000"/>
        </a:spcBef>
        <a:spcAft>
          <a:spcPct val="0"/>
        </a:spcAft>
        <a:buChar char="»"/>
        <a:defRPr kumimoji="1" sz="2000">
          <a:solidFill>
            <a:schemeClr val="tx1"/>
          </a:solidFill>
          <a:latin typeface="+mn-lt"/>
          <a:ea typeface="+mn-ea"/>
        </a:defRPr>
      </a:lvl5pPr>
      <a:lvl6pPr marL="2514600" indent="-228600" algn="l" rtl="0" fontAlgn="base" latinLnBrk="1">
        <a:spcBef>
          <a:spcPct val="20000"/>
        </a:spcBef>
        <a:spcAft>
          <a:spcPct val="0"/>
        </a:spcAft>
        <a:buChar char="»"/>
        <a:defRPr kumimoji="1" sz="2000">
          <a:solidFill>
            <a:schemeClr val="tx1"/>
          </a:solidFill>
          <a:latin typeface="+mn-lt"/>
          <a:ea typeface="+mn-ea"/>
        </a:defRPr>
      </a:lvl6pPr>
      <a:lvl7pPr marL="2971800" indent="-228600" algn="l" rtl="0" fontAlgn="base" latinLnBrk="1">
        <a:spcBef>
          <a:spcPct val="20000"/>
        </a:spcBef>
        <a:spcAft>
          <a:spcPct val="0"/>
        </a:spcAft>
        <a:buChar char="»"/>
        <a:defRPr kumimoji="1" sz="2000">
          <a:solidFill>
            <a:schemeClr val="tx1"/>
          </a:solidFill>
          <a:latin typeface="+mn-lt"/>
          <a:ea typeface="+mn-ea"/>
        </a:defRPr>
      </a:lvl7pPr>
      <a:lvl8pPr marL="3429000" indent="-228600" algn="l" rtl="0" fontAlgn="base" latinLnBrk="1">
        <a:spcBef>
          <a:spcPct val="20000"/>
        </a:spcBef>
        <a:spcAft>
          <a:spcPct val="0"/>
        </a:spcAft>
        <a:buChar char="»"/>
        <a:defRPr kumimoji="1" sz="2000">
          <a:solidFill>
            <a:schemeClr val="tx1"/>
          </a:solidFill>
          <a:latin typeface="+mn-lt"/>
          <a:ea typeface="+mn-ea"/>
        </a:defRPr>
      </a:lvl8pPr>
      <a:lvl9pPr marL="3886200" indent="-228600" algn="l" rtl="0" fontAlgn="base" latinLnBrk="1">
        <a:spcBef>
          <a:spcPct val="20000"/>
        </a:spcBef>
        <a:spcAft>
          <a:spcPct val="0"/>
        </a:spcAft>
        <a:buChar char="»"/>
        <a:defRPr kumimoji="1" sz="2000">
          <a:solidFill>
            <a:schemeClr val="tx1"/>
          </a:solidFill>
          <a:latin typeface="+mn-lt"/>
          <a:ea typeface="+mn-ea"/>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4.jpe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image" Target="../media/image5.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8.xml"/><Relationship Id="rId6" Type="http://schemas.openxmlformats.org/officeDocument/2006/relationships/image" Target="../media/image2.png"/><Relationship Id="rId5" Type="http://schemas.openxmlformats.org/officeDocument/2006/relationships/image" Target="../media/image8.png"/><Relationship Id="rId4" Type="http://schemas.openxmlformats.org/officeDocument/2006/relationships/image" Target="../media/image7.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10.jpeg"/><Relationship Id="rId7" Type="http://schemas.openxmlformats.org/officeDocument/2006/relationships/image" Target="../media/image14.png"/><Relationship Id="rId2" Type="http://schemas.openxmlformats.org/officeDocument/2006/relationships/notesSlide" Target="../notesSlides/notesSlide8.xml"/><Relationship Id="rId1" Type="http://schemas.openxmlformats.org/officeDocument/2006/relationships/slideLayout" Target="../slideLayouts/slideLayout18.xml"/><Relationship Id="rId6" Type="http://schemas.openxmlformats.org/officeDocument/2006/relationships/image" Target="../media/image13.png"/><Relationship Id="rId5" Type="http://schemas.openxmlformats.org/officeDocument/2006/relationships/image" Target="../media/image12.png"/><Relationship Id="rId10" Type="http://schemas.openxmlformats.org/officeDocument/2006/relationships/image" Target="../media/image17.png"/><Relationship Id="rId4" Type="http://schemas.openxmlformats.org/officeDocument/2006/relationships/image" Target="../media/image11.png"/><Relationship Id="rId9" Type="http://schemas.openxmlformats.org/officeDocument/2006/relationships/image" Target="../media/image16.png"/></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11.xml"/><Relationship Id="rId1" Type="http://schemas.openxmlformats.org/officeDocument/2006/relationships/slideLayout" Target="../slideLayouts/slideLayout18.xml"/><Relationship Id="rId4" Type="http://schemas.openxmlformats.org/officeDocument/2006/relationships/image" Target="../media/image20.jpe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8" Type="http://schemas.openxmlformats.org/officeDocument/2006/relationships/image" Target="../media/image26.jpeg"/><Relationship Id="rId3" Type="http://schemas.openxmlformats.org/officeDocument/2006/relationships/image" Target="../media/image21.png"/><Relationship Id="rId7" Type="http://schemas.openxmlformats.org/officeDocument/2006/relationships/image" Target="../media/image25.jpeg"/><Relationship Id="rId2" Type="http://schemas.openxmlformats.org/officeDocument/2006/relationships/notesSlide" Target="../notesSlides/notesSlide13.xml"/><Relationship Id="rId1" Type="http://schemas.openxmlformats.org/officeDocument/2006/relationships/slideLayout" Target="../slideLayouts/slideLayout18.xml"/><Relationship Id="rId6" Type="http://schemas.openxmlformats.org/officeDocument/2006/relationships/image" Target="../media/image24.jpeg"/><Relationship Id="rId11" Type="http://schemas.openxmlformats.org/officeDocument/2006/relationships/image" Target="../media/image28.jpeg"/><Relationship Id="rId5" Type="http://schemas.openxmlformats.org/officeDocument/2006/relationships/image" Target="../media/image23.jpeg"/><Relationship Id="rId10" Type="http://schemas.openxmlformats.org/officeDocument/2006/relationships/image" Target="../media/image27.jpeg"/><Relationship Id="rId4" Type="http://schemas.openxmlformats.org/officeDocument/2006/relationships/image" Target="../media/image22.jpeg"/><Relationship Id="rId9" Type="http://schemas.openxmlformats.org/officeDocument/2006/relationships/image" Target="../media/image3.png"/></Relationships>
</file>

<file path=ppt/slides/_rels/slide14.xml.rels><?xml version="1.0" encoding="UTF-8" standalone="yes"?>
<Relationships xmlns="http://schemas.openxmlformats.org/package/2006/relationships"><Relationship Id="rId3" Type="http://schemas.openxmlformats.org/officeDocument/2006/relationships/image" Target="../media/image4.jpeg"/><Relationship Id="rId7" Type="http://schemas.openxmlformats.org/officeDocument/2006/relationships/image" Target="../media/image31.png"/><Relationship Id="rId2" Type="http://schemas.openxmlformats.org/officeDocument/2006/relationships/notesSlide" Target="../notesSlides/notesSlide14.xml"/><Relationship Id="rId1" Type="http://schemas.openxmlformats.org/officeDocument/2006/relationships/slideLayout" Target="../slideLayouts/slideLayout18.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hyperlink" Target="http://www.boltmall.co.kr/products/?category=23" TargetMode="Externa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6.xml"/><Relationship Id="rId1" Type="http://schemas.openxmlformats.org/officeDocument/2006/relationships/slideLayout" Target="../slideLayouts/slideLayout18.xml"/><Relationship Id="rId6" Type="http://schemas.openxmlformats.org/officeDocument/2006/relationships/image" Target="../media/image34.png"/><Relationship Id="rId5" Type="http://schemas.openxmlformats.org/officeDocument/2006/relationships/image" Target="../media/image5.png"/><Relationship Id="rId4" Type="http://schemas.openxmlformats.org/officeDocument/2006/relationships/image" Target="../media/image33.jpeg"/></Relationships>
</file>

<file path=ppt/slides/_rels/slide17.xml.rels><?xml version="1.0" encoding="UTF-8" standalone="yes"?>
<Relationships xmlns="http://schemas.openxmlformats.org/package/2006/relationships"><Relationship Id="rId3" Type="http://schemas.openxmlformats.org/officeDocument/2006/relationships/image" Target="../media/image35.jpeg"/><Relationship Id="rId7" Type="http://schemas.openxmlformats.org/officeDocument/2006/relationships/image" Target="../media/image38.png"/><Relationship Id="rId2" Type="http://schemas.openxmlformats.org/officeDocument/2006/relationships/notesSlide" Target="../notesSlides/notesSlide17.xml"/><Relationship Id="rId1" Type="http://schemas.openxmlformats.org/officeDocument/2006/relationships/slideLayout" Target="../slideLayouts/slideLayout18.xml"/><Relationship Id="rId6" Type="http://schemas.openxmlformats.org/officeDocument/2006/relationships/image" Target="../media/image37.jpeg"/><Relationship Id="rId5" Type="http://schemas.openxmlformats.org/officeDocument/2006/relationships/image" Target="../media/image2.png"/><Relationship Id="rId4" Type="http://schemas.openxmlformats.org/officeDocument/2006/relationships/image" Target="../media/image36.jpe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19.jpeg"/></Relationships>
</file>

<file path=ppt/slides/_rels/slide20.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3" Type="http://schemas.openxmlformats.org/officeDocument/2006/relationships/image" Target="../media/image42.wmf"/><Relationship Id="rId2" Type="http://schemas.openxmlformats.org/officeDocument/2006/relationships/notesSlide" Target="../notesSlides/notesSlide22.xml"/><Relationship Id="rId1" Type="http://schemas.openxmlformats.org/officeDocument/2006/relationships/slideLayout" Target="../slideLayouts/slideLayout18.xml"/><Relationship Id="rId5" Type="http://schemas.openxmlformats.org/officeDocument/2006/relationships/image" Target="../media/image44.jpeg"/><Relationship Id="rId4" Type="http://schemas.openxmlformats.org/officeDocument/2006/relationships/image" Target="../media/image43.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3" Type="http://schemas.openxmlformats.org/officeDocument/2006/relationships/image" Target="../media/image45.jpeg"/><Relationship Id="rId7" Type="http://schemas.openxmlformats.org/officeDocument/2006/relationships/image" Target="../media/image49.jpeg"/><Relationship Id="rId2" Type="http://schemas.openxmlformats.org/officeDocument/2006/relationships/notesSlide" Target="../notesSlides/notesSlide25.xml"/><Relationship Id="rId1" Type="http://schemas.openxmlformats.org/officeDocument/2006/relationships/slideLayout" Target="../slideLayouts/slideLayout18.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8" Type="http://schemas.openxmlformats.org/officeDocument/2006/relationships/image" Target="../media/image54.jpeg"/><Relationship Id="rId3" Type="http://schemas.openxmlformats.org/officeDocument/2006/relationships/image" Target="../media/image50.jpeg"/><Relationship Id="rId7" Type="http://schemas.openxmlformats.org/officeDocument/2006/relationships/image" Target="../media/image53.jpeg"/><Relationship Id="rId2" Type="http://schemas.openxmlformats.org/officeDocument/2006/relationships/notesSlide" Target="../notesSlides/notesSlide28.xml"/><Relationship Id="rId1" Type="http://schemas.openxmlformats.org/officeDocument/2006/relationships/slideLayout" Target="../slideLayouts/slideLayout18.xml"/><Relationship Id="rId6" Type="http://schemas.openxmlformats.org/officeDocument/2006/relationships/hyperlink" Target="http://www.boltmall.co.kr/products/?category=13" TargetMode="External"/><Relationship Id="rId5" Type="http://schemas.openxmlformats.org/officeDocument/2006/relationships/image" Target="../media/image52.png"/><Relationship Id="rId10" Type="http://schemas.openxmlformats.org/officeDocument/2006/relationships/image" Target="../media/image56.jpeg"/><Relationship Id="rId4" Type="http://schemas.openxmlformats.org/officeDocument/2006/relationships/image" Target="../media/image51.png"/><Relationship Id="rId9" Type="http://schemas.openxmlformats.org/officeDocument/2006/relationships/image" Target="../media/image55.jpeg"/></Relationships>
</file>

<file path=ppt/slides/_rels/slide29.xml.rels><?xml version="1.0" encoding="UTF-8" standalone="yes"?>
<Relationships xmlns="http://schemas.openxmlformats.org/package/2006/relationships"><Relationship Id="rId8" Type="http://schemas.openxmlformats.org/officeDocument/2006/relationships/image" Target="../media/image62.png"/><Relationship Id="rId3" Type="http://schemas.openxmlformats.org/officeDocument/2006/relationships/image" Target="../media/image57.png"/><Relationship Id="rId7" Type="http://schemas.openxmlformats.org/officeDocument/2006/relationships/image" Target="../media/image61.png"/><Relationship Id="rId2" Type="http://schemas.openxmlformats.org/officeDocument/2006/relationships/notesSlide" Target="../notesSlides/notesSlide29.xml"/><Relationship Id="rId1" Type="http://schemas.openxmlformats.org/officeDocument/2006/relationships/slideLayout" Target="../slideLayouts/slideLayout18.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31.xml"/><Relationship Id="rId1" Type="http://schemas.openxmlformats.org/officeDocument/2006/relationships/slideLayout" Target="../slideLayouts/slideLayout29.xml"/><Relationship Id="rId5" Type="http://schemas.openxmlformats.org/officeDocument/2006/relationships/image" Target="../media/image65.png"/><Relationship Id="rId4" Type="http://schemas.openxmlformats.org/officeDocument/2006/relationships/image" Target="../media/image64.png"/></Relationships>
</file>

<file path=ppt/slides/_rels/slide32.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32.xml"/><Relationship Id="rId1" Type="http://schemas.openxmlformats.org/officeDocument/2006/relationships/slideLayout" Target="../slideLayouts/slideLayout2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9.xml"/></Relationships>
</file>

<file path=ppt/slides/_rels/slide34.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image" Target="../media/image67.png"/><Relationship Id="rId7" Type="http://schemas.openxmlformats.org/officeDocument/2006/relationships/image" Target="../media/image71.png"/><Relationship Id="rId2" Type="http://schemas.openxmlformats.org/officeDocument/2006/relationships/notesSlide" Target="../notesSlides/notesSlide34.xml"/><Relationship Id="rId1" Type="http://schemas.openxmlformats.org/officeDocument/2006/relationships/slideLayout" Target="../slideLayouts/slideLayout29.xml"/><Relationship Id="rId6" Type="http://schemas.openxmlformats.org/officeDocument/2006/relationships/image" Target="../media/image70.png"/><Relationship Id="rId5" Type="http://schemas.openxmlformats.org/officeDocument/2006/relationships/image" Target="../media/image69.png"/><Relationship Id="rId10" Type="http://schemas.openxmlformats.org/officeDocument/2006/relationships/image" Target="../media/image74.png"/><Relationship Id="rId4" Type="http://schemas.openxmlformats.org/officeDocument/2006/relationships/image" Target="../media/image68.png"/><Relationship Id="rId9" Type="http://schemas.openxmlformats.org/officeDocument/2006/relationships/image" Target="../media/image73.png"/></Relationships>
</file>

<file path=ppt/slides/_rels/slide35.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image" Target="../media/image75.png"/><Relationship Id="rId7" Type="http://schemas.openxmlformats.org/officeDocument/2006/relationships/image" Target="../media/image79.jpeg"/><Relationship Id="rId2" Type="http://schemas.openxmlformats.org/officeDocument/2006/relationships/notesSlide" Target="../notesSlides/notesSlide35.xml"/><Relationship Id="rId1" Type="http://schemas.openxmlformats.org/officeDocument/2006/relationships/slideLayout" Target="../slideLayouts/slideLayout29.xml"/><Relationship Id="rId6" Type="http://schemas.openxmlformats.org/officeDocument/2006/relationships/image" Target="../media/image78.png"/><Relationship Id="rId5" Type="http://schemas.openxmlformats.org/officeDocument/2006/relationships/image" Target="../media/image77.png"/><Relationship Id="rId10" Type="http://schemas.openxmlformats.org/officeDocument/2006/relationships/image" Target="../media/image82.png"/><Relationship Id="rId4" Type="http://schemas.openxmlformats.org/officeDocument/2006/relationships/image" Target="../media/image76.png"/><Relationship Id="rId9" Type="http://schemas.openxmlformats.org/officeDocument/2006/relationships/image" Target="../media/image81.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9.xml"/></Relationships>
</file>

<file path=ppt/slides/_rels/slide3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37.xml"/><Relationship Id="rId1" Type="http://schemas.openxmlformats.org/officeDocument/2006/relationships/slideLayout" Target="../slideLayouts/slideLayout29.xml"/><Relationship Id="rId5" Type="http://schemas.openxmlformats.org/officeDocument/2006/relationships/image" Target="../media/image85.png"/><Relationship Id="rId4" Type="http://schemas.openxmlformats.org/officeDocument/2006/relationships/image" Target="../media/image84.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8" Type="http://schemas.openxmlformats.org/officeDocument/2006/relationships/image" Target="../media/image91.png"/><Relationship Id="rId3" Type="http://schemas.openxmlformats.org/officeDocument/2006/relationships/image" Target="../media/image86.png"/><Relationship Id="rId7" Type="http://schemas.openxmlformats.org/officeDocument/2006/relationships/image" Target="../media/image90.png"/><Relationship Id="rId2" Type="http://schemas.openxmlformats.org/officeDocument/2006/relationships/notesSlide" Target="../notesSlides/notesSlide40.xml"/><Relationship Id="rId1" Type="http://schemas.openxmlformats.org/officeDocument/2006/relationships/slideLayout" Target="../slideLayouts/slideLayout29.xml"/><Relationship Id="rId6" Type="http://schemas.openxmlformats.org/officeDocument/2006/relationships/image" Target="../media/image89.png"/><Relationship Id="rId5" Type="http://schemas.openxmlformats.org/officeDocument/2006/relationships/image" Target="../media/image88.png"/><Relationship Id="rId4" Type="http://schemas.openxmlformats.org/officeDocument/2006/relationships/image" Target="../media/image87.png"/></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7" Type="http://schemas.openxmlformats.org/officeDocument/2006/relationships/image" Target="../media/image93.png"/><Relationship Id="rId2" Type="http://schemas.openxmlformats.org/officeDocument/2006/relationships/slideLayout" Target="../slideLayouts/slideLayout29.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92.png"/><Relationship Id="rId4" Type="http://schemas.openxmlformats.org/officeDocument/2006/relationships/oleObject" Target="../embeddings/oleObject1.bin"/></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9.xml"/><Relationship Id="rId1" Type="http://schemas.openxmlformats.org/officeDocument/2006/relationships/vmlDrawing" Target="../drawings/vmlDrawing2.vml"/><Relationship Id="rId6" Type="http://schemas.openxmlformats.org/officeDocument/2006/relationships/image" Target="../media/image93.png"/><Relationship Id="rId5" Type="http://schemas.openxmlformats.org/officeDocument/2006/relationships/oleObject" Target="../embeddings/oleObject3.bin"/><Relationship Id="rId4" Type="http://schemas.openxmlformats.org/officeDocument/2006/relationships/image" Target="../media/image94.png"/></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29.xml"/><Relationship Id="rId1" Type="http://schemas.openxmlformats.org/officeDocument/2006/relationships/vmlDrawing" Target="../drawings/vmlDrawing3.vml"/><Relationship Id="rId6" Type="http://schemas.openxmlformats.org/officeDocument/2006/relationships/image" Target="../media/image93.png"/><Relationship Id="rId5" Type="http://schemas.openxmlformats.org/officeDocument/2006/relationships/oleObject" Target="../embeddings/oleObject4.bin"/><Relationship Id="rId4" Type="http://schemas.openxmlformats.org/officeDocument/2006/relationships/image" Target="../media/image94.png"/></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9.xml"/></Relationships>
</file>

<file path=ppt/slides/_rels/slide45.xml.rels><?xml version="1.0" encoding="UTF-8" standalone="yes"?>
<Relationships xmlns="http://schemas.openxmlformats.org/package/2006/relationships"><Relationship Id="rId3" Type="http://schemas.openxmlformats.org/officeDocument/2006/relationships/image" Target="../media/image95.png"/><Relationship Id="rId7" Type="http://schemas.openxmlformats.org/officeDocument/2006/relationships/image" Target="../media/image99.png"/><Relationship Id="rId2" Type="http://schemas.openxmlformats.org/officeDocument/2006/relationships/notesSlide" Target="../notesSlides/notesSlide45.xml"/><Relationship Id="rId1" Type="http://schemas.openxmlformats.org/officeDocument/2006/relationships/slideLayout" Target="../slideLayouts/slideLayout29.xml"/><Relationship Id="rId6" Type="http://schemas.openxmlformats.org/officeDocument/2006/relationships/image" Target="../media/image98.png"/><Relationship Id="rId5" Type="http://schemas.openxmlformats.org/officeDocument/2006/relationships/image" Target="../media/image97.png"/><Relationship Id="rId4" Type="http://schemas.openxmlformats.org/officeDocument/2006/relationships/image" Target="../media/image96.png"/></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9.xml"/></Relationships>
</file>

<file path=ppt/slides/_rels/slide47.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47.xml"/><Relationship Id="rId1" Type="http://schemas.openxmlformats.org/officeDocument/2006/relationships/slideLayout" Target="../slideLayouts/slideLayout29.xml"/><Relationship Id="rId5" Type="http://schemas.openxmlformats.org/officeDocument/2006/relationships/image" Target="../media/image102.png"/><Relationship Id="rId4" Type="http://schemas.openxmlformats.org/officeDocument/2006/relationships/image" Target="../media/image101.png"/></Relationships>
</file>

<file path=ppt/slides/_rels/slide48.xml.rels><?xml version="1.0" encoding="UTF-8" standalone="yes"?>
<Relationships xmlns="http://schemas.openxmlformats.org/package/2006/relationships"><Relationship Id="rId3" Type="http://schemas.openxmlformats.org/officeDocument/2006/relationships/image" Target="../media/image103.png"/><Relationship Id="rId7" Type="http://schemas.openxmlformats.org/officeDocument/2006/relationships/image" Target="../media/image107.png"/><Relationship Id="rId2" Type="http://schemas.openxmlformats.org/officeDocument/2006/relationships/notesSlide" Target="../notesSlides/notesSlide48.xml"/><Relationship Id="rId1" Type="http://schemas.openxmlformats.org/officeDocument/2006/relationships/slideLayout" Target="../slideLayouts/slideLayout29.xml"/><Relationship Id="rId6" Type="http://schemas.openxmlformats.org/officeDocument/2006/relationships/image" Target="../media/image106.png"/><Relationship Id="rId5" Type="http://schemas.openxmlformats.org/officeDocument/2006/relationships/image" Target="../media/image105.png"/><Relationship Id="rId4" Type="http://schemas.openxmlformats.org/officeDocument/2006/relationships/image" Target="../media/image104.pn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9.xml"/></Relationships>
</file>

<file path=ppt/slides/_rels/slide50.xml.rels><?xml version="1.0" encoding="UTF-8" standalone="yes"?>
<Relationships xmlns="http://schemas.openxmlformats.org/package/2006/relationships"><Relationship Id="rId3" Type="http://schemas.openxmlformats.org/officeDocument/2006/relationships/image" Target="../media/image108.wmf"/><Relationship Id="rId2" Type="http://schemas.openxmlformats.org/officeDocument/2006/relationships/notesSlide" Target="../notesSlides/notesSlide50.xml"/><Relationship Id="rId1" Type="http://schemas.openxmlformats.org/officeDocument/2006/relationships/slideLayout" Target="../slideLayouts/slideLayout29.xml"/></Relationships>
</file>

<file path=ppt/slides/_rels/slide51.xml.rels><?xml version="1.0" encoding="UTF-8" standalone="yes"?>
<Relationships xmlns="http://schemas.openxmlformats.org/package/2006/relationships"><Relationship Id="rId3" Type="http://schemas.openxmlformats.org/officeDocument/2006/relationships/image" Target="../media/image95.png"/><Relationship Id="rId7" Type="http://schemas.openxmlformats.org/officeDocument/2006/relationships/image" Target="../media/image99.png"/><Relationship Id="rId2" Type="http://schemas.openxmlformats.org/officeDocument/2006/relationships/notesSlide" Target="../notesSlides/notesSlide51.xml"/><Relationship Id="rId1" Type="http://schemas.openxmlformats.org/officeDocument/2006/relationships/slideLayout" Target="../slideLayouts/slideLayout29.xml"/><Relationship Id="rId6" Type="http://schemas.openxmlformats.org/officeDocument/2006/relationships/image" Target="../media/image98.png"/><Relationship Id="rId5" Type="http://schemas.openxmlformats.org/officeDocument/2006/relationships/image" Target="../media/image97.png"/><Relationship Id="rId4" Type="http://schemas.openxmlformats.org/officeDocument/2006/relationships/image" Target="../media/image96.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9.xml"/></Relationships>
</file>

<file path=ppt/slides/_rels/slide54.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54.xml"/><Relationship Id="rId1" Type="http://schemas.openxmlformats.org/officeDocument/2006/relationships/slideLayout" Target="../slideLayouts/slideLayout29.xml"/></Relationships>
</file>

<file path=ppt/slides/_rels/slide55.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55.xml"/><Relationship Id="rId1" Type="http://schemas.openxmlformats.org/officeDocument/2006/relationships/slideLayout" Target="../slideLayouts/slideLayout29.xml"/></Relationships>
</file>

<file path=ppt/slides/_rels/slide56.xml.rels><?xml version="1.0" encoding="UTF-8" standalone="yes"?>
<Relationships xmlns="http://schemas.openxmlformats.org/package/2006/relationships"><Relationship Id="rId2" Type="http://schemas.openxmlformats.org/officeDocument/2006/relationships/image" Target="../media/image111.png"/><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9.xml"/></Relationships>
</file>

<file path=ppt/slides/_rels/slide58.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57.xml"/><Relationship Id="rId1" Type="http://schemas.openxmlformats.org/officeDocument/2006/relationships/slideLayout" Target="../slideLayouts/slideLayout29.xml"/><Relationship Id="rId5" Type="http://schemas.openxmlformats.org/officeDocument/2006/relationships/image" Target="../media/image114.png"/><Relationship Id="rId4" Type="http://schemas.openxmlformats.org/officeDocument/2006/relationships/image" Target="../media/image113.png"/></Relationships>
</file>

<file path=ppt/slides/_rels/slide59.xml.rels><?xml version="1.0" encoding="UTF-8" standalone="yes"?>
<Relationships xmlns="http://schemas.openxmlformats.org/package/2006/relationships"><Relationship Id="rId3" Type="http://schemas.openxmlformats.org/officeDocument/2006/relationships/image" Target="../media/image115.png"/><Relationship Id="rId7" Type="http://schemas.openxmlformats.org/officeDocument/2006/relationships/image" Target="../media/image119.png"/><Relationship Id="rId2" Type="http://schemas.openxmlformats.org/officeDocument/2006/relationships/notesSlide" Target="../notesSlides/notesSlide58.xml"/><Relationship Id="rId1" Type="http://schemas.openxmlformats.org/officeDocument/2006/relationships/slideLayout" Target="../slideLayouts/slideLayout29.xml"/><Relationship Id="rId6" Type="http://schemas.openxmlformats.org/officeDocument/2006/relationships/image" Target="../media/image118.png"/><Relationship Id="rId5" Type="http://schemas.openxmlformats.org/officeDocument/2006/relationships/image" Target="../media/image117.png"/><Relationship Id="rId4" Type="http://schemas.openxmlformats.org/officeDocument/2006/relationships/image" Target="../media/image116.png"/></Relationships>
</file>

<file path=ppt/slides/_rels/slide60.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59.xml"/><Relationship Id="rId1" Type="http://schemas.openxmlformats.org/officeDocument/2006/relationships/slideLayout" Target="../slideLayouts/slideLayout29.xml"/></Relationships>
</file>

<file path=ppt/slides/_rels/slide61.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60.xml"/><Relationship Id="rId1" Type="http://schemas.openxmlformats.org/officeDocument/2006/relationships/slideLayout" Target="../slideLayouts/slideLayout29.xml"/><Relationship Id="rId5" Type="http://schemas.openxmlformats.org/officeDocument/2006/relationships/image" Target="../media/image122.png"/><Relationship Id="rId4" Type="http://schemas.openxmlformats.org/officeDocument/2006/relationships/image" Target="../media/image121.png"/></Relationships>
</file>

<file path=ppt/slides/_rels/slide62.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61.xml"/><Relationship Id="rId1" Type="http://schemas.openxmlformats.org/officeDocument/2006/relationships/slideLayout" Target="../slideLayouts/slideLayout2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9.xml"/></Relationships>
</file>

<file path=ppt/slides/_rels/slide65.xml.rels><?xml version="1.0" encoding="UTF-8" standalone="yes"?>
<Relationships xmlns="http://schemas.openxmlformats.org/package/2006/relationships"><Relationship Id="rId8" Type="http://schemas.openxmlformats.org/officeDocument/2006/relationships/image" Target="../media/image126.png"/><Relationship Id="rId3" Type="http://schemas.openxmlformats.org/officeDocument/2006/relationships/notesSlide" Target="../notesSlides/notesSlide64.xml"/><Relationship Id="rId7" Type="http://schemas.openxmlformats.org/officeDocument/2006/relationships/image" Target="../media/image125.png"/><Relationship Id="rId2" Type="http://schemas.openxmlformats.org/officeDocument/2006/relationships/slideLayout" Target="../slideLayouts/slideLayout40.xml"/><Relationship Id="rId1" Type="http://schemas.openxmlformats.org/officeDocument/2006/relationships/vmlDrawing" Target="../drawings/vmlDrawing4.vml"/><Relationship Id="rId6" Type="http://schemas.openxmlformats.org/officeDocument/2006/relationships/oleObject" Target="../embeddings/oleObject6.bin"/><Relationship Id="rId5" Type="http://schemas.openxmlformats.org/officeDocument/2006/relationships/image" Target="../media/image124.png"/><Relationship Id="rId4" Type="http://schemas.openxmlformats.org/officeDocument/2006/relationships/oleObject" Target="../embeddings/oleObject5.bin"/></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1.xml"/></Relationships>
</file>

<file path=ppt/slides/_rels/slide67.xml.rels><?xml version="1.0" encoding="UTF-8" standalone="yes"?>
<Relationships xmlns="http://schemas.openxmlformats.org/package/2006/relationships"><Relationship Id="rId8" Type="http://schemas.openxmlformats.org/officeDocument/2006/relationships/image" Target="../media/image132.jpeg"/><Relationship Id="rId13" Type="http://schemas.openxmlformats.org/officeDocument/2006/relationships/image" Target="../media/image137.png"/><Relationship Id="rId3" Type="http://schemas.openxmlformats.org/officeDocument/2006/relationships/image" Target="../media/image127.emf"/><Relationship Id="rId7" Type="http://schemas.openxmlformats.org/officeDocument/2006/relationships/image" Target="../media/image131.wmf"/><Relationship Id="rId12" Type="http://schemas.openxmlformats.org/officeDocument/2006/relationships/image" Target="../media/image136.png"/><Relationship Id="rId2" Type="http://schemas.openxmlformats.org/officeDocument/2006/relationships/notesSlide" Target="../notesSlides/notesSlide66.xml"/><Relationship Id="rId1" Type="http://schemas.openxmlformats.org/officeDocument/2006/relationships/slideLayout" Target="../slideLayouts/slideLayout18.xml"/><Relationship Id="rId6" Type="http://schemas.openxmlformats.org/officeDocument/2006/relationships/image" Target="../media/image130.emf"/><Relationship Id="rId11" Type="http://schemas.openxmlformats.org/officeDocument/2006/relationships/image" Target="../media/image135.png"/><Relationship Id="rId5" Type="http://schemas.openxmlformats.org/officeDocument/2006/relationships/image" Target="../media/image129.emf"/><Relationship Id="rId10" Type="http://schemas.openxmlformats.org/officeDocument/2006/relationships/image" Target="../media/image134.png"/><Relationship Id="rId4" Type="http://schemas.openxmlformats.org/officeDocument/2006/relationships/image" Target="../media/image128.emf"/><Relationship Id="rId9" Type="http://schemas.openxmlformats.org/officeDocument/2006/relationships/image" Target="../media/image133.png"/></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8.xml"/></Relationships>
</file>

<file path=ppt/slides/_rels/slide69.xml.rels><?xml version="1.0" encoding="UTF-8" standalone="yes"?>
<Relationships xmlns="http://schemas.openxmlformats.org/package/2006/relationships"><Relationship Id="rId3" Type="http://schemas.openxmlformats.org/officeDocument/2006/relationships/image" Target="../media/image138.png"/><Relationship Id="rId7" Type="http://schemas.openxmlformats.org/officeDocument/2006/relationships/image" Target="../media/image142.png"/><Relationship Id="rId2" Type="http://schemas.openxmlformats.org/officeDocument/2006/relationships/notesSlide" Target="../notesSlides/notesSlide68.xml"/><Relationship Id="rId1" Type="http://schemas.openxmlformats.org/officeDocument/2006/relationships/slideLayout" Target="../slideLayouts/slideLayout40.xml"/><Relationship Id="rId6" Type="http://schemas.openxmlformats.org/officeDocument/2006/relationships/image" Target="../media/image141.png"/><Relationship Id="rId5" Type="http://schemas.openxmlformats.org/officeDocument/2006/relationships/image" Target="../media/image140.jpeg"/><Relationship Id="rId4" Type="http://schemas.openxmlformats.org/officeDocument/2006/relationships/image" Target="../media/image139.png"/></Relationships>
</file>

<file path=ppt/slides/_rels/slide70.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69.xml"/><Relationship Id="rId1" Type="http://schemas.openxmlformats.org/officeDocument/2006/relationships/slideLayout" Target="../slideLayouts/slideLayout40.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40.xml"/></Relationships>
</file>

<file path=ppt/slides/_rels/slide72.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71.xml"/><Relationship Id="rId1" Type="http://schemas.openxmlformats.org/officeDocument/2006/relationships/slideLayout" Target="../slideLayouts/slideLayout40.xml"/><Relationship Id="rId4" Type="http://schemas.openxmlformats.org/officeDocument/2006/relationships/image" Target="../media/image145.png"/></Relationships>
</file>

<file path=ppt/slides/_rels/slide73.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72.xml"/><Relationship Id="rId1" Type="http://schemas.openxmlformats.org/officeDocument/2006/relationships/slideLayout" Target="../slideLayouts/slideLayout40.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40.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0.xml"/></Relationships>
</file>

<file path=ppt/slides/_rels/slide76.xml.rels><?xml version="1.0" encoding="UTF-8" standalone="yes"?>
<Relationships xmlns="http://schemas.openxmlformats.org/package/2006/relationships"><Relationship Id="rId3" Type="http://schemas.openxmlformats.org/officeDocument/2006/relationships/image" Target="../media/image147.png"/><Relationship Id="rId7" Type="http://schemas.openxmlformats.org/officeDocument/2006/relationships/image" Target="../media/image151.png"/><Relationship Id="rId2" Type="http://schemas.openxmlformats.org/officeDocument/2006/relationships/notesSlide" Target="../notesSlides/notesSlide75.xml"/><Relationship Id="rId1" Type="http://schemas.openxmlformats.org/officeDocument/2006/relationships/slideLayout" Target="../slideLayouts/slideLayout40.xml"/><Relationship Id="rId6" Type="http://schemas.openxmlformats.org/officeDocument/2006/relationships/image" Target="../media/image150.png"/><Relationship Id="rId5" Type="http://schemas.openxmlformats.org/officeDocument/2006/relationships/image" Target="../media/image149.png"/><Relationship Id="rId4" Type="http://schemas.openxmlformats.org/officeDocument/2006/relationships/image" Target="../media/image148.png"/></Relationships>
</file>

<file path=ppt/slides/_rels/slide77.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76.xml"/><Relationship Id="rId1" Type="http://schemas.openxmlformats.org/officeDocument/2006/relationships/slideLayout" Target="../slideLayouts/slideLayout40.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40.xml"/></Relationships>
</file>

<file path=ppt/slides/_rels/slide79.xml.rels><?xml version="1.0" encoding="UTF-8" standalone="yes"?>
<Relationships xmlns="http://schemas.openxmlformats.org/package/2006/relationships"><Relationship Id="rId3" Type="http://schemas.openxmlformats.org/officeDocument/2006/relationships/image" Target="../media/image153.png"/><Relationship Id="rId7" Type="http://schemas.openxmlformats.org/officeDocument/2006/relationships/image" Target="../media/image157.png"/><Relationship Id="rId2" Type="http://schemas.openxmlformats.org/officeDocument/2006/relationships/notesSlide" Target="../notesSlides/notesSlide78.xml"/><Relationship Id="rId1" Type="http://schemas.openxmlformats.org/officeDocument/2006/relationships/slideLayout" Target="../slideLayouts/slideLayout40.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s>
</file>

<file path=ppt/slides/_rels/slide80.xml.rels><?xml version="1.0" encoding="UTF-8" standalone="yes"?>
<Relationships xmlns="http://schemas.openxmlformats.org/package/2006/relationships"><Relationship Id="rId8" Type="http://schemas.openxmlformats.org/officeDocument/2006/relationships/image" Target="../media/image163.png"/><Relationship Id="rId3" Type="http://schemas.openxmlformats.org/officeDocument/2006/relationships/image" Target="../media/image158.png"/><Relationship Id="rId7" Type="http://schemas.openxmlformats.org/officeDocument/2006/relationships/image" Target="../media/image162.png"/><Relationship Id="rId2" Type="http://schemas.openxmlformats.org/officeDocument/2006/relationships/notesSlide" Target="../notesSlides/notesSlide79.xml"/><Relationship Id="rId1" Type="http://schemas.openxmlformats.org/officeDocument/2006/relationships/slideLayout" Target="../slideLayouts/slideLayout40.xml"/><Relationship Id="rId6" Type="http://schemas.openxmlformats.org/officeDocument/2006/relationships/image" Target="../media/image161.png"/><Relationship Id="rId5" Type="http://schemas.openxmlformats.org/officeDocument/2006/relationships/image" Target="../media/image160.png"/><Relationship Id="rId4" Type="http://schemas.openxmlformats.org/officeDocument/2006/relationships/image" Target="../media/image159.png"/><Relationship Id="rId9" Type="http://schemas.openxmlformats.org/officeDocument/2006/relationships/image" Target="../media/image164.png"/></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0.xml"/></Relationships>
</file>

<file path=ppt/slides/_rels/slide82.xml.rels><?xml version="1.0" encoding="UTF-8" standalone="yes"?>
<Relationships xmlns="http://schemas.openxmlformats.org/package/2006/relationships"><Relationship Id="rId8" Type="http://schemas.openxmlformats.org/officeDocument/2006/relationships/image" Target="../media/image170.png"/><Relationship Id="rId13" Type="http://schemas.openxmlformats.org/officeDocument/2006/relationships/image" Target="../media/image175.png"/><Relationship Id="rId3" Type="http://schemas.openxmlformats.org/officeDocument/2006/relationships/image" Target="../media/image165.png"/><Relationship Id="rId7" Type="http://schemas.openxmlformats.org/officeDocument/2006/relationships/image" Target="../media/image169.png"/><Relationship Id="rId12" Type="http://schemas.openxmlformats.org/officeDocument/2006/relationships/image" Target="../media/image174.png"/><Relationship Id="rId2" Type="http://schemas.openxmlformats.org/officeDocument/2006/relationships/notesSlide" Target="../notesSlides/notesSlide81.xml"/><Relationship Id="rId1" Type="http://schemas.openxmlformats.org/officeDocument/2006/relationships/slideLayout" Target="../slideLayouts/slideLayout40.xml"/><Relationship Id="rId6" Type="http://schemas.openxmlformats.org/officeDocument/2006/relationships/image" Target="../media/image168.png"/><Relationship Id="rId11" Type="http://schemas.openxmlformats.org/officeDocument/2006/relationships/image" Target="../media/image173.png"/><Relationship Id="rId5" Type="http://schemas.openxmlformats.org/officeDocument/2006/relationships/image" Target="../media/image167.png"/><Relationship Id="rId15" Type="http://schemas.openxmlformats.org/officeDocument/2006/relationships/image" Target="../media/image177.png"/><Relationship Id="rId10" Type="http://schemas.openxmlformats.org/officeDocument/2006/relationships/image" Target="../media/image172.png"/><Relationship Id="rId4" Type="http://schemas.openxmlformats.org/officeDocument/2006/relationships/image" Target="../media/image166.png"/><Relationship Id="rId9" Type="http://schemas.openxmlformats.org/officeDocument/2006/relationships/image" Target="../media/image171.png"/><Relationship Id="rId14" Type="http://schemas.openxmlformats.org/officeDocument/2006/relationships/image" Target="../media/image176.png"/></Relationships>
</file>

<file path=ppt/slides/_rels/slide83.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82.xml"/><Relationship Id="rId1" Type="http://schemas.openxmlformats.org/officeDocument/2006/relationships/slideLayout" Target="../slideLayouts/slideLayout40.xml"/><Relationship Id="rId4" Type="http://schemas.openxmlformats.org/officeDocument/2006/relationships/image" Target="../media/image179.jpeg"/></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0.xml"/></Relationships>
</file>

<file path=ppt/slides/_rels/slide85.xml.rels><?xml version="1.0" encoding="UTF-8" standalone="yes"?>
<Relationships xmlns="http://schemas.openxmlformats.org/package/2006/relationships"><Relationship Id="rId8" Type="http://schemas.openxmlformats.org/officeDocument/2006/relationships/image" Target="../media/image185.png"/><Relationship Id="rId3" Type="http://schemas.openxmlformats.org/officeDocument/2006/relationships/image" Target="../media/image180.png"/><Relationship Id="rId7" Type="http://schemas.openxmlformats.org/officeDocument/2006/relationships/image" Target="../media/image184.png"/><Relationship Id="rId2" Type="http://schemas.openxmlformats.org/officeDocument/2006/relationships/notesSlide" Target="../notesSlides/notesSlide84.xml"/><Relationship Id="rId1" Type="http://schemas.openxmlformats.org/officeDocument/2006/relationships/slideLayout" Target="../slideLayouts/slideLayout18.xml"/><Relationship Id="rId6" Type="http://schemas.openxmlformats.org/officeDocument/2006/relationships/image" Target="../media/image183.png"/><Relationship Id="rId5" Type="http://schemas.openxmlformats.org/officeDocument/2006/relationships/image" Target="../media/image182.png"/><Relationship Id="rId4" Type="http://schemas.openxmlformats.org/officeDocument/2006/relationships/image" Target="../media/image181.png"/><Relationship Id="rId9" Type="http://schemas.openxmlformats.org/officeDocument/2006/relationships/image" Target="../media/image186.png"/></Relationships>
</file>

<file path=ppt/slides/_rels/slide86.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85.xml"/><Relationship Id="rId1" Type="http://schemas.openxmlformats.org/officeDocument/2006/relationships/slideLayout" Target="../slideLayouts/slideLayout18.xml"/><Relationship Id="rId4" Type="http://schemas.openxmlformats.org/officeDocument/2006/relationships/image" Target="../media/image188.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8.xml"/></Relationships>
</file>

<file path=ppt/slides/_rels/slide88.xml.rels><?xml version="1.0" encoding="UTF-8" standalone="yes"?>
<Relationships xmlns="http://schemas.openxmlformats.org/package/2006/relationships"><Relationship Id="rId8" Type="http://schemas.openxmlformats.org/officeDocument/2006/relationships/image" Target="../media/image189.png"/><Relationship Id="rId3" Type="http://schemas.openxmlformats.org/officeDocument/2006/relationships/notesSlide" Target="../notesSlides/notesSlide87.xml"/><Relationship Id="rId7" Type="http://schemas.openxmlformats.org/officeDocument/2006/relationships/oleObject" Target="../embeddings/oleObject7.bin"/><Relationship Id="rId2" Type="http://schemas.openxmlformats.org/officeDocument/2006/relationships/slideLayout" Target="../slideLayouts/slideLayout18.xml"/><Relationship Id="rId1" Type="http://schemas.openxmlformats.org/officeDocument/2006/relationships/vmlDrawing" Target="../drawings/vmlDrawing5.vml"/><Relationship Id="rId6" Type="http://schemas.openxmlformats.org/officeDocument/2006/relationships/image" Target="../media/image192.jpeg"/><Relationship Id="rId5" Type="http://schemas.openxmlformats.org/officeDocument/2006/relationships/image" Target="../media/image191.jpeg"/><Relationship Id="rId4" Type="http://schemas.openxmlformats.org/officeDocument/2006/relationships/image" Target="../media/image190.jpeg"/></Relationships>
</file>

<file path=ppt/slides/_rels/slide89.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notesSlide" Target="../notesSlides/notesSlide88.xml"/><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8.xml"/></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18.xml"/><Relationship Id="rId1" Type="http://schemas.openxmlformats.org/officeDocument/2006/relationships/vmlDrawing" Target="../drawings/vmlDrawing6.vml"/><Relationship Id="rId5" Type="http://schemas.openxmlformats.org/officeDocument/2006/relationships/image" Target="../media/image189.png"/><Relationship Id="rId4" Type="http://schemas.openxmlformats.org/officeDocument/2006/relationships/oleObject" Target="../embeddings/oleObject8.bin"/></Relationships>
</file>

<file path=ppt/slides/_rels/slide92.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91.xml"/><Relationship Id="rId1" Type="http://schemas.openxmlformats.org/officeDocument/2006/relationships/slideLayout" Target="../slideLayouts/slideLayout18.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8.xml"/></Relationships>
</file>

<file path=ppt/slides/_rels/slide94.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93.xml"/><Relationship Id="rId1" Type="http://schemas.openxmlformats.org/officeDocument/2006/relationships/slideLayout" Target="../slideLayouts/slideLayout62.xml"/><Relationship Id="rId4" Type="http://schemas.openxmlformats.org/officeDocument/2006/relationships/image" Target="../media/image196.wmf"/></Relationships>
</file>

<file path=ppt/slides/_rels/slide95.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94.xml"/><Relationship Id="rId1" Type="http://schemas.openxmlformats.org/officeDocument/2006/relationships/slideLayout" Target="../slideLayouts/slideLayout6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2.xml"/></Relationships>
</file>

<file path=ppt/slides/_rels/slide97.xml.rels><?xml version="1.0" encoding="UTF-8" standalone="yes"?>
<Relationships xmlns="http://schemas.openxmlformats.org/package/2006/relationships"><Relationship Id="rId8" Type="http://schemas.openxmlformats.org/officeDocument/2006/relationships/image" Target="../media/image203.emf"/><Relationship Id="rId3" Type="http://schemas.openxmlformats.org/officeDocument/2006/relationships/image" Target="../media/image198.png"/><Relationship Id="rId7" Type="http://schemas.openxmlformats.org/officeDocument/2006/relationships/image" Target="../media/image202.emf"/><Relationship Id="rId2" Type="http://schemas.openxmlformats.org/officeDocument/2006/relationships/notesSlide" Target="../notesSlides/notesSlide96.xml"/><Relationship Id="rId1" Type="http://schemas.openxmlformats.org/officeDocument/2006/relationships/slideLayout" Target="../slideLayouts/slideLayout62.xml"/><Relationship Id="rId6" Type="http://schemas.openxmlformats.org/officeDocument/2006/relationships/image" Target="../media/image201.emf"/><Relationship Id="rId5" Type="http://schemas.openxmlformats.org/officeDocument/2006/relationships/image" Target="../media/image200.emf"/><Relationship Id="rId4" Type="http://schemas.openxmlformats.org/officeDocument/2006/relationships/image" Target="../media/image199.png"/></Relationships>
</file>

<file path=ppt/slides/_rels/slide98.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97.xml"/><Relationship Id="rId1" Type="http://schemas.openxmlformats.org/officeDocument/2006/relationships/slideLayout" Target="../slideLayouts/slideLayout6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2.xml"/></Relationships>
</file>

<file path=ppt/slides/_rels/slide100.xml.rels><?xml version="1.0" encoding="UTF-8" standalone="yes"?>
<Relationships xmlns="http://schemas.openxmlformats.org/package/2006/relationships"><Relationship Id="rId8" Type="http://schemas.openxmlformats.org/officeDocument/2006/relationships/image" Target="../media/image210.jpeg"/><Relationship Id="rId3" Type="http://schemas.openxmlformats.org/officeDocument/2006/relationships/image" Target="../media/image205.png"/><Relationship Id="rId7" Type="http://schemas.openxmlformats.org/officeDocument/2006/relationships/image" Target="../media/image209.png"/><Relationship Id="rId2" Type="http://schemas.openxmlformats.org/officeDocument/2006/relationships/notesSlide" Target="../notesSlides/notesSlide99.xml"/><Relationship Id="rId1" Type="http://schemas.openxmlformats.org/officeDocument/2006/relationships/slideLayout" Target="../slideLayouts/slideLayout62.xml"/><Relationship Id="rId6" Type="http://schemas.openxmlformats.org/officeDocument/2006/relationships/image" Target="../media/image208.png"/><Relationship Id="rId5" Type="http://schemas.openxmlformats.org/officeDocument/2006/relationships/image" Target="../media/image207.png"/><Relationship Id="rId4" Type="http://schemas.openxmlformats.org/officeDocument/2006/relationships/image" Target="../media/image206.png"/><Relationship Id="rId9" Type="http://schemas.openxmlformats.org/officeDocument/2006/relationships/image" Target="../media/image195.png"/></Relationships>
</file>

<file path=ppt/slides/_rels/slide101.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notesSlide" Target="../notesSlides/notesSlide100.xml"/><Relationship Id="rId1" Type="http://schemas.openxmlformats.org/officeDocument/2006/relationships/slideLayout" Target="../slideLayouts/slideLayout62.xml"/><Relationship Id="rId6" Type="http://schemas.openxmlformats.org/officeDocument/2006/relationships/image" Target="../media/image214.png"/><Relationship Id="rId5" Type="http://schemas.openxmlformats.org/officeDocument/2006/relationships/image" Target="../media/image213.png"/><Relationship Id="rId4" Type="http://schemas.openxmlformats.org/officeDocument/2006/relationships/image" Target="../media/image212.png"/></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2.xml"/></Relationships>
</file>

<file path=ppt/slides/_rels/slide103.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102.xml"/><Relationship Id="rId1" Type="http://schemas.openxmlformats.org/officeDocument/2006/relationships/slideLayout" Target="../slideLayouts/slideLayout62.xml"/><Relationship Id="rId6" Type="http://schemas.openxmlformats.org/officeDocument/2006/relationships/image" Target="../media/image218.wmf"/><Relationship Id="rId5" Type="http://schemas.openxmlformats.org/officeDocument/2006/relationships/image" Target="../media/image217.png"/><Relationship Id="rId4" Type="http://schemas.openxmlformats.org/officeDocument/2006/relationships/image" Target="../media/image216.png"/></Relationships>
</file>

<file path=ppt/slides/_rels/slide104.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image" Target="../media/image219.png"/><Relationship Id="rId7" Type="http://schemas.openxmlformats.org/officeDocument/2006/relationships/image" Target="../media/image223.png"/><Relationship Id="rId2" Type="http://schemas.openxmlformats.org/officeDocument/2006/relationships/notesSlide" Target="../notesSlides/notesSlide103.xml"/><Relationship Id="rId1" Type="http://schemas.openxmlformats.org/officeDocument/2006/relationships/slideLayout" Target="../slideLayouts/slideLayout62.xml"/><Relationship Id="rId6" Type="http://schemas.openxmlformats.org/officeDocument/2006/relationships/image" Target="../media/image222.png"/><Relationship Id="rId5" Type="http://schemas.openxmlformats.org/officeDocument/2006/relationships/image" Target="../media/image221.png"/><Relationship Id="rId4" Type="http://schemas.openxmlformats.org/officeDocument/2006/relationships/image" Target="../media/image220.png"/></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2.xml"/></Relationships>
</file>

<file path=ppt/slides/_rels/slide106.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notesSlide" Target="../notesSlides/notesSlide105.xml"/><Relationship Id="rId1" Type="http://schemas.openxmlformats.org/officeDocument/2006/relationships/slideLayout" Target="../slideLayouts/slideLayout62.xml"/><Relationship Id="rId5" Type="http://schemas.openxmlformats.org/officeDocument/2006/relationships/image" Target="../media/image227.png"/><Relationship Id="rId4" Type="http://schemas.openxmlformats.org/officeDocument/2006/relationships/image" Target="../media/image226.png"/></Relationships>
</file>

<file path=ppt/slides/_rels/slide107.xml.rels><?xml version="1.0" encoding="UTF-8" standalone="yes"?>
<Relationships xmlns="http://schemas.openxmlformats.org/package/2006/relationships"><Relationship Id="rId8" Type="http://schemas.openxmlformats.org/officeDocument/2006/relationships/image" Target="../media/image231.png"/><Relationship Id="rId3" Type="http://schemas.openxmlformats.org/officeDocument/2006/relationships/image" Target="../media/image220.png"/><Relationship Id="rId7" Type="http://schemas.openxmlformats.org/officeDocument/2006/relationships/image" Target="../media/image230.png"/><Relationship Id="rId2" Type="http://schemas.openxmlformats.org/officeDocument/2006/relationships/notesSlide" Target="../notesSlides/notesSlide106.xml"/><Relationship Id="rId1" Type="http://schemas.openxmlformats.org/officeDocument/2006/relationships/slideLayout" Target="../slideLayouts/slideLayout62.xml"/><Relationship Id="rId6" Type="http://schemas.openxmlformats.org/officeDocument/2006/relationships/image" Target="../media/image229.png"/><Relationship Id="rId11" Type="http://schemas.openxmlformats.org/officeDocument/2006/relationships/image" Target="../media/image234.jpeg"/><Relationship Id="rId5" Type="http://schemas.openxmlformats.org/officeDocument/2006/relationships/image" Target="../media/image228.png"/><Relationship Id="rId10" Type="http://schemas.openxmlformats.org/officeDocument/2006/relationships/image" Target="../media/image233.png"/><Relationship Id="rId4" Type="http://schemas.openxmlformats.org/officeDocument/2006/relationships/image" Target="../media/image219.png"/><Relationship Id="rId9" Type="http://schemas.openxmlformats.org/officeDocument/2006/relationships/image" Target="../media/image232.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62.xml"/></Relationships>
</file>

<file path=ppt/slides/_rels/slide109.xml.rels><?xml version="1.0" encoding="UTF-8" standalone="yes"?>
<Relationships xmlns="http://schemas.openxmlformats.org/package/2006/relationships"><Relationship Id="rId3" Type="http://schemas.openxmlformats.org/officeDocument/2006/relationships/image" Target="../media/image235.png"/><Relationship Id="rId2" Type="http://schemas.openxmlformats.org/officeDocument/2006/relationships/notesSlide" Target="../notesSlides/notesSlide108.xml"/><Relationship Id="rId1" Type="http://schemas.openxmlformats.org/officeDocument/2006/relationships/slideLayout" Target="../slideLayouts/slideLayout62.xml"/><Relationship Id="rId6" Type="http://schemas.openxmlformats.org/officeDocument/2006/relationships/image" Target="../media/image238.png"/><Relationship Id="rId5" Type="http://schemas.openxmlformats.org/officeDocument/2006/relationships/image" Target="../media/image237.png"/><Relationship Id="rId4" Type="http://schemas.openxmlformats.org/officeDocument/2006/relationships/image" Target="../media/image236.wmf"/></Relationships>
</file>

<file path=ppt/slides/_rels/slide110.xml.rels><?xml version="1.0" encoding="UTF-8" standalone="yes"?>
<Relationships xmlns="http://schemas.openxmlformats.org/package/2006/relationships"><Relationship Id="rId3" Type="http://schemas.openxmlformats.org/officeDocument/2006/relationships/image" Target="../media/image239.png"/><Relationship Id="rId7" Type="http://schemas.openxmlformats.org/officeDocument/2006/relationships/image" Target="../media/image224.png"/><Relationship Id="rId2" Type="http://schemas.openxmlformats.org/officeDocument/2006/relationships/notesSlide" Target="../notesSlides/notesSlide109.xml"/><Relationship Id="rId1" Type="http://schemas.openxmlformats.org/officeDocument/2006/relationships/slideLayout" Target="../slideLayouts/slideLayout62.xml"/><Relationship Id="rId6" Type="http://schemas.openxmlformats.org/officeDocument/2006/relationships/image" Target="../media/image242.png"/><Relationship Id="rId5" Type="http://schemas.openxmlformats.org/officeDocument/2006/relationships/image" Target="../media/image241.png"/><Relationship Id="rId4" Type="http://schemas.openxmlformats.org/officeDocument/2006/relationships/image" Target="../media/image240.png"/></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62.xml"/></Relationships>
</file>

<file path=ppt/slides/_rels/slide112.xml.rels><?xml version="1.0" encoding="UTF-8" standalone="yes"?>
<Relationships xmlns="http://schemas.openxmlformats.org/package/2006/relationships"><Relationship Id="rId8" Type="http://schemas.openxmlformats.org/officeDocument/2006/relationships/image" Target="../media/image248.png"/><Relationship Id="rId3" Type="http://schemas.openxmlformats.org/officeDocument/2006/relationships/image" Target="../media/image243.png"/><Relationship Id="rId7" Type="http://schemas.openxmlformats.org/officeDocument/2006/relationships/image" Target="../media/image247.png"/><Relationship Id="rId2" Type="http://schemas.openxmlformats.org/officeDocument/2006/relationships/notesSlide" Target="../notesSlides/notesSlide111.xml"/><Relationship Id="rId1" Type="http://schemas.openxmlformats.org/officeDocument/2006/relationships/slideLayout" Target="../slideLayouts/slideLayout62.xml"/><Relationship Id="rId6" Type="http://schemas.openxmlformats.org/officeDocument/2006/relationships/image" Target="../media/image246.png"/><Relationship Id="rId11" Type="http://schemas.openxmlformats.org/officeDocument/2006/relationships/image" Target="../media/image223.png"/><Relationship Id="rId5" Type="http://schemas.openxmlformats.org/officeDocument/2006/relationships/image" Target="../media/image245.png"/><Relationship Id="rId10" Type="http://schemas.openxmlformats.org/officeDocument/2006/relationships/image" Target="../media/image249.png"/><Relationship Id="rId4" Type="http://schemas.openxmlformats.org/officeDocument/2006/relationships/image" Target="../media/image244.png"/><Relationship Id="rId9" Type="http://schemas.openxmlformats.org/officeDocument/2006/relationships/image" Target="../media/image242.png"/></Relationships>
</file>

<file path=ppt/slides/_rels/slide113.xml.rels><?xml version="1.0" encoding="UTF-8" standalone="yes"?>
<Relationships xmlns="http://schemas.openxmlformats.org/package/2006/relationships"><Relationship Id="rId8" Type="http://schemas.openxmlformats.org/officeDocument/2006/relationships/image" Target="../media/image254.png"/><Relationship Id="rId3" Type="http://schemas.openxmlformats.org/officeDocument/2006/relationships/image" Target="../media/image250.png"/><Relationship Id="rId7" Type="http://schemas.openxmlformats.org/officeDocument/2006/relationships/image" Target="../media/image236.wmf"/><Relationship Id="rId2" Type="http://schemas.openxmlformats.org/officeDocument/2006/relationships/notesSlide" Target="../notesSlides/notesSlide112.xml"/><Relationship Id="rId1" Type="http://schemas.openxmlformats.org/officeDocument/2006/relationships/slideLayout" Target="../slideLayouts/slideLayout62.xml"/><Relationship Id="rId6" Type="http://schemas.openxmlformats.org/officeDocument/2006/relationships/image" Target="../media/image253.png"/><Relationship Id="rId5" Type="http://schemas.openxmlformats.org/officeDocument/2006/relationships/image" Target="../media/image252.png"/><Relationship Id="rId4" Type="http://schemas.openxmlformats.org/officeDocument/2006/relationships/image" Target="../media/image251.png"/><Relationship Id="rId9" Type="http://schemas.openxmlformats.org/officeDocument/2006/relationships/image" Target="../media/image255.jpeg"/></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62.xml"/></Relationships>
</file>

<file path=ppt/slides/_rels/slide115.xml.rels><?xml version="1.0" encoding="UTF-8" standalone="yes"?>
<Relationships xmlns="http://schemas.openxmlformats.org/package/2006/relationships"><Relationship Id="rId8" Type="http://schemas.openxmlformats.org/officeDocument/2006/relationships/image" Target="../media/image232.png"/><Relationship Id="rId3" Type="http://schemas.openxmlformats.org/officeDocument/2006/relationships/image" Target="../media/image251.png"/><Relationship Id="rId7" Type="http://schemas.openxmlformats.org/officeDocument/2006/relationships/image" Target="../media/image231.png"/><Relationship Id="rId2" Type="http://schemas.openxmlformats.org/officeDocument/2006/relationships/notesSlide" Target="../notesSlides/notesSlide114.xml"/><Relationship Id="rId1" Type="http://schemas.openxmlformats.org/officeDocument/2006/relationships/slideLayout" Target="../slideLayouts/slideLayout62.xml"/><Relationship Id="rId6" Type="http://schemas.openxmlformats.org/officeDocument/2006/relationships/image" Target="../media/image258.png"/><Relationship Id="rId5" Type="http://schemas.openxmlformats.org/officeDocument/2006/relationships/image" Target="../media/image257.png"/><Relationship Id="rId10" Type="http://schemas.openxmlformats.org/officeDocument/2006/relationships/image" Target="../media/image259.png"/><Relationship Id="rId4" Type="http://schemas.openxmlformats.org/officeDocument/2006/relationships/image" Target="../media/image256.png"/><Relationship Id="rId9" Type="http://schemas.openxmlformats.org/officeDocument/2006/relationships/image" Target="../media/image233.png"/></Relationships>
</file>

<file path=ppt/slides/_rels/slide116.xml.rels><?xml version="1.0" encoding="UTF-8" standalone="yes"?>
<Relationships xmlns="http://schemas.openxmlformats.org/package/2006/relationships"><Relationship Id="rId8" Type="http://schemas.openxmlformats.org/officeDocument/2006/relationships/image" Target="../media/image242.png"/><Relationship Id="rId3" Type="http://schemas.openxmlformats.org/officeDocument/2006/relationships/image" Target="../media/image260.png"/><Relationship Id="rId7" Type="http://schemas.openxmlformats.org/officeDocument/2006/relationships/image" Target="../media/image239.png"/><Relationship Id="rId2" Type="http://schemas.openxmlformats.org/officeDocument/2006/relationships/notesSlide" Target="../notesSlides/notesSlide115.xml"/><Relationship Id="rId1" Type="http://schemas.openxmlformats.org/officeDocument/2006/relationships/slideLayout" Target="../slideLayouts/slideLayout62.xml"/><Relationship Id="rId6" Type="http://schemas.openxmlformats.org/officeDocument/2006/relationships/image" Target="../media/image263.png"/><Relationship Id="rId11" Type="http://schemas.openxmlformats.org/officeDocument/2006/relationships/image" Target="../media/image266.png"/><Relationship Id="rId5" Type="http://schemas.openxmlformats.org/officeDocument/2006/relationships/image" Target="../media/image262.png"/><Relationship Id="rId10" Type="http://schemas.openxmlformats.org/officeDocument/2006/relationships/image" Target="../media/image265.png"/><Relationship Id="rId4" Type="http://schemas.openxmlformats.org/officeDocument/2006/relationships/image" Target="../media/image261.png"/><Relationship Id="rId9" Type="http://schemas.openxmlformats.org/officeDocument/2006/relationships/image" Target="../media/image264.png"/></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62.xml"/></Relationships>
</file>

<file path=ppt/slides/_rels/slide118.xml.rels><?xml version="1.0" encoding="UTF-8" standalone="yes"?>
<Relationships xmlns="http://schemas.openxmlformats.org/package/2006/relationships"><Relationship Id="rId8" Type="http://schemas.openxmlformats.org/officeDocument/2006/relationships/image" Target="../media/image236.wmf"/><Relationship Id="rId13" Type="http://schemas.openxmlformats.org/officeDocument/2006/relationships/image" Target="../media/image274.jpeg"/><Relationship Id="rId18" Type="http://schemas.openxmlformats.org/officeDocument/2006/relationships/image" Target="../media/image223.png"/><Relationship Id="rId3" Type="http://schemas.openxmlformats.org/officeDocument/2006/relationships/image" Target="../media/image267.png"/><Relationship Id="rId21" Type="http://schemas.openxmlformats.org/officeDocument/2006/relationships/image" Target="../media/image279.png"/><Relationship Id="rId7" Type="http://schemas.openxmlformats.org/officeDocument/2006/relationships/image" Target="../media/image271.png"/><Relationship Id="rId12" Type="http://schemas.openxmlformats.org/officeDocument/2006/relationships/image" Target="../media/image263.png"/><Relationship Id="rId17" Type="http://schemas.openxmlformats.org/officeDocument/2006/relationships/image" Target="../media/image278.png"/><Relationship Id="rId2" Type="http://schemas.openxmlformats.org/officeDocument/2006/relationships/notesSlide" Target="../notesSlides/notesSlide117.xml"/><Relationship Id="rId16" Type="http://schemas.openxmlformats.org/officeDocument/2006/relationships/image" Target="../media/image277.png"/><Relationship Id="rId20" Type="http://schemas.openxmlformats.org/officeDocument/2006/relationships/image" Target="../media/image242.png"/><Relationship Id="rId1" Type="http://schemas.openxmlformats.org/officeDocument/2006/relationships/slideLayout" Target="../slideLayouts/slideLayout62.xml"/><Relationship Id="rId6" Type="http://schemas.openxmlformats.org/officeDocument/2006/relationships/image" Target="../media/image270.png"/><Relationship Id="rId11" Type="http://schemas.openxmlformats.org/officeDocument/2006/relationships/image" Target="../media/image224.png"/><Relationship Id="rId5" Type="http://schemas.openxmlformats.org/officeDocument/2006/relationships/image" Target="../media/image269.png"/><Relationship Id="rId15" Type="http://schemas.openxmlformats.org/officeDocument/2006/relationships/image" Target="../media/image276.png"/><Relationship Id="rId10" Type="http://schemas.openxmlformats.org/officeDocument/2006/relationships/image" Target="../media/image273.png"/><Relationship Id="rId19" Type="http://schemas.openxmlformats.org/officeDocument/2006/relationships/image" Target="../media/image221.png"/><Relationship Id="rId4" Type="http://schemas.openxmlformats.org/officeDocument/2006/relationships/image" Target="../media/image268.png"/><Relationship Id="rId9" Type="http://schemas.openxmlformats.org/officeDocument/2006/relationships/image" Target="../media/image272.png"/><Relationship Id="rId14" Type="http://schemas.openxmlformats.org/officeDocument/2006/relationships/image" Target="../media/image275.png"/></Relationships>
</file>

<file path=ppt/slides/_rels/slide119.xml.rels><?xml version="1.0" encoding="UTF-8" standalone="yes"?>
<Relationships xmlns="http://schemas.openxmlformats.org/package/2006/relationships"><Relationship Id="rId8" Type="http://schemas.openxmlformats.org/officeDocument/2006/relationships/image" Target="../media/image285.png"/><Relationship Id="rId3" Type="http://schemas.openxmlformats.org/officeDocument/2006/relationships/image" Target="../media/image280.png"/><Relationship Id="rId7" Type="http://schemas.openxmlformats.org/officeDocument/2006/relationships/image" Target="../media/image284.png"/><Relationship Id="rId2" Type="http://schemas.openxmlformats.org/officeDocument/2006/relationships/notesSlide" Target="../notesSlides/notesSlide118.xml"/><Relationship Id="rId1" Type="http://schemas.openxmlformats.org/officeDocument/2006/relationships/slideLayout" Target="../slideLayouts/slideLayout62.xml"/><Relationship Id="rId6" Type="http://schemas.openxmlformats.org/officeDocument/2006/relationships/image" Target="../media/image283.jpeg"/><Relationship Id="rId5" Type="http://schemas.openxmlformats.org/officeDocument/2006/relationships/image" Target="../media/image282.png"/><Relationship Id="rId4" Type="http://schemas.openxmlformats.org/officeDocument/2006/relationships/image" Target="../media/image281.png"/></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62.xml"/></Relationships>
</file>

<file path=ppt/slides/_rels/slide121.xml.rels><?xml version="1.0" encoding="UTF-8" standalone="yes"?>
<Relationships xmlns="http://schemas.openxmlformats.org/package/2006/relationships"><Relationship Id="rId8" Type="http://schemas.openxmlformats.org/officeDocument/2006/relationships/image" Target="../media/image291.png"/><Relationship Id="rId13" Type="http://schemas.openxmlformats.org/officeDocument/2006/relationships/image" Target="../media/image296.png"/><Relationship Id="rId3" Type="http://schemas.openxmlformats.org/officeDocument/2006/relationships/image" Target="../media/image286.png"/><Relationship Id="rId7" Type="http://schemas.openxmlformats.org/officeDocument/2006/relationships/image" Target="../media/image290.png"/><Relationship Id="rId12" Type="http://schemas.openxmlformats.org/officeDocument/2006/relationships/image" Target="../media/image295.png"/><Relationship Id="rId2" Type="http://schemas.openxmlformats.org/officeDocument/2006/relationships/notesSlide" Target="../notesSlides/notesSlide120.xml"/><Relationship Id="rId1" Type="http://schemas.openxmlformats.org/officeDocument/2006/relationships/slideLayout" Target="../slideLayouts/slideLayout62.xml"/><Relationship Id="rId6" Type="http://schemas.openxmlformats.org/officeDocument/2006/relationships/image" Target="../media/image289.png"/><Relationship Id="rId11" Type="http://schemas.openxmlformats.org/officeDocument/2006/relationships/image" Target="../media/image294.png"/><Relationship Id="rId5" Type="http://schemas.openxmlformats.org/officeDocument/2006/relationships/image" Target="../media/image288.png"/><Relationship Id="rId15" Type="http://schemas.openxmlformats.org/officeDocument/2006/relationships/image" Target="../media/image298.png"/><Relationship Id="rId10" Type="http://schemas.openxmlformats.org/officeDocument/2006/relationships/image" Target="../media/image293.png"/><Relationship Id="rId4" Type="http://schemas.openxmlformats.org/officeDocument/2006/relationships/image" Target="../media/image287.png"/><Relationship Id="rId9" Type="http://schemas.openxmlformats.org/officeDocument/2006/relationships/image" Target="../media/image292.png"/><Relationship Id="rId14" Type="http://schemas.openxmlformats.org/officeDocument/2006/relationships/image" Target="../media/image297.png"/></Relationships>
</file>

<file path=ppt/slides/_rels/slide122.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121.xml"/><Relationship Id="rId1" Type="http://schemas.openxmlformats.org/officeDocument/2006/relationships/slideLayout" Target="../slideLayouts/slideLayout62.xml"/><Relationship Id="rId5" Type="http://schemas.openxmlformats.org/officeDocument/2006/relationships/image" Target="../media/image301.png"/><Relationship Id="rId4" Type="http://schemas.openxmlformats.org/officeDocument/2006/relationships/image" Target="../media/image300.png"/></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6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8.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8.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8.xml"/></Relationships>
</file>

<file path=ppt/slides/_rels/slide128.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126.xml"/><Relationship Id="rId1" Type="http://schemas.openxmlformats.org/officeDocument/2006/relationships/slideLayout" Target="../slideLayouts/slideLayout18.xml"/><Relationship Id="rId5" Type="http://schemas.openxmlformats.org/officeDocument/2006/relationships/image" Target="../media/image97.png"/><Relationship Id="rId4" Type="http://schemas.openxmlformats.org/officeDocument/2006/relationships/image" Target="../media/image96.png"/></Relationships>
</file>

<file path=ppt/slides/_rels/slide129.xml.rels><?xml version="1.0" encoding="UTF-8" standalone="yes"?>
<Relationships xmlns="http://schemas.openxmlformats.org/package/2006/relationships"><Relationship Id="rId8" Type="http://schemas.openxmlformats.org/officeDocument/2006/relationships/image" Target="../media/image307.png"/><Relationship Id="rId3" Type="http://schemas.openxmlformats.org/officeDocument/2006/relationships/image" Target="../media/image302.png"/><Relationship Id="rId7" Type="http://schemas.openxmlformats.org/officeDocument/2006/relationships/image" Target="../media/image306.png"/><Relationship Id="rId2" Type="http://schemas.openxmlformats.org/officeDocument/2006/relationships/notesSlide" Target="../notesSlides/notesSlide127.xml"/><Relationship Id="rId1" Type="http://schemas.openxmlformats.org/officeDocument/2006/relationships/slideLayout" Target="../slideLayouts/slideLayout18.xml"/><Relationship Id="rId6" Type="http://schemas.openxmlformats.org/officeDocument/2006/relationships/image" Target="../media/image305.png"/><Relationship Id="rId11" Type="http://schemas.openxmlformats.org/officeDocument/2006/relationships/image" Target="../media/image310.png"/><Relationship Id="rId5" Type="http://schemas.openxmlformats.org/officeDocument/2006/relationships/image" Target="../media/image304.png"/><Relationship Id="rId10" Type="http://schemas.openxmlformats.org/officeDocument/2006/relationships/image" Target="../media/image309.png"/><Relationship Id="rId4" Type="http://schemas.openxmlformats.org/officeDocument/2006/relationships/image" Target="../media/image303.png"/><Relationship Id="rId9" Type="http://schemas.openxmlformats.org/officeDocument/2006/relationships/image" Target="../media/image308.png"/></Relationships>
</file>

<file path=ppt/slides/_rels/slide130.xml.rels><?xml version="1.0" encoding="UTF-8" standalone="yes"?>
<Relationships xmlns="http://schemas.openxmlformats.org/package/2006/relationships"><Relationship Id="rId8" Type="http://schemas.openxmlformats.org/officeDocument/2006/relationships/image" Target="../media/image316.png"/><Relationship Id="rId13" Type="http://schemas.openxmlformats.org/officeDocument/2006/relationships/image" Target="../media/image320.png"/><Relationship Id="rId18" Type="http://schemas.openxmlformats.org/officeDocument/2006/relationships/image" Target="../media/image325.png"/><Relationship Id="rId3" Type="http://schemas.openxmlformats.org/officeDocument/2006/relationships/image" Target="../media/image311.png"/><Relationship Id="rId21" Type="http://schemas.openxmlformats.org/officeDocument/2006/relationships/image" Target="../media/image328.png"/><Relationship Id="rId7" Type="http://schemas.openxmlformats.org/officeDocument/2006/relationships/image" Target="../media/image315.png"/><Relationship Id="rId12" Type="http://schemas.openxmlformats.org/officeDocument/2006/relationships/image" Target="../media/image319.png"/><Relationship Id="rId17" Type="http://schemas.openxmlformats.org/officeDocument/2006/relationships/image" Target="../media/image324.png"/><Relationship Id="rId2" Type="http://schemas.openxmlformats.org/officeDocument/2006/relationships/notesSlide" Target="../notesSlides/notesSlide128.xml"/><Relationship Id="rId16" Type="http://schemas.openxmlformats.org/officeDocument/2006/relationships/image" Target="../media/image323.png"/><Relationship Id="rId20" Type="http://schemas.openxmlformats.org/officeDocument/2006/relationships/image" Target="../media/image327.png"/><Relationship Id="rId1" Type="http://schemas.openxmlformats.org/officeDocument/2006/relationships/slideLayout" Target="../slideLayouts/slideLayout18.xml"/><Relationship Id="rId6" Type="http://schemas.openxmlformats.org/officeDocument/2006/relationships/image" Target="../media/image314.png"/><Relationship Id="rId11" Type="http://schemas.openxmlformats.org/officeDocument/2006/relationships/image" Target="../media/image318.png"/><Relationship Id="rId5" Type="http://schemas.openxmlformats.org/officeDocument/2006/relationships/image" Target="../media/image313.png"/><Relationship Id="rId15" Type="http://schemas.openxmlformats.org/officeDocument/2006/relationships/image" Target="../media/image322.png"/><Relationship Id="rId23" Type="http://schemas.openxmlformats.org/officeDocument/2006/relationships/image" Target="../media/image330.png"/><Relationship Id="rId10" Type="http://schemas.openxmlformats.org/officeDocument/2006/relationships/image" Target="../media/image317.png"/><Relationship Id="rId19" Type="http://schemas.openxmlformats.org/officeDocument/2006/relationships/image" Target="../media/image326.png"/><Relationship Id="rId4" Type="http://schemas.openxmlformats.org/officeDocument/2006/relationships/image" Target="../media/image312.png"/><Relationship Id="rId9" Type="http://schemas.openxmlformats.org/officeDocument/2006/relationships/image" Target="../media/image261.png"/><Relationship Id="rId14" Type="http://schemas.openxmlformats.org/officeDocument/2006/relationships/image" Target="../media/image321.png"/><Relationship Id="rId22" Type="http://schemas.openxmlformats.org/officeDocument/2006/relationships/image" Target="../media/image329.png"/></Relationships>
</file>

<file path=ppt/slides/_rels/slide13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29.xml"/><Relationship Id="rId1" Type="http://schemas.openxmlformats.org/officeDocument/2006/relationships/slideLayout" Target="../slideLayouts/slideLayout18.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8.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8.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8.xml"/></Relationships>
</file>

<file path=ppt/slides/_rels/slide135.xml.rels><?xml version="1.0" encoding="UTF-8" standalone="yes"?>
<Relationships xmlns="http://schemas.openxmlformats.org/package/2006/relationships"><Relationship Id="rId8" Type="http://schemas.openxmlformats.org/officeDocument/2006/relationships/image" Target="../media/image336.png"/><Relationship Id="rId3" Type="http://schemas.openxmlformats.org/officeDocument/2006/relationships/image" Target="../media/image331.png"/><Relationship Id="rId7" Type="http://schemas.openxmlformats.org/officeDocument/2006/relationships/image" Target="../media/image335.png"/><Relationship Id="rId2" Type="http://schemas.openxmlformats.org/officeDocument/2006/relationships/notesSlide" Target="../notesSlides/notesSlide133.xml"/><Relationship Id="rId1" Type="http://schemas.openxmlformats.org/officeDocument/2006/relationships/slideLayout" Target="../slideLayouts/slideLayout18.xml"/><Relationship Id="rId6" Type="http://schemas.openxmlformats.org/officeDocument/2006/relationships/image" Target="../media/image334.png"/><Relationship Id="rId11" Type="http://schemas.openxmlformats.org/officeDocument/2006/relationships/image" Target="../media/image339.png"/><Relationship Id="rId5" Type="http://schemas.openxmlformats.org/officeDocument/2006/relationships/image" Target="../media/image333.png"/><Relationship Id="rId10" Type="http://schemas.openxmlformats.org/officeDocument/2006/relationships/image" Target="../media/image338.png"/><Relationship Id="rId4" Type="http://schemas.openxmlformats.org/officeDocument/2006/relationships/image" Target="../media/image332.png"/><Relationship Id="rId9" Type="http://schemas.openxmlformats.org/officeDocument/2006/relationships/image" Target="../media/image337.png"/></Relationships>
</file>

<file path=ppt/slides/_rels/slide136.xml.rels><?xml version="1.0" encoding="UTF-8" standalone="yes"?>
<Relationships xmlns="http://schemas.openxmlformats.org/package/2006/relationships"><Relationship Id="rId3" Type="http://schemas.openxmlformats.org/officeDocument/2006/relationships/image" Target="../media/image340.png"/><Relationship Id="rId2" Type="http://schemas.openxmlformats.org/officeDocument/2006/relationships/notesSlide" Target="../notesSlides/notesSlide134.xml"/><Relationship Id="rId1" Type="http://schemas.openxmlformats.org/officeDocument/2006/relationships/slideLayout" Target="../slideLayouts/slideLayout18.xml"/><Relationship Id="rId4" Type="http://schemas.openxmlformats.org/officeDocument/2006/relationships/image" Target="../media/image341.png"/></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136.xml"/><Relationship Id="rId1" Type="http://schemas.openxmlformats.org/officeDocument/2006/relationships/slideLayout" Target="../slideLayouts/slideLayout18.xml"/><Relationship Id="rId4" Type="http://schemas.openxmlformats.org/officeDocument/2006/relationships/image" Target="../media/image343.png"/></Relationships>
</file>

<file path=ppt/slides/_rels/slide13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37.xml"/><Relationship Id="rId1" Type="http://schemas.openxmlformats.org/officeDocument/2006/relationships/slideLayout" Target="../slideLayouts/slideLayout18.xml"/><Relationship Id="rId6" Type="http://schemas.openxmlformats.org/officeDocument/2006/relationships/image" Target="../media/image29.png"/><Relationship Id="rId5" Type="http://schemas.openxmlformats.org/officeDocument/2006/relationships/hyperlink" Target="http://www.boltmall.co.kr/products/?category=23" TargetMode="External"/><Relationship Id="rId4" Type="http://schemas.openxmlformats.org/officeDocument/2006/relationships/image" Target="../media/image3.png"/></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8.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8.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18.xml"/></Relationships>
</file>

<file path=ppt/slides/_rels/slide143.xml.rels><?xml version="1.0" encoding="UTF-8" standalone="yes"?>
<Relationships xmlns="http://schemas.openxmlformats.org/package/2006/relationships"><Relationship Id="rId8" Type="http://schemas.openxmlformats.org/officeDocument/2006/relationships/image" Target="../media/image348.png"/><Relationship Id="rId3" Type="http://schemas.openxmlformats.org/officeDocument/2006/relationships/image" Target="../media/image70.png"/><Relationship Id="rId7" Type="http://schemas.openxmlformats.org/officeDocument/2006/relationships/image" Target="../media/image347.png"/><Relationship Id="rId2" Type="http://schemas.openxmlformats.org/officeDocument/2006/relationships/notesSlide" Target="../notesSlides/notesSlide141.xml"/><Relationship Id="rId1" Type="http://schemas.openxmlformats.org/officeDocument/2006/relationships/slideLayout" Target="../slideLayouts/slideLayout18.xml"/><Relationship Id="rId6" Type="http://schemas.openxmlformats.org/officeDocument/2006/relationships/image" Target="../media/image346.png"/><Relationship Id="rId5" Type="http://schemas.openxmlformats.org/officeDocument/2006/relationships/image" Target="../media/image345.png"/><Relationship Id="rId4" Type="http://schemas.openxmlformats.org/officeDocument/2006/relationships/image" Target="../media/image344.png"/></Relationships>
</file>

<file path=ppt/slides/_rels/slide144.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142.xml"/><Relationship Id="rId1" Type="http://schemas.openxmlformats.org/officeDocument/2006/relationships/slideLayout" Target="../slideLayouts/slideLayout18.xml"/><Relationship Id="rId4" Type="http://schemas.openxmlformats.org/officeDocument/2006/relationships/image" Target="../media/image104.png"/></Relationships>
</file>

<file path=ppt/slides/_rels/slide145.xml.rels><?xml version="1.0" encoding="UTF-8" standalone="yes"?>
<Relationships xmlns="http://schemas.openxmlformats.org/package/2006/relationships"><Relationship Id="rId8" Type="http://schemas.openxmlformats.org/officeDocument/2006/relationships/image" Target="../media/image354.png"/><Relationship Id="rId3" Type="http://schemas.openxmlformats.org/officeDocument/2006/relationships/image" Target="../media/image349.png"/><Relationship Id="rId7" Type="http://schemas.openxmlformats.org/officeDocument/2006/relationships/image" Target="../media/image353.png"/><Relationship Id="rId2" Type="http://schemas.openxmlformats.org/officeDocument/2006/relationships/notesSlide" Target="../notesSlides/notesSlide143.xml"/><Relationship Id="rId1" Type="http://schemas.openxmlformats.org/officeDocument/2006/relationships/slideLayout" Target="../slideLayouts/slideLayout18.xml"/><Relationship Id="rId6" Type="http://schemas.openxmlformats.org/officeDocument/2006/relationships/image" Target="../media/image352.png"/><Relationship Id="rId5" Type="http://schemas.openxmlformats.org/officeDocument/2006/relationships/image" Target="../media/image351.png"/><Relationship Id="rId10" Type="http://schemas.openxmlformats.org/officeDocument/2006/relationships/image" Target="../media/image356.png"/><Relationship Id="rId4" Type="http://schemas.openxmlformats.org/officeDocument/2006/relationships/image" Target="../media/image350.png"/><Relationship Id="rId9" Type="http://schemas.openxmlformats.org/officeDocument/2006/relationships/image" Target="../media/image355.png"/></Relationships>
</file>

<file path=ppt/slides/_rels/slide146.xml.rels><?xml version="1.0" encoding="UTF-8" standalone="yes"?>
<Relationships xmlns="http://schemas.openxmlformats.org/package/2006/relationships"><Relationship Id="rId8" Type="http://schemas.openxmlformats.org/officeDocument/2006/relationships/image" Target="../media/image361.png"/><Relationship Id="rId3" Type="http://schemas.openxmlformats.org/officeDocument/2006/relationships/image" Target="../media/image357.png"/><Relationship Id="rId7" Type="http://schemas.openxmlformats.org/officeDocument/2006/relationships/image" Target="../media/image310.png"/><Relationship Id="rId2" Type="http://schemas.openxmlformats.org/officeDocument/2006/relationships/notesSlide" Target="../notesSlides/notesSlide144.xml"/><Relationship Id="rId1" Type="http://schemas.openxmlformats.org/officeDocument/2006/relationships/slideLayout" Target="../slideLayouts/slideLayout18.xml"/><Relationship Id="rId6" Type="http://schemas.openxmlformats.org/officeDocument/2006/relationships/image" Target="../media/image360.png"/><Relationship Id="rId5" Type="http://schemas.openxmlformats.org/officeDocument/2006/relationships/image" Target="../media/image359.png"/><Relationship Id="rId4" Type="http://schemas.openxmlformats.org/officeDocument/2006/relationships/image" Target="../media/image358.png"/><Relationship Id="rId9" Type="http://schemas.openxmlformats.org/officeDocument/2006/relationships/image" Target="../media/image362.png"/></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8.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8.xml"/></Relationships>
</file>

<file path=ppt/slides/_rels/slide149.xml.rels><?xml version="1.0" encoding="UTF-8" standalone="yes"?>
<Relationships xmlns="http://schemas.openxmlformats.org/package/2006/relationships"><Relationship Id="rId3" Type="http://schemas.openxmlformats.org/officeDocument/2006/relationships/image" Target="../media/image363.png"/><Relationship Id="rId2" Type="http://schemas.openxmlformats.org/officeDocument/2006/relationships/notesSlide" Target="../notesSlides/notesSlide147.xml"/><Relationship Id="rId1" Type="http://schemas.openxmlformats.org/officeDocument/2006/relationships/slideLayout" Target="../slideLayouts/slideLayout18.xml"/><Relationship Id="rId4" Type="http://schemas.openxmlformats.org/officeDocument/2006/relationships/image" Target="../media/image364.png"/></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8.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8.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8.xml"/></Relationships>
</file>

<file path=ppt/slides/_rels/slide153.xml.rels><?xml version="1.0" encoding="UTF-8" standalone="yes"?>
<Relationships xmlns="http://schemas.openxmlformats.org/package/2006/relationships"><Relationship Id="rId8" Type="http://schemas.openxmlformats.org/officeDocument/2006/relationships/image" Target="../media/image316.png"/><Relationship Id="rId3" Type="http://schemas.openxmlformats.org/officeDocument/2006/relationships/image" Target="../media/image365.png"/><Relationship Id="rId7" Type="http://schemas.openxmlformats.org/officeDocument/2006/relationships/image" Target="../media/image248.png"/><Relationship Id="rId2" Type="http://schemas.openxmlformats.org/officeDocument/2006/relationships/notesSlide" Target="../notesSlides/notesSlide151.xml"/><Relationship Id="rId1" Type="http://schemas.openxmlformats.org/officeDocument/2006/relationships/slideLayout" Target="../slideLayouts/slideLayout18.xml"/><Relationship Id="rId6" Type="http://schemas.openxmlformats.org/officeDocument/2006/relationships/image" Target="../media/image367.png"/><Relationship Id="rId5" Type="http://schemas.openxmlformats.org/officeDocument/2006/relationships/image" Target="../media/image366.png"/><Relationship Id="rId4" Type="http://schemas.openxmlformats.org/officeDocument/2006/relationships/image" Target="../media/image247.png"/><Relationship Id="rId9" Type="http://schemas.openxmlformats.org/officeDocument/2006/relationships/image" Target="../media/image261.png"/></Relationships>
</file>

<file path=ppt/slides/_rels/slide154.xml.rels><?xml version="1.0" encoding="UTF-8" standalone="yes"?>
<Relationships xmlns="http://schemas.openxmlformats.org/package/2006/relationships"><Relationship Id="rId8" Type="http://schemas.openxmlformats.org/officeDocument/2006/relationships/image" Target="../media/image234.jpeg"/><Relationship Id="rId3" Type="http://schemas.openxmlformats.org/officeDocument/2006/relationships/image" Target="../media/image231.png"/><Relationship Id="rId7" Type="http://schemas.openxmlformats.org/officeDocument/2006/relationships/image" Target="../media/image370.png"/><Relationship Id="rId2" Type="http://schemas.openxmlformats.org/officeDocument/2006/relationships/notesSlide" Target="../notesSlides/notesSlide152.xml"/><Relationship Id="rId1" Type="http://schemas.openxmlformats.org/officeDocument/2006/relationships/slideLayout" Target="../slideLayouts/slideLayout18.xml"/><Relationship Id="rId6" Type="http://schemas.openxmlformats.org/officeDocument/2006/relationships/image" Target="../media/image233.png"/><Relationship Id="rId11" Type="http://schemas.openxmlformats.org/officeDocument/2006/relationships/image" Target="../media/image373.png"/><Relationship Id="rId5" Type="http://schemas.openxmlformats.org/officeDocument/2006/relationships/image" Target="../media/image369.png"/><Relationship Id="rId10" Type="http://schemas.openxmlformats.org/officeDocument/2006/relationships/image" Target="../media/image372.png"/><Relationship Id="rId4" Type="http://schemas.openxmlformats.org/officeDocument/2006/relationships/image" Target="../media/image368.png"/><Relationship Id="rId9" Type="http://schemas.openxmlformats.org/officeDocument/2006/relationships/image" Target="../media/image371.png"/></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8.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8.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8.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8.xml"/></Relationships>
</file>

<file path=ppt/slides/_rels/slide159.xml.rels><?xml version="1.0" encoding="UTF-8" standalone="yes"?>
<Relationships xmlns="http://schemas.openxmlformats.org/package/2006/relationships"><Relationship Id="rId3" Type="http://schemas.openxmlformats.org/officeDocument/2006/relationships/image" Target="../media/image374.png"/><Relationship Id="rId2" Type="http://schemas.openxmlformats.org/officeDocument/2006/relationships/notesSlide" Target="../notesSlides/notesSlide157.xml"/><Relationship Id="rId1" Type="http://schemas.openxmlformats.org/officeDocument/2006/relationships/slideLayout" Target="../slideLayouts/slideLayout18.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18.xml"/></Relationships>
</file>

<file path=ppt/slides/_rels/slide161.xml.rels><?xml version="1.0" encoding="UTF-8" standalone="yes"?>
<Relationships xmlns="http://schemas.openxmlformats.org/package/2006/relationships"><Relationship Id="rId8" Type="http://schemas.openxmlformats.org/officeDocument/2006/relationships/image" Target="../media/image324.png"/><Relationship Id="rId13" Type="http://schemas.openxmlformats.org/officeDocument/2006/relationships/image" Target="../media/image317.png"/><Relationship Id="rId18" Type="http://schemas.openxmlformats.org/officeDocument/2006/relationships/image" Target="../media/image309.png"/><Relationship Id="rId3" Type="http://schemas.openxmlformats.org/officeDocument/2006/relationships/image" Target="../media/image319.png"/><Relationship Id="rId21" Type="http://schemas.openxmlformats.org/officeDocument/2006/relationships/image" Target="../media/image329.png"/><Relationship Id="rId7" Type="http://schemas.openxmlformats.org/officeDocument/2006/relationships/image" Target="../media/image323.png"/><Relationship Id="rId12" Type="http://schemas.openxmlformats.org/officeDocument/2006/relationships/image" Target="../media/image261.png"/><Relationship Id="rId17" Type="http://schemas.openxmlformats.org/officeDocument/2006/relationships/image" Target="../media/image308.png"/><Relationship Id="rId2" Type="http://schemas.openxmlformats.org/officeDocument/2006/relationships/notesSlide" Target="../notesSlides/notesSlide159.xml"/><Relationship Id="rId16" Type="http://schemas.openxmlformats.org/officeDocument/2006/relationships/image" Target="../media/image307.png"/><Relationship Id="rId20" Type="http://schemas.openxmlformats.org/officeDocument/2006/relationships/image" Target="../media/image328.png"/><Relationship Id="rId1" Type="http://schemas.openxmlformats.org/officeDocument/2006/relationships/slideLayout" Target="../slideLayouts/slideLayout18.xml"/><Relationship Id="rId6" Type="http://schemas.openxmlformats.org/officeDocument/2006/relationships/image" Target="../media/image322.png"/><Relationship Id="rId11" Type="http://schemas.openxmlformats.org/officeDocument/2006/relationships/image" Target="../media/image316.png"/><Relationship Id="rId5" Type="http://schemas.openxmlformats.org/officeDocument/2006/relationships/image" Target="../media/image321.png"/><Relationship Id="rId15" Type="http://schemas.openxmlformats.org/officeDocument/2006/relationships/image" Target="../media/image306.png"/><Relationship Id="rId10" Type="http://schemas.openxmlformats.org/officeDocument/2006/relationships/image" Target="../media/image326.png"/><Relationship Id="rId19" Type="http://schemas.openxmlformats.org/officeDocument/2006/relationships/image" Target="../media/image327.png"/><Relationship Id="rId4" Type="http://schemas.openxmlformats.org/officeDocument/2006/relationships/image" Target="../media/image320.png"/><Relationship Id="rId9" Type="http://schemas.openxmlformats.org/officeDocument/2006/relationships/image" Target="../media/image325.png"/><Relationship Id="rId14" Type="http://schemas.openxmlformats.org/officeDocument/2006/relationships/image" Target="../media/image318.png"/><Relationship Id="rId22" Type="http://schemas.openxmlformats.org/officeDocument/2006/relationships/image" Target="../media/image330.png"/></Relationships>
</file>

<file path=ppt/slides/_rels/slide162.xml.rels><?xml version="1.0" encoding="UTF-8" standalone="yes"?>
<Relationships xmlns="http://schemas.openxmlformats.org/package/2006/relationships"><Relationship Id="rId8" Type="http://schemas.openxmlformats.org/officeDocument/2006/relationships/image" Target="../media/image315.png"/><Relationship Id="rId3" Type="http://schemas.openxmlformats.org/officeDocument/2006/relationships/image" Target="../media/image310.png"/><Relationship Id="rId7" Type="http://schemas.openxmlformats.org/officeDocument/2006/relationships/image" Target="../media/image314.png"/><Relationship Id="rId2" Type="http://schemas.openxmlformats.org/officeDocument/2006/relationships/notesSlide" Target="../notesSlides/notesSlide160.xml"/><Relationship Id="rId1" Type="http://schemas.openxmlformats.org/officeDocument/2006/relationships/slideLayout" Target="../slideLayouts/slideLayout18.xml"/><Relationship Id="rId6" Type="http://schemas.openxmlformats.org/officeDocument/2006/relationships/image" Target="../media/image313.png"/><Relationship Id="rId5" Type="http://schemas.openxmlformats.org/officeDocument/2006/relationships/image" Target="../media/image312.png"/><Relationship Id="rId4" Type="http://schemas.openxmlformats.org/officeDocument/2006/relationships/image" Target="../media/image311.png"/></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8.xml"/></Relationships>
</file>

<file path=ppt/slides/_rels/slide164.xml.rels><?xml version="1.0" encoding="UTF-8" standalone="yes"?>
<Relationships xmlns="http://schemas.openxmlformats.org/package/2006/relationships"><Relationship Id="rId3" Type="http://schemas.openxmlformats.org/officeDocument/2006/relationships/image" Target="../media/image375.png"/><Relationship Id="rId2" Type="http://schemas.openxmlformats.org/officeDocument/2006/relationships/notesSlide" Target="../notesSlides/notesSlide162.xml"/><Relationship Id="rId1" Type="http://schemas.openxmlformats.org/officeDocument/2006/relationships/slideLayout" Target="../slideLayouts/slideLayout18.xml"/></Relationships>
</file>

<file path=ppt/slides/_rels/slide165.xml.rels><?xml version="1.0" encoding="UTF-8" standalone="yes"?>
<Relationships xmlns="http://schemas.openxmlformats.org/package/2006/relationships"><Relationship Id="rId3" Type="http://schemas.openxmlformats.org/officeDocument/2006/relationships/image" Target="../media/image376.png"/><Relationship Id="rId2" Type="http://schemas.openxmlformats.org/officeDocument/2006/relationships/notesSlide" Target="../notesSlides/notesSlide163.xml"/><Relationship Id="rId1" Type="http://schemas.openxmlformats.org/officeDocument/2006/relationships/slideLayout" Target="../slideLayouts/slideLayout18.xml"/><Relationship Id="rId6" Type="http://schemas.openxmlformats.org/officeDocument/2006/relationships/image" Target="../media/image379.png"/><Relationship Id="rId5" Type="http://schemas.openxmlformats.org/officeDocument/2006/relationships/image" Target="../media/image378.png"/><Relationship Id="rId4" Type="http://schemas.openxmlformats.org/officeDocument/2006/relationships/image" Target="../media/image377.png"/></Relationships>
</file>

<file path=ppt/slides/_rels/slide166.xml.rels><?xml version="1.0" encoding="UTF-8" standalone="yes"?>
<Relationships xmlns="http://schemas.openxmlformats.org/package/2006/relationships"><Relationship Id="rId3" Type="http://schemas.openxmlformats.org/officeDocument/2006/relationships/image" Target="../media/image380.png"/><Relationship Id="rId2" Type="http://schemas.openxmlformats.org/officeDocument/2006/relationships/notesSlide" Target="../notesSlides/notesSlide164.xml"/><Relationship Id="rId1" Type="http://schemas.openxmlformats.org/officeDocument/2006/relationships/slideLayout" Target="../slideLayouts/slideLayout18.xml"/></Relationships>
</file>

<file path=ppt/slides/_rels/slide167.xml.rels><?xml version="1.0" encoding="UTF-8" standalone="yes"?>
<Relationships xmlns="http://schemas.openxmlformats.org/package/2006/relationships"><Relationship Id="rId3" Type="http://schemas.openxmlformats.org/officeDocument/2006/relationships/image" Target="../media/image196.wmf"/><Relationship Id="rId2" Type="http://schemas.openxmlformats.org/officeDocument/2006/relationships/notesSlide" Target="../notesSlides/notesSlide165.xml"/><Relationship Id="rId1" Type="http://schemas.openxmlformats.org/officeDocument/2006/relationships/slideLayout" Target="../slideLayouts/slideLayout18.xml"/></Relationships>
</file>

<file path=ppt/slides/_rels/slide168.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166.xml"/><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4"/>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en-US" sz="800">
              <a:latin typeface="Arial" panose="020B0604020202020204" pitchFamily="34" charset="0"/>
              <a:cs typeface="Arial" panose="020B0604020202020204" pitchFamily="34" charset="0"/>
            </a:endParaRPr>
          </a:p>
        </p:txBody>
      </p:sp>
      <p:sp>
        <p:nvSpPr>
          <p:cNvPr id="5123" name="Text Box 3"/>
          <p:cNvSpPr txBox="1">
            <a:spLocks noChangeArrowheads="1"/>
          </p:cNvSpPr>
          <p:nvPr/>
        </p:nvSpPr>
        <p:spPr bwMode="auto">
          <a:xfrm>
            <a:off x="228605" y="679449"/>
            <a:ext cx="31309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smtClean="0">
                <a:solidFill>
                  <a:srgbClr val="000000"/>
                </a:solidFill>
                <a:latin typeface="Arial" panose="020B0604020202020204" pitchFamily="34" charset="0"/>
                <a:cs typeface="Arial" panose="020B0604020202020204" pitchFamily="34" charset="0"/>
              </a:rPr>
              <a:t>1Bộ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5124" name="Rectangle 4"/>
          <p:cNvSpPr>
            <a:spLocks noChangeArrowheads="1"/>
          </p:cNvSpPr>
          <p:nvPr/>
        </p:nvSpPr>
        <p:spPr bwMode="auto">
          <a:xfrm>
            <a:off x="3048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endParaRPr lang="ko-KR" altLang="ko-KR" sz="900">
              <a:latin typeface="Times New Roman" pitchFamily="18" charset="0"/>
              <a:ea typeface="돋움" pitchFamily="50" charset="-127"/>
              <a:cs typeface="Times New Roman" pitchFamily="18" charset="0"/>
            </a:endParaRPr>
          </a:p>
        </p:txBody>
      </p:sp>
      <p:sp>
        <p:nvSpPr>
          <p:cNvPr id="5125" name="Rectangle 5"/>
          <p:cNvSpPr>
            <a:spLocks noChangeArrowheads="1"/>
          </p:cNvSpPr>
          <p:nvPr/>
        </p:nvSpPr>
        <p:spPr bwMode="auto">
          <a:xfrm>
            <a:off x="34290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584850532"/>
              </p:ext>
            </p:extLst>
          </p:nvPr>
        </p:nvGraphicFramePr>
        <p:xfrm>
          <a:off x="5346736" y="139701"/>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1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1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91"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
        <p:nvSpPr>
          <p:cNvPr id="35" name="Rectangle 39"/>
          <p:cNvSpPr>
            <a:spLocks noChangeArrowheads="1"/>
          </p:cNvSpPr>
          <p:nvPr/>
        </p:nvSpPr>
        <p:spPr bwMode="auto">
          <a:xfrm>
            <a:off x="312738" y="3814895"/>
            <a:ext cx="3116262"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5</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Hãy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đúng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với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thích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về</a:t>
            </a:r>
            <a:r>
              <a:rPr lang="en-US" altLang="ko-KR" sz="900" smtClean="0">
                <a:latin typeface="Times New Roman" pitchFamily="18" charset="0"/>
                <a:ea typeface="돋움" pitchFamily="50" charset="-127"/>
                <a:cs typeface="Times New Roman" pitchFamily="18" charset="0"/>
              </a:rPr>
              <a:t> Coupling?</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 “ </a:t>
            </a:r>
            <a:r>
              <a:rPr lang="en-US" altLang="ko-KR" sz="900" err="1" smtClean="0">
                <a:latin typeface="Times New Roman" pitchFamily="18" charset="0"/>
                <a:ea typeface="돋움" pitchFamily="50" charset="-127"/>
                <a:cs typeface="Times New Roman" pitchFamily="18" charset="0"/>
              </a:rPr>
              <a:t>Chủ</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yếu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sử</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dụng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đường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kính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dưới</a:t>
            </a:r>
            <a:r>
              <a:rPr lang="ko-KR" altLang="en-US"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200mm.”</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Seller Coupling  </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Clamp coupling</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Gear Coupling</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F</a:t>
            </a:r>
            <a:r>
              <a:rPr lang="en-US" altLang="ko-KR" sz="900" smtClean="0">
                <a:latin typeface="Times New Roman" pitchFamily="18" charset="0"/>
                <a:ea typeface="돋움" pitchFamily="50" charset="-127"/>
                <a:cs typeface="Times New Roman" pitchFamily="18" charset="0"/>
              </a:rPr>
              <a:t>lange coupling</a:t>
            </a:r>
            <a:endParaRPr lang="ko-KR" altLang="en-US" sz="900">
              <a:latin typeface="Times New Roman" pitchFamily="18" charset="0"/>
              <a:ea typeface="돋움" pitchFamily="50" charset="-127"/>
              <a:cs typeface="Times New Roman" pitchFamily="18" charset="0"/>
            </a:endParaRPr>
          </a:p>
          <a:p>
            <a:pPr eaLnBrk="1" hangingPunct="1">
              <a:spcBef>
                <a:spcPct val="50000"/>
              </a:spcBef>
            </a:pPr>
            <a:endParaRPr lang="en-US" altLang="ko-KR" sz="900">
              <a:latin typeface="Times New Roman" pitchFamily="18" charset="0"/>
              <a:ea typeface="돋움" pitchFamily="50" charset="-127"/>
              <a:cs typeface="Times New Roman" pitchFamily="18" charset="0"/>
            </a:endParaRPr>
          </a:p>
        </p:txBody>
      </p:sp>
      <p:sp>
        <p:nvSpPr>
          <p:cNvPr id="36" name="Rectangle 48"/>
          <p:cNvSpPr>
            <a:spLocks noChangeArrowheads="1"/>
          </p:cNvSpPr>
          <p:nvPr/>
        </p:nvSpPr>
        <p:spPr bwMode="auto">
          <a:xfrm>
            <a:off x="304801" y="5543720"/>
            <a:ext cx="3132137"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8.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ưu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điểm</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gear?</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Truyền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lực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hoặc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xoay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chắc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chắn</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Cấu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trúc</a:t>
            </a:r>
            <a:r>
              <a:rPr lang="en-US" altLang="ko-KR" sz="900" smtClean="0">
                <a:latin typeface="Times New Roman" pitchFamily="18" charset="0"/>
                <a:ea typeface="돋움" pitchFamily="50" charset="-127"/>
                <a:cs typeface="Times New Roman" pitchFamily="18" charset="0"/>
              </a:rPr>
              <a:t> khá </a:t>
            </a:r>
            <a:r>
              <a:rPr lang="en-US" altLang="ko-KR" sz="900" err="1" smtClean="0">
                <a:latin typeface="Times New Roman" pitchFamily="18" charset="0"/>
                <a:ea typeface="돋움" pitchFamily="50" charset="-127"/>
                <a:cs typeface="Times New Roman" pitchFamily="18" charset="0"/>
              </a:rPr>
              <a:t>đơn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giản</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③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Tuổi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thọ</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cao</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④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Truyền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bằng</a:t>
            </a:r>
            <a:r>
              <a:rPr lang="en-US" altLang="ko-KR" sz="900" smtClean="0">
                <a:latin typeface="Times New Roman" pitchFamily="18" charset="0"/>
                <a:ea typeface="돋움" pitchFamily="50" charset="-127"/>
                <a:cs typeface="Times New Roman" pitchFamily="18" charset="0"/>
              </a:rPr>
              <a:t> chi </a:t>
            </a:r>
            <a:r>
              <a:rPr lang="en-US" altLang="ko-KR" sz="900" err="1" smtClean="0">
                <a:latin typeface="Times New Roman" pitchFamily="18" charset="0"/>
                <a:ea typeface="돋움" pitchFamily="50" charset="-127"/>
                <a:cs typeface="Times New Roman" pitchFamily="18" charset="0"/>
              </a:rPr>
              <a:t>phí</a:t>
            </a:r>
            <a:r>
              <a:rPr lang="en-US" altLang="ko-KR" sz="90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vận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hành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chính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xác</a:t>
            </a:r>
            <a:r>
              <a:rPr lang="ko-KR" altLang="en-US" sz="900" smtClean="0">
                <a:latin typeface="Times New Roman" pitchFamily="18" charset="0"/>
                <a:ea typeface="돋움" pitchFamily="50" charset="-127"/>
                <a:cs typeface="Times New Roman" pitchFamily="18" charset="0"/>
              </a:rPr>
              <a:t> </a:t>
            </a:r>
            <a:endParaRPr lang="ko-KR" altLang="en-US" sz="900">
              <a:latin typeface="Times New Roman" pitchFamily="18" charset="0"/>
              <a:ea typeface="돋움" pitchFamily="50" charset="-127"/>
              <a:cs typeface="Times New Roman" pitchFamily="18" charset="0"/>
            </a:endParaRPr>
          </a:p>
        </p:txBody>
      </p:sp>
      <p:sp>
        <p:nvSpPr>
          <p:cNvPr id="37" name="Rectangle 59"/>
          <p:cNvSpPr>
            <a:spLocks noChangeArrowheads="1"/>
          </p:cNvSpPr>
          <p:nvPr/>
        </p:nvSpPr>
        <p:spPr bwMode="auto">
          <a:xfrm>
            <a:off x="304800" y="6387304"/>
            <a:ext cx="3132138"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9. </a:t>
            </a:r>
            <a:r>
              <a:rPr lang="en-US" altLang="ko-KR" sz="900" err="1" smtClean="0">
                <a:latin typeface="Times New Roman" pitchFamily="18" charset="0"/>
                <a:ea typeface="돋움" pitchFamily="50" charset="-127"/>
                <a:cs typeface="Times New Roman" pitchFamily="18" charset="0"/>
              </a:rPr>
              <a:t>Dưới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đây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nội</a:t>
            </a:r>
            <a:r>
              <a:rPr lang="en-US" altLang="ko-KR" sz="900" smtClean="0">
                <a:latin typeface="Times New Roman" pitchFamily="18" charset="0"/>
                <a:ea typeface="돋움" pitchFamily="50" charset="-127"/>
                <a:cs typeface="Times New Roman" pitchFamily="18" charset="0"/>
              </a:rPr>
              <a:t> dung </a:t>
            </a:r>
            <a:r>
              <a:rPr lang="en-US" altLang="ko-KR" sz="900" err="1" smtClean="0">
                <a:latin typeface="Times New Roman" pitchFamily="18" charset="0"/>
                <a:ea typeface="돋움" pitchFamily="50" charset="-127"/>
                <a:cs typeface="Times New Roman" pitchFamily="18" charset="0"/>
              </a:rPr>
              <a:t>giải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thích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về</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cái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gì</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thiết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bị</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thay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đổi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tốc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độ</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sử</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dụng</a:t>
            </a:r>
            <a:r>
              <a:rPr lang="en-US" altLang="ko-KR" sz="900" smtClean="0">
                <a:latin typeface="Times New Roman" pitchFamily="18" charset="0"/>
                <a:ea typeface="돋움" pitchFamily="50" charset="-127"/>
                <a:cs typeface="Times New Roman" pitchFamily="18" charset="0"/>
              </a:rPr>
              <a:t> Gear, </a:t>
            </a:r>
            <a:r>
              <a:rPr lang="en-US" altLang="ko-KR" sz="900" err="1" smtClean="0">
                <a:latin typeface="Times New Roman" pitchFamily="18" charset="0"/>
                <a:ea typeface="돋움" pitchFamily="50" charset="-127"/>
                <a:cs typeface="Times New Roman" pitchFamily="18" charset="0"/>
              </a:rPr>
              <a:t>có</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thể</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nhận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được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lực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lớn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đồng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thời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giảm</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được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số</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lần</a:t>
            </a:r>
            <a:r>
              <a:rPr lang="en-US" altLang="ko-KR" sz="900" smtClean="0">
                <a:latin typeface="Times New Roman" pitchFamily="18" charset="0"/>
                <a:ea typeface="돋움" pitchFamily="50" charset="-127"/>
                <a:cs typeface="Times New Roman" pitchFamily="18" charset="0"/>
              </a:rPr>
              <a:t> quay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phần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động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cơ</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thành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số</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lần</a:t>
            </a:r>
            <a:r>
              <a:rPr lang="en-US" altLang="ko-KR" sz="900" smtClean="0">
                <a:latin typeface="Times New Roman" pitchFamily="18" charset="0"/>
                <a:ea typeface="돋움" pitchFamily="50" charset="-127"/>
                <a:cs typeface="Times New Roman" pitchFamily="18" charset="0"/>
              </a:rPr>
              <a:t> quay </a:t>
            </a:r>
            <a:r>
              <a:rPr lang="en-US" altLang="ko-KR" sz="900" err="1" smtClean="0">
                <a:latin typeface="Times New Roman" pitchFamily="18" charset="0"/>
                <a:ea typeface="돋움" pitchFamily="50" charset="-127"/>
                <a:cs typeface="Times New Roman" pitchFamily="18" charset="0"/>
              </a:rPr>
              <a:t>mong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muốn</a:t>
            </a:r>
            <a:r>
              <a:rPr lang="ko-KR" altLang="en-US" sz="900" smtClean="0">
                <a:latin typeface="Times New Roman" pitchFamily="18" charset="0"/>
                <a:ea typeface="돋움" pitchFamily="50" charset="-127"/>
                <a:cs typeface="Times New Roman" pitchFamily="18" charset="0"/>
              </a:rPr>
              <a:t> </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Gear</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②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Bộ</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giảm</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tốc</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Belt</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Chain</a:t>
            </a:r>
            <a:endParaRPr lang="ko-KR" altLang="en-US" sz="900">
              <a:latin typeface="Times New Roman" pitchFamily="18" charset="0"/>
              <a:ea typeface="돋움" pitchFamily="50" charset="-127"/>
              <a:cs typeface="Times New Roman" pitchFamily="18" charset="0"/>
            </a:endParaRPr>
          </a:p>
        </p:txBody>
      </p:sp>
      <p:sp>
        <p:nvSpPr>
          <p:cNvPr id="43" name="Rectangle 42"/>
          <p:cNvSpPr/>
          <p:nvPr/>
        </p:nvSpPr>
        <p:spPr>
          <a:xfrm>
            <a:off x="304800" y="2604668"/>
            <a:ext cx="3429000" cy="646331"/>
          </a:xfrm>
          <a:prstGeom prst="rect">
            <a:avLst/>
          </a:prstGeom>
        </p:spPr>
        <p:txBody>
          <a:bodyPr>
            <a:spAutoFit/>
          </a:bodyPr>
          <a:lstStyle/>
          <a:p>
            <a:r>
              <a:rPr lang="en-US" altLang="ko-KR" sz="900" b="1" smtClean="0">
                <a:latin typeface="Times New Roman" pitchFamily="18" charset="0"/>
                <a:ea typeface="돋움" pitchFamily="50" charset="-127"/>
                <a:cs typeface="Times New Roman" pitchFamily="18" charset="0"/>
              </a:rPr>
              <a:t>3</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Key được gọi là key chìm, được gia công ở cả trục và Bose, </a:t>
            </a:r>
            <a:endParaRPr lang="en-US" altLang="ko-KR" sz="900" smtClean="0">
              <a:latin typeface="Times New Roman" pitchFamily="18" charset="0"/>
              <a:ea typeface="돋움" pitchFamily="50" charset="-127"/>
              <a:cs typeface="Times New Roman" pitchFamily="18" charset="0"/>
            </a:endParaRPr>
          </a:p>
          <a:p>
            <a:r>
              <a:rPr lang="en-US" altLang="ko-KR" sz="900" smtClean="0">
                <a:latin typeface="Times New Roman" pitchFamily="18" charset="0"/>
                <a:ea typeface="돋움" pitchFamily="50" charset="-127"/>
                <a:cs typeface="Times New Roman" pitchFamily="18" charset="0"/>
              </a:rPr>
              <a:t>có </a:t>
            </a:r>
            <a:r>
              <a:rPr lang="en-US" altLang="ko-KR" sz="900">
                <a:latin typeface="Times New Roman" pitchFamily="18" charset="0"/>
                <a:ea typeface="돋움" pitchFamily="50" charset="-127"/>
                <a:cs typeface="Times New Roman" pitchFamily="18" charset="0"/>
              </a:rPr>
              <a:t>mặt cắt hình vuông hoặc hình chữ nhật gọi là ?</a:t>
            </a:r>
          </a:p>
          <a:p>
            <a:r>
              <a:rPr lang="en-US" altLang="ko-KR" sz="900">
                <a:latin typeface="Times New Roman" pitchFamily="18" charset="0"/>
                <a:ea typeface="돋움" pitchFamily="50" charset="-127"/>
                <a:cs typeface="Times New Roman" pitchFamily="18" charset="0"/>
              </a:rPr>
              <a:t>① Key ma sát (saddle key)</a:t>
            </a: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Key thường ( Sunk key)</a:t>
            </a:r>
            <a:endParaRPr lang="ko-KR" altLang="en-US" sz="900">
              <a:latin typeface="Times New Roman" pitchFamily="18" charset="0"/>
              <a:ea typeface="돋움" pitchFamily="50" charset="-127"/>
              <a:cs typeface="Times New Roman" pitchFamily="18" charset="0"/>
            </a:endParaRPr>
          </a:p>
          <a:p>
            <a:r>
              <a:rPr lang="ko-KR" altLang="en-US"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Key phẳng</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(Flat key) </a:t>
            </a: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key trơn</a:t>
            </a:r>
            <a:r>
              <a:rPr lang="ko-KR" altLang="en-US" sz="900">
                <a:latin typeface="Times New Roman" pitchFamily="18" charset="0"/>
                <a:ea typeface="돋움" pitchFamily="50" charset="-127"/>
                <a:cs typeface="Times New Roman" pitchFamily="18" charset="0"/>
              </a:rPr>
              <a:t> </a:t>
            </a:r>
          </a:p>
        </p:txBody>
      </p:sp>
      <p:sp>
        <p:nvSpPr>
          <p:cNvPr id="45" name="Rectangle 75"/>
          <p:cNvSpPr>
            <a:spLocks noChangeArrowheads="1"/>
          </p:cNvSpPr>
          <p:nvPr/>
        </p:nvSpPr>
        <p:spPr bwMode="auto">
          <a:xfrm>
            <a:off x="3395663" y="4495819"/>
            <a:ext cx="34290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cs typeface="Times New Roman" pitchFamily="18" charset="0"/>
              </a:rPr>
              <a:t>16. </a:t>
            </a:r>
            <a:r>
              <a:rPr lang="en-US" altLang="ko-KR" sz="900" err="1" smtClean="0">
                <a:latin typeface="Times New Roman" pitchFamily="18" charset="0"/>
                <a:cs typeface="Times New Roman" pitchFamily="18" charset="0"/>
              </a:rPr>
              <a:t>Chọn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đáp</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án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không</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phải</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là</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thiết</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bị</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đo</a:t>
            </a:r>
            <a:r>
              <a:rPr lang="en-US" altLang="ko-KR" sz="900" smtClean="0">
                <a:latin typeface="Times New Roman" pitchFamily="18" charset="0"/>
                <a:cs typeface="Times New Roman" pitchFamily="18" charset="0"/>
              </a:rPr>
              <a:t>?</a:t>
            </a:r>
            <a:endParaRPr lang="en-US" altLang="ko-KR" sz="900">
              <a:latin typeface="Times New Roman" pitchFamily="18" charset="0"/>
              <a:cs typeface="Times New Roman" pitchFamily="18" charset="0"/>
            </a:endParaRPr>
          </a:p>
          <a:p>
            <a:pPr eaLnBrk="1" hangingPunct="1"/>
            <a:endParaRPr lang="en-US" altLang="ko-KR" sz="900" smtClean="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err="1">
                <a:latin typeface="Times New Roman" pitchFamily="18" charset="0"/>
                <a:ea typeface="돋움" pitchFamily="50" charset="-127"/>
                <a:cs typeface="Times New Roman" pitchFamily="18" charset="0"/>
              </a:rPr>
              <a:t>V</a:t>
            </a:r>
            <a:r>
              <a:rPr lang="en-US" altLang="ko-KR" sz="900" smtClean="0">
                <a:latin typeface="Times New Roman" pitchFamily="18" charset="0"/>
                <a:ea typeface="돋움" pitchFamily="50" charset="-127"/>
                <a:cs typeface="Times New Roman" pitchFamily="18" charset="0"/>
              </a:rPr>
              <a:t>ernier calipers</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Micrometer</a:t>
            </a:r>
            <a:r>
              <a:rPr lang="ko-KR" altLang="en-US" sz="900" smtClean="0">
                <a:latin typeface="Times New Roman" pitchFamily="18" charset="0"/>
                <a:ea typeface="돋움" pitchFamily="50" charset="-127"/>
                <a:cs typeface="Times New Roman" pitchFamily="18" charset="0"/>
              </a:rPr>
              <a:t>     </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Gap Gauge </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④ </a:t>
            </a:r>
            <a:r>
              <a:rPr lang="en-US" altLang="ko-KR" sz="900" err="1" smtClean="0">
                <a:latin typeface="Times New Roman" pitchFamily="18" charset="0"/>
                <a:ea typeface="돋움" pitchFamily="50" charset="-127"/>
                <a:cs typeface="Times New Roman" pitchFamily="18" charset="0"/>
              </a:rPr>
              <a:t>Thước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cặp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đo</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chiều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cao</a:t>
            </a:r>
            <a:r>
              <a:rPr lang="en-US" altLang="ko-KR" sz="900" smtClean="0">
                <a:latin typeface="Times New Roman" pitchFamily="18" charset="0"/>
                <a:ea typeface="돋움" pitchFamily="50" charset="-127"/>
                <a:cs typeface="Times New Roman" pitchFamily="18" charset="0"/>
              </a:rPr>
              <a:t> ( Height gauge)</a:t>
            </a:r>
            <a:endParaRPr lang="ko-KR" altLang="en-US" sz="900">
              <a:latin typeface="Times New Roman" pitchFamily="18" charset="0"/>
              <a:ea typeface="돋움" pitchFamily="50" charset="-127"/>
              <a:cs typeface="Times New Roman" pitchFamily="18" charset="0"/>
            </a:endParaRPr>
          </a:p>
        </p:txBody>
      </p:sp>
      <p:sp>
        <p:nvSpPr>
          <p:cNvPr id="47" name="Rectangle 81"/>
          <p:cNvSpPr>
            <a:spLocks noChangeArrowheads="1"/>
          </p:cNvSpPr>
          <p:nvPr/>
        </p:nvSpPr>
        <p:spPr bwMode="auto">
          <a:xfrm>
            <a:off x="303150" y="5030037"/>
            <a:ext cx="31242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7. </a:t>
            </a:r>
            <a:r>
              <a:rPr lang="en-US" altLang="ko-KR" sz="900" err="1" smtClean="0">
                <a:latin typeface="Times New Roman" pitchFamily="18" charset="0"/>
                <a:ea typeface="돋움" pitchFamily="50" charset="-127"/>
                <a:cs typeface="Times New Roman" pitchFamily="18" charset="0"/>
              </a:rPr>
              <a:t>Kích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thước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tờ</a:t>
            </a:r>
            <a:r>
              <a:rPr lang="en-US" altLang="ko-KR" sz="900" smtClean="0">
                <a:latin typeface="Times New Roman" pitchFamily="18" charset="0"/>
                <a:ea typeface="돋움" pitchFamily="50" charset="-127"/>
                <a:cs typeface="Times New Roman" pitchFamily="18" charset="0"/>
              </a:rPr>
              <a:t> A3 </a:t>
            </a:r>
            <a:r>
              <a:rPr lang="en-US" altLang="ko-KR" sz="900" err="1" smtClean="0">
                <a:latin typeface="Times New Roman" pitchFamily="18" charset="0"/>
                <a:ea typeface="돋움" pitchFamily="50" charset="-127"/>
                <a:cs typeface="Times New Roman" pitchFamily="18" charset="0"/>
              </a:rPr>
              <a:t>trong</a:t>
            </a:r>
            <a:r>
              <a:rPr lang="en-US" altLang="ko-KR" sz="90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khổ</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giấy</a:t>
            </a:r>
            <a:r>
              <a:rPr lang="en-US" altLang="ko-KR" sz="900" smtClean="0">
                <a:latin typeface="Times New Roman" pitchFamily="18" charset="0"/>
                <a:ea typeface="돋움" pitchFamily="50" charset="-127"/>
                <a:cs typeface="Times New Roman" pitchFamily="18" charset="0"/>
              </a:rPr>
              <a:t> A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bao</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nhiêu</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210 * 297                  ② 841 * 1189     </a:t>
            </a:r>
            <a:endParaRPr lang="en-US" altLang="ko-KR" sz="900" smtClean="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③ 420 * 594                  ④ 297 * 420</a:t>
            </a:r>
            <a:endParaRPr lang="en-US" altLang="ko-KR" sz="900">
              <a:latin typeface="Times New Roman" pitchFamily="18" charset="0"/>
              <a:ea typeface="돋움" pitchFamily="50" charset="-127"/>
              <a:cs typeface="Times New Roman" pitchFamily="18" charset="0"/>
            </a:endParaRPr>
          </a:p>
        </p:txBody>
      </p:sp>
      <p:sp>
        <p:nvSpPr>
          <p:cNvPr id="4" name="Rectangle 3"/>
          <p:cNvSpPr/>
          <p:nvPr/>
        </p:nvSpPr>
        <p:spPr>
          <a:xfrm>
            <a:off x="304800" y="4499768"/>
            <a:ext cx="3429000" cy="507831"/>
          </a:xfrm>
          <a:prstGeom prst="rect">
            <a:avLst/>
          </a:prstGeom>
        </p:spPr>
        <p:txBody>
          <a:bodyPr>
            <a:spAutoFit/>
          </a:bodyPr>
          <a:lstStyle/>
          <a:p>
            <a:pPr marL="457200" indent="-457200"/>
            <a:r>
              <a:rPr lang="en-US" altLang="ko-KR" sz="900" smtClean="0">
                <a:latin typeface="Times New Roman" pitchFamily="18" charset="0"/>
                <a:cs typeface="Times New Roman" pitchFamily="18" charset="0"/>
              </a:rPr>
              <a:t>6.Cái </a:t>
            </a:r>
            <a:r>
              <a:rPr lang="en-US" altLang="ko-KR" sz="900">
                <a:latin typeface="Times New Roman" pitchFamily="18" charset="0"/>
                <a:cs typeface="Times New Roman" pitchFamily="18" charset="0"/>
              </a:rPr>
              <a:t>nào không liên quan đến đối sách chống long của đinh ốc?</a:t>
            </a:r>
          </a:p>
          <a:p>
            <a:pPr marL="457200" indent="-457200"/>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Vòng đệm vênh(Spring washer</a:t>
            </a:r>
            <a:r>
              <a:rPr lang="en-US" altLang="ko-KR" sz="900" smtClean="0">
                <a:latin typeface="Times New Roman" pitchFamily="18" charset="0"/>
                <a:cs typeface="Times New Roman" pitchFamily="18" charset="0"/>
              </a:rPr>
              <a:t>)</a:t>
            </a:r>
            <a:r>
              <a:rPr lang="ko-KR" altLang="en-US" sz="900">
                <a:latin typeface="Times New Roman" pitchFamily="18" charset="0"/>
                <a:cs typeface="Times New Roman" pitchFamily="18" charset="0"/>
              </a:rPr>
              <a:t> </a:t>
            </a:r>
            <a:r>
              <a:rPr lang="ko-KR" altLang="en-US" sz="900" smtClean="0">
                <a:latin typeface="Times New Roman" pitchFamily="18" charset="0"/>
                <a:cs typeface="Times New Roman" pitchFamily="18" charset="0"/>
              </a:rPr>
              <a:t>      ② </a:t>
            </a:r>
            <a:r>
              <a:rPr lang="en-US" altLang="ko-KR" sz="900">
                <a:latin typeface="Times New Roman" pitchFamily="18" charset="0"/>
                <a:cs typeface="Times New Roman" pitchFamily="18" charset="0"/>
              </a:rPr>
              <a:t>Power lock</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③ </a:t>
            </a:r>
            <a:r>
              <a:rPr lang="en-US" altLang="ko-KR" sz="900">
                <a:latin typeface="Times New Roman" pitchFamily="18" charset="0"/>
                <a:cs typeface="Times New Roman" pitchFamily="18" charset="0"/>
              </a:rPr>
              <a:t>Vòng đệm </a:t>
            </a:r>
            <a:r>
              <a:rPr lang="en-US" altLang="ko-KR" sz="900" smtClean="0">
                <a:latin typeface="Times New Roman" pitchFamily="18" charset="0"/>
                <a:cs typeface="Times New Roman" pitchFamily="18" charset="0"/>
              </a:rPr>
              <a:t>răng</a:t>
            </a:r>
            <a:r>
              <a:rPr lang="ko-KR" altLang="en-US" sz="900">
                <a:latin typeface="Times New Roman" pitchFamily="18" charset="0"/>
                <a:cs typeface="Times New Roman" pitchFamily="18" charset="0"/>
              </a:rPr>
              <a:t> </a:t>
            </a:r>
            <a:r>
              <a:rPr lang="ko-KR" altLang="en-US" sz="900" smtClean="0">
                <a:latin typeface="Times New Roman" pitchFamily="18" charset="0"/>
                <a:cs typeface="Times New Roman" pitchFamily="18" charset="0"/>
              </a:rPr>
              <a:t>                                ④ </a:t>
            </a:r>
            <a:r>
              <a:rPr lang="en-US" altLang="ko-KR" sz="900">
                <a:latin typeface="Times New Roman" pitchFamily="18" charset="0"/>
                <a:cs typeface="Times New Roman" pitchFamily="18" charset="0"/>
              </a:rPr>
              <a:t>Lock nut</a:t>
            </a:r>
            <a:r>
              <a:rPr lang="ko-KR" altLang="en-US" sz="900">
                <a:latin typeface="Times New Roman" pitchFamily="18" charset="0"/>
                <a:cs typeface="Times New Roman" pitchFamily="18" charset="0"/>
              </a:rPr>
              <a:t> </a:t>
            </a:r>
          </a:p>
        </p:txBody>
      </p:sp>
      <p:sp>
        <p:nvSpPr>
          <p:cNvPr id="5" name="Rectangle 4"/>
          <p:cNvSpPr/>
          <p:nvPr/>
        </p:nvSpPr>
        <p:spPr>
          <a:xfrm>
            <a:off x="3403600" y="1729971"/>
            <a:ext cx="3429000" cy="923330"/>
          </a:xfrm>
          <a:prstGeom prst="rect">
            <a:avLst/>
          </a:prstGeom>
        </p:spPr>
        <p:txBody>
          <a:bodyPr>
            <a:spAutoFit/>
          </a:bodyPr>
          <a:lstStyle/>
          <a:p>
            <a:pPr marL="457200" indent="-457200"/>
            <a:r>
              <a:rPr lang="en-US" altLang="ko-KR" sz="900" smtClean="0">
                <a:latin typeface="Times New Roman" pitchFamily="18" charset="0"/>
                <a:cs typeface="Times New Roman" pitchFamily="18" charset="0"/>
              </a:rPr>
              <a:t>13. </a:t>
            </a:r>
            <a:r>
              <a:rPr lang="en-US" altLang="ko-KR" sz="900">
                <a:latin typeface="Times New Roman" pitchFamily="18" charset="0"/>
                <a:cs typeface="Times New Roman" pitchFamily="18" charset="0"/>
              </a:rPr>
              <a:t>Tên gọi của bánh </a:t>
            </a:r>
            <a:r>
              <a:rPr lang="en-US" altLang="ko-KR" sz="900" smtClean="0">
                <a:latin typeface="Times New Roman" pitchFamily="18" charset="0"/>
                <a:cs typeface="Times New Roman" pitchFamily="18" charset="0"/>
              </a:rPr>
              <a:t>răng cho trục so le có </a:t>
            </a:r>
            <a:r>
              <a:rPr lang="en-US" altLang="ko-KR" sz="900">
                <a:latin typeface="Times New Roman" pitchFamily="18" charset="0"/>
                <a:cs typeface="Times New Roman" pitchFamily="18" charset="0"/>
              </a:rPr>
              <a:t>hình dạng như </a:t>
            </a:r>
            <a:r>
              <a:rPr lang="en-US" altLang="ko-KR" sz="900" smtClean="0">
                <a:latin typeface="Times New Roman" pitchFamily="18" charset="0"/>
                <a:cs typeface="Times New Roman" pitchFamily="18" charset="0"/>
              </a:rPr>
              <a:t> sau</a:t>
            </a:r>
            <a:r>
              <a:rPr lang="en-US" altLang="ko-KR" sz="900">
                <a:latin typeface="Times New Roman" pitchFamily="18" charset="0"/>
                <a:cs typeface="Times New Roman" pitchFamily="18" charset="0"/>
              </a:rPr>
              <a:t>?</a:t>
            </a:r>
          </a:p>
          <a:p>
            <a:pPr marL="457200" indent="-457200"/>
            <a:r>
              <a:rPr lang="en-US" altLang="ko-KR" sz="900" smtClean="0">
                <a:latin typeface="Times New Roman" pitchFamily="18" charset="0"/>
                <a:cs typeface="Times New Roman" pitchFamily="18" charset="0"/>
              </a:rPr>
              <a:t>① </a:t>
            </a:r>
            <a:r>
              <a:rPr lang="ko-KR" altLang="ko-KR" sz="900">
                <a:latin typeface="Times New Roman" pitchFamily="18" charset="0"/>
                <a:cs typeface="Times New Roman" pitchFamily="18" charset="0"/>
              </a:rPr>
              <a:t>Helical Gear </a:t>
            </a:r>
            <a:endParaRPr lang="en-US" altLang="ko-KR"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② </a:t>
            </a:r>
            <a:r>
              <a:rPr lang="en-US" altLang="ko-KR" sz="900">
                <a:latin typeface="Times New Roman" pitchFamily="18" charset="0"/>
                <a:cs typeface="Times New Roman" pitchFamily="18" charset="0"/>
              </a:rPr>
              <a:t>Double </a:t>
            </a:r>
            <a:r>
              <a:rPr lang="ko-KR" altLang="ko-KR" sz="900">
                <a:latin typeface="Times New Roman" pitchFamily="18" charset="0"/>
                <a:cs typeface="Times New Roman" pitchFamily="18" charset="0"/>
              </a:rPr>
              <a:t>Helical Gear</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③ </a:t>
            </a:r>
            <a:r>
              <a:rPr lang="en-US" altLang="ko-KR" sz="900">
                <a:latin typeface="Times New Roman" pitchFamily="18" charset="0"/>
                <a:cs typeface="Times New Roman" pitchFamily="18" charset="0"/>
              </a:rPr>
              <a:t>W</a:t>
            </a:r>
            <a:r>
              <a:rPr lang="ko-KR" altLang="ko-KR" sz="900">
                <a:latin typeface="Times New Roman" pitchFamily="18" charset="0"/>
                <a:cs typeface="Times New Roman" pitchFamily="18" charset="0"/>
              </a:rPr>
              <a:t>orm gear </a:t>
            </a:r>
            <a:endParaRPr lang="en-US" altLang="ko-KR"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④ </a:t>
            </a:r>
            <a:r>
              <a:rPr lang="ko-KR" altLang="ko-KR" sz="900">
                <a:latin typeface="Times New Roman" pitchFamily="18" charset="0"/>
                <a:cs typeface="Times New Roman" pitchFamily="18" charset="0"/>
              </a:rPr>
              <a:t>Rack</a:t>
            </a:r>
            <a:r>
              <a:rPr lang="en-US" altLang="ko-KR" sz="900">
                <a:latin typeface="Times New Roman" pitchFamily="18" charset="0"/>
                <a:cs typeface="Times New Roman" pitchFamily="18" charset="0"/>
              </a:rPr>
              <a:t> Gear</a:t>
            </a:r>
            <a:endParaRPr lang="ko-KR" altLang="en-US" sz="900">
              <a:latin typeface="Times New Roman" pitchFamily="18" charset="0"/>
              <a:cs typeface="Times New Roman" pitchFamily="18" charset="0"/>
            </a:endParaRPr>
          </a:p>
          <a:p>
            <a:pPr marL="457200" indent="-457200"/>
            <a:endParaRPr lang="ko-KR" altLang="en-US" sz="900">
              <a:latin typeface="Times New Roman" pitchFamily="18" charset="0"/>
              <a:cs typeface="Times New Roman" pitchFamily="18" charset="0"/>
            </a:endParaRPr>
          </a:p>
        </p:txBody>
      </p:sp>
      <p:pic>
        <p:nvPicPr>
          <p:cNvPr id="51" name="Picture 13"/>
          <p:cNvPicPr>
            <a:picLocks noChangeAspect="1" noChangeArrowheads="1"/>
          </p:cNvPicPr>
          <p:nvPr/>
        </p:nvPicPr>
        <p:blipFill>
          <a:blip r:embed="rId3">
            <a:lum bright="30000"/>
            <a:extLst>
              <a:ext uri="{28A0092B-C50C-407E-A947-70E740481C1C}">
                <a14:useLocalDpi xmlns:a14="http://schemas.microsoft.com/office/drawing/2010/main" val="0"/>
              </a:ext>
            </a:extLst>
          </a:blip>
          <a:srcRect/>
          <a:stretch>
            <a:fillRect/>
          </a:stretch>
        </p:blipFill>
        <p:spPr bwMode="auto">
          <a:xfrm>
            <a:off x="4876800" y="1952746"/>
            <a:ext cx="1143000" cy="831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04800" y="3273625"/>
            <a:ext cx="3429000" cy="784830"/>
          </a:xfrm>
          <a:prstGeom prst="rect">
            <a:avLst/>
          </a:prstGeom>
        </p:spPr>
        <p:txBody>
          <a:bodyPr>
            <a:spAutoFit/>
          </a:bodyPr>
          <a:lstStyle/>
          <a:p>
            <a:pPr marL="457200" indent="-457200"/>
            <a:r>
              <a:rPr lang="en-US" altLang="ko-KR" sz="900" b="1" smtClean="0">
                <a:latin typeface="Times New Roman" pitchFamily="18" charset="0"/>
                <a:cs typeface="Times New Roman" pitchFamily="18" charset="0"/>
              </a:rPr>
              <a:t>4</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Tên gọi của đai ốc được biểu thị là L2N  M30 × 3 – </a:t>
            </a:r>
            <a:r>
              <a:rPr lang="en-US" altLang="ko-KR" sz="900" smtClean="0">
                <a:latin typeface="Times New Roman" pitchFamily="18" charset="0"/>
                <a:cs typeface="Times New Roman" pitchFamily="18" charset="0"/>
              </a:rPr>
              <a:t>1 </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Vậy khoảng cách một vòng xoáy là bao nhiêu? </a:t>
            </a:r>
          </a:p>
          <a:p>
            <a:pPr marL="457200" indent="-457200"/>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3 mm     ②  4 mm       ③ 2mm      ④ 6mm</a:t>
            </a:r>
          </a:p>
          <a:p>
            <a:pPr marL="457200" indent="-457200"/>
            <a:endParaRPr lang="ko-KR" altLang="en-US" sz="900">
              <a:latin typeface="Times New Roman" pitchFamily="18" charset="0"/>
              <a:cs typeface="Times New Roman" pitchFamily="18" charset="0"/>
            </a:endParaRPr>
          </a:p>
          <a:p>
            <a:pPr marL="457200" indent="-457200"/>
            <a:endParaRPr lang="ko-KR" altLang="en-US" sz="900">
              <a:latin typeface="Times New Roman" pitchFamily="18" charset="0"/>
              <a:cs typeface="Times New Roman" pitchFamily="18" charset="0"/>
            </a:endParaRPr>
          </a:p>
        </p:txBody>
      </p:sp>
      <p:sp>
        <p:nvSpPr>
          <p:cNvPr id="53" name="Rectangle 58"/>
          <p:cNvSpPr>
            <a:spLocks noChangeArrowheads="1"/>
          </p:cNvSpPr>
          <p:nvPr/>
        </p:nvSpPr>
        <p:spPr bwMode="auto">
          <a:xfrm>
            <a:off x="3390900" y="5181600"/>
            <a:ext cx="3124200" cy="7017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itchFamily="18" charset="0"/>
                <a:cs typeface="Times New Roman" pitchFamily="18" charset="0"/>
              </a:rPr>
              <a:t>17. </a:t>
            </a:r>
            <a:r>
              <a:rPr lang="en-US" altLang="ko-KR" sz="900" err="1" smtClean="0">
                <a:latin typeface="Times New Roman" pitchFamily="18" charset="0"/>
                <a:cs typeface="Times New Roman" pitchFamily="18" charset="0"/>
              </a:rPr>
              <a:t>Nếu</a:t>
            </a:r>
            <a:r>
              <a:rPr lang="en-US" altLang="ko-KR" sz="900" smtClean="0">
                <a:latin typeface="Times New Roman" pitchFamily="18" charset="0"/>
                <a:cs typeface="Times New Roman" pitchFamily="18" charset="0"/>
              </a:rPr>
              <a:t> chia </a:t>
            </a:r>
            <a:r>
              <a:rPr lang="en-US" altLang="ko-KR" sz="900" err="1" smtClean="0">
                <a:latin typeface="Times New Roman" pitchFamily="18" charset="0"/>
                <a:cs typeface="Times New Roman" pitchFamily="18" charset="0"/>
              </a:rPr>
              <a:t>một</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vạch</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của</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thước</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chính</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quả</a:t>
            </a:r>
            <a:r>
              <a:rPr lang="en-US" altLang="ko-KR" sz="900" smtClean="0">
                <a:latin typeface="Times New Roman" pitchFamily="18" charset="0"/>
                <a:cs typeface="Times New Roman" pitchFamily="18" charset="0"/>
              </a:rPr>
              <a:t> Vernier Calipers </a:t>
            </a:r>
            <a:r>
              <a:rPr lang="en-US" altLang="ko-KR" sz="900" err="1" smtClean="0">
                <a:latin typeface="Times New Roman" pitchFamily="18" charset="0"/>
                <a:cs typeface="Times New Roman" pitchFamily="18" charset="0"/>
              </a:rPr>
              <a:t>ra</a:t>
            </a:r>
            <a:r>
              <a:rPr lang="en-US" altLang="ko-KR" sz="900" smtClean="0">
                <a:latin typeface="Times New Roman" pitchFamily="18" charset="0"/>
                <a:cs typeface="Times New Roman" pitchFamily="18" charset="0"/>
              </a:rPr>
              <a:t> 50 </a:t>
            </a:r>
            <a:r>
              <a:rPr lang="en-US" altLang="ko-KR" sz="900" err="1" smtClean="0">
                <a:latin typeface="Times New Roman" pitchFamily="18" charset="0"/>
                <a:cs typeface="Times New Roman" pitchFamily="18" charset="0"/>
              </a:rPr>
              <a:t>lần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thì</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được</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bao</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nhiêu</a:t>
            </a:r>
            <a:r>
              <a:rPr lang="en-US" altLang="ko-KR" sz="900" smtClean="0">
                <a:latin typeface="Times New Roman" pitchFamily="18" charset="0"/>
                <a:cs typeface="Times New Roman" pitchFamily="18" charset="0"/>
              </a:rPr>
              <a:t>?</a:t>
            </a:r>
            <a:endParaRPr lang="en-US" altLang="ko-KR" sz="900">
              <a:latin typeface="Times New Roman" pitchFamily="18" charset="0"/>
              <a:cs typeface="Times New Roman" pitchFamily="18" charset="0"/>
            </a:endParaRPr>
          </a:p>
          <a:p>
            <a:pPr eaLnBrk="1" hangingPunct="1">
              <a:lnSpc>
                <a:spcPct val="120000"/>
              </a:lnSpc>
            </a:pPr>
            <a:endParaRPr lang="en-US" altLang="ko-KR" sz="900" smtClean="0">
              <a:latin typeface="Times New Roman" pitchFamily="18" charset="0"/>
              <a:cs typeface="Times New Roman" pitchFamily="18" charset="0"/>
            </a:endParaRPr>
          </a:p>
          <a:p>
            <a:pPr eaLnBrk="1" hangingPunct="1">
              <a:lnSpc>
                <a:spcPct val="120000"/>
              </a:lnSpc>
            </a:pPr>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0.2mm     ② 0.02mm     ③ 0.5mm     ④ 0.05mm</a:t>
            </a:r>
          </a:p>
        </p:txBody>
      </p:sp>
      <p:sp>
        <p:nvSpPr>
          <p:cNvPr id="54" name="Rectangle 26"/>
          <p:cNvSpPr>
            <a:spLocks noChangeArrowheads="1"/>
          </p:cNvSpPr>
          <p:nvPr/>
        </p:nvSpPr>
        <p:spPr bwMode="auto">
          <a:xfrm>
            <a:off x="301628" y="1795150"/>
            <a:ext cx="3127375"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b="1">
                <a:latin typeface="Times New Roman" pitchFamily="18" charset="0"/>
                <a:ea typeface="돋움" pitchFamily="50" charset="-127"/>
                <a:cs typeface="Times New Roman" pitchFamily="18" charset="0"/>
              </a:rPr>
              <a:t>2</a:t>
            </a:r>
            <a:r>
              <a:rPr lang="en-US" altLang="ko-KR" sz="900" b="1" smtClean="0">
                <a:latin typeface="Times New Roman" pitchFamily="18" charset="0"/>
                <a:ea typeface="돋움" pitchFamily="50" charset="-127"/>
                <a:cs typeface="Times New Roman" pitchFamily="18" charset="0"/>
              </a:rPr>
              <a: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phân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loại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hình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dạng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trục</a:t>
            </a:r>
            <a:r>
              <a:rPr lang="ko-KR" altLang="en-US"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a:t>
            </a: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tuyến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tính</a:t>
            </a:r>
            <a:r>
              <a:rPr lang="en-US" altLang="ko-KR" sz="900" smtClean="0">
                <a:latin typeface="Times New Roman" pitchFamily="18" charset="0"/>
                <a:ea typeface="돋움" pitchFamily="50" charset="-127"/>
                <a:cs typeface="Times New Roman" pitchFamily="18" charset="0"/>
              </a:rPr>
              <a:t> (Liner</a:t>
            </a:r>
            <a:r>
              <a:rPr lang="en-US" altLang="ko-KR" sz="900">
                <a:latin typeface="Times New Roman" pitchFamily="18" charset="0"/>
                <a:ea typeface="돋움" pitchFamily="50" charset="-127"/>
                <a:cs typeface="Times New Roman" pitchFamily="18" charset="0"/>
              </a:rPr>
              <a:t>) </a:t>
            </a:r>
          </a:p>
          <a:p>
            <a:pPr eaLnBrk="1" hangingPunct="1"/>
            <a:r>
              <a:rPr lang="en-US" altLang="ko-KR" sz="900">
                <a:latin typeface="Times New Roman" pitchFamily="18" charset="0"/>
                <a:ea typeface="돋움" pitchFamily="50" charset="-127"/>
                <a:cs typeface="Times New Roman" pitchFamily="18" charset="0"/>
              </a:rPr>
              <a:t>② Trục truyền động (Transmission)</a:t>
            </a:r>
          </a:p>
          <a:p>
            <a:pPr eaLnBrk="1" hangingPunct="1"/>
            <a:r>
              <a:rPr lang="en-US" altLang="ko-KR" sz="900">
                <a:latin typeface="Times New Roman" pitchFamily="18" charset="0"/>
                <a:ea typeface="돋움" pitchFamily="50" charset="-127"/>
                <a:cs typeface="Times New Roman" pitchFamily="18" charset="0"/>
              </a:rPr>
              <a:t>③ Trục Crack (Crank) </a:t>
            </a:r>
          </a:p>
          <a:p>
            <a:pPr eaLnBrk="1" hangingPunct="1"/>
            <a:r>
              <a:rPr lang="en-US" altLang="ko-KR" sz="900" smtClean="0">
                <a:latin typeface="Times New Roman" pitchFamily="18" charset="0"/>
                <a:ea typeface="돋움" pitchFamily="50" charset="-127"/>
                <a:cs typeface="Times New Roman" pitchFamily="18" charset="0"/>
              </a:rPr>
              <a:t>④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dẻo</a:t>
            </a:r>
            <a:r>
              <a:rPr lang="en-US" altLang="ko-KR" sz="900" smtClean="0">
                <a:latin typeface="Times New Roman" pitchFamily="18" charset="0"/>
                <a:ea typeface="돋움" pitchFamily="50" charset="-127"/>
                <a:cs typeface="Times New Roman" pitchFamily="18" charset="0"/>
              </a:rPr>
              <a:t> ( </a:t>
            </a:r>
            <a:r>
              <a:rPr lang="en-US" altLang="ko-KR" sz="900">
                <a:latin typeface="Times New Roman" pitchFamily="18" charset="0"/>
                <a:ea typeface="돋움" pitchFamily="50" charset="-127"/>
                <a:cs typeface="Times New Roman" pitchFamily="18" charset="0"/>
              </a:rPr>
              <a:t>Flexible )</a:t>
            </a:r>
          </a:p>
        </p:txBody>
      </p:sp>
      <p:sp>
        <p:nvSpPr>
          <p:cNvPr id="7" name="Rectangle 6"/>
          <p:cNvSpPr/>
          <p:nvPr/>
        </p:nvSpPr>
        <p:spPr>
          <a:xfrm>
            <a:off x="3429000" y="966869"/>
            <a:ext cx="3429000" cy="646331"/>
          </a:xfrm>
          <a:prstGeom prst="rect">
            <a:avLst/>
          </a:prstGeom>
        </p:spPr>
        <p:txBody>
          <a:bodyPr>
            <a:spAutoFit/>
          </a:bodyPr>
          <a:lstStyle/>
          <a:p>
            <a:pPr marL="457200" indent="-457200"/>
            <a:r>
              <a:rPr lang="en-US" altLang="ko-KR" sz="900" smtClean="0">
                <a:latin typeface="Times New Roman" pitchFamily="18" charset="0"/>
                <a:cs typeface="Times New Roman" pitchFamily="18" charset="0"/>
              </a:rPr>
              <a:t>12. </a:t>
            </a:r>
            <a:r>
              <a:rPr lang="en-US" altLang="ko-KR" sz="900">
                <a:latin typeface="Times New Roman" pitchFamily="18" charset="0"/>
                <a:cs typeface="Times New Roman" pitchFamily="18" charset="0"/>
              </a:rPr>
              <a:t>Phụ tùng nào sau đây giúp Ball không bị rơi ra ngay cả khi </a:t>
            </a:r>
          </a:p>
          <a:p>
            <a:pPr marL="457200" indent="-457200"/>
            <a:r>
              <a:rPr lang="en-US" altLang="ko-KR" sz="900">
                <a:latin typeface="Times New Roman" pitchFamily="18" charset="0"/>
                <a:cs typeface="Times New Roman" pitchFamily="18" charset="0"/>
              </a:rPr>
              <a:t>      tháo bỏ LM Block? </a:t>
            </a:r>
          </a:p>
          <a:p>
            <a:pPr marL="457200" indent="-457200"/>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Base Plate             </a:t>
            </a:r>
            <a:r>
              <a:rPr lang="ko-KR" altLang="en-US" sz="900">
                <a:latin typeface="Times New Roman" pitchFamily="18" charset="0"/>
                <a:cs typeface="Times New Roman" pitchFamily="18" charset="0"/>
              </a:rPr>
              <a:t>② </a:t>
            </a:r>
            <a:r>
              <a:rPr lang="en-US" altLang="ko-KR" sz="900">
                <a:latin typeface="Times New Roman" pitchFamily="18" charset="0"/>
                <a:cs typeface="Times New Roman" pitchFamily="18" charset="0"/>
              </a:rPr>
              <a:t>End Plate</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③ </a:t>
            </a:r>
            <a:r>
              <a:rPr lang="en-US" altLang="ko-KR" sz="900">
                <a:latin typeface="Times New Roman" pitchFamily="18" charset="0"/>
                <a:cs typeface="Times New Roman" pitchFamily="18" charset="0"/>
              </a:rPr>
              <a:t>Side Seal</a:t>
            </a:r>
            <a:r>
              <a:rPr lang="ko-KR" altLang="en-US" sz="900">
                <a:latin typeface="Times New Roman" pitchFamily="18" charset="0"/>
                <a:cs typeface="Times New Roman" pitchFamily="18" charset="0"/>
              </a:rPr>
              <a:t>               ④ </a:t>
            </a:r>
            <a:r>
              <a:rPr lang="en-US" altLang="ko-KR" sz="900">
                <a:latin typeface="Times New Roman" pitchFamily="18" charset="0"/>
                <a:cs typeface="Times New Roman" pitchFamily="18" charset="0"/>
              </a:rPr>
              <a:t>Inner Seal </a:t>
            </a:r>
          </a:p>
        </p:txBody>
      </p:sp>
      <p:sp>
        <p:nvSpPr>
          <p:cNvPr id="57" name="Rectangle 80"/>
          <p:cNvSpPr>
            <a:spLocks noChangeArrowheads="1"/>
          </p:cNvSpPr>
          <p:nvPr/>
        </p:nvSpPr>
        <p:spPr bwMode="auto">
          <a:xfrm>
            <a:off x="330299" y="943929"/>
            <a:ext cx="3125788"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b="1">
                <a:latin typeface="Times New Roman" panose="02020603050405020304" pitchFamily="18" charset="0"/>
                <a:ea typeface="돋움" pitchFamily="50" charset="-127"/>
                <a:cs typeface="Times New Roman" panose="02020603050405020304" pitchFamily="18" charset="0"/>
              </a:rPr>
              <a:t>1</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Đâu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không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trưng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máy</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tốc</a:t>
            </a:r>
            <a:r>
              <a:rPr lang="en-US" altLang="ko-KR" sz="900" smtClean="0">
                <a:latin typeface="Times New Roman" panose="02020603050405020304" pitchFamily="18" charset="0"/>
                <a:ea typeface="돋움" pitchFamily="50" charset="-127"/>
                <a:cs typeface="Times New Roman" panose="02020603050405020304" pitchFamily="18" charset="0"/>
              </a:rPr>
              <a:t>?</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① </a:t>
            </a:r>
            <a:r>
              <a:rPr lang="en-US" altLang="ko-KR" sz="900" err="1" smtClean="0">
                <a:latin typeface="Times New Roman" panose="02020603050405020304" pitchFamily="18" charset="0"/>
                <a:ea typeface="돋움" pitchFamily="50" charset="-127"/>
                <a:cs typeface="Times New Roman" panose="02020603050405020304" pitchFamily="18" charset="0"/>
              </a:rPr>
              <a:t>Loại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nhỏ</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khả</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năng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truyền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lớn</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② </a:t>
            </a:r>
            <a:r>
              <a:rPr lang="en-US" altLang="ko-KR" sz="900" smtClean="0">
                <a:latin typeface="Times New Roman" panose="02020603050405020304" pitchFamily="18" charset="0"/>
                <a:ea typeface="돋움" pitchFamily="50" charset="-127"/>
                <a:cs typeface="Times New Roman" panose="02020603050405020304" pitchFamily="18" charset="0"/>
              </a:rPr>
              <a:t>Không </a:t>
            </a:r>
            <a:r>
              <a:rPr lang="en-US" altLang="ko-KR" sz="900" err="1" smtClean="0">
                <a:latin typeface="Times New Roman" panose="02020603050405020304" pitchFamily="18" charset="0"/>
                <a:ea typeface="돋움" pitchFamily="50" charset="-127"/>
                <a:cs typeface="Times New Roman" panose="02020603050405020304" pitchFamily="18" charset="0"/>
              </a:rPr>
              <a:t>bị</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trơn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trượt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nên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tỷ</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lệ</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tốc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ổn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định</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③ </a:t>
            </a:r>
            <a:r>
              <a:rPr lang="en-US" altLang="ko-KR" sz="900" err="1" smtClean="0">
                <a:latin typeface="Times New Roman" panose="02020603050405020304" pitchFamily="18" charset="0"/>
                <a:ea typeface="돋움" pitchFamily="50" charset="-127"/>
                <a:cs typeface="Times New Roman" panose="02020603050405020304" pitchFamily="18" charset="0"/>
              </a:rPr>
              <a:t>Tỷ</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lệ</a:t>
            </a:r>
            <a:r>
              <a:rPr lang="en-US" altLang="ko-KR" sz="900" smtClean="0">
                <a:latin typeface="Times New Roman" panose="02020603050405020304" pitchFamily="18" charset="0"/>
                <a:ea typeface="돋움" pitchFamily="50" charset="-127"/>
                <a:cs typeface="Times New Roman" panose="02020603050405020304" pitchFamily="18" charset="0"/>
              </a:rPr>
              <a:t> gia tốc và giảm tốc  </a:t>
            </a:r>
            <a:r>
              <a:rPr lang="en-US" altLang="ko-KR" sz="900" err="1" smtClean="0">
                <a:latin typeface="Times New Roman" panose="02020603050405020304" pitchFamily="18" charset="0"/>
                <a:ea typeface="돋움" pitchFamily="50" charset="-127"/>
                <a:cs typeface="Times New Roman" panose="02020603050405020304" pitchFamily="18" charset="0"/>
              </a:rPr>
              <a:t>lựa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chọn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trong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phạm</a:t>
            </a:r>
            <a:r>
              <a:rPr lang="en-US" altLang="ko-KR" sz="900" smtClean="0">
                <a:latin typeface="Times New Roman" panose="02020603050405020304" pitchFamily="18" charset="0"/>
                <a:ea typeface="돋움" pitchFamily="50" charset="-127"/>
                <a:cs typeface="Times New Roman" panose="02020603050405020304" pitchFamily="18" charset="0"/>
              </a:rPr>
              <a:t> vi </a:t>
            </a:r>
            <a:r>
              <a:rPr lang="en-US" altLang="ko-KR" sz="900" err="1" smtClean="0">
                <a:latin typeface="Times New Roman" panose="02020603050405020304" pitchFamily="18" charset="0"/>
                <a:ea typeface="돋움" pitchFamily="50" charset="-127"/>
                <a:cs typeface="Times New Roman" panose="02020603050405020304" pitchFamily="18" charset="0"/>
              </a:rPr>
              <a:t>rộng</a:t>
            </a:r>
            <a:r>
              <a:rPr lang="ko-KR" altLang="en-US" sz="900" smtClean="0">
                <a:latin typeface="Times New Roman" panose="02020603050405020304" pitchFamily="18" charset="0"/>
                <a:ea typeface="돋움" pitchFamily="50" charset="-127"/>
                <a:cs typeface="Times New Roman" panose="02020603050405020304" pitchFamily="18" charset="0"/>
              </a:rPr>
              <a:t> </a:t>
            </a: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④ </a:t>
            </a:r>
            <a:r>
              <a:rPr lang="en-US" altLang="ko-KR" sz="900" err="1" smtClean="0">
                <a:latin typeface="Times New Roman" panose="02020603050405020304" pitchFamily="18" charset="0"/>
                <a:ea typeface="돋움" pitchFamily="50" charset="-127"/>
                <a:cs typeface="Times New Roman" panose="02020603050405020304" pitchFamily="18" charset="0"/>
              </a:rPr>
              <a:t>Bền</a:t>
            </a: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58" name="Rectangle 57"/>
          <p:cNvSpPr/>
          <p:nvPr/>
        </p:nvSpPr>
        <p:spPr>
          <a:xfrm>
            <a:off x="3396344" y="3733817"/>
            <a:ext cx="3429000" cy="715581"/>
          </a:xfrm>
          <a:prstGeom prst="rect">
            <a:avLst/>
          </a:prstGeom>
        </p:spPr>
        <p:txBody>
          <a:bodyPr>
            <a:spAutoFit/>
          </a:bodyPr>
          <a:lstStyle/>
          <a:p>
            <a:pPr>
              <a:lnSpc>
                <a:spcPct val="150000"/>
              </a:lnSpc>
              <a:spcBef>
                <a:spcPct val="50000"/>
              </a:spcBef>
            </a:pPr>
            <a:r>
              <a:rPr lang="en-US" altLang="ko-KR" sz="900" smtClean="0">
                <a:latin typeface="Times New Roman" pitchFamily="18" charset="0"/>
                <a:ea typeface="돋움" pitchFamily="50" charset="-127"/>
                <a:cs typeface="Times New Roman" pitchFamily="18" charset="0"/>
              </a:rPr>
              <a:t>15. </a:t>
            </a:r>
            <a:r>
              <a:rPr lang="en-US" altLang="ko-KR" sz="900">
                <a:latin typeface="Times New Roman" pitchFamily="18" charset="0"/>
                <a:ea typeface="돋움" pitchFamily="50" charset="-127"/>
                <a:cs typeface="Times New Roman" pitchFamily="18" charset="0"/>
              </a:rPr>
              <a:t>Gear có nhiều răng gọi là Gear, gear có số răng ít gọi là gì?</a:t>
            </a:r>
          </a:p>
          <a:p>
            <a:pPr>
              <a:spcBef>
                <a:spcPct val="50000"/>
              </a:spcBef>
            </a:pPr>
            <a:r>
              <a:rPr lang="en-US" altLang="ko-KR" sz="900">
                <a:latin typeface="Times New Roman" pitchFamily="18" charset="0"/>
                <a:ea typeface="돋움" pitchFamily="50" charset="-127"/>
                <a:cs typeface="Times New Roman" pitchFamily="18" charset="0"/>
              </a:rPr>
              <a:t>①</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Gear </a:t>
            </a:r>
            <a:r>
              <a:rPr lang="en-US" altLang="ko-KR" sz="900" smtClean="0">
                <a:latin typeface="Times New Roman" pitchFamily="18" charset="0"/>
                <a:ea typeface="돋움" pitchFamily="50" charset="-127"/>
                <a:cs typeface="Times New Roman" pitchFamily="18" charset="0"/>
              </a:rPr>
              <a:t>Motor </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② </a:t>
            </a:r>
            <a:r>
              <a:rPr lang="en-US" altLang="ko-KR" sz="900">
                <a:latin typeface="Times New Roman" pitchFamily="18" charset="0"/>
                <a:ea typeface="돋움" pitchFamily="50" charset="-127"/>
                <a:cs typeface="Times New Roman" pitchFamily="18" charset="0"/>
              </a:rPr>
              <a:t>Gear dẫn động</a:t>
            </a:r>
            <a:endParaRPr lang="ko-KR" altLang="en-US" sz="900">
              <a:latin typeface="Times New Roman" pitchFamily="18" charset="0"/>
              <a:ea typeface="돋움" pitchFamily="50" charset="-127"/>
              <a:cs typeface="Times New Roman" pitchFamily="18" charset="0"/>
            </a:endParaRPr>
          </a:p>
          <a:p>
            <a:pPr>
              <a:spcBef>
                <a:spcPct val="50000"/>
              </a:spcBef>
            </a:pPr>
            <a:r>
              <a:rPr lang="ko-KR" altLang="en-US"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Rack Gear</a:t>
            </a:r>
            <a:r>
              <a:rPr lang="ko-KR" altLang="en-US" sz="900">
                <a:latin typeface="Times New Roman" pitchFamily="18" charset="0"/>
                <a:ea typeface="돋움" pitchFamily="50" charset="-127"/>
                <a:cs typeface="Times New Roman" pitchFamily="18" charset="0"/>
              </a:rPr>
              <a:t>                          </a:t>
            </a:r>
            <a:r>
              <a:rPr lang="ko-KR" altLang="en-US" sz="900" smtClean="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Pinion</a:t>
            </a:r>
            <a:endParaRPr lang="ko-KR" altLang="en-US" sz="900">
              <a:latin typeface="Times New Roman" pitchFamily="18" charset="0"/>
              <a:ea typeface="돋움" pitchFamily="50" charset="-127"/>
              <a:cs typeface="Times New Roman" pitchFamily="18" charset="0"/>
            </a:endParaRPr>
          </a:p>
        </p:txBody>
      </p:sp>
      <p:sp>
        <p:nvSpPr>
          <p:cNvPr id="27" name="Rectangle 69"/>
          <p:cNvSpPr>
            <a:spLocks noChangeArrowheads="1"/>
          </p:cNvSpPr>
          <p:nvPr/>
        </p:nvSpPr>
        <p:spPr bwMode="auto">
          <a:xfrm>
            <a:off x="304800" y="7228317"/>
            <a:ext cx="3124200" cy="8956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itchFamily="18" charset="0"/>
                <a:cs typeface="Times New Roman" pitchFamily="18" charset="0"/>
              </a:rPr>
              <a:t>10.Tên </a:t>
            </a:r>
            <a:r>
              <a:rPr lang="en-US" altLang="ko-KR" sz="900" err="1" smtClean="0">
                <a:latin typeface="Times New Roman" pitchFamily="18" charset="0"/>
                <a:cs typeface="Times New Roman" pitchFamily="18" charset="0"/>
              </a:rPr>
              <a:t>của</a:t>
            </a:r>
            <a:r>
              <a:rPr lang="en-US" altLang="ko-KR" sz="900" smtClean="0">
                <a:latin typeface="Times New Roman" pitchFamily="18" charset="0"/>
                <a:cs typeface="Times New Roman" pitchFamily="18" charset="0"/>
              </a:rPr>
              <a:t> A </a:t>
            </a:r>
            <a:r>
              <a:rPr lang="en-US" altLang="ko-KR" sz="900" err="1" smtClean="0">
                <a:latin typeface="Times New Roman" pitchFamily="18" charset="0"/>
                <a:cs typeface="Times New Roman" pitchFamily="18" charset="0"/>
              </a:rPr>
              <a:t>trong</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hình</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dưới</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đây</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lnSpc>
                <a:spcPct val="50000"/>
              </a:lnSpc>
              <a:spcBef>
                <a:spcPct val="50000"/>
              </a:spcBef>
            </a:pPr>
            <a:endParaRPr lang="en-US" altLang="ko-KR" sz="900">
              <a:latin typeface="Times New Roman" pitchFamily="18" charset="0"/>
              <a:ea typeface="돋움" pitchFamily="50" charset="-127"/>
              <a:cs typeface="Times New Roman" pitchFamily="18" charset="0"/>
            </a:endParaRPr>
          </a:p>
          <a:p>
            <a:pPr eaLnBrk="1" hangingPunct="1">
              <a:lnSpc>
                <a:spcPct val="40000"/>
              </a:lnSpc>
              <a:spcBef>
                <a:spcPct val="50000"/>
              </a:spcBef>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Accelerator </a:t>
            </a:r>
            <a:r>
              <a:rPr lang="en-US" altLang="ko-KR" sz="900">
                <a:latin typeface="Times New Roman" pitchFamily="18" charset="0"/>
                <a:ea typeface="돋움" pitchFamily="50" charset="-127"/>
                <a:cs typeface="Times New Roman" pitchFamily="18" charset="0"/>
              </a:rPr>
              <a:t>(phần gia tốc</a:t>
            </a:r>
            <a:r>
              <a:rPr lang="en-US"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cs typeface="Times New Roman" pitchFamily="18" charset="0"/>
            </a:endParaRPr>
          </a:p>
          <a:p>
            <a:pPr eaLnBrk="1" hangingPunct="1">
              <a:lnSpc>
                <a:spcPct val="40000"/>
              </a:lnSpc>
              <a:spcBef>
                <a:spcPct val="50000"/>
              </a:spcBef>
            </a:pPr>
            <a:r>
              <a:rPr lang="en-US" altLang="ko-KR" sz="900" smtClean="0">
                <a:latin typeface="Times New Roman" pitchFamily="18" charset="0"/>
                <a:ea typeface="돋움" pitchFamily="50" charset="-127"/>
                <a:cs typeface="Times New Roman" pitchFamily="18" charset="0"/>
              </a:rPr>
              <a:t>② </a:t>
            </a:r>
            <a:r>
              <a:rPr lang="en-US" altLang="ko-KR" sz="900">
                <a:latin typeface="Times New Roman" pitchFamily="18" charset="0"/>
                <a:cs typeface="Times New Roman" pitchFamily="18" charset="0"/>
              </a:rPr>
              <a:t>Wave Generator </a:t>
            </a:r>
            <a:r>
              <a:rPr lang="en-US" altLang="ko-KR" sz="900" smtClean="0">
                <a:latin typeface="Times New Roman" pitchFamily="18" charset="0"/>
                <a:cs typeface="Times New Roman" pitchFamily="18" charset="0"/>
              </a:rPr>
              <a:t>(</a:t>
            </a:r>
            <a:r>
              <a:rPr lang="en-US" altLang="ko-KR" sz="900" err="1" smtClean="0">
                <a:latin typeface="Times New Roman" pitchFamily="18" charset="0"/>
                <a:cs typeface="Times New Roman" pitchFamily="18" charset="0"/>
              </a:rPr>
              <a:t>Phần</a:t>
            </a:r>
            <a:r>
              <a:rPr lang="en-US" altLang="ko-KR" sz="900" smtClean="0">
                <a:latin typeface="Times New Roman" pitchFamily="18" charset="0"/>
                <a:cs typeface="Times New Roman" pitchFamily="18" charset="0"/>
              </a:rPr>
              <a:t> Input) </a:t>
            </a:r>
            <a:endParaRPr lang="en-US" altLang="ko-KR" sz="900">
              <a:latin typeface="Times New Roman" pitchFamily="18" charset="0"/>
              <a:ea typeface="돋움" pitchFamily="50" charset="-127"/>
              <a:cs typeface="Times New Roman" pitchFamily="18" charset="0"/>
            </a:endParaRPr>
          </a:p>
          <a:p>
            <a:pPr eaLnBrk="1" hangingPunct="1">
              <a:lnSpc>
                <a:spcPct val="50000"/>
              </a:lnSpc>
              <a:spcBef>
                <a:spcPct val="50000"/>
              </a:spcBef>
            </a:pPr>
            <a:r>
              <a:rPr lang="en-US" altLang="ko-KR" sz="900">
                <a:latin typeface="Times New Roman" pitchFamily="18" charset="0"/>
                <a:ea typeface="돋움" pitchFamily="50" charset="-127"/>
                <a:cs typeface="Times New Roman" pitchFamily="18" charset="0"/>
              </a:rPr>
              <a:t>③ </a:t>
            </a:r>
            <a:r>
              <a:rPr lang="en-US" altLang="ko-KR" sz="900">
                <a:latin typeface="Times New Roman" pitchFamily="18" charset="0"/>
                <a:cs typeface="Times New Roman" pitchFamily="18" charset="0"/>
              </a:rPr>
              <a:t>Circular </a:t>
            </a:r>
            <a:r>
              <a:rPr lang="en-US" altLang="ko-KR" sz="900" smtClean="0">
                <a:latin typeface="Times New Roman" pitchFamily="18" charset="0"/>
                <a:cs typeface="Times New Roman" pitchFamily="18" charset="0"/>
              </a:rPr>
              <a:t>Spline</a:t>
            </a: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a:t>
            </a:r>
            <a:r>
              <a:rPr lang="en-US" altLang="ko-KR" sz="900" err="1" smtClean="0">
                <a:latin typeface="Times New Roman" pitchFamily="18" charset="0"/>
                <a:cs typeface="Times New Roman" pitchFamily="18" charset="0"/>
              </a:rPr>
              <a:t>Phần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truyền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động</a:t>
            </a:r>
            <a:r>
              <a:rPr lang="en-US" altLang="ko-KR" sz="900" smtClean="0">
                <a:latin typeface="Times New Roman" pitchFamily="18" charset="0"/>
                <a:cs typeface="Times New Roman" pitchFamily="18" charset="0"/>
              </a:rPr>
              <a:t>)</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lnSpc>
                <a:spcPct val="50000"/>
              </a:lnSpc>
              <a:spcBef>
                <a:spcPct val="50000"/>
              </a:spcBef>
            </a:pPr>
            <a:r>
              <a:rPr lang="en-US" altLang="ko-KR" sz="900">
                <a:latin typeface="Times New Roman" pitchFamily="18" charset="0"/>
                <a:ea typeface="돋움" pitchFamily="50" charset="-127"/>
                <a:cs typeface="Times New Roman" pitchFamily="18" charset="0"/>
              </a:rPr>
              <a:t>④ </a:t>
            </a:r>
            <a:r>
              <a:rPr lang="en-US" altLang="ko-KR" sz="900">
                <a:latin typeface="Times New Roman" pitchFamily="18" charset="0"/>
                <a:cs typeface="Times New Roman" pitchFamily="18" charset="0"/>
              </a:rPr>
              <a:t>Flexspline (phần giảm tốc</a:t>
            </a:r>
            <a:r>
              <a:rPr lang="en-US" altLang="ko-KR" sz="900" smtClean="0">
                <a:latin typeface="Times New Roman" pitchFamily="18" charset="0"/>
                <a:cs typeface="Times New Roman" pitchFamily="18" charset="0"/>
              </a:rPr>
              <a:t>)</a:t>
            </a:r>
            <a:endParaRPr lang="en-US" altLang="ko-KR" sz="900">
              <a:latin typeface="Times New Roman" pitchFamily="18" charset="0"/>
              <a:ea typeface="돋움" pitchFamily="50" charset="-127"/>
              <a:cs typeface="Times New Roman" pitchFamily="18" charset="0"/>
            </a:endParaRPr>
          </a:p>
        </p:txBody>
      </p:sp>
      <p:pic>
        <p:nvPicPr>
          <p:cNvPr id="28" name="Picture 70"/>
          <p:cNvPicPr>
            <a:picLocks noChangeAspect="1" noChangeArrowheads="1"/>
          </p:cNvPicPr>
          <p:nvPr/>
        </p:nvPicPr>
        <p:blipFill>
          <a:blip r:embed="rId4">
            <a:extLst>
              <a:ext uri="{28A0092B-C50C-407E-A947-70E740481C1C}">
                <a14:useLocalDpi xmlns:a14="http://schemas.microsoft.com/office/drawing/2010/main" val="0"/>
              </a:ext>
            </a:extLst>
          </a:blip>
          <a:srcRect l="36874" t="60834" r="45625" b="22499"/>
          <a:stretch>
            <a:fillRect/>
          </a:stretch>
        </p:blipFill>
        <p:spPr bwMode="auto">
          <a:xfrm>
            <a:off x="2262188" y="7316025"/>
            <a:ext cx="10668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 name="Rectangle 86"/>
          <p:cNvSpPr>
            <a:spLocks noChangeArrowheads="1"/>
          </p:cNvSpPr>
          <p:nvPr/>
        </p:nvSpPr>
        <p:spPr bwMode="auto">
          <a:xfrm>
            <a:off x="304800" y="8204406"/>
            <a:ext cx="31242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11</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5 </a:t>
            </a:r>
            <a:r>
              <a:rPr lang="en-US" altLang="ko-KR" sz="900" err="1" smtClean="0">
                <a:latin typeface="Times New Roman" pitchFamily="18" charset="0"/>
                <a:ea typeface="돋움" pitchFamily="50" charset="-127"/>
                <a:cs typeface="Times New Roman" pitchFamily="18" charset="0"/>
              </a:rPr>
              <a:t>yếu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tố</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cơ</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bản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quản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lí</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bôi</a:t>
            </a:r>
            <a:r>
              <a:rPr lang="en-US" altLang="ko-KR" sz="900" smtClean="0">
                <a:latin typeface="Times New Roman" pitchFamily="18" charset="0"/>
                <a:ea typeface="돋움" pitchFamily="50" charset="-127"/>
                <a:cs typeface="Times New Roman" pitchFamily="18" charset="0"/>
              </a:rPr>
              <a:t> trơn?</a:t>
            </a:r>
            <a:endParaRPr lang="en-US" altLang="ko-KR" sz="900">
              <a:latin typeface="Times New Roman" pitchFamily="18" charset="0"/>
              <a:ea typeface="돋움" pitchFamily="50" charset="-127"/>
              <a:cs typeface="Times New Roman" pitchFamily="18" charset="0"/>
            </a:endParaRPr>
          </a:p>
          <a:p>
            <a:pPr eaLnBrk="1" hangingPunct="1"/>
            <a:endParaRPr lang="en-US" altLang="ko-KR" sz="900" smtClean="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a:latin typeface="Times New Roman" panose="02020603050405020304" pitchFamily="18" charset="0"/>
                <a:cs typeface="Times New Roman" panose="02020603050405020304" pitchFamily="18" charset="0"/>
              </a:rPr>
              <a:t>Dầu phù hợp </a:t>
            </a:r>
            <a:r>
              <a:rPr lang="en-US" altLang="ko-KR" sz="900" smtClean="0">
                <a:latin typeface="Times New Roman" panose="02020603050405020304" pitchFamily="18" charset="0"/>
                <a:cs typeface="Times New Roman" panose="02020603050405020304" pitchFamily="18" charset="0"/>
              </a:rPr>
              <a:t>          </a:t>
            </a:r>
            <a:r>
              <a:rPr lang="en-US" altLang="ko-KR" sz="900" smtClean="0">
                <a:latin typeface="Times New Roman" pitchFamily="18" charset="0"/>
                <a:ea typeface="돋움" pitchFamily="50" charset="-127"/>
                <a:cs typeface="Times New Roman" pitchFamily="18" charset="0"/>
              </a:rPr>
              <a:t>② </a:t>
            </a:r>
            <a:r>
              <a:rPr lang="en-US" altLang="ko-KR" sz="900" smtClean="0">
                <a:latin typeface="Times New Roman" panose="02020603050405020304" pitchFamily="18" charset="0"/>
                <a:cs typeface="Times New Roman" panose="02020603050405020304" pitchFamily="18" charset="0"/>
              </a:rPr>
              <a:t>Khu vực </a:t>
            </a:r>
            <a:r>
              <a:rPr lang="en-US" altLang="ko-KR" sz="900">
                <a:latin typeface="Times New Roman" panose="02020603050405020304" pitchFamily="18" charset="0"/>
                <a:cs typeface="Times New Roman" panose="02020603050405020304" pitchFamily="18" charset="0"/>
              </a:rPr>
              <a:t>phù hợp </a:t>
            </a:r>
            <a:endParaRPr lang="en-US" altLang="ko-KR" sz="900" smtClean="0">
              <a:latin typeface="Times New Roman" panose="02020603050405020304" pitchFamily="18" charset="0"/>
              <a:cs typeface="Times New Roman" panose="02020603050405020304" pitchFamily="18" charset="0"/>
            </a:endParaRPr>
          </a:p>
          <a:p>
            <a:pPr eaLnBrk="1" hangingPunct="1"/>
            <a:r>
              <a:rPr lang="en-US" altLang="ko-KR" sz="900" smtClean="0">
                <a:latin typeface="Times New Roman" pitchFamily="18" charset="0"/>
                <a:ea typeface="돋움" pitchFamily="50" charset="-127"/>
                <a:cs typeface="Times New Roman" pitchFamily="18" charset="0"/>
              </a:rPr>
              <a:t>③ </a:t>
            </a:r>
            <a:r>
              <a:rPr lang="en-US" altLang="ko-KR" sz="900">
                <a:latin typeface="Times New Roman" panose="02020603050405020304" pitchFamily="18" charset="0"/>
                <a:cs typeface="Times New Roman" panose="02020603050405020304" pitchFamily="18" charset="0"/>
              </a:rPr>
              <a:t>Lượng phù hợp </a:t>
            </a:r>
            <a:r>
              <a:rPr lang="en-US" altLang="ko-KR" sz="900" smtClean="0">
                <a:latin typeface="Times New Roman" panose="02020603050405020304" pitchFamily="18" charset="0"/>
                <a:cs typeface="Times New Roman" panose="02020603050405020304" pitchFamily="18" charset="0"/>
              </a:rPr>
              <a:t>      </a:t>
            </a:r>
            <a:r>
              <a:rPr lang="en-US" altLang="ko-KR" sz="900" smtClean="0">
                <a:latin typeface="Times New Roman" pitchFamily="18" charset="0"/>
                <a:ea typeface="돋움" pitchFamily="50" charset="-127"/>
                <a:cs typeface="Times New Roman" pitchFamily="18" charset="0"/>
              </a:rPr>
              <a:t>④ </a:t>
            </a:r>
            <a:r>
              <a:rPr lang="en-US" altLang="ko-KR" sz="900" smtClean="0">
                <a:latin typeface="Times New Roman" panose="02020603050405020304" pitchFamily="18" charset="0"/>
                <a:cs typeface="Times New Roman" panose="02020603050405020304" pitchFamily="18" charset="0"/>
              </a:rPr>
              <a:t>Nhiệt độ phù </a:t>
            </a:r>
            <a:r>
              <a:rPr lang="en-US" altLang="ko-KR" sz="900">
                <a:latin typeface="Times New Roman" panose="02020603050405020304" pitchFamily="18" charset="0"/>
                <a:cs typeface="Times New Roman" panose="02020603050405020304" pitchFamily="18" charset="0"/>
              </a:rPr>
              <a:t>hợp</a:t>
            </a:r>
            <a:endParaRPr lang="en-US" altLang="ko-KR" sz="900">
              <a:latin typeface="Times New Roman" pitchFamily="18" charset="0"/>
              <a:ea typeface="돋움" pitchFamily="50" charset="-127"/>
              <a:cs typeface="Times New Roman" pitchFamily="18" charset="0"/>
            </a:endParaRPr>
          </a:p>
        </p:txBody>
      </p:sp>
      <p:sp>
        <p:nvSpPr>
          <p:cNvPr id="30" name="Rectangle 80"/>
          <p:cNvSpPr>
            <a:spLocks noChangeArrowheads="1"/>
          </p:cNvSpPr>
          <p:nvPr/>
        </p:nvSpPr>
        <p:spPr bwMode="auto">
          <a:xfrm>
            <a:off x="3395698" y="2671979"/>
            <a:ext cx="3125787"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itchFamily="18" charset="0"/>
                <a:ea typeface="돋움" pitchFamily="50" charset="-127"/>
                <a:cs typeface="Times New Roman" pitchFamily="18" charset="0"/>
              </a:rPr>
              <a:t>14.Chọn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phân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loại</a:t>
            </a:r>
            <a:r>
              <a:rPr lang="en-US" altLang="ko-KR" sz="900" smtClean="0">
                <a:latin typeface="Times New Roman" pitchFamily="18" charset="0"/>
                <a:ea typeface="돋움" pitchFamily="50" charset="-127"/>
                <a:cs typeface="Times New Roman" pitchFamily="18" charset="0"/>
              </a:rPr>
              <a:t> Ball Screw </a:t>
            </a:r>
            <a:r>
              <a:rPr lang="en-US" altLang="ko-KR" sz="900" err="1" smtClean="0">
                <a:latin typeface="Times New Roman" pitchFamily="18" charset="0"/>
                <a:ea typeface="돋움" pitchFamily="50" charset="-127"/>
                <a:cs typeface="Times New Roman" pitchFamily="18" charset="0"/>
              </a:rPr>
              <a:t>theo</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phương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thức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trọng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đặt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trước</a:t>
            </a:r>
            <a:r>
              <a:rPr lang="en-US" altLang="ko-KR" sz="900" smtClean="0">
                <a:latin typeface="Times New Roman" pitchFamily="18" charset="0"/>
                <a:ea typeface="돋움" pitchFamily="50" charset="-127"/>
                <a:cs typeface="Times New Roman" pitchFamily="18" charset="0"/>
              </a:rPr>
              <a:t> ( Preloaded)?</a:t>
            </a:r>
            <a:endParaRPr lang="en-US" altLang="ko-KR" sz="900">
              <a:latin typeface="Times New Roman" pitchFamily="18" charset="0"/>
              <a:ea typeface="돋움" pitchFamily="50" charset="-127"/>
              <a:cs typeface="Times New Roman" pitchFamily="18" charset="0"/>
            </a:endParaRPr>
          </a:p>
          <a:p>
            <a:pPr eaLnBrk="1" hangingPunct="1"/>
            <a:endParaRPr lang="en-US" altLang="ko-KR" sz="900" smtClean="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Double </a:t>
            </a:r>
            <a:r>
              <a:rPr lang="en-US" altLang="ko-KR" sz="900">
                <a:latin typeface="Times New Roman" pitchFamily="18" charset="0"/>
                <a:ea typeface="돋움" pitchFamily="50" charset="-127"/>
                <a:cs typeface="Times New Roman" pitchFamily="18" charset="0"/>
              </a:rPr>
              <a:t>Nut </a:t>
            </a:r>
            <a:r>
              <a:rPr lang="en-US" altLang="ko-KR" sz="900" smtClean="0">
                <a:latin typeface="Times New Roman" pitchFamily="18" charset="0"/>
                <a:ea typeface="돋움" pitchFamily="50" charset="-127"/>
                <a:cs typeface="Times New Roman" pitchFamily="18" charset="0"/>
              </a:rPr>
              <a:t>Type</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② Deflectors Type</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③ Offset </a:t>
            </a:r>
            <a:r>
              <a:rPr lang="en-US" altLang="ko-KR" sz="900">
                <a:latin typeface="Times New Roman" pitchFamily="18" charset="0"/>
                <a:ea typeface="돋움" pitchFamily="50" charset="-127"/>
                <a:cs typeface="Times New Roman" pitchFamily="18" charset="0"/>
              </a:rPr>
              <a:t>Preload Type)</a:t>
            </a:r>
          </a:p>
          <a:p>
            <a:pPr eaLnBrk="1" hangingPunct="1"/>
            <a:r>
              <a:rPr lang="en-US"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Static </a:t>
            </a:r>
            <a:r>
              <a:rPr lang="en-US" altLang="ko-KR" sz="900">
                <a:latin typeface="Times New Roman" pitchFamily="18" charset="0"/>
                <a:ea typeface="돋움" pitchFamily="50" charset="-127"/>
                <a:cs typeface="Times New Roman" pitchFamily="18" charset="0"/>
              </a:rPr>
              <a:t>Pressure Preload </a:t>
            </a:r>
            <a:r>
              <a:rPr lang="en-US" altLang="ko-KR" sz="900" smtClean="0">
                <a:latin typeface="Times New Roman" pitchFamily="18" charset="0"/>
                <a:ea typeface="돋움" pitchFamily="50" charset="-127"/>
                <a:cs typeface="Times New Roman" pitchFamily="18" charset="0"/>
              </a:rPr>
              <a:t>Type ( </a:t>
            </a:r>
            <a:r>
              <a:rPr lang="en-US" altLang="ko-KR" sz="900" err="1" smtClean="0">
                <a:latin typeface="Times New Roman" pitchFamily="18" charset="0"/>
                <a:ea typeface="돋움" pitchFamily="50" charset="-127"/>
                <a:cs typeface="Times New Roman" pitchFamily="18" charset="0"/>
              </a:rPr>
              <a:t>Loại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trước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suất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tĩnh</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p:txBody>
      </p:sp>
      <p:sp>
        <p:nvSpPr>
          <p:cNvPr id="32" name="Rectangle 17"/>
          <p:cNvSpPr>
            <a:spLocks noChangeArrowheads="1"/>
          </p:cNvSpPr>
          <p:nvPr/>
        </p:nvSpPr>
        <p:spPr bwMode="auto">
          <a:xfrm>
            <a:off x="3426524" y="5867400"/>
            <a:ext cx="3429000"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18. </a:t>
            </a:r>
            <a:r>
              <a:rPr lang="en-US" altLang="ko-KR" sz="900" err="1" smtClean="0">
                <a:latin typeface="Times New Roman" panose="02020603050405020304" pitchFamily="18" charset="0"/>
                <a:ea typeface="돋움" pitchFamily="50" charset="-127"/>
                <a:cs typeface="Times New Roman" panose="02020603050405020304" pitchFamily="18" charset="0"/>
              </a:rPr>
              <a:t>Tên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gọi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công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cụ</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sau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là</a:t>
            </a:r>
            <a:r>
              <a:rPr lang="ko-KR" altLang="en-US" sz="900" smtClean="0">
                <a:latin typeface="Times New Roman" panose="02020603050405020304" pitchFamily="18" charset="0"/>
                <a:ea typeface="돋움" pitchFamily="50" charset="-127"/>
                <a:cs typeface="Times New Roman" panose="02020603050405020304" pitchFamily="18" charset="0"/>
              </a:rPr>
              <a:t> </a:t>
            </a: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a:latin typeface="Times New Roman" panose="02020603050405020304" pitchFamily="18" charset="0"/>
                <a:ea typeface="돋움" pitchFamily="50" charset="-127"/>
                <a:cs typeface="Times New Roman" panose="02020603050405020304" pitchFamily="18" charset="0"/>
              </a:rPr>
              <a:t>① Thước đo level</a:t>
            </a: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smtClean="0">
                <a:latin typeface="Times New Roman" panose="02020603050405020304" pitchFamily="18" charset="0"/>
                <a:ea typeface="돋움" pitchFamily="50" charset="-127"/>
                <a:cs typeface="Times New Roman" panose="02020603050405020304" pitchFamily="18" charset="0"/>
              </a:rPr>
              <a:t>       ② </a:t>
            </a:r>
            <a:r>
              <a:rPr lang="en-US" altLang="ko-KR" sz="900" smtClean="0">
                <a:latin typeface="Times New Roman" panose="02020603050405020304" pitchFamily="18" charset="0"/>
                <a:ea typeface="돋움" pitchFamily="50" charset="-127"/>
                <a:cs typeface="Times New Roman" panose="02020603050405020304" pitchFamily="18" charset="0"/>
              </a:rPr>
              <a:t>Gap Gauge</a:t>
            </a:r>
            <a:r>
              <a:rPr lang="ko-KR" altLang="en-US" sz="900" smtClean="0">
                <a:latin typeface="Times New Roman" panose="02020603050405020304" pitchFamily="18" charset="0"/>
                <a:ea typeface="돋움" pitchFamily="50" charset="-127"/>
                <a:cs typeface="Times New Roman" panose="02020603050405020304" pitchFamily="18" charset="0"/>
              </a:rPr>
              <a:t> </a:t>
            </a: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r>
              <a:rPr lang="ko-KR" altLang="en-US" sz="900">
                <a:latin typeface="Times New Roman" panose="02020603050405020304" pitchFamily="18" charset="0"/>
                <a:ea typeface="돋움" pitchFamily="50" charset="-127"/>
                <a:cs typeface="Times New Roman" panose="02020603050405020304" pitchFamily="18" charset="0"/>
              </a:rPr>
              <a:t> ③ </a:t>
            </a:r>
            <a:r>
              <a:rPr lang="en-US" altLang="ko-KR" sz="900">
                <a:latin typeface="Times New Roman" panose="02020603050405020304" pitchFamily="18" charset="0"/>
                <a:ea typeface="돋움" pitchFamily="50" charset="-127"/>
                <a:cs typeface="Times New Roman" panose="02020603050405020304" pitchFamily="18" charset="0"/>
              </a:rPr>
              <a:t>Thickness gauge</a:t>
            </a: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smtClean="0">
                <a:latin typeface="Times New Roman" panose="02020603050405020304" pitchFamily="18" charset="0"/>
                <a:ea typeface="돋움" pitchFamily="50" charset="-127"/>
                <a:cs typeface="Times New Roman" panose="02020603050405020304" pitchFamily="18" charset="0"/>
              </a:rPr>
              <a:t>    ④ </a:t>
            </a:r>
            <a:r>
              <a:rPr lang="en-US" altLang="ko-KR" sz="900" err="1" smtClean="0">
                <a:latin typeface="Times New Roman" panose="02020603050405020304" pitchFamily="18" charset="0"/>
                <a:ea typeface="돋움" pitchFamily="50" charset="-127"/>
                <a:cs typeface="Times New Roman" panose="02020603050405020304" pitchFamily="18" charset="0"/>
              </a:rPr>
              <a:t>Counterbore</a:t>
            </a: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50000"/>
              </a:spcBef>
            </a:pP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33" name="Rectangle 28"/>
          <p:cNvSpPr>
            <a:spLocks noChangeArrowheads="1"/>
          </p:cNvSpPr>
          <p:nvPr/>
        </p:nvSpPr>
        <p:spPr bwMode="auto">
          <a:xfrm>
            <a:off x="3388425" y="8229618"/>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anose="02020603050405020304" pitchFamily="18" charset="0"/>
                <a:cs typeface="Times New Roman" panose="02020603050405020304" pitchFamily="18" charset="0"/>
              </a:rPr>
              <a:t>20. </a:t>
            </a:r>
            <a:r>
              <a:rPr lang="en-US" altLang="ko-KR" sz="900" err="1" smtClean="0">
                <a:latin typeface="Times New Roman" panose="02020603050405020304" pitchFamily="18" charset="0"/>
                <a:cs typeface="Times New Roman" panose="02020603050405020304" pitchFamily="18" charset="0"/>
              </a:rPr>
              <a:t>Trường</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hợp</a:t>
            </a:r>
            <a:r>
              <a:rPr lang="en-US" altLang="ko-KR" sz="900" smtClean="0">
                <a:latin typeface="Times New Roman" panose="02020603050405020304" pitchFamily="18" charset="0"/>
                <a:cs typeface="Times New Roman" panose="02020603050405020304" pitchFamily="18" charset="0"/>
              </a:rPr>
              <a:t> 2 </a:t>
            </a:r>
            <a:r>
              <a:rPr lang="en-US" altLang="ko-KR" sz="900" err="1" smtClean="0">
                <a:latin typeface="Times New Roman" panose="02020603050405020304" pitchFamily="18" charset="0"/>
                <a:cs typeface="Times New Roman" panose="02020603050405020304" pitchFamily="18" charset="0"/>
              </a:rPr>
              <a:t>trục</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giao</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nhau</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thì</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sử</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dụng</a:t>
            </a:r>
            <a:r>
              <a:rPr lang="en-US" altLang="ko-KR" sz="900" smtClean="0">
                <a:latin typeface="Times New Roman" panose="02020603050405020304" pitchFamily="18" charset="0"/>
                <a:cs typeface="Times New Roman" panose="02020603050405020304" pitchFamily="18" charset="0"/>
              </a:rPr>
              <a:t> Gear </a:t>
            </a:r>
            <a:r>
              <a:rPr lang="en-US" altLang="ko-KR" sz="900" err="1" smtClean="0">
                <a:latin typeface="Times New Roman" panose="02020603050405020304" pitchFamily="18" charset="0"/>
                <a:cs typeface="Times New Roman" panose="02020603050405020304" pitchFamily="18" charset="0"/>
              </a:rPr>
              <a:t>gì</a:t>
            </a:r>
            <a:r>
              <a:rPr lang="en-US" altLang="ko-KR" sz="900" smtClean="0">
                <a:latin typeface="Times New Roman" panose="02020603050405020304" pitchFamily="18" charset="0"/>
                <a:cs typeface="Times New Roman" panose="02020603050405020304" pitchFamily="18" charset="0"/>
              </a:rPr>
              <a:t>?</a:t>
            </a:r>
            <a:endParaRPr lang="en-US" altLang="ko-KR" sz="900">
              <a:latin typeface="Times New Roman" panose="02020603050405020304" pitchFamily="18" charset="0"/>
              <a:cs typeface="Times New Roman" panose="02020603050405020304" pitchFamily="18" charset="0"/>
            </a:endParaRPr>
          </a:p>
          <a:p>
            <a:pPr eaLnBrk="1" hangingPunct="1"/>
            <a:endParaRPr lang="en-US" altLang="ko-KR" sz="900">
              <a:latin typeface="Times New Roman" panose="02020603050405020304" pitchFamily="18" charset="0"/>
              <a:cs typeface="Times New Roman" panose="02020603050405020304" pitchFamily="18" charset="0"/>
            </a:endParaRPr>
          </a:p>
          <a:p>
            <a:pPr eaLnBrk="1" hangingPunct="1"/>
            <a:r>
              <a:rPr lang="en-US" altLang="ko-KR" sz="900">
                <a:latin typeface="Times New Roman" panose="02020603050405020304" pitchFamily="18" charset="0"/>
                <a:cs typeface="Times New Roman" panose="02020603050405020304" pitchFamily="18" charset="0"/>
              </a:rPr>
              <a:t>   ① Straight Bevel Gear </a:t>
            </a:r>
            <a:r>
              <a:rPr lang="en-US" altLang="ko-KR" sz="900" smtClean="0">
                <a:latin typeface="Times New Roman" panose="02020603050405020304" pitchFamily="18" charset="0"/>
                <a:cs typeface="Times New Roman" panose="02020603050405020304" pitchFamily="18" charset="0"/>
              </a:rPr>
              <a:t>       </a:t>
            </a:r>
            <a:r>
              <a:rPr lang="ko-KR" altLang="en-US" sz="900" smtClean="0">
                <a:latin typeface="Times New Roman" panose="02020603050405020304" pitchFamily="18" charset="0"/>
                <a:cs typeface="Times New Roman" panose="02020603050405020304" pitchFamily="18" charset="0"/>
              </a:rPr>
              <a:t>② </a:t>
            </a:r>
            <a:r>
              <a:rPr lang="en-US" altLang="ko-KR" sz="900">
                <a:latin typeface="Times New Roman" panose="02020603050405020304" pitchFamily="18" charset="0"/>
                <a:cs typeface="Times New Roman" panose="02020603050405020304" pitchFamily="18" charset="0"/>
              </a:rPr>
              <a:t>Spur </a:t>
            </a:r>
            <a:r>
              <a:rPr lang="en-US" altLang="ko-KR" sz="900" smtClean="0">
                <a:latin typeface="Times New Roman" panose="02020603050405020304" pitchFamily="18" charset="0"/>
                <a:cs typeface="Times New Roman" panose="02020603050405020304" pitchFamily="18" charset="0"/>
              </a:rPr>
              <a:t>Gear</a:t>
            </a:r>
          </a:p>
          <a:p>
            <a:pPr eaLnBrk="1" hangingPunct="1"/>
            <a:r>
              <a:rPr lang="ko-KR" altLang="en-US" sz="900" smtClean="0">
                <a:latin typeface="Times New Roman" panose="02020603050405020304" pitchFamily="18" charset="0"/>
                <a:cs typeface="Times New Roman" panose="02020603050405020304" pitchFamily="18" charset="0"/>
              </a:rPr>
              <a:t>   </a:t>
            </a:r>
            <a:r>
              <a:rPr lang="ko-KR" altLang="en-US" sz="900">
                <a:latin typeface="Times New Roman" panose="02020603050405020304" pitchFamily="18" charset="0"/>
                <a:cs typeface="Times New Roman" panose="02020603050405020304" pitchFamily="18" charset="0"/>
              </a:rPr>
              <a:t>③ </a:t>
            </a:r>
            <a:r>
              <a:rPr lang="en-US" altLang="ko-KR" sz="900">
                <a:latin typeface="Times New Roman" panose="02020603050405020304" pitchFamily="18" charset="0"/>
                <a:cs typeface="Times New Roman" panose="02020603050405020304" pitchFamily="18" charset="0"/>
              </a:rPr>
              <a:t>Worm Gear </a:t>
            </a:r>
            <a:r>
              <a:rPr lang="en-US" altLang="ko-KR" sz="900" smtClean="0">
                <a:latin typeface="Times New Roman" panose="02020603050405020304" pitchFamily="18" charset="0"/>
                <a:cs typeface="Times New Roman" panose="02020603050405020304" pitchFamily="18" charset="0"/>
              </a:rPr>
              <a:t>                    </a:t>
            </a:r>
            <a:r>
              <a:rPr lang="ko-KR" altLang="en-US" sz="900" smtClean="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Screw Gear</a:t>
            </a:r>
            <a:endParaRPr lang="ko-KR" altLang="en-US" sz="900">
              <a:latin typeface="Times New Roman" panose="02020603050405020304" pitchFamily="18" charset="0"/>
              <a:ea typeface="돋움" pitchFamily="50" charset="-127"/>
              <a:cs typeface="Times New Roman" panose="02020603050405020304" pitchFamily="18" charset="0"/>
            </a:endParaRPr>
          </a:p>
        </p:txBody>
      </p:sp>
      <p:pic>
        <p:nvPicPr>
          <p:cNvPr id="34" name="Picture 11"/>
          <p:cNvPicPr>
            <a:picLocks noChangeAspect="1" noChangeArrowheads="1"/>
          </p:cNvPicPr>
          <p:nvPr/>
        </p:nvPicPr>
        <p:blipFill>
          <a:blip r:embed="rId5">
            <a:extLst>
              <a:ext uri="{28A0092B-C50C-407E-A947-70E740481C1C}">
                <a14:useLocalDpi xmlns:a14="http://schemas.microsoft.com/office/drawing/2010/main" val="0"/>
              </a:ext>
            </a:extLst>
          </a:blip>
          <a:srcRect l="8855" t="65952" r="71207" b="12392"/>
          <a:stretch>
            <a:fillRect/>
          </a:stretch>
        </p:blipFill>
        <p:spPr bwMode="auto">
          <a:xfrm>
            <a:off x="4767995" y="6938317"/>
            <a:ext cx="1469795" cy="1291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Rectangle 30"/>
          <p:cNvSpPr>
            <a:spLocks noChangeArrowheads="1"/>
          </p:cNvSpPr>
          <p:nvPr/>
        </p:nvSpPr>
        <p:spPr bwMode="auto">
          <a:xfrm>
            <a:off x="3426524" y="6781800"/>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19. </a:t>
            </a:r>
            <a:r>
              <a:rPr lang="en-US" altLang="ko-KR" sz="900" err="1" smtClean="0">
                <a:latin typeface="Times New Roman" panose="02020603050405020304" pitchFamily="18" charset="0"/>
                <a:ea typeface="돋움" pitchFamily="50" charset="-127"/>
                <a:cs typeface="Times New Roman" panose="02020603050405020304" pitchFamily="18" charset="0"/>
              </a:rPr>
              <a:t>Giá</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trị</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thước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kẹp</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độ</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cao</a:t>
            </a:r>
            <a:r>
              <a:rPr lang="en-US" altLang="ko-KR" sz="900" smtClean="0">
                <a:latin typeface="Times New Roman" panose="02020603050405020304" pitchFamily="18" charset="0"/>
                <a:ea typeface="돋움" pitchFamily="50" charset="-127"/>
                <a:cs typeface="Times New Roman" panose="02020603050405020304" pitchFamily="18" charset="0"/>
              </a:rPr>
              <a:t> ( height Gauge) </a:t>
            </a:r>
            <a:r>
              <a:rPr lang="en-US" altLang="ko-KR" sz="900" err="1" smtClean="0">
                <a:latin typeface="Times New Roman" panose="02020603050405020304" pitchFamily="18" charset="0"/>
                <a:ea typeface="돋움" pitchFamily="50" charset="-127"/>
                <a:cs typeface="Times New Roman" panose="02020603050405020304" pitchFamily="18" charset="0"/>
              </a:rPr>
              <a:t>là</a:t>
            </a: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①  70.48  ㎜</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②  </a:t>
            </a:r>
            <a:r>
              <a:rPr lang="en-US" altLang="ko-KR" sz="900">
                <a:latin typeface="Times New Roman" panose="02020603050405020304" pitchFamily="18" charset="0"/>
                <a:ea typeface="돋움" pitchFamily="50" charset="-127"/>
                <a:cs typeface="Times New Roman" panose="02020603050405020304" pitchFamily="18" charset="0"/>
              </a:rPr>
              <a:t>46.48 ㎜</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③  </a:t>
            </a:r>
            <a:r>
              <a:rPr lang="en-US" altLang="ko-KR" sz="900">
                <a:latin typeface="Times New Roman" panose="02020603050405020304" pitchFamily="18" charset="0"/>
                <a:ea typeface="돋움" pitchFamily="50" charset="-127"/>
                <a:cs typeface="Times New Roman" panose="02020603050405020304" pitchFamily="18" charset="0"/>
              </a:rPr>
              <a:t>70.44 ㎜</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④  </a:t>
            </a:r>
            <a:r>
              <a:rPr lang="en-US" altLang="ko-KR" sz="900">
                <a:latin typeface="Times New Roman" panose="02020603050405020304" pitchFamily="18" charset="0"/>
                <a:ea typeface="돋움" pitchFamily="50" charset="-127"/>
                <a:cs typeface="Times New Roman" panose="02020603050405020304" pitchFamily="18" charset="0"/>
              </a:rPr>
              <a:t>46.44 ㎜</a:t>
            </a:r>
          </a:p>
        </p:txBody>
      </p:sp>
      <p:pic>
        <p:nvPicPr>
          <p:cNvPr id="41" name="Picture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91024" y="5867400"/>
            <a:ext cx="1151826" cy="6923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6357474"/>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4"/>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en-US" sz="800">
              <a:latin typeface="Arial" panose="020B0604020202020204" pitchFamily="34" charset="0"/>
              <a:cs typeface="Arial" panose="020B0604020202020204" pitchFamily="34" charset="0"/>
            </a:endParaRPr>
          </a:p>
        </p:txBody>
      </p:sp>
      <p:sp>
        <p:nvSpPr>
          <p:cNvPr id="5123" name="Text Box 3"/>
          <p:cNvSpPr txBox="1">
            <a:spLocks noChangeArrowheads="1"/>
          </p:cNvSpPr>
          <p:nvPr/>
        </p:nvSpPr>
        <p:spPr bwMode="auto">
          <a:xfrm>
            <a:off x="228605" y="679449"/>
            <a:ext cx="31309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smtClean="0">
                <a:solidFill>
                  <a:srgbClr val="000000"/>
                </a:solidFill>
                <a:latin typeface="Arial" panose="020B0604020202020204" pitchFamily="34" charset="0"/>
                <a:cs typeface="Arial" panose="020B0604020202020204" pitchFamily="34" charset="0"/>
              </a:rPr>
              <a:t>1Bộ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5124" name="Rectangle 4"/>
          <p:cNvSpPr>
            <a:spLocks noChangeArrowheads="1"/>
          </p:cNvSpPr>
          <p:nvPr/>
        </p:nvSpPr>
        <p:spPr bwMode="auto">
          <a:xfrm>
            <a:off x="3048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25" name="Rectangle 5"/>
          <p:cNvSpPr>
            <a:spLocks noChangeArrowheads="1"/>
          </p:cNvSpPr>
          <p:nvPr/>
        </p:nvSpPr>
        <p:spPr bwMode="auto">
          <a:xfrm>
            <a:off x="34290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090844129"/>
              </p:ext>
            </p:extLst>
          </p:nvPr>
        </p:nvGraphicFramePr>
        <p:xfrm>
          <a:off x="5346736" y="139701"/>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1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1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aphicFrame>
        <p:nvGraphicFramePr>
          <p:cNvPr id="8" name="Group 5"/>
          <p:cNvGraphicFramePr>
            <a:graphicFrameLocks noGrp="1"/>
          </p:cNvGraphicFramePr>
          <p:nvPr>
            <p:extLst>
              <p:ext uri="{D42A27DB-BD31-4B8C-83A1-F6EECF244321}">
                <p14:modId xmlns:p14="http://schemas.microsoft.com/office/powerpoint/2010/main" val="3978052714"/>
              </p:ext>
            </p:extLst>
          </p:nvPr>
        </p:nvGraphicFramePr>
        <p:xfrm>
          <a:off x="1412910" y="1807519"/>
          <a:ext cx="1781175" cy="4844279"/>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번호</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정답</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6262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9" name="Group 43"/>
          <p:cNvGraphicFramePr>
            <a:graphicFrameLocks noGrp="1"/>
          </p:cNvGraphicFramePr>
          <p:nvPr>
            <p:extLst>
              <p:ext uri="{D42A27DB-BD31-4B8C-83A1-F6EECF244321}">
                <p14:modId xmlns:p14="http://schemas.microsoft.com/office/powerpoint/2010/main" val="2898282837"/>
              </p:ext>
            </p:extLst>
          </p:nvPr>
        </p:nvGraphicFramePr>
        <p:xfrm>
          <a:off x="3735423" y="1812677"/>
          <a:ext cx="1781175" cy="4844279"/>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번호</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정답</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6262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10"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64083812"/>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4"/>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en-US" sz="800">
              <a:latin typeface="Arial" panose="020B0604020202020204" pitchFamily="34" charset="0"/>
              <a:cs typeface="Arial" panose="020B0604020202020204" pitchFamily="34" charset="0"/>
            </a:endParaRPr>
          </a:p>
        </p:txBody>
      </p:sp>
      <p:sp>
        <p:nvSpPr>
          <p:cNvPr id="5123" name="Text Box 3"/>
          <p:cNvSpPr txBox="1">
            <a:spLocks noChangeArrowheads="1"/>
          </p:cNvSpPr>
          <p:nvPr/>
        </p:nvSpPr>
        <p:spPr bwMode="auto">
          <a:xfrm>
            <a:off x="228605" y="679449"/>
            <a:ext cx="31309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a:latin typeface="Arial" panose="020B0604020202020204" pitchFamily="34" charset="0"/>
                <a:cs typeface="Arial" panose="020B0604020202020204" pitchFamily="34" charset="0"/>
              </a:rPr>
              <a:t>2</a:t>
            </a:r>
            <a:r>
              <a:rPr lang="en-US" altLang="ko-KR" sz="800" smtClean="0">
                <a:latin typeface="Arial" panose="020B0604020202020204" pitchFamily="34" charset="0"/>
                <a:cs typeface="Arial" panose="020B0604020202020204" pitchFamily="34" charset="0"/>
              </a:rPr>
              <a:t>Bộ </a:t>
            </a:r>
            <a:r>
              <a:rPr lang="en-US" altLang="ko-KR" sz="800" err="1" smtClean="0">
                <a:latin typeface="Arial" panose="020B0604020202020204" pitchFamily="34" charset="0"/>
                <a:cs typeface="Arial" panose="020B0604020202020204" pitchFamily="34" charset="0"/>
              </a:rPr>
              <a:t>phận</a:t>
            </a:r>
            <a:r>
              <a:rPr lang="ko-KR" altLang="en-US" sz="800" smtClean="0">
                <a:latin typeface="Arial" panose="020B0604020202020204" pitchFamily="34" charset="0"/>
                <a:cs typeface="Arial" panose="020B0604020202020204" pitchFamily="34" charset="0"/>
              </a:rPr>
              <a:t> </a:t>
            </a:r>
            <a:r>
              <a:rPr lang="en-US" altLang="ko-KR" sz="800">
                <a:latin typeface="Arial" panose="020B0604020202020204" pitchFamily="34" charset="0"/>
                <a:cs typeface="Arial" panose="020B0604020202020204" pitchFamily="34" charset="0"/>
              </a:rPr>
              <a:t>:                                                </a:t>
            </a:r>
            <a:r>
              <a:rPr lang="en-US" altLang="ko-KR" sz="800" smtClean="0">
                <a:latin typeface="Arial" panose="020B0604020202020204" pitchFamily="34" charset="0"/>
                <a:cs typeface="Arial" panose="020B0604020202020204" pitchFamily="34" charset="0"/>
              </a:rPr>
              <a:t>ID</a:t>
            </a:r>
            <a:r>
              <a:rPr lang="ko-KR" altLang="en-US" sz="800" smtClean="0">
                <a:latin typeface="Arial" panose="020B0604020202020204" pitchFamily="34" charset="0"/>
                <a:cs typeface="Arial" panose="020B0604020202020204" pitchFamily="34" charset="0"/>
              </a:rPr>
              <a:t> </a:t>
            </a:r>
            <a:r>
              <a:rPr lang="en-US" altLang="ko-KR" sz="800">
                <a:latin typeface="Arial" panose="020B0604020202020204" pitchFamily="34" charset="0"/>
                <a:cs typeface="Arial" panose="020B0604020202020204" pitchFamily="34" charset="0"/>
              </a:rPr>
              <a:t>:                      </a:t>
            </a:r>
            <a:r>
              <a:rPr lang="en-US" altLang="ko-KR" sz="800" err="1" smtClean="0">
                <a:latin typeface="Arial" panose="020B0604020202020204" pitchFamily="34" charset="0"/>
                <a:cs typeface="Arial" panose="020B0604020202020204" pitchFamily="34" charset="0"/>
              </a:rPr>
              <a:t>Tên</a:t>
            </a:r>
            <a:r>
              <a:rPr lang="ko-KR" altLang="en-US" sz="800" smtClean="0">
                <a:latin typeface="Arial" panose="020B0604020202020204" pitchFamily="34" charset="0"/>
                <a:cs typeface="Arial" panose="020B0604020202020204" pitchFamily="34" charset="0"/>
              </a:rPr>
              <a:t> </a:t>
            </a:r>
            <a:r>
              <a:rPr lang="en-US" altLang="ko-KR" sz="800">
                <a:latin typeface="Arial" panose="020B0604020202020204" pitchFamily="34" charset="0"/>
                <a:cs typeface="Arial" panose="020B0604020202020204" pitchFamily="34" charset="0"/>
              </a:rPr>
              <a:t>: </a:t>
            </a:r>
          </a:p>
        </p:txBody>
      </p:sp>
      <p:sp>
        <p:nvSpPr>
          <p:cNvPr id="5124" name="Rectangle 4"/>
          <p:cNvSpPr>
            <a:spLocks noChangeArrowheads="1"/>
          </p:cNvSpPr>
          <p:nvPr/>
        </p:nvSpPr>
        <p:spPr bwMode="auto">
          <a:xfrm>
            <a:off x="3048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endParaRPr lang="ko-KR" altLang="ko-KR" sz="900">
              <a:latin typeface="Times New Roman" pitchFamily="18" charset="0"/>
              <a:ea typeface="돋움" pitchFamily="50" charset="-127"/>
              <a:cs typeface="Times New Roman" pitchFamily="18" charset="0"/>
            </a:endParaRPr>
          </a:p>
        </p:txBody>
      </p:sp>
      <p:sp>
        <p:nvSpPr>
          <p:cNvPr id="5125" name="Rectangle 5"/>
          <p:cNvSpPr>
            <a:spLocks noChangeArrowheads="1"/>
          </p:cNvSpPr>
          <p:nvPr/>
        </p:nvSpPr>
        <p:spPr bwMode="auto">
          <a:xfrm>
            <a:off x="34290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a:p>
            <a:pPr eaLnBrk="1" hangingPunct="1"/>
            <a:endParaRPr lang="en-US" altLang="ko-KR" sz="900">
              <a:latin typeface="Times New Roman" pitchFamily="18" charset="0"/>
              <a:ea typeface="돋움" pitchFamily="50" charset="-127"/>
              <a:cs typeface="Times New Roman"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332115642"/>
              </p:ext>
            </p:extLst>
          </p:nvPr>
        </p:nvGraphicFramePr>
        <p:xfrm>
          <a:off x="5346736" y="139701"/>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1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1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4" name="Rectangle 26"/>
          <p:cNvSpPr>
            <a:spLocks noChangeArrowheads="1"/>
          </p:cNvSpPr>
          <p:nvPr/>
        </p:nvSpPr>
        <p:spPr bwMode="auto">
          <a:xfrm>
            <a:off x="301628" y="2438418"/>
            <a:ext cx="3127375"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3.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phân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loại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hình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dạng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trục</a:t>
            </a:r>
            <a:r>
              <a:rPr lang="ko-KR" altLang="en-US"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a:t>
            </a:r>
          </a:p>
          <a:p>
            <a:pPr eaLnBrk="1" hangingPunct="1"/>
            <a:r>
              <a:rPr lang="en-US" altLang="ko-KR" sz="900">
                <a:latin typeface="Times New Roman" pitchFamily="18" charset="0"/>
                <a:ea typeface="돋움" pitchFamily="50" charset="-127"/>
                <a:cs typeface="Times New Roman" pitchFamily="18" charset="0"/>
              </a:rPr>
              <a:t>①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tuyến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tính</a:t>
            </a:r>
            <a:r>
              <a:rPr lang="en-US" altLang="ko-KR" sz="900" smtClean="0">
                <a:latin typeface="Times New Roman" pitchFamily="18" charset="0"/>
                <a:ea typeface="돋움" pitchFamily="50" charset="-127"/>
                <a:cs typeface="Times New Roman" pitchFamily="18" charset="0"/>
              </a:rPr>
              <a:t> (Liner</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②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Crack (Crank</a:t>
            </a:r>
            <a:r>
              <a:rPr lang="en-US" altLang="ko-KR" sz="900">
                <a:latin typeface="Times New Roman" pitchFamily="18" charset="0"/>
                <a:ea typeface="돋움" pitchFamily="50" charset="-127"/>
                <a:cs typeface="Times New Roman" pitchFamily="18" charset="0"/>
              </a:rPr>
              <a:t>) </a:t>
            </a:r>
          </a:p>
          <a:p>
            <a:pPr eaLnBrk="1" hangingPunct="1"/>
            <a:r>
              <a:rPr lang="en-US" altLang="ko-KR" sz="900">
                <a:latin typeface="Times New Roman" pitchFamily="18" charset="0"/>
                <a:ea typeface="돋움" pitchFamily="50" charset="-127"/>
                <a:cs typeface="Times New Roman" pitchFamily="18" charset="0"/>
              </a:rPr>
              <a:t>③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truyền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động</a:t>
            </a:r>
            <a:r>
              <a:rPr lang="en-US" altLang="ko-KR" sz="900" smtClean="0">
                <a:latin typeface="Times New Roman" pitchFamily="18" charset="0"/>
                <a:ea typeface="돋움" pitchFamily="50" charset="-127"/>
                <a:cs typeface="Times New Roman" pitchFamily="18" charset="0"/>
              </a:rPr>
              <a:t> (Transmission)       ④ Trục </a:t>
            </a:r>
            <a:r>
              <a:rPr lang="en-US" altLang="ko-KR" sz="900" err="1" smtClean="0">
                <a:latin typeface="Times New Roman" pitchFamily="18" charset="0"/>
                <a:ea typeface="돋움" pitchFamily="50" charset="-127"/>
                <a:cs typeface="Times New Roman" pitchFamily="18" charset="0"/>
              </a:rPr>
              <a:t>dẻo</a:t>
            </a:r>
            <a:r>
              <a:rPr lang="en-US" altLang="ko-KR" sz="900" smtClean="0">
                <a:latin typeface="Times New Roman" pitchFamily="18" charset="0"/>
                <a:ea typeface="돋움" pitchFamily="50" charset="-127"/>
                <a:cs typeface="Times New Roman" pitchFamily="18" charset="0"/>
              </a:rPr>
              <a:t> ( </a:t>
            </a:r>
            <a:r>
              <a:rPr lang="en-US" altLang="ko-KR" sz="900">
                <a:latin typeface="Times New Roman" pitchFamily="18" charset="0"/>
                <a:ea typeface="돋움" pitchFamily="50" charset="-127"/>
                <a:cs typeface="Times New Roman" pitchFamily="18" charset="0"/>
              </a:rPr>
              <a:t>Flexible )</a:t>
            </a:r>
          </a:p>
        </p:txBody>
      </p:sp>
      <p:sp>
        <p:nvSpPr>
          <p:cNvPr id="35" name="Rectangle 39"/>
          <p:cNvSpPr>
            <a:spLocks noChangeArrowheads="1"/>
          </p:cNvSpPr>
          <p:nvPr/>
        </p:nvSpPr>
        <p:spPr bwMode="auto">
          <a:xfrm>
            <a:off x="312738" y="3581400"/>
            <a:ext cx="3116262"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5</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Hãy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đúng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với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thích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về</a:t>
            </a:r>
            <a:r>
              <a:rPr lang="en-US" altLang="ko-KR" sz="900" smtClean="0">
                <a:latin typeface="Times New Roman" pitchFamily="18" charset="0"/>
                <a:ea typeface="돋움" pitchFamily="50" charset="-127"/>
                <a:cs typeface="Times New Roman" pitchFamily="18" charset="0"/>
              </a:rPr>
              <a:t> Coupling?</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 “ </a:t>
            </a:r>
            <a:r>
              <a:rPr lang="en-US" altLang="ko-KR" sz="900" err="1" smtClean="0">
                <a:latin typeface="Times New Roman" pitchFamily="18" charset="0"/>
                <a:ea typeface="돋움" pitchFamily="50" charset="-127"/>
                <a:cs typeface="Times New Roman" pitchFamily="18" charset="0"/>
              </a:rPr>
              <a:t>Chủ</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yếu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sử</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dụng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đường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kính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trục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dưới</a:t>
            </a:r>
            <a:r>
              <a:rPr lang="ko-KR" altLang="en-US"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200mm.”</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Seller Coupling  </a:t>
            </a:r>
            <a:r>
              <a:rPr lang="ko-KR" altLang="en-US" sz="900" smtClean="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Gear </a:t>
            </a:r>
            <a:r>
              <a:rPr lang="en-US" altLang="ko-KR" sz="900" smtClean="0">
                <a:latin typeface="Times New Roman" pitchFamily="18" charset="0"/>
                <a:ea typeface="돋움" pitchFamily="50" charset="-127"/>
                <a:cs typeface="Times New Roman" pitchFamily="18" charset="0"/>
              </a:rPr>
              <a:t>Coupling</a:t>
            </a:r>
          </a:p>
          <a:p>
            <a:pPr eaLnBrk="1" hangingPunct="1"/>
            <a:r>
              <a:rPr lang="ko-KR" altLang="en-US" sz="900" smtClean="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Clamp coupling </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F</a:t>
            </a:r>
            <a:r>
              <a:rPr lang="en-US" altLang="ko-KR" sz="900" smtClean="0">
                <a:latin typeface="Times New Roman" pitchFamily="18" charset="0"/>
                <a:ea typeface="돋움" pitchFamily="50" charset="-127"/>
                <a:cs typeface="Times New Roman" pitchFamily="18" charset="0"/>
              </a:rPr>
              <a:t>lange coupling</a:t>
            </a:r>
            <a:endParaRPr lang="ko-KR" altLang="en-US" sz="900">
              <a:latin typeface="Times New Roman" pitchFamily="18" charset="0"/>
              <a:ea typeface="돋움" pitchFamily="50" charset="-127"/>
              <a:cs typeface="Times New Roman" pitchFamily="18" charset="0"/>
            </a:endParaRPr>
          </a:p>
          <a:p>
            <a:pPr eaLnBrk="1" hangingPunct="1">
              <a:spcBef>
                <a:spcPct val="50000"/>
              </a:spcBef>
            </a:pPr>
            <a:endParaRPr lang="en-US" altLang="ko-KR" sz="900">
              <a:latin typeface="Times New Roman" pitchFamily="18" charset="0"/>
              <a:ea typeface="돋움" pitchFamily="50" charset="-127"/>
              <a:cs typeface="Times New Roman" pitchFamily="18" charset="0"/>
            </a:endParaRPr>
          </a:p>
        </p:txBody>
      </p:sp>
      <p:sp>
        <p:nvSpPr>
          <p:cNvPr id="36" name="Rectangle 48"/>
          <p:cNvSpPr>
            <a:spLocks noChangeArrowheads="1"/>
          </p:cNvSpPr>
          <p:nvPr/>
        </p:nvSpPr>
        <p:spPr bwMode="auto">
          <a:xfrm>
            <a:off x="323255" y="990600"/>
            <a:ext cx="3132137"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1</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ưu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điểm</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gear?</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err="1" smtClean="0">
                <a:latin typeface="Times New Roman" pitchFamily="18" charset="0"/>
                <a:ea typeface="돋움" pitchFamily="50" charset="-127"/>
                <a:cs typeface="Times New Roman" pitchFamily="18" charset="0"/>
              </a:rPr>
              <a:t>Truyền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lực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hoặc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xoay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chắc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chắn</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Cấu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trúc</a:t>
            </a:r>
            <a:r>
              <a:rPr lang="en-US" altLang="ko-KR" sz="900" smtClean="0">
                <a:latin typeface="Times New Roman" pitchFamily="18" charset="0"/>
                <a:ea typeface="돋움" pitchFamily="50" charset="-127"/>
                <a:cs typeface="Times New Roman" pitchFamily="18" charset="0"/>
              </a:rPr>
              <a:t> khá </a:t>
            </a:r>
            <a:r>
              <a:rPr lang="en-US" altLang="ko-KR" sz="900" err="1" smtClean="0">
                <a:latin typeface="Times New Roman" pitchFamily="18" charset="0"/>
                <a:ea typeface="돋움" pitchFamily="50" charset="-127"/>
                <a:cs typeface="Times New Roman" pitchFamily="18" charset="0"/>
              </a:rPr>
              <a:t>đơn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giản</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③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Tuổi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thọ</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cao</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④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Truyền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bằng</a:t>
            </a:r>
            <a:r>
              <a:rPr lang="en-US" altLang="ko-KR" sz="900" smtClean="0">
                <a:latin typeface="Times New Roman" pitchFamily="18" charset="0"/>
                <a:ea typeface="돋움" pitchFamily="50" charset="-127"/>
                <a:cs typeface="Times New Roman" pitchFamily="18" charset="0"/>
              </a:rPr>
              <a:t> chi </a:t>
            </a:r>
            <a:r>
              <a:rPr lang="en-US" altLang="ko-KR" sz="900" err="1" smtClean="0">
                <a:latin typeface="Times New Roman" pitchFamily="18" charset="0"/>
                <a:ea typeface="돋움" pitchFamily="50" charset="-127"/>
                <a:cs typeface="Times New Roman" pitchFamily="18" charset="0"/>
              </a:rPr>
              <a:t>phí</a:t>
            </a:r>
            <a:r>
              <a:rPr lang="en-US" altLang="ko-KR" sz="90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vận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hành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chính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xác</a:t>
            </a:r>
            <a:r>
              <a:rPr lang="ko-KR" altLang="en-US" sz="900" smtClean="0">
                <a:latin typeface="Times New Roman" pitchFamily="18" charset="0"/>
                <a:ea typeface="돋움" pitchFamily="50" charset="-127"/>
                <a:cs typeface="Times New Roman" pitchFamily="18" charset="0"/>
              </a:rPr>
              <a:t> </a:t>
            </a:r>
            <a:endParaRPr lang="ko-KR" altLang="en-US" sz="900">
              <a:latin typeface="Times New Roman" pitchFamily="18" charset="0"/>
              <a:ea typeface="돋움" pitchFamily="50" charset="-127"/>
              <a:cs typeface="Times New Roman" pitchFamily="18" charset="0"/>
            </a:endParaRPr>
          </a:p>
        </p:txBody>
      </p:sp>
      <p:sp>
        <p:nvSpPr>
          <p:cNvPr id="37" name="Rectangle 59"/>
          <p:cNvSpPr>
            <a:spLocks noChangeArrowheads="1"/>
          </p:cNvSpPr>
          <p:nvPr/>
        </p:nvSpPr>
        <p:spPr bwMode="auto">
          <a:xfrm>
            <a:off x="304800" y="6324600"/>
            <a:ext cx="3132138"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9. </a:t>
            </a:r>
            <a:r>
              <a:rPr lang="en-US" altLang="ko-KR" sz="900" err="1" smtClean="0">
                <a:latin typeface="Times New Roman" pitchFamily="18" charset="0"/>
                <a:ea typeface="돋움" pitchFamily="50" charset="-127"/>
                <a:cs typeface="Times New Roman" pitchFamily="18" charset="0"/>
              </a:rPr>
              <a:t>Dưới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đây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nội</a:t>
            </a:r>
            <a:r>
              <a:rPr lang="en-US" altLang="ko-KR" sz="900" smtClean="0">
                <a:latin typeface="Times New Roman" pitchFamily="18" charset="0"/>
                <a:ea typeface="돋움" pitchFamily="50" charset="-127"/>
                <a:cs typeface="Times New Roman" pitchFamily="18" charset="0"/>
              </a:rPr>
              <a:t> dung </a:t>
            </a:r>
            <a:r>
              <a:rPr lang="en-US" altLang="ko-KR" sz="900" err="1" smtClean="0">
                <a:latin typeface="Times New Roman" pitchFamily="18" charset="0"/>
                <a:ea typeface="돋움" pitchFamily="50" charset="-127"/>
                <a:cs typeface="Times New Roman" pitchFamily="18" charset="0"/>
              </a:rPr>
              <a:t>giải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thích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về</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cái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gì</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thiết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bị</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thay</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đổi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tốc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độ</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sử</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dụng</a:t>
            </a:r>
            <a:r>
              <a:rPr lang="en-US" altLang="ko-KR" sz="900" smtClean="0">
                <a:latin typeface="Times New Roman" pitchFamily="18" charset="0"/>
                <a:ea typeface="돋움" pitchFamily="50" charset="-127"/>
                <a:cs typeface="Times New Roman" pitchFamily="18" charset="0"/>
              </a:rPr>
              <a:t> Gear, </a:t>
            </a:r>
            <a:r>
              <a:rPr lang="en-US" altLang="ko-KR" sz="900" err="1" smtClean="0">
                <a:latin typeface="Times New Roman" pitchFamily="18" charset="0"/>
                <a:ea typeface="돋움" pitchFamily="50" charset="-127"/>
                <a:cs typeface="Times New Roman" pitchFamily="18" charset="0"/>
              </a:rPr>
              <a:t>có</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thể</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nhận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được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lực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lớn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đồng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thời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giảm</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được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số</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lần</a:t>
            </a:r>
            <a:r>
              <a:rPr lang="en-US" altLang="ko-KR" sz="900" smtClean="0">
                <a:latin typeface="Times New Roman" pitchFamily="18" charset="0"/>
                <a:ea typeface="돋움" pitchFamily="50" charset="-127"/>
                <a:cs typeface="Times New Roman" pitchFamily="18" charset="0"/>
              </a:rPr>
              <a:t> quay </a:t>
            </a:r>
            <a:r>
              <a:rPr lang="en-US" altLang="ko-KR" sz="900" err="1"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phần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động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cơ</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thành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số</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lần</a:t>
            </a:r>
            <a:r>
              <a:rPr lang="en-US" altLang="ko-KR" sz="900" smtClean="0">
                <a:latin typeface="Times New Roman" pitchFamily="18" charset="0"/>
                <a:ea typeface="돋움" pitchFamily="50" charset="-127"/>
                <a:cs typeface="Times New Roman" pitchFamily="18" charset="0"/>
              </a:rPr>
              <a:t> quay </a:t>
            </a:r>
            <a:r>
              <a:rPr lang="en-US" altLang="ko-KR" sz="900" err="1" smtClean="0">
                <a:latin typeface="Times New Roman" pitchFamily="18" charset="0"/>
                <a:ea typeface="돋움" pitchFamily="50" charset="-127"/>
                <a:cs typeface="Times New Roman" pitchFamily="18" charset="0"/>
              </a:rPr>
              <a:t>mong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muốn</a:t>
            </a:r>
            <a:r>
              <a:rPr lang="ko-KR" altLang="en-US" sz="900" smtClean="0">
                <a:latin typeface="Times New Roman" pitchFamily="18" charset="0"/>
                <a:ea typeface="돋움" pitchFamily="50" charset="-127"/>
                <a:cs typeface="Times New Roman" pitchFamily="18" charset="0"/>
              </a:rPr>
              <a:t> </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Gear</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② </a:t>
            </a:r>
            <a:r>
              <a:rPr lang="ko-KR" altLang="en-US"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Bộ</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giảm</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tốc</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Belt</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Chain</a:t>
            </a:r>
            <a:endParaRPr lang="ko-KR" altLang="en-US" sz="900">
              <a:latin typeface="Times New Roman" pitchFamily="18" charset="0"/>
              <a:ea typeface="돋움" pitchFamily="50" charset="-127"/>
              <a:cs typeface="Times New Roman" pitchFamily="18" charset="0"/>
            </a:endParaRPr>
          </a:p>
        </p:txBody>
      </p:sp>
      <p:sp>
        <p:nvSpPr>
          <p:cNvPr id="43" name="Rectangle 42"/>
          <p:cNvSpPr/>
          <p:nvPr/>
        </p:nvSpPr>
        <p:spPr>
          <a:xfrm>
            <a:off x="304800" y="1792087"/>
            <a:ext cx="3429000" cy="646331"/>
          </a:xfrm>
          <a:prstGeom prst="rect">
            <a:avLst/>
          </a:prstGeom>
        </p:spPr>
        <p:txBody>
          <a:bodyPr>
            <a:spAutoFit/>
          </a:bodyPr>
          <a:lstStyle/>
          <a:p>
            <a:r>
              <a:rPr lang="en-US" altLang="ko-KR" sz="900">
                <a:latin typeface="Times New Roman" pitchFamily="18" charset="0"/>
                <a:ea typeface="돋움" pitchFamily="50" charset="-127"/>
                <a:cs typeface="Times New Roman" pitchFamily="18" charset="0"/>
              </a:rPr>
              <a:t>2. Key được gọi là key chìm, được gia công ở cả trục và Bose, </a:t>
            </a:r>
            <a:endParaRPr lang="en-US" altLang="ko-KR" sz="900" smtClean="0">
              <a:latin typeface="Times New Roman" pitchFamily="18" charset="0"/>
              <a:ea typeface="돋움" pitchFamily="50" charset="-127"/>
              <a:cs typeface="Times New Roman" pitchFamily="18" charset="0"/>
            </a:endParaRPr>
          </a:p>
          <a:p>
            <a:r>
              <a:rPr lang="en-US" altLang="ko-KR" sz="900" smtClean="0">
                <a:latin typeface="Times New Roman" pitchFamily="18" charset="0"/>
                <a:ea typeface="돋움" pitchFamily="50" charset="-127"/>
                <a:cs typeface="Times New Roman" pitchFamily="18" charset="0"/>
              </a:rPr>
              <a:t>có </a:t>
            </a:r>
            <a:r>
              <a:rPr lang="en-US" altLang="ko-KR" sz="900">
                <a:latin typeface="Times New Roman" pitchFamily="18" charset="0"/>
                <a:ea typeface="돋움" pitchFamily="50" charset="-127"/>
                <a:cs typeface="Times New Roman" pitchFamily="18" charset="0"/>
              </a:rPr>
              <a:t>mặt cắt hình vuông hoặc hình chữ nhật gọi là ?</a:t>
            </a:r>
          </a:p>
          <a:p>
            <a:r>
              <a:rPr lang="en-US" altLang="ko-KR" sz="900">
                <a:latin typeface="Times New Roman" pitchFamily="18" charset="0"/>
                <a:ea typeface="돋움" pitchFamily="50" charset="-127"/>
                <a:cs typeface="Times New Roman" pitchFamily="18" charset="0"/>
              </a:rPr>
              <a:t>① Key ma sát (saddle key)</a:t>
            </a:r>
            <a:r>
              <a:rPr lang="ko-KR" altLang="en-US"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Key </a:t>
            </a:r>
            <a:r>
              <a:rPr lang="en-US" altLang="ko-KR" sz="900">
                <a:latin typeface="Times New Roman" pitchFamily="18" charset="0"/>
                <a:ea typeface="돋움" pitchFamily="50" charset="-127"/>
                <a:cs typeface="Times New Roman" pitchFamily="18" charset="0"/>
              </a:rPr>
              <a:t>trơn</a:t>
            </a:r>
            <a:r>
              <a:rPr lang="ko-KR" altLang="en-US" sz="900">
                <a:latin typeface="Times New Roman" pitchFamily="18" charset="0"/>
                <a:ea typeface="돋움" pitchFamily="50" charset="-127"/>
                <a:cs typeface="Times New Roman" pitchFamily="18" charset="0"/>
              </a:rPr>
              <a:t> </a:t>
            </a:r>
          </a:p>
          <a:p>
            <a:r>
              <a:rPr lang="ko-KR" altLang="en-US" sz="900" smtClean="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Key phẳng</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(Flat key) </a:t>
            </a:r>
            <a:r>
              <a:rPr lang="ko-KR" altLang="en-US"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Key </a:t>
            </a:r>
            <a:r>
              <a:rPr lang="en-US" altLang="ko-KR" sz="900">
                <a:latin typeface="Times New Roman" pitchFamily="18" charset="0"/>
                <a:ea typeface="돋움" pitchFamily="50" charset="-127"/>
                <a:cs typeface="Times New Roman" pitchFamily="18" charset="0"/>
              </a:rPr>
              <a:t>thường ( Sunk key</a:t>
            </a:r>
            <a:r>
              <a:rPr lang="en-US" altLang="ko-KR" sz="900" smtClean="0">
                <a:latin typeface="Times New Roman" pitchFamily="18" charset="0"/>
                <a:ea typeface="돋움" pitchFamily="50" charset="-127"/>
                <a:cs typeface="Times New Roman" pitchFamily="18" charset="0"/>
              </a:rPr>
              <a:t>)</a:t>
            </a:r>
            <a:endParaRPr lang="ko-KR" altLang="en-US" sz="900">
              <a:latin typeface="Times New Roman" pitchFamily="18" charset="0"/>
              <a:ea typeface="돋움" pitchFamily="50" charset="-127"/>
              <a:cs typeface="Times New Roman" pitchFamily="18" charset="0"/>
            </a:endParaRPr>
          </a:p>
        </p:txBody>
      </p:sp>
      <p:sp>
        <p:nvSpPr>
          <p:cNvPr id="44" name="Rectangle 80"/>
          <p:cNvSpPr>
            <a:spLocks noChangeArrowheads="1"/>
          </p:cNvSpPr>
          <p:nvPr/>
        </p:nvSpPr>
        <p:spPr bwMode="auto">
          <a:xfrm>
            <a:off x="3395698" y="2658070"/>
            <a:ext cx="3125787"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itchFamily="18" charset="0"/>
                <a:ea typeface="돋움" pitchFamily="50" charset="-127"/>
                <a:cs typeface="Times New Roman" pitchFamily="18" charset="0"/>
              </a:rPr>
              <a:t>14.Chọn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không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phân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loại</a:t>
            </a:r>
            <a:r>
              <a:rPr lang="en-US" altLang="ko-KR" sz="900" smtClean="0">
                <a:latin typeface="Times New Roman" pitchFamily="18" charset="0"/>
                <a:ea typeface="돋움" pitchFamily="50" charset="-127"/>
                <a:cs typeface="Times New Roman" pitchFamily="18" charset="0"/>
              </a:rPr>
              <a:t> Ball Screw </a:t>
            </a:r>
            <a:r>
              <a:rPr lang="en-US" altLang="ko-KR" sz="900" err="1" smtClean="0">
                <a:latin typeface="Times New Roman" pitchFamily="18" charset="0"/>
                <a:ea typeface="돋움" pitchFamily="50" charset="-127"/>
                <a:cs typeface="Times New Roman" pitchFamily="18" charset="0"/>
              </a:rPr>
              <a:t>theo</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phương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thức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trọng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đặt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trước</a:t>
            </a:r>
            <a:r>
              <a:rPr lang="en-US" altLang="ko-KR" sz="900" smtClean="0">
                <a:latin typeface="Times New Roman" pitchFamily="18" charset="0"/>
                <a:ea typeface="돋움" pitchFamily="50" charset="-127"/>
                <a:cs typeface="Times New Roman" pitchFamily="18" charset="0"/>
              </a:rPr>
              <a:t> ( Preloaded)?</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Deflectors Type</a:t>
            </a:r>
          </a:p>
          <a:p>
            <a:pPr eaLnBrk="1" hangingPunct="1"/>
            <a:r>
              <a:rPr lang="en-US" altLang="ko-KR" sz="900">
                <a:latin typeface="Times New Roman" pitchFamily="18" charset="0"/>
                <a:ea typeface="돋움" pitchFamily="50" charset="-127"/>
                <a:cs typeface="Times New Roman" pitchFamily="18" charset="0"/>
              </a:rPr>
              <a:t>② Double Nut Type</a:t>
            </a:r>
          </a:p>
          <a:p>
            <a:pPr eaLnBrk="1" hangingPunct="1"/>
            <a:r>
              <a:rPr lang="en-US" altLang="ko-KR" sz="900" smtClean="0">
                <a:latin typeface="Times New Roman" pitchFamily="18" charset="0"/>
                <a:ea typeface="돋움" pitchFamily="50" charset="-127"/>
                <a:cs typeface="Times New Roman" pitchFamily="18" charset="0"/>
              </a:rPr>
              <a:t>③ Offset </a:t>
            </a:r>
            <a:r>
              <a:rPr lang="en-US" altLang="ko-KR" sz="900">
                <a:latin typeface="Times New Roman" pitchFamily="18" charset="0"/>
                <a:ea typeface="돋움" pitchFamily="50" charset="-127"/>
                <a:cs typeface="Times New Roman" pitchFamily="18" charset="0"/>
              </a:rPr>
              <a:t>Preload Type)</a:t>
            </a:r>
          </a:p>
          <a:p>
            <a:pPr eaLnBrk="1" hangingPunct="1"/>
            <a:r>
              <a:rPr lang="en-US"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Static </a:t>
            </a:r>
            <a:r>
              <a:rPr lang="en-US" altLang="ko-KR" sz="900">
                <a:latin typeface="Times New Roman" pitchFamily="18" charset="0"/>
                <a:ea typeface="돋움" pitchFamily="50" charset="-127"/>
                <a:cs typeface="Times New Roman" pitchFamily="18" charset="0"/>
              </a:rPr>
              <a:t>Pressure Preload </a:t>
            </a:r>
            <a:r>
              <a:rPr lang="en-US" altLang="ko-KR" sz="900" smtClean="0">
                <a:latin typeface="Times New Roman" pitchFamily="18" charset="0"/>
                <a:ea typeface="돋움" pitchFamily="50" charset="-127"/>
                <a:cs typeface="Times New Roman" pitchFamily="18" charset="0"/>
              </a:rPr>
              <a:t>Type ( </a:t>
            </a:r>
            <a:r>
              <a:rPr lang="en-US" altLang="ko-KR" sz="900" err="1" smtClean="0">
                <a:latin typeface="Times New Roman" pitchFamily="18" charset="0"/>
                <a:ea typeface="돋움" pitchFamily="50" charset="-127"/>
                <a:cs typeface="Times New Roman" pitchFamily="18" charset="0"/>
              </a:rPr>
              <a:t>Loại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tải</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trước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suất</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tĩnh</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p:txBody>
      </p:sp>
      <p:sp>
        <p:nvSpPr>
          <p:cNvPr id="45" name="Rectangle 75"/>
          <p:cNvSpPr>
            <a:spLocks noChangeArrowheads="1"/>
          </p:cNvSpPr>
          <p:nvPr/>
        </p:nvSpPr>
        <p:spPr bwMode="auto">
          <a:xfrm>
            <a:off x="3395663" y="4597588"/>
            <a:ext cx="34290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cs typeface="Times New Roman" pitchFamily="18" charset="0"/>
              </a:rPr>
              <a:t>16. </a:t>
            </a:r>
            <a:r>
              <a:rPr lang="en-US" altLang="ko-KR" sz="900" err="1" smtClean="0">
                <a:latin typeface="Times New Roman" pitchFamily="18" charset="0"/>
                <a:cs typeface="Times New Roman" pitchFamily="18" charset="0"/>
              </a:rPr>
              <a:t>Chọn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đáp</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án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không</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phải</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là</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thiết</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bị</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đo</a:t>
            </a:r>
            <a:r>
              <a:rPr lang="en-US" altLang="ko-KR" sz="900" smtClean="0">
                <a:latin typeface="Times New Roman" pitchFamily="18" charset="0"/>
                <a:cs typeface="Times New Roman" pitchFamily="18" charset="0"/>
              </a:rPr>
              <a:t>?</a:t>
            </a:r>
            <a:endParaRPr lang="en-US" altLang="ko-KR" sz="900">
              <a:latin typeface="Times New Roman" pitchFamily="18" charset="0"/>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Gap Gauge </a:t>
            </a:r>
            <a:r>
              <a:rPr lang="en-US" altLang="ko-KR" sz="900" smtClean="0">
                <a:latin typeface="Times New Roman" pitchFamily="18" charset="0"/>
                <a:ea typeface="돋움" pitchFamily="50" charset="-127"/>
                <a:cs typeface="Times New Roman" pitchFamily="18" charset="0"/>
              </a:rPr>
              <a:t>              </a:t>
            </a:r>
            <a:r>
              <a:rPr lang="ko-KR" altLang="en-US"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Micrometer</a:t>
            </a:r>
            <a:r>
              <a:rPr lang="ko-KR" altLang="en-US" sz="900" smtClean="0">
                <a:latin typeface="Times New Roman" pitchFamily="18" charset="0"/>
                <a:ea typeface="돋움" pitchFamily="50" charset="-127"/>
                <a:cs typeface="Times New Roman" pitchFamily="18" charset="0"/>
              </a:rPr>
              <a:t>     </a:t>
            </a:r>
            <a:endParaRPr lang="ko-KR" altLang="en-US" sz="900">
              <a:latin typeface="Times New Roman" pitchFamily="18" charset="0"/>
              <a:ea typeface="돋움" pitchFamily="50" charset="-127"/>
              <a:cs typeface="Times New Roman" pitchFamily="18" charset="0"/>
            </a:endParaRPr>
          </a:p>
          <a:p>
            <a:pPr eaLnBrk="1" hangingPunct="1"/>
            <a:r>
              <a:rPr lang="ko-KR" altLang="en-US"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Vrnier calipers</a:t>
            </a:r>
            <a:r>
              <a:rPr lang="ko-KR" altLang="en-US" sz="900">
                <a:latin typeface="Times New Roman" pitchFamily="18" charset="0"/>
                <a:ea typeface="돋움" pitchFamily="50" charset="-127"/>
                <a:cs typeface="Times New Roman" pitchFamily="18" charset="0"/>
              </a:rPr>
              <a:t> </a:t>
            </a:r>
            <a:r>
              <a:rPr lang="ko-KR" altLang="en-US" sz="900" smtClean="0">
                <a:latin typeface="Times New Roman" pitchFamily="18" charset="0"/>
                <a:ea typeface="돋움" pitchFamily="50" charset="-127"/>
                <a:cs typeface="Times New Roman" pitchFamily="18" charset="0"/>
              </a:rPr>
              <a:t>        ④ </a:t>
            </a:r>
            <a:r>
              <a:rPr lang="en-US" altLang="ko-KR" sz="900" err="1" smtClean="0">
                <a:latin typeface="Times New Roman" pitchFamily="18" charset="0"/>
                <a:ea typeface="돋움" pitchFamily="50" charset="-127"/>
                <a:cs typeface="Times New Roman" pitchFamily="18" charset="0"/>
              </a:rPr>
              <a:t>Thước</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cặp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đo</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chiều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cao</a:t>
            </a:r>
            <a:r>
              <a:rPr lang="en-US" altLang="ko-KR" sz="900" smtClean="0">
                <a:latin typeface="Times New Roman" pitchFamily="18" charset="0"/>
                <a:ea typeface="돋움" pitchFamily="50" charset="-127"/>
                <a:cs typeface="Times New Roman" pitchFamily="18" charset="0"/>
              </a:rPr>
              <a:t> ( Height gauge)</a:t>
            </a:r>
            <a:endParaRPr lang="ko-KR" altLang="en-US" sz="900">
              <a:latin typeface="Times New Roman" pitchFamily="18" charset="0"/>
              <a:ea typeface="돋움" pitchFamily="50" charset="-127"/>
              <a:cs typeface="Times New Roman" pitchFamily="18" charset="0"/>
            </a:endParaRPr>
          </a:p>
        </p:txBody>
      </p:sp>
      <p:sp>
        <p:nvSpPr>
          <p:cNvPr id="4" name="Rectangle 3"/>
          <p:cNvSpPr/>
          <p:nvPr/>
        </p:nvSpPr>
        <p:spPr>
          <a:xfrm>
            <a:off x="304800" y="4267218"/>
            <a:ext cx="3429000" cy="507831"/>
          </a:xfrm>
          <a:prstGeom prst="rect">
            <a:avLst/>
          </a:prstGeom>
        </p:spPr>
        <p:txBody>
          <a:bodyPr>
            <a:spAutoFit/>
          </a:bodyPr>
          <a:lstStyle/>
          <a:p>
            <a:pPr marL="457200" indent="-457200"/>
            <a:r>
              <a:rPr lang="en-US" altLang="ko-KR" sz="900" smtClean="0">
                <a:latin typeface="Times New Roman" pitchFamily="18" charset="0"/>
                <a:cs typeface="Times New Roman" pitchFamily="18" charset="0"/>
              </a:rPr>
              <a:t>6.Cái </a:t>
            </a:r>
            <a:r>
              <a:rPr lang="en-US" altLang="ko-KR" sz="900">
                <a:latin typeface="Times New Roman" pitchFamily="18" charset="0"/>
                <a:cs typeface="Times New Roman" pitchFamily="18" charset="0"/>
              </a:rPr>
              <a:t>nào không liên quan đến đối sách chống long của đinh ốc?</a:t>
            </a:r>
          </a:p>
          <a:p>
            <a:pPr marL="457200" indent="-457200"/>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Vòng đệm vênh(Spring washer</a:t>
            </a:r>
            <a:r>
              <a:rPr lang="en-US" altLang="ko-KR" sz="900" smtClean="0">
                <a:latin typeface="Times New Roman" pitchFamily="18" charset="0"/>
                <a:cs typeface="Times New Roman" pitchFamily="18" charset="0"/>
              </a:rPr>
              <a:t>)</a:t>
            </a:r>
            <a:r>
              <a:rPr lang="ko-KR" altLang="en-US" sz="900">
                <a:latin typeface="Times New Roman" pitchFamily="18" charset="0"/>
                <a:cs typeface="Times New Roman" pitchFamily="18" charset="0"/>
              </a:rPr>
              <a:t> </a:t>
            </a:r>
            <a:r>
              <a:rPr lang="ko-KR" altLang="en-US" sz="900" smtClean="0">
                <a:latin typeface="Times New Roman" pitchFamily="18" charset="0"/>
                <a:cs typeface="Times New Roman" pitchFamily="18" charset="0"/>
              </a:rPr>
              <a:t>             ② </a:t>
            </a:r>
            <a:r>
              <a:rPr lang="en-US" altLang="ko-KR" sz="900">
                <a:latin typeface="Times New Roman" pitchFamily="18" charset="0"/>
                <a:cs typeface="Times New Roman" pitchFamily="18" charset="0"/>
              </a:rPr>
              <a:t>Power lock</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③ </a:t>
            </a:r>
            <a:r>
              <a:rPr lang="en-US" altLang="ko-KR" sz="900">
                <a:latin typeface="Times New Roman" pitchFamily="18" charset="0"/>
                <a:cs typeface="Times New Roman" pitchFamily="18" charset="0"/>
              </a:rPr>
              <a:t>Vòng đệm </a:t>
            </a:r>
            <a:r>
              <a:rPr lang="en-US" altLang="ko-KR" sz="900" smtClean="0">
                <a:latin typeface="Times New Roman" pitchFamily="18" charset="0"/>
                <a:cs typeface="Times New Roman" pitchFamily="18" charset="0"/>
              </a:rPr>
              <a:t>răng</a:t>
            </a:r>
            <a:r>
              <a:rPr lang="ko-KR" altLang="en-US" sz="900">
                <a:latin typeface="Times New Roman" pitchFamily="18" charset="0"/>
                <a:cs typeface="Times New Roman" pitchFamily="18" charset="0"/>
              </a:rPr>
              <a:t> </a:t>
            </a:r>
            <a:r>
              <a:rPr lang="ko-KR" altLang="en-US" sz="900" smtClean="0">
                <a:latin typeface="Times New Roman" pitchFamily="18" charset="0"/>
                <a:cs typeface="Times New Roman" pitchFamily="18" charset="0"/>
              </a:rPr>
              <a:t>                                       ④ </a:t>
            </a:r>
            <a:r>
              <a:rPr lang="en-US" altLang="ko-KR" sz="900">
                <a:latin typeface="Times New Roman" pitchFamily="18" charset="0"/>
                <a:cs typeface="Times New Roman" pitchFamily="18" charset="0"/>
              </a:rPr>
              <a:t>Lock nut</a:t>
            </a:r>
            <a:r>
              <a:rPr lang="ko-KR" altLang="en-US" sz="900">
                <a:latin typeface="Times New Roman" pitchFamily="18" charset="0"/>
                <a:cs typeface="Times New Roman" pitchFamily="18" charset="0"/>
              </a:rPr>
              <a:t> </a:t>
            </a:r>
          </a:p>
        </p:txBody>
      </p:sp>
      <p:sp>
        <p:nvSpPr>
          <p:cNvPr id="5" name="Rectangle 4"/>
          <p:cNvSpPr/>
          <p:nvPr/>
        </p:nvSpPr>
        <p:spPr>
          <a:xfrm>
            <a:off x="3403600" y="1667471"/>
            <a:ext cx="3429000" cy="1061829"/>
          </a:xfrm>
          <a:prstGeom prst="rect">
            <a:avLst/>
          </a:prstGeom>
        </p:spPr>
        <p:txBody>
          <a:bodyPr>
            <a:spAutoFit/>
          </a:bodyPr>
          <a:lstStyle/>
          <a:p>
            <a:pPr marL="457200" indent="-457200"/>
            <a:r>
              <a:rPr lang="en-US" altLang="ko-KR" sz="900" smtClean="0">
                <a:latin typeface="Times New Roman" pitchFamily="18" charset="0"/>
                <a:cs typeface="Times New Roman" pitchFamily="18" charset="0"/>
              </a:rPr>
              <a:t>13. </a:t>
            </a:r>
            <a:r>
              <a:rPr lang="en-US" altLang="ko-KR" sz="900">
                <a:latin typeface="Times New Roman" pitchFamily="18" charset="0"/>
                <a:cs typeface="Times New Roman" pitchFamily="18" charset="0"/>
              </a:rPr>
              <a:t>Tên gọi của bánh răng cho trục so le có hình dạng như </a:t>
            </a:r>
            <a:r>
              <a:rPr lang="en-US" altLang="ko-KR" sz="900" smtClean="0">
                <a:latin typeface="Times New Roman" pitchFamily="18" charset="0"/>
                <a:cs typeface="Times New Roman" pitchFamily="18" charset="0"/>
              </a:rPr>
              <a:t> sau</a:t>
            </a:r>
            <a:r>
              <a:rPr lang="en-US" altLang="ko-KR" sz="900">
                <a:latin typeface="Times New Roman" pitchFamily="18" charset="0"/>
                <a:cs typeface="Times New Roman" pitchFamily="18" charset="0"/>
              </a:rPr>
              <a:t>?</a:t>
            </a:r>
          </a:p>
          <a:p>
            <a:pPr marL="457200" indent="-457200"/>
            <a:endParaRPr lang="en-US" altLang="ko-KR" sz="900">
              <a:latin typeface="Times New Roman" pitchFamily="18" charset="0"/>
              <a:cs typeface="Times New Roman" pitchFamily="18" charset="0"/>
            </a:endParaRPr>
          </a:p>
          <a:p>
            <a:pPr marL="457200" indent="-457200"/>
            <a:r>
              <a:rPr lang="en-US" altLang="ko-KR" sz="900" smtClean="0">
                <a:latin typeface="Times New Roman" pitchFamily="18" charset="0"/>
                <a:cs typeface="Times New Roman" pitchFamily="18" charset="0"/>
              </a:rPr>
              <a:t>① </a:t>
            </a:r>
            <a:r>
              <a:rPr lang="ko-KR" altLang="ko-KR" sz="900">
                <a:latin typeface="Times New Roman" pitchFamily="18" charset="0"/>
                <a:cs typeface="Times New Roman" pitchFamily="18" charset="0"/>
              </a:rPr>
              <a:t>Helical Gear </a:t>
            </a:r>
            <a:endParaRPr lang="en-US" altLang="ko-KR"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② </a:t>
            </a:r>
            <a:r>
              <a:rPr lang="en-US" altLang="ko-KR" sz="900">
                <a:latin typeface="Times New Roman" pitchFamily="18" charset="0"/>
                <a:cs typeface="Times New Roman" pitchFamily="18" charset="0"/>
              </a:rPr>
              <a:t>Double </a:t>
            </a:r>
            <a:r>
              <a:rPr lang="ko-KR" altLang="ko-KR" sz="900">
                <a:latin typeface="Times New Roman" pitchFamily="18" charset="0"/>
                <a:cs typeface="Times New Roman" pitchFamily="18" charset="0"/>
              </a:rPr>
              <a:t>Helical Gear</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③ </a:t>
            </a:r>
            <a:r>
              <a:rPr lang="ko-KR" altLang="ko-KR" sz="900">
                <a:latin typeface="Times New Roman" pitchFamily="18" charset="0"/>
                <a:cs typeface="Times New Roman" pitchFamily="18" charset="0"/>
              </a:rPr>
              <a:t>Rack</a:t>
            </a:r>
            <a:r>
              <a:rPr lang="en-US" altLang="ko-KR" sz="900">
                <a:latin typeface="Times New Roman" pitchFamily="18" charset="0"/>
                <a:cs typeface="Times New Roman" pitchFamily="18" charset="0"/>
              </a:rPr>
              <a:t> Gear</a:t>
            </a:r>
            <a:endParaRPr lang="ko-KR" altLang="en-US" sz="900">
              <a:latin typeface="Times New Roman" pitchFamily="18" charset="0"/>
              <a:cs typeface="Times New Roman" pitchFamily="18" charset="0"/>
            </a:endParaRPr>
          </a:p>
          <a:p>
            <a:pPr marL="457200" indent="-457200"/>
            <a:r>
              <a:rPr lang="ko-KR" altLang="en-US" sz="900" smtClean="0">
                <a:latin typeface="Times New Roman" pitchFamily="18" charset="0"/>
                <a:cs typeface="Times New Roman" pitchFamily="18" charset="0"/>
              </a:rPr>
              <a:t>④ </a:t>
            </a:r>
            <a:r>
              <a:rPr lang="en-US" altLang="ko-KR" sz="900">
                <a:latin typeface="Times New Roman" pitchFamily="18" charset="0"/>
                <a:cs typeface="Times New Roman" pitchFamily="18" charset="0"/>
              </a:rPr>
              <a:t>W</a:t>
            </a:r>
            <a:r>
              <a:rPr lang="ko-KR" altLang="ko-KR" sz="900">
                <a:latin typeface="Times New Roman" pitchFamily="18" charset="0"/>
                <a:cs typeface="Times New Roman" pitchFamily="18" charset="0"/>
              </a:rPr>
              <a:t>orm gear </a:t>
            </a:r>
            <a:endParaRPr lang="en-US" altLang="ko-KR" sz="900">
              <a:latin typeface="Times New Roman" pitchFamily="18" charset="0"/>
              <a:cs typeface="Times New Roman" pitchFamily="18" charset="0"/>
            </a:endParaRPr>
          </a:p>
          <a:p>
            <a:pPr marL="457200" indent="-457200"/>
            <a:endParaRPr lang="ko-KR" altLang="en-US" sz="900">
              <a:latin typeface="Times New Roman" pitchFamily="18" charset="0"/>
              <a:cs typeface="Times New Roman" pitchFamily="18" charset="0"/>
            </a:endParaRPr>
          </a:p>
        </p:txBody>
      </p:sp>
      <p:pic>
        <p:nvPicPr>
          <p:cNvPr id="51" name="Picture 13"/>
          <p:cNvPicPr>
            <a:picLocks noChangeAspect="1" noChangeArrowheads="1"/>
          </p:cNvPicPr>
          <p:nvPr/>
        </p:nvPicPr>
        <p:blipFill>
          <a:blip r:embed="rId3">
            <a:lum bright="30000"/>
            <a:extLst>
              <a:ext uri="{28A0092B-C50C-407E-A947-70E740481C1C}">
                <a14:useLocalDpi xmlns:a14="http://schemas.microsoft.com/office/drawing/2010/main" val="0"/>
              </a:ext>
            </a:extLst>
          </a:blip>
          <a:srcRect/>
          <a:stretch>
            <a:fillRect/>
          </a:stretch>
        </p:blipFill>
        <p:spPr bwMode="auto">
          <a:xfrm>
            <a:off x="4876800" y="1843620"/>
            <a:ext cx="1143000" cy="831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Rectangle 58"/>
          <p:cNvSpPr>
            <a:spLocks noChangeArrowheads="1"/>
          </p:cNvSpPr>
          <p:nvPr/>
        </p:nvSpPr>
        <p:spPr bwMode="auto">
          <a:xfrm>
            <a:off x="3390900" y="5179486"/>
            <a:ext cx="3124200" cy="5355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itchFamily="18" charset="0"/>
                <a:cs typeface="Times New Roman" pitchFamily="18" charset="0"/>
              </a:rPr>
              <a:t>17. </a:t>
            </a:r>
            <a:r>
              <a:rPr lang="en-US" altLang="ko-KR" sz="900" err="1" smtClean="0">
                <a:latin typeface="Times New Roman" pitchFamily="18" charset="0"/>
                <a:cs typeface="Times New Roman" pitchFamily="18" charset="0"/>
              </a:rPr>
              <a:t>Nếu</a:t>
            </a:r>
            <a:r>
              <a:rPr lang="en-US" altLang="ko-KR" sz="900" smtClean="0">
                <a:latin typeface="Times New Roman" pitchFamily="18" charset="0"/>
                <a:cs typeface="Times New Roman" pitchFamily="18" charset="0"/>
              </a:rPr>
              <a:t> chia </a:t>
            </a:r>
            <a:r>
              <a:rPr lang="en-US" altLang="ko-KR" sz="900" err="1" smtClean="0">
                <a:latin typeface="Times New Roman" pitchFamily="18" charset="0"/>
                <a:cs typeface="Times New Roman" pitchFamily="18" charset="0"/>
              </a:rPr>
              <a:t>một</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vạch</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của</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thước</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chính</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quả</a:t>
            </a:r>
            <a:r>
              <a:rPr lang="en-US" altLang="ko-KR" sz="900" smtClean="0">
                <a:latin typeface="Times New Roman" pitchFamily="18" charset="0"/>
                <a:cs typeface="Times New Roman" pitchFamily="18" charset="0"/>
              </a:rPr>
              <a:t> Vernier Calipers </a:t>
            </a:r>
            <a:r>
              <a:rPr lang="en-US" altLang="ko-KR" sz="900" err="1" smtClean="0">
                <a:latin typeface="Times New Roman" pitchFamily="18" charset="0"/>
                <a:cs typeface="Times New Roman" pitchFamily="18" charset="0"/>
              </a:rPr>
              <a:t>ra</a:t>
            </a:r>
            <a:r>
              <a:rPr lang="en-US" altLang="ko-KR" sz="900" smtClean="0">
                <a:latin typeface="Times New Roman" pitchFamily="18" charset="0"/>
                <a:cs typeface="Times New Roman" pitchFamily="18" charset="0"/>
              </a:rPr>
              <a:t> 20 </a:t>
            </a:r>
            <a:r>
              <a:rPr lang="en-US" altLang="ko-KR" sz="900" err="1" smtClean="0">
                <a:latin typeface="Times New Roman" pitchFamily="18" charset="0"/>
                <a:cs typeface="Times New Roman" pitchFamily="18" charset="0"/>
              </a:rPr>
              <a:t>lần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thì</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được</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bao</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nhiêu</a:t>
            </a:r>
            <a:r>
              <a:rPr lang="en-US" altLang="ko-KR" sz="900" smtClean="0">
                <a:latin typeface="Times New Roman" pitchFamily="18" charset="0"/>
                <a:cs typeface="Times New Roman" pitchFamily="18" charset="0"/>
              </a:rPr>
              <a:t>?</a:t>
            </a:r>
            <a:endParaRPr lang="en-US" altLang="ko-KR" sz="900">
              <a:latin typeface="Times New Roman" pitchFamily="18" charset="0"/>
              <a:cs typeface="Times New Roman" pitchFamily="18" charset="0"/>
            </a:endParaRPr>
          </a:p>
          <a:p>
            <a:pPr eaLnBrk="1" hangingPunct="1">
              <a:lnSpc>
                <a:spcPct val="120000"/>
              </a:lnSpc>
            </a:pPr>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0.2mm     ② 0.02mm     ③ 0.5mm     ④ 0.05mm</a:t>
            </a:r>
          </a:p>
        </p:txBody>
      </p:sp>
      <p:sp>
        <p:nvSpPr>
          <p:cNvPr id="29" name="Rectangle 21"/>
          <p:cNvSpPr>
            <a:spLocks noChangeArrowheads="1"/>
          </p:cNvSpPr>
          <p:nvPr/>
        </p:nvSpPr>
        <p:spPr bwMode="auto">
          <a:xfrm>
            <a:off x="304800" y="4800600"/>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7</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Biểu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hiện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đúng</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về</a:t>
            </a:r>
            <a:r>
              <a:rPr lang="en-US" altLang="ko-KR" sz="900" smtClean="0">
                <a:latin typeface="Times New Roman" pitchFamily="18" charset="0"/>
                <a:ea typeface="돋움" pitchFamily="50" charset="-127"/>
                <a:cs typeface="Times New Roman" pitchFamily="18" charset="0"/>
              </a:rPr>
              <a:t> Size </a:t>
            </a:r>
            <a:r>
              <a:rPr lang="en-US" altLang="ko-KR" sz="900" err="1" smtClean="0">
                <a:latin typeface="Times New Roman" pitchFamily="18" charset="0"/>
                <a:ea typeface="돋움" pitchFamily="50" charset="-127"/>
                <a:cs typeface="Times New Roman" pitchFamily="18" charset="0"/>
              </a:rPr>
              <a:t>theo</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đơn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vị</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①</a:t>
            </a:r>
            <a:r>
              <a:rPr lang="en-US" altLang="ko-KR" sz="900" b="1"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&lt; ㎜ &lt; ㎝ &lt; m</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&lt; </a:t>
            </a:r>
            <a:r>
              <a:rPr lang="en-US" altLang="ko-KR" sz="900" err="1">
                <a:latin typeface="Times New Roman" pitchFamily="18" charset="0"/>
                <a:ea typeface="돋움" pitchFamily="50" charset="-127"/>
                <a:cs typeface="Times New Roman" pitchFamily="18" charset="0"/>
              </a:rPr>
              <a:t>dm</a:t>
            </a:r>
            <a:endParaRPr lang="en-US" altLang="ko-KR" sz="900">
              <a:latin typeface="Times New Roman" pitchFamily="18" charset="0"/>
              <a:ea typeface="돋움" pitchFamily="50" charset="-127"/>
              <a:cs typeface="Times New Roman" pitchFamily="18" charset="0"/>
            </a:endParaRPr>
          </a:p>
          <a:p>
            <a:pPr eaLnBrk="1" hangingPunct="1"/>
            <a:r>
              <a:rPr lang="en-US" altLang="ko-KR" sz="900">
                <a:latin typeface="Times New Roman" pitchFamily="18" charset="0"/>
                <a:ea typeface="돋움" pitchFamily="50" charset="-127"/>
                <a:cs typeface="Times New Roman" pitchFamily="18" charset="0"/>
              </a:rPr>
              <a:t>  ② ㎚ &lt; ㎜ &lt; ㎝ &lt; m</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&lt; ㎛ </a:t>
            </a:r>
          </a:p>
          <a:p>
            <a:pPr eaLnBrk="1" hangingPunct="1"/>
            <a:r>
              <a:rPr lang="en-US" altLang="ko-KR" sz="900">
                <a:latin typeface="Times New Roman" pitchFamily="18" charset="0"/>
                <a:ea typeface="돋움" pitchFamily="50" charset="-127"/>
                <a:cs typeface="Times New Roman" pitchFamily="18" charset="0"/>
              </a:rPr>
              <a:t>  ③ ㎚ &lt; ㎛ &lt; ㎝ &lt; </a:t>
            </a:r>
            <a:r>
              <a:rPr lang="ko-KR" altLang="ko-KR" sz="900">
                <a:latin typeface="Times New Roman" pitchFamily="18" charset="0"/>
                <a:ea typeface="돋움" pitchFamily="50" charset="-127"/>
                <a:cs typeface="Times New Roman" pitchFamily="18" charset="0"/>
              </a:rPr>
              <a:t>㎜</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&lt; </a:t>
            </a:r>
            <a:r>
              <a:rPr lang="en-US" altLang="ko-KR" sz="900" b="1">
                <a:latin typeface="Times New Roman" pitchFamily="18" charset="0"/>
                <a:cs typeface="Times New Roman" pitchFamily="18" charset="0"/>
              </a:rPr>
              <a:t>Å</a:t>
            </a:r>
            <a:r>
              <a:rPr lang="en-US" altLang="ko-KR" sz="900">
                <a:latin typeface="Times New Roman" pitchFamily="18" charset="0"/>
                <a:ea typeface="돋움" pitchFamily="50" charset="-127"/>
                <a:cs typeface="Times New Roman" pitchFamily="18" charset="0"/>
              </a:rPr>
              <a:t> </a:t>
            </a:r>
          </a:p>
          <a:p>
            <a:pPr eaLnBrk="1" hangingPunct="1"/>
            <a:r>
              <a:rPr lang="en-US" altLang="ko-KR" sz="900">
                <a:latin typeface="Times New Roman" pitchFamily="18" charset="0"/>
                <a:ea typeface="돋움" pitchFamily="50" charset="-127"/>
                <a:cs typeface="Times New Roman" pitchFamily="18" charset="0"/>
              </a:rPr>
              <a:t>  ④ ㎛ &lt; ㎜ &lt; ㎝ &lt; </a:t>
            </a:r>
            <a:r>
              <a:rPr lang="en-US" altLang="ko-KR" sz="900" err="1">
                <a:latin typeface="Times New Roman" pitchFamily="18" charset="0"/>
                <a:ea typeface="돋움" pitchFamily="50" charset="-127"/>
                <a:cs typeface="Times New Roman" pitchFamily="18" charset="0"/>
              </a:rPr>
              <a:t>dm</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&lt; m</a:t>
            </a:r>
          </a:p>
        </p:txBody>
      </p:sp>
      <p:sp>
        <p:nvSpPr>
          <p:cNvPr id="30" name="Rectangle 29"/>
          <p:cNvSpPr/>
          <p:nvPr/>
        </p:nvSpPr>
        <p:spPr>
          <a:xfrm>
            <a:off x="304800" y="2935087"/>
            <a:ext cx="3429000" cy="646331"/>
          </a:xfrm>
          <a:prstGeom prst="rect">
            <a:avLst/>
          </a:prstGeom>
        </p:spPr>
        <p:txBody>
          <a:bodyPr>
            <a:spAutoFit/>
          </a:bodyPr>
          <a:lstStyle/>
          <a:p>
            <a:pPr marL="457200" indent="-457200"/>
            <a:r>
              <a:rPr lang="en-US" altLang="ko-KR" sz="900">
                <a:latin typeface="Times New Roman" pitchFamily="18" charset="0"/>
                <a:cs typeface="Times New Roman" pitchFamily="18" charset="0"/>
              </a:rPr>
              <a:t>4</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Phụ tùng nào sau đây giúp Ball không bị rơi ra ngay cả khi </a:t>
            </a:r>
          </a:p>
          <a:p>
            <a:pPr marL="457200" indent="-457200"/>
            <a:r>
              <a:rPr lang="en-US" altLang="ko-KR" sz="900">
                <a:latin typeface="Times New Roman" pitchFamily="18" charset="0"/>
                <a:cs typeface="Times New Roman" pitchFamily="18" charset="0"/>
              </a:rPr>
              <a:t>      tháo bỏ LM Block? </a:t>
            </a:r>
          </a:p>
          <a:p>
            <a:pPr marL="457200" indent="-457200"/>
            <a:r>
              <a:rPr lang="en-US" altLang="ko-KR" sz="900" smtClean="0">
                <a:latin typeface="Times New Roman" pitchFamily="18" charset="0"/>
                <a:cs typeface="Times New Roman" pitchFamily="18" charset="0"/>
              </a:rPr>
              <a:t>① </a:t>
            </a:r>
            <a:r>
              <a:rPr lang="en-US" altLang="ko-KR" sz="900">
                <a:latin typeface="Times New Roman" pitchFamily="18" charset="0"/>
                <a:cs typeface="Times New Roman" pitchFamily="18" charset="0"/>
              </a:rPr>
              <a:t>Base Plate             </a:t>
            </a:r>
            <a:r>
              <a:rPr lang="ko-KR" altLang="en-US" sz="900">
                <a:latin typeface="Times New Roman" pitchFamily="18" charset="0"/>
                <a:cs typeface="Times New Roman" pitchFamily="18" charset="0"/>
              </a:rPr>
              <a:t>② </a:t>
            </a:r>
            <a:r>
              <a:rPr lang="en-US" altLang="ko-KR" sz="900">
                <a:latin typeface="Times New Roman" pitchFamily="18" charset="0"/>
                <a:cs typeface="Times New Roman" pitchFamily="18" charset="0"/>
              </a:rPr>
              <a:t>End Plate</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③ </a:t>
            </a:r>
            <a:r>
              <a:rPr lang="en-US" altLang="ko-KR" sz="900">
                <a:latin typeface="Times New Roman" pitchFamily="18" charset="0"/>
                <a:cs typeface="Times New Roman" pitchFamily="18" charset="0"/>
              </a:rPr>
              <a:t>Side Seal</a:t>
            </a:r>
            <a:r>
              <a:rPr lang="ko-KR" altLang="en-US" sz="900">
                <a:latin typeface="Times New Roman" pitchFamily="18" charset="0"/>
                <a:cs typeface="Times New Roman" pitchFamily="18" charset="0"/>
              </a:rPr>
              <a:t>               ④ </a:t>
            </a:r>
            <a:r>
              <a:rPr lang="en-US" altLang="ko-KR" sz="900">
                <a:latin typeface="Times New Roman" pitchFamily="18" charset="0"/>
                <a:cs typeface="Times New Roman" pitchFamily="18" charset="0"/>
              </a:rPr>
              <a:t>Inner Seal </a:t>
            </a:r>
          </a:p>
        </p:txBody>
      </p:sp>
      <p:sp>
        <p:nvSpPr>
          <p:cNvPr id="31" name="Rectangle 30"/>
          <p:cNvSpPr/>
          <p:nvPr/>
        </p:nvSpPr>
        <p:spPr>
          <a:xfrm>
            <a:off x="3429000" y="1043970"/>
            <a:ext cx="3429000" cy="784830"/>
          </a:xfrm>
          <a:prstGeom prst="rect">
            <a:avLst/>
          </a:prstGeom>
        </p:spPr>
        <p:txBody>
          <a:bodyPr>
            <a:spAutoFit/>
          </a:bodyPr>
          <a:lstStyle/>
          <a:p>
            <a:pPr marL="457200" indent="-457200"/>
            <a:r>
              <a:rPr lang="en-US" altLang="ko-KR" sz="900" smtClean="0">
                <a:latin typeface="Times New Roman" pitchFamily="18" charset="0"/>
                <a:cs typeface="Times New Roman" pitchFamily="18" charset="0"/>
              </a:rPr>
              <a:t>12. </a:t>
            </a:r>
            <a:r>
              <a:rPr lang="en-US" altLang="ko-KR" sz="900">
                <a:latin typeface="Times New Roman" pitchFamily="18" charset="0"/>
                <a:cs typeface="Times New Roman" pitchFamily="18" charset="0"/>
              </a:rPr>
              <a:t>Tên gọi của đai ốc được biểu thị là </a:t>
            </a:r>
            <a:r>
              <a:rPr lang="en-US" altLang="ko-KR" sz="900" smtClean="0">
                <a:latin typeface="Times New Roman" pitchFamily="18" charset="0"/>
                <a:cs typeface="Times New Roman" pitchFamily="18" charset="0"/>
              </a:rPr>
              <a:t>L1N  </a:t>
            </a:r>
            <a:r>
              <a:rPr lang="en-US" altLang="ko-KR" sz="900">
                <a:latin typeface="Times New Roman" pitchFamily="18" charset="0"/>
                <a:cs typeface="Times New Roman" pitchFamily="18" charset="0"/>
              </a:rPr>
              <a:t>M30 × 3 – 2</a:t>
            </a:r>
            <a:r>
              <a:rPr lang="en-US" altLang="ko-KR" sz="900" smtClean="0">
                <a:latin typeface="Times New Roman" pitchFamily="18" charset="0"/>
                <a:cs typeface="Times New Roman" pitchFamily="18" charset="0"/>
              </a:rPr>
              <a:t> </a:t>
            </a:r>
            <a:endParaRPr lang="ko-KR" altLang="en-US" sz="900">
              <a:latin typeface="Times New Roman" pitchFamily="18" charset="0"/>
              <a:cs typeface="Times New Roman" pitchFamily="18" charset="0"/>
            </a:endParaRPr>
          </a:p>
          <a:p>
            <a:pPr marL="457200" indent="-457200"/>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Vậy khoảng cách một vòng xoáy là bao nhiêu? </a:t>
            </a:r>
          </a:p>
          <a:p>
            <a:pPr marL="457200" indent="-457200"/>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① 3 mm     ②  4 mm       ③ 2mm      ④ 6mm</a:t>
            </a:r>
          </a:p>
          <a:p>
            <a:pPr marL="457200" indent="-457200"/>
            <a:endParaRPr lang="ko-KR" altLang="en-US" sz="900">
              <a:latin typeface="Times New Roman" pitchFamily="18" charset="0"/>
              <a:cs typeface="Times New Roman" pitchFamily="18" charset="0"/>
            </a:endParaRPr>
          </a:p>
          <a:p>
            <a:pPr marL="457200" indent="-457200"/>
            <a:endParaRPr lang="ko-KR" altLang="en-US" sz="900">
              <a:latin typeface="Times New Roman" pitchFamily="18" charset="0"/>
              <a:cs typeface="Times New Roman" pitchFamily="18" charset="0"/>
            </a:endParaRPr>
          </a:p>
        </p:txBody>
      </p:sp>
      <p:sp>
        <p:nvSpPr>
          <p:cNvPr id="33" name="Rectangle 80"/>
          <p:cNvSpPr>
            <a:spLocks noChangeArrowheads="1"/>
          </p:cNvSpPr>
          <p:nvPr/>
        </p:nvSpPr>
        <p:spPr bwMode="auto">
          <a:xfrm>
            <a:off x="326428" y="5562600"/>
            <a:ext cx="3125788"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anose="02020603050405020304" pitchFamily="18" charset="0"/>
                <a:ea typeface="돋움" pitchFamily="50" charset="-127"/>
                <a:cs typeface="Times New Roman" panose="02020603050405020304" pitchFamily="18" charset="0"/>
              </a:rPr>
              <a:t>8</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Đâu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không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đặc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trưng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máy</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tốc</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① </a:t>
            </a:r>
            <a:r>
              <a:rPr lang="en-US" altLang="ko-KR" sz="900" err="1" smtClean="0">
                <a:latin typeface="Times New Roman" panose="02020603050405020304" pitchFamily="18" charset="0"/>
                <a:ea typeface="돋움" pitchFamily="50" charset="-127"/>
                <a:cs typeface="Times New Roman" panose="02020603050405020304" pitchFamily="18" charset="0"/>
              </a:rPr>
              <a:t>Loại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nhỏ</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có</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khả</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năng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truyền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tải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lớn</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② </a:t>
            </a:r>
            <a:r>
              <a:rPr lang="en-US" altLang="ko-KR" sz="900" smtClean="0">
                <a:latin typeface="Times New Roman" panose="02020603050405020304" pitchFamily="18" charset="0"/>
                <a:ea typeface="돋움" pitchFamily="50" charset="-127"/>
                <a:cs typeface="Times New Roman" panose="02020603050405020304" pitchFamily="18" charset="0"/>
              </a:rPr>
              <a:t>Không </a:t>
            </a:r>
            <a:r>
              <a:rPr lang="en-US" altLang="ko-KR" sz="900" err="1" smtClean="0">
                <a:latin typeface="Times New Roman" panose="02020603050405020304" pitchFamily="18" charset="0"/>
                <a:ea typeface="돋움" pitchFamily="50" charset="-127"/>
                <a:cs typeface="Times New Roman" panose="02020603050405020304" pitchFamily="18" charset="0"/>
              </a:rPr>
              <a:t>bị</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trơn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trượt</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nên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tỷ</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lệ</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tốc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ổn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định</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③ </a:t>
            </a:r>
            <a:r>
              <a:rPr lang="en-US" altLang="ko-KR" sz="900" err="1" smtClean="0">
                <a:latin typeface="Times New Roman" panose="02020603050405020304" pitchFamily="18" charset="0"/>
                <a:ea typeface="돋움" pitchFamily="50" charset="-127"/>
                <a:cs typeface="Times New Roman" panose="02020603050405020304" pitchFamily="18" charset="0"/>
              </a:rPr>
              <a:t>Tỷ</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lệ</a:t>
            </a:r>
            <a:r>
              <a:rPr lang="en-US" altLang="ko-KR" sz="900" smtClean="0">
                <a:latin typeface="Times New Roman" panose="02020603050405020304" pitchFamily="18" charset="0"/>
                <a:ea typeface="돋움" pitchFamily="50" charset="-127"/>
                <a:cs typeface="Times New Roman" panose="02020603050405020304" pitchFamily="18" charset="0"/>
              </a:rPr>
              <a:t> gia tốc và giảm tốc  </a:t>
            </a:r>
            <a:r>
              <a:rPr lang="en-US" altLang="ko-KR" sz="900" err="1" smtClean="0">
                <a:latin typeface="Times New Roman" panose="02020603050405020304" pitchFamily="18" charset="0"/>
                <a:ea typeface="돋움" pitchFamily="50" charset="-127"/>
                <a:cs typeface="Times New Roman" panose="02020603050405020304" pitchFamily="18" charset="0"/>
              </a:rPr>
              <a:t>lựa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chọn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trong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phạm</a:t>
            </a:r>
            <a:r>
              <a:rPr lang="en-US" altLang="ko-KR" sz="900" smtClean="0">
                <a:latin typeface="Times New Roman" panose="02020603050405020304" pitchFamily="18" charset="0"/>
                <a:ea typeface="돋움" pitchFamily="50" charset="-127"/>
                <a:cs typeface="Times New Roman" panose="02020603050405020304" pitchFamily="18" charset="0"/>
              </a:rPr>
              <a:t> vi </a:t>
            </a:r>
            <a:r>
              <a:rPr lang="en-US" altLang="ko-KR" sz="900" err="1" smtClean="0">
                <a:latin typeface="Times New Roman" panose="02020603050405020304" pitchFamily="18" charset="0"/>
                <a:ea typeface="돋움" pitchFamily="50" charset="-127"/>
                <a:cs typeface="Times New Roman" panose="02020603050405020304" pitchFamily="18" charset="0"/>
              </a:rPr>
              <a:t>rộng</a:t>
            </a:r>
            <a:r>
              <a:rPr lang="ko-KR" altLang="en-US" sz="900" smtClean="0">
                <a:latin typeface="Times New Roman" panose="02020603050405020304" pitchFamily="18" charset="0"/>
                <a:ea typeface="돋움" pitchFamily="50" charset="-127"/>
                <a:cs typeface="Times New Roman" panose="02020603050405020304" pitchFamily="18" charset="0"/>
              </a:rPr>
              <a:t> </a:t>
            </a: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④ </a:t>
            </a:r>
            <a:r>
              <a:rPr lang="en-US" altLang="ko-KR" sz="900" err="1" smtClean="0">
                <a:latin typeface="Times New Roman" panose="02020603050405020304" pitchFamily="18" charset="0"/>
                <a:ea typeface="돋움" pitchFamily="50" charset="-127"/>
                <a:cs typeface="Times New Roman" panose="02020603050405020304" pitchFamily="18" charset="0"/>
              </a:rPr>
              <a:t>Bền</a:t>
            </a: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3" name="Rectangle 2"/>
          <p:cNvSpPr/>
          <p:nvPr/>
        </p:nvSpPr>
        <p:spPr>
          <a:xfrm>
            <a:off x="3396344" y="3780236"/>
            <a:ext cx="3429000" cy="715581"/>
          </a:xfrm>
          <a:prstGeom prst="rect">
            <a:avLst/>
          </a:prstGeom>
        </p:spPr>
        <p:txBody>
          <a:bodyPr>
            <a:spAutoFit/>
          </a:bodyPr>
          <a:lstStyle/>
          <a:p>
            <a:pPr>
              <a:lnSpc>
                <a:spcPct val="150000"/>
              </a:lnSpc>
              <a:spcBef>
                <a:spcPct val="50000"/>
              </a:spcBef>
            </a:pPr>
            <a:r>
              <a:rPr lang="en-US" altLang="ko-KR" sz="900" smtClean="0">
                <a:latin typeface="Times New Roman" pitchFamily="18" charset="0"/>
                <a:ea typeface="돋움" pitchFamily="50" charset="-127"/>
                <a:cs typeface="Times New Roman" pitchFamily="18" charset="0"/>
              </a:rPr>
              <a:t>15. </a:t>
            </a:r>
            <a:r>
              <a:rPr lang="en-US" altLang="ko-KR" sz="900">
                <a:latin typeface="Times New Roman" pitchFamily="18" charset="0"/>
                <a:ea typeface="돋움" pitchFamily="50" charset="-127"/>
                <a:cs typeface="Times New Roman" pitchFamily="18" charset="0"/>
              </a:rPr>
              <a:t>Gear có nhiều răng gọi là Gear, gear có số răng ít gọi là gì</a:t>
            </a:r>
            <a:r>
              <a:rPr lang="en-US" altLang="ko-KR" sz="900" smtClean="0">
                <a:latin typeface="Times New Roman" pitchFamily="18" charset="0"/>
                <a:ea typeface="돋움" pitchFamily="50" charset="-127"/>
                <a:cs typeface="Times New Roman" pitchFamily="18" charset="0"/>
              </a:rPr>
              <a:t>?</a:t>
            </a:r>
          </a:p>
          <a:p>
            <a:pPr>
              <a:spcBef>
                <a:spcPct val="50000"/>
              </a:spcBef>
            </a:pPr>
            <a:r>
              <a:rPr lang="en-US" altLang="ko-KR" sz="900" smtClean="0">
                <a:latin typeface="Times New Roman" pitchFamily="18" charset="0"/>
                <a:ea typeface="돋움" pitchFamily="50" charset="-127"/>
                <a:cs typeface="Times New Roman" pitchFamily="18" charset="0"/>
              </a:rPr>
              <a:t>①</a:t>
            </a:r>
            <a:r>
              <a:rPr lang="ko-KR" altLang="en-US"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Pinion </a:t>
            </a:r>
            <a:r>
              <a:rPr lang="ko-KR" altLang="en-US" sz="900" smtClean="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Gear dẫn động</a:t>
            </a:r>
            <a:endParaRPr lang="ko-KR" altLang="en-US" sz="900" smtClean="0">
              <a:latin typeface="Times New Roman" pitchFamily="18" charset="0"/>
              <a:ea typeface="돋움" pitchFamily="50" charset="-127"/>
              <a:cs typeface="Times New Roman" pitchFamily="18" charset="0"/>
            </a:endParaRPr>
          </a:p>
          <a:p>
            <a:pPr>
              <a:spcBef>
                <a:spcPct val="50000"/>
              </a:spcBef>
            </a:pPr>
            <a:r>
              <a:rPr lang="ko-KR" altLang="en-US" sz="900" smtClean="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Rack Gear</a:t>
            </a: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Gear Motor</a:t>
            </a:r>
            <a:endParaRPr lang="ko-KR" altLang="en-US" sz="900">
              <a:latin typeface="Times New Roman" pitchFamily="18" charset="0"/>
              <a:ea typeface="돋움" pitchFamily="50" charset="-127"/>
              <a:cs typeface="Times New Roman" pitchFamily="18" charset="0"/>
            </a:endParaRPr>
          </a:p>
        </p:txBody>
      </p:sp>
      <p:pic>
        <p:nvPicPr>
          <p:cNvPr id="27" name="Picture 11"/>
          <p:cNvPicPr>
            <a:picLocks noChangeAspect="1" noChangeArrowheads="1"/>
          </p:cNvPicPr>
          <p:nvPr/>
        </p:nvPicPr>
        <p:blipFill>
          <a:blip r:embed="rId4">
            <a:extLst>
              <a:ext uri="{28A0092B-C50C-407E-A947-70E740481C1C}">
                <a14:useLocalDpi xmlns:a14="http://schemas.microsoft.com/office/drawing/2010/main" val="0"/>
              </a:ext>
            </a:extLst>
          </a:blip>
          <a:srcRect l="8855" t="65952" r="71207" b="12392"/>
          <a:stretch>
            <a:fillRect/>
          </a:stretch>
        </p:blipFill>
        <p:spPr bwMode="auto">
          <a:xfrm>
            <a:off x="1646271" y="7243118"/>
            <a:ext cx="1469795" cy="1291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Rectangle 30"/>
          <p:cNvSpPr>
            <a:spLocks noChangeArrowheads="1"/>
          </p:cNvSpPr>
          <p:nvPr/>
        </p:nvSpPr>
        <p:spPr bwMode="auto">
          <a:xfrm>
            <a:off x="304800" y="7086611"/>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10. </a:t>
            </a:r>
            <a:r>
              <a:rPr lang="en-US" altLang="ko-KR" sz="900" err="1" smtClean="0">
                <a:latin typeface="Times New Roman" panose="02020603050405020304" pitchFamily="18" charset="0"/>
                <a:ea typeface="돋움" pitchFamily="50" charset="-127"/>
                <a:cs typeface="Times New Roman" panose="02020603050405020304" pitchFamily="18" charset="0"/>
              </a:rPr>
              <a:t>Giá</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trị</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thước</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kẹp</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đo</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độ</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cao</a:t>
            </a:r>
            <a:r>
              <a:rPr lang="en-US" altLang="ko-KR" sz="900" smtClean="0">
                <a:latin typeface="Times New Roman" panose="02020603050405020304" pitchFamily="18" charset="0"/>
                <a:ea typeface="돋움" pitchFamily="50" charset="-127"/>
                <a:cs typeface="Times New Roman" panose="02020603050405020304" pitchFamily="18" charset="0"/>
              </a:rPr>
              <a:t> ( height Gauge) </a:t>
            </a:r>
            <a:r>
              <a:rPr lang="en-US" altLang="ko-KR" sz="900" err="1" smtClean="0">
                <a:latin typeface="Times New Roman" panose="02020603050405020304" pitchFamily="18" charset="0"/>
                <a:ea typeface="돋움" pitchFamily="50" charset="-127"/>
                <a:cs typeface="Times New Roman" panose="02020603050405020304" pitchFamily="18" charset="0"/>
              </a:rPr>
              <a:t>là</a:t>
            </a: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①  70.48  ㎜</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②  46.44 </a:t>
            </a:r>
            <a:r>
              <a:rPr lang="en-US" altLang="ko-KR" sz="900">
                <a:latin typeface="Times New Roman" panose="02020603050405020304" pitchFamily="18" charset="0"/>
                <a:ea typeface="돋움" pitchFamily="50" charset="-127"/>
                <a:cs typeface="Times New Roman" panose="02020603050405020304" pitchFamily="18" charset="0"/>
              </a:rPr>
              <a:t>㎜</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③  </a:t>
            </a:r>
            <a:r>
              <a:rPr lang="en-US" altLang="ko-KR" sz="900">
                <a:latin typeface="Times New Roman" panose="02020603050405020304" pitchFamily="18" charset="0"/>
                <a:ea typeface="돋움" pitchFamily="50" charset="-127"/>
                <a:cs typeface="Times New Roman" panose="02020603050405020304" pitchFamily="18" charset="0"/>
              </a:rPr>
              <a:t>70.44 ㎜</a:t>
            </a: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④  46.48 </a:t>
            </a:r>
            <a:r>
              <a:rPr lang="en-US" altLang="ko-KR" sz="900">
                <a:latin typeface="Times New Roman" panose="02020603050405020304" pitchFamily="18" charset="0"/>
                <a:ea typeface="돋움" pitchFamily="50" charset="-127"/>
                <a:cs typeface="Times New Roman" panose="02020603050405020304" pitchFamily="18" charset="0"/>
              </a:rPr>
              <a:t>㎜</a:t>
            </a:r>
          </a:p>
        </p:txBody>
      </p:sp>
      <p:sp>
        <p:nvSpPr>
          <p:cNvPr id="32" name="Rectangle 86"/>
          <p:cNvSpPr>
            <a:spLocks noChangeArrowheads="1"/>
          </p:cNvSpPr>
          <p:nvPr/>
        </p:nvSpPr>
        <p:spPr bwMode="auto">
          <a:xfrm>
            <a:off x="312738" y="8436928"/>
            <a:ext cx="31242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itchFamily="18" charset="0"/>
                <a:ea typeface="돋움" pitchFamily="50" charset="-127"/>
                <a:cs typeface="Times New Roman" pitchFamily="18" charset="0"/>
              </a:rPr>
              <a:t>11</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Chọn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đáp</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án</a:t>
            </a:r>
            <a:r>
              <a:rPr lang="en-US" altLang="ko-KR" sz="900" smtClean="0">
                <a:latin typeface="Times New Roman" pitchFamily="18" charset="0"/>
                <a:ea typeface="돋움" pitchFamily="50" charset="-127"/>
                <a:cs typeface="Times New Roman" pitchFamily="18" charset="0"/>
              </a:rPr>
              <a:t> không phải là 5 </a:t>
            </a:r>
            <a:r>
              <a:rPr lang="en-US" altLang="ko-KR" sz="900" err="1" smtClean="0">
                <a:latin typeface="Times New Roman" pitchFamily="18" charset="0"/>
                <a:ea typeface="돋움" pitchFamily="50" charset="-127"/>
                <a:cs typeface="Times New Roman" pitchFamily="18" charset="0"/>
              </a:rPr>
              <a:t>yếu</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tố</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cơ</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bản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quản</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lí</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bôi</a:t>
            </a:r>
            <a:r>
              <a:rPr lang="en-US" altLang="ko-KR" sz="900" smtClean="0">
                <a:latin typeface="Times New Roman" pitchFamily="18" charset="0"/>
                <a:ea typeface="돋움" pitchFamily="50" charset="-127"/>
                <a:cs typeface="Times New Roman" pitchFamily="18" charset="0"/>
              </a:rPr>
              <a:t> trơn?</a:t>
            </a:r>
            <a:endParaRPr lang="en-US" altLang="ko-KR" sz="900">
              <a:latin typeface="Times New Roman" pitchFamily="18" charset="0"/>
              <a:ea typeface="돋움" pitchFamily="50" charset="-127"/>
              <a:cs typeface="Times New Roman" pitchFamily="18" charset="0"/>
            </a:endParaRPr>
          </a:p>
          <a:p>
            <a:pPr eaLnBrk="1" hangingPunct="1"/>
            <a:r>
              <a:rPr lang="en-US" altLang="ko-KR" sz="900" smtClean="0">
                <a:latin typeface="Times New Roman" pitchFamily="18" charset="0"/>
                <a:ea typeface="돋움" pitchFamily="50" charset="-127"/>
                <a:cs typeface="Times New Roman" pitchFamily="18" charset="0"/>
              </a:rPr>
              <a:t>① </a:t>
            </a:r>
            <a:r>
              <a:rPr lang="en-US" altLang="ko-KR" sz="900">
                <a:latin typeface="Times New Roman" panose="02020603050405020304" pitchFamily="18" charset="0"/>
                <a:cs typeface="Times New Roman" panose="02020603050405020304" pitchFamily="18" charset="0"/>
              </a:rPr>
              <a:t>Dầu phù hợp </a:t>
            </a:r>
            <a:r>
              <a:rPr lang="en-US" altLang="ko-KR" sz="900" smtClean="0">
                <a:latin typeface="Times New Roman" panose="02020603050405020304" pitchFamily="18" charset="0"/>
                <a:cs typeface="Times New Roman" panose="02020603050405020304" pitchFamily="18" charset="0"/>
              </a:rPr>
              <a:t>          </a:t>
            </a:r>
            <a:r>
              <a:rPr lang="en-US" altLang="ko-KR" sz="900" smtClean="0">
                <a:latin typeface="Times New Roman" pitchFamily="18" charset="0"/>
                <a:ea typeface="돋움" pitchFamily="50" charset="-127"/>
                <a:cs typeface="Times New Roman" pitchFamily="18" charset="0"/>
              </a:rPr>
              <a:t>② </a:t>
            </a:r>
            <a:r>
              <a:rPr lang="en-US" altLang="ko-KR" sz="900" smtClean="0">
                <a:latin typeface="Times New Roman" panose="02020603050405020304" pitchFamily="18" charset="0"/>
                <a:cs typeface="Times New Roman" panose="02020603050405020304" pitchFamily="18" charset="0"/>
              </a:rPr>
              <a:t>Khu vực </a:t>
            </a:r>
            <a:r>
              <a:rPr lang="en-US" altLang="ko-KR" sz="900">
                <a:latin typeface="Times New Roman" panose="02020603050405020304" pitchFamily="18" charset="0"/>
                <a:cs typeface="Times New Roman" panose="02020603050405020304" pitchFamily="18" charset="0"/>
              </a:rPr>
              <a:t>phù hợp </a:t>
            </a:r>
            <a:endParaRPr lang="en-US" altLang="ko-KR" sz="900" smtClean="0">
              <a:latin typeface="Times New Roman" panose="02020603050405020304" pitchFamily="18" charset="0"/>
              <a:cs typeface="Times New Roman" panose="02020603050405020304" pitchFamily="18" charset="0"/>
            </a:endParaRPr>
          </a:p>
          <a:p>
            <a:pPr eaLnBrk="1" hangingPunct="1"/>
            <a:r>
              <a:rPr lang="en-US" altLang="ko-KR" sz="900" smtClean="0">
                <a:latin typeface="Times New Roman" pitchFamily="18" charset="0"/>
                <a:ea typeface="돋움" pitchFamily="50" charset="-127"/>
                <a:cs typeface="Times New Roman" pitchFamily="18" charset="0"/>
              </a:rPr>
              <a:t>③ </a:t>
            </a:r>
            <a:r>
              <a:rPr lang="en-US" altLang="ko-KR" sz="900">
                <a:latin typeface="Times New Roman" panose="02020603050405020304" pitchFamily="18" charset="0"/>
                <a:cs typeface="Times New Roman" panose="02020603050405020304" pitchFamily="18" charset="0"/>
              </a:rPr>
              <a:t>Lượng phù hợp </a:t>
            </a:r>
            <a:r>
              <a:rPr lang="en-US" altLang="ko-KR" sz="900" smtClean="0">
                <a:latin typeface="Times New Roman" panose="02020603050405020304" pitchFamily="18" charset="0"/>
                <a:cs typeface="Times New Roman" panose="02020603050405020304" pitchFamily="18" charset="0"/>
              </a:rPr>
              <a:t>      </a:t>
            </a:r>
            <a:r>
              <a:rPr lang="en-US" altLang="ko-KR" sz="900" smtClean="0">
                <a:latin typeface="Times New Roman" pitchFamily="18" charset="0"/>
                <a:ea typeface="돋움" pitchFamily="50" charset="-127"/>
                <a:cs typeface="Times New Roman" pitchFamily="18" charset="0"/>
              </a:rPr>
              <a:t>④ </a:t>
            </a:r>
            <a:r>
              <a:rPr lang="en-US" altLang="ko-KR" sz="900" smtClean="0">
                <a:latin typeface="Times New Roman" panose="02020603050405020304" pitchFamily="18" charset="0"/>
                <a:cs typeface="Times New Roman" panose="02020603050405020304" pitchFamily="18" charset="0"/>
              </a:rPr>
              <a:t>Nhiệt độ phù </a:t>
            </a:r>
            <a:r>
              <a:rPr lang="en-US" altLang="ko-KR" sz="900">
                <a:latin typeface="Times New Roman" panose="02020603050405020304" pitchFamily="18" charset="0"/>
                <a:cs typeface="Times New Roman" panose="02020603050405020304" pitchFamily="18" charset="0"/>
              </a:rPr>
              <a:t>hợp</a:t>
            </a:r>
            <a:endParaRPr lang="en-US" altLang="ko-KR" sz="900">
              <a:latin typeface="Times New Roman" pitchFamily="18" charset="0"/>
              <a:ea typeface="돋움" pitchFamily="50" charset="-127"/>
              <a:cs typeface="Times New Roman" pitchFamily="18" charset="0"/>
            </a:endParaRPr>
          </a:p>
        </p:txBody>
      </p:sp>
      <p:sp>
        <p:nvSpPr>
          <p:cNvPr id="38" name="Rectangle 28"/>
          <p:cNvSpPr>
            <a:spLocks noChangeArrowheads="1"/>
          </p:cNvSpPr>
          <p:nvPr/>
        </p:nvSpPr>
        <p:spPr bwMode="auto">
          <a:xfrm>
            <a:off x="3413250" y="5821439"/>
            <a:ext cx="3429000"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18. </a:t>
            </a:r>
            <a:r>
              <a:rPr lang="en-US" altLang="ko-KR" sz="900" err="1" smtClean="0">
                <a:latin typeface="Times New Roman" panose="02020603050405020304" pitchFamily="18" charset="0"/>
                <a:ea typeface="돋움" pitchFamily="50" charset="-127"/>
                <a:cs typeface="Times New Roman" panose="02020603050405020304" pitchFamily="18" charset="0"/>
              </a:rPr>
              <a:t>Tên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gọi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công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cụ</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trong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ảnh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dưới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đây</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gì</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 ① </a:t>
            </a:r>
            <a:r>
              <a:rPr lang="en-US" altLang="ko-KR" sz="900" err="1" smtClean="0">
                <a:latin typeface="Times New Roman" panose="02020603050405020304" pitchFamily="18" charset="0"/>
                <a:ea typeface="돋움" pitchFamily="50" charset="-127"/>
                <a:cs typeface="Times New Roman" panose="02020603050405020304" pitchFamily="18" charset="0"/>
              </a:rPr>
              <a:t>Dũa</a:t>
            </a:r>
            <a:r>
              <a:rPr lang="en-US" altLang="ko-KR" sz="900" smtClean="0">
                <a:latin typeface="Times New Roman" panose="02020603050405020304" pitchFamily="18" charset="0"/>
                <a:ea typeface="돋움" pitchFamily="50" charset="-127"/>
                <a:cs typeface="Times New Roman" panose="02020603050405020304" pitchFamily="18" charset="0"/>
              </a:rPr>
              <a:t> tam giác</a:t>
            </a: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smtClean="0">
                <a:latin typeface="Times New Roman" panose="02020603050405020304" pitchFamily="18" charset="0"/>
                <a:ea typeface="돋움" pitchFamily="50" charset="-127"/>
                <a:cs typeface="Times New Roman" panose="02020603050405020304" pitchFamily="18" charset="0"/>
              </a:rPr>
              <a:t>      </a:t>
            </a:r>
            <a:r>
              <a:rPr lang="ko-KR" altLang="en-US" sz="900">
                <a:latin typeface="Times New Roman" panose="02020603050405020304" pitchFamily="18" charset="0"/>
                <a:ea typeface="돋움" pitchFamily="50" charset="-127"/>
                <a:cs typeface="Times New Roman" panose="02020603050405020304" pitchFamily="18" charset="0"/>
              </a:rPr>
              <a:t>② </a:t>
            </a:r>
            <a:r>
              <a:rPr lang="en-US" altLang="ko-KR" sz="900" err="1" smtClean="0">
                <a:latin typeface="Times New Roman" panose="02020603050405020304" pitchFamily="18" charset="0"/>
                <a:ea typeface="돋움" pitchFamily="50" charset="-127"/>
                <a:cs typeface="Times New Roman" panose="02020603050405020304" pitchFamily="18" charset="0"/>
              </a:rPr>
              <a:t>Lưỡi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đục</a:t>
            </a:r>
            <a:r>
              <a:rPr lang="en-US" altLang="ko-KR" sz="900" smtClean="0">
                <a:latin typeface="Times New Roman" panose="02020603050405020304" pitchFamily="18" charset="0"/>
                <a:ea typeface="돋움" pitchFamily="50" charset="-127"/>
                <a:cs typeface="Times New Roman" panose="02020603050405020304" pitchFamily="18" charset="0"/>
              </a:rPr>
              <a:t> tam </a:t>
            </a:r>
            <a:r>
              <a:rPr lang="en-US" altLang="ko-KR" sz="900" err="1" smtClean="0">
                <a:latin typeface="Times New Roman" panose="02020603050405020304" pitchFamily="18" charset="0"/>
                <a:ea typeface="돋움" pitchFamily="50" charset="-127"/>
                <a:cs typeface="Times New Roman" panose="02020603050405020304" pitchFamily="18" charset="0"/>
              </a:rPr>
              <a:t>giác</a:t>
            </a: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r>
              <a:rPr lang="ko-KR" altLang="en-US" sz="900">
                <a:latin typeface="Times New Roman" panose="02020603050405020304" pitchFamily="18" charset="0"/>
                <a:ea typeface="돋움" pitchFamily="50" charset="-127"/>
                <a:cs typeface="Times New Roman" panose="02020603050405020304" pitchFamily="18" charset="0"/>
              </a:rPr>
              <a:t> ③ </a:t>
            </a:r>
            <a:r>
              <a:rPr lang="en-US" altLang="ko-KR" sz="900" err="1" smtClean="0">
                <a:latin typeface="Times New Roman" panose="02020603050405020304" pitchFamily="18" charset="0"/>
                <a:ea typeface="돋움" pitchFamily="50" charset="-127"/>
                <a:cs typeface="Times New Roman" panose="02020603050405020304" pitchFamily="18" charset="0"/>
              </a:rPr>
              <a:t>Tháo</a:t>
            </a:r>
            <a:r>
              <a:rPr lang="en-US" altLang="ko-KR" sz="900" smtClean="0">
                <a:latin typeface="Times New Roman" panose="02020603050405020304" pitchFamily="18" charset="0"/>
                <a:ea typeface="돋움" pitchFamily="50" charset="-127"/>
                <a:cs typeface="Times New Roman" panose="02020603050405020304" pitchFamily="18" charset="0"/>
              </a:rPr>
              <a:t> Coil</a:t>
            </a: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smtClean="0">
                <a:latin typeface="Times New Roman" panose="02020603050405020304" pitchFamily="18" charset="0"/>
                <a:ea typeface="돋움" pitchFamily="50" charset="-127"/>
                <a:cs typeface="Times New Roman" panose="02020603050405020304" pitchFamily="18" charset="0"/>
              </a:rPr>
              <a:t>           ④ </a:t>
            </a:r>
            <a:r>
              <a:rPr lang="en-US" altLang="ko-KR" sz="900" err="1" smtClean="0">
                <a:latin typeface="Times New Roman" panose="02020603050405020304" pitchFamily="18" charset="0"/>
                <a:ea typeface="돋움" pitchFamily="50" charset="-127"/>
                <a:cs typeface="Times New Roman" panose="02020603050405020304" pitchFamily="18" charset="0"/>
              </a:rPr>
              <a:t>Nhổ</a:t>
            </a:r>
            <a:r>
              <a:rPr lang="en-US" altLang="ko-KR" sz="900" smtClean="0">
                <a:latin typeface="Times New Roman" panose="02020603050405020304" pitchFamily="18" charset="0"/>
                <a:ea typeface="돋움" pitchFamily="50" charset="-127"/>
                <a:cs typeface="Times New Roman" panose="02020603050405020304" pitchFamily="18" charset="0"/>
              </a:rPr>
              <a:t> Pin</a:t>
            </a: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50000"/>
              </a:spcBef>
            </a:pPr>
            <a:r>
              <a:rPr lang="ko-KR" altLang="en-US" sz="900">
                <a:latin typeface="Times New Roman" panose="02020603050405020304" pitchFamily="18" charset="0"/>
                <a:ea typeface="돋움" pitchFamily="50" charset="-127"/>
                <a:cs typeface="Times New Roman" panose="02020603050405020304" pitchFamily="18" charset="0"/>
              </a:rPr>
              <a:t>  </a:t>
            </a:r>
          </a:p>
        </p:txBody>
      </p:sp>
      <p:pic>
        <p:nvPicPr>
          <p:cNvPr id="39" name="Picture 3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67409" y="6010096"/>
            <a:ext cx="885825" cy="695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Rectangle 23"/>
          <p:cNvSpPr>
            <a:spLocks noChangeArrowheads="1"/>
          </p:cNvSpPr>
          <p:nvPr/>
        </p:nvSpPr>
        <p:spPr bwMode="auto">
          <a:xfrm>
            <a:off x="3457700" y="6701405"/>
            <a:ext cx="34290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19. </a:t>
            </a:r>
            <a:r>
              <a:rPr lang="en-US" altLang="ko-KR" sz="900" err="1" smtClean="0">
                <a:latin typeface="Times New Roman" panose="02020603050405020304" pitchFamily="18" charset="0"/>
                <a:ea typeface="돋움" pitchFamily="50" charset="-127"/>
                <a:cs typeface="Times New Roman" panose="02020603050405020304" pitchFamily="18" charset="0"/>
              </a:rPr>
              <a:t>Đây</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là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ảnh</a:t>
            </a:r>
            <a:r>
              <a:rPr lang="en-US" altLang="ko-KR" sz="900" smtClean="0">
                <a:latin typeface="Times New Roman" panose="02020603050405020304" pitchFamily="18" charset="0"/>
                <a:ea typeface="돋움" pitchFamily="50" charset="-127"/>
                <a:cs typeface="Times New Roman" panose="02020603050405020304" pitchFamily="18" charset="0"/>
              </a:rPr>
              <a:t> Harmonic Driver, </a:t>
            </a:r>
            <a:r>
              <a:rPr lang="en-US" altLang="ko-KR" sz="900" err="1" smtClean="0">
                <a:latin typeface="Times New Roman" panose="02020603050405020304" pitchFamily="18" charset="0"/>
                <a:ea typeface="돋움" pitchFamily="50" charset="-127"/>
                <a:cs typeface="Times New Roman" panose="02020603050405020304" pitchFamily="18" charset="0"/>
              </a:rPr>
              <a:t>tên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gọi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của</a:t>
            </a:r>
            <a:r>
              <a:rPr lang="en-US" altLang="ko-KR" sz="900" smtClean="0">
                <a:latin typeface="Times New Roman" panose="02020603050405020304" pitchFamily="18" charset="0"/>
                <a:ea typeface="돋움" pitchFamily="50" charset="-127"/>
                <a:cs typeface="Times New Roman" panose="02020603050405020304" pitchFamily="18" charset="0"/>
              </a:rPr>
              <a:t> A </a:t>
            </a:r>
            <a:r>
              <a:rPr lang="en-US" altLang="ko-KR" sz="900" err="1" smtClean="0">
                <a:latin typeface="Times New Roman" panose="02020603050405020304" pitchFamily="18" charset="0"/>
                <a:ea typeface="돋움" pitchFamily="50" charset="-127"/>
                <a:cs typeface="Times New Roman" panose="02020603050405020304" pitchFamily="18" charset="0"/>
              </a:rPr>
              <a:t>là</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gì</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smtClean="0">
                <a:latin typeface="Times New Roman" panose="02020603050405020304" pitchFamily="18" charset="0"/>
                <a:ea typeface="돋움" pitchFamily="50" charset="-127"/>
                <a:cs typeface="Times New Roman" panose="02020603050405020304" pitchFamily="18" charset="0"/>
              </a:rPr>
              <a:t>① </a:t>
            </a:r>
            <a:r>
              <a:rPr lang="en-US" altLang="ko-KR" sz="900">
                <a:latin typeface="Times New Roman" panose="02020603050405020304" pitchFamily="18" charset="0"/>
                <a:ea typeface="돋움" pitchFamily="50" charset="-127"/>
                <a:cs typeface="Times New Roman" panose="02020603050405020304" pitchFamily="18" charset="0"/>
              </a:rPr>
              <a:t>Wave Generator </a:t>
            </a:r>
            <a:r>
              <a:rPr lang="en-US"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err="1" smtClean="0">
                <a:latin typeface="Times New Roman" panose="02020603050405020304" pitchFamily="18" charset="0"/>
                <a:ea typeface="돋움" pitchFamily="50" charset="-127"/>
                <a:cs typeface="Times New Roman" panose="02020603050405020304" pitchFamily="18" charset="0"/>
              </a:rPr>
              <a:t>phần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đầu</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vào</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② Flex spline </a:t>
            </a:r>
            <a:r>
              <a:rPr lang="en-US"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err="1" smtClean="0">
                <a:latin typeface="Times New Roman" panose="02020603050405020304" pitchFamily="18" charset="0"/>
                <a:ea typeface="돋움" pitchFamily="50" charset="-127"/>
                <a:cs typeface="Times New Roman" panose="02020603050405020304" pitchFamily="18" charset="0"/>
              </a:rPr>
              <a:t>phần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giảm</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tốc</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③ Circular </a:t>
            </a:r>
            <a:r>
              <a:rPr lang="en-US" altLang="ko-KR" sz="900" smtClean="0">
                <a:latin typeface="Times New Roman" panose="02020603050405020304" pitchFamily="18" charset="0"/>
                <a:ea typeface="돋움" pitchFamily="50" charset="-127"/>
                <a:cs typeface="Times New Roman" panose="02020603050405020304" pitchFamily="18" charset="0"/>
              </a:rPr>
              <a:t>Spline(</a:t>
            </a:r>
            <a:r>
              <a:rPr lang="en-US" altLang="ko-KR" sz="900" err="1" smtClean="0">
                <a:latin typeface="Times New Roman" panose="02020603050405020304" pitchFamily="18" charset="0"/>
                <a:ea typeface="돋움" pitchFamily="50" charset="-127"/>
                <a:cs typeface="Times New Roman" panose="02020603050405020304" pitchFamily="18" charset="0"/>
              </a:rPr>
              <a:t>phần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khởi</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động</a:t>
            </a: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r>
              <a:rPr lang="en-US" altLang="ko-KR" sz="900">
                <a:latin typeface="Times New Roman" panose="02020603050405020304" pitchFamily="18" charset="0"/>
                <a:ea typeface="돋움" pitchFamily="50" charset="-127"/>
                <a:cs typeface="Times New Roman" panose="02020603050405020304" pitchFamily="18" charset="0"/>
              </a:rPr>
              <a:t>④ Flex spline </a:t>
            </a:r>
            <a:r>
              <a:rPr lang="en-US"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err="1" smtClean="0">
                <a:latin typeface="Times New Roman" panose="02020603050405020304" pitchFamily="18" charset="0"/>
                <a:ea typeface="돋움" pitchFamily="50" charset="-127"/>
                <a:cs typeface="Times New Roman" panose="02020603050405020304" pitchFamily="18" charset="0"/>
              </a:rPr>
              <a:t>phần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gia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err="1" smtClean="0">
                <a:latin typeface="Times New Roman" panose="02020603050405020304" pitchFamily="18" charset="0"/>
                <a:ea typeface="돋움" pitchFamily="50" charset="-127"/>
                <a:cs typeface="Times New Roman" panose="02020603050405020304" pitchFamily="18" charset="0"/>
              </a:rPr>
              <a:t>tốc</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p:txBody>
      </p:sp>
      <p:pic>
        <p:nvPicPr>
          <p:cNvPr id="41" name="Picture 127"/>
          <p:cNvPicPr>
            <a:picLocks noChangeAspect="1" noChangeArrowheads="1"/>
          </p:cNvPicPr>
          <p:nvPr/>
        </p:nvPicPr>
        <p:blipFill>
          <a:blip r:embed="rId6">
            <a:lum bright="6000"/>
            <a:extLst>
              <a:ext uri="{28A0092B-C50C-407E-A947-70E740481C1C}">
                <a14:useLocalDpi xmlns:a14="http://schemas.microsoft.com/office/drawing/2010/main" val="0"/>
              </a:ext>
            </a:extLst>
          </a:blip>
          <a:srcRect l="36874" t="60834" r="45613" b="22484"/>
          <a:stretch>
            <a:fillRect/>
          </a:stretch>
        </p:blipFill>
        <p:spPr bwMode="auto">
          <a:xfrm>
            <a:off x="5270626" y="7100380"/>
            <a:ext cx="1206374" cy="824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28"/>
          <p:cNvSpPr>
            <a:spLocks noChangeArrowheads="1"/>
          </p:cNvSpPr>
          <p:nvPr/>
        </p:nvSpPr>
        <p:spPr bwMode="auto">
          <a:xfrm>
            <a:off x="3429991" y="8101299"/>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900">
                <a:latin typeface="Times New Roman" panose="02020603050405020304" pitchFamily="18" charset="0"/>
                <a:cs typeface="Times New Roman" panose="02020603050405020304" pitchFamily="18" charset="0"/>
              </a:rPr>
              <a:t>20. </a:t>
            </a:r>
            <a:r>
              <a:rPr lang="en-US" altLang="ko-KR" sz="900" err="1" smtClean="0">
                <a:latin typeface="Times New Roman" panose="02020603050405020304" pitchFamily="18" charset="0"/>
                <a:cs typeface="Times New Roman" panose="02020603050405020304" pitchFamily="18" charset="0"/>
              </a:rPr>
              <a:t>Trường</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hợp</a:t>
            </a:r>
            <a:r>
              <a:rPr lang="en-US" altLang="ko-KR" sz="900" smtClean="0">
                <a:latin typeface="Times New Roman" panose="02020603050405020304" pitchFamily="18" charset="0"/>
                <a:cs typeface="Times New Roman" panose="02020603050405020304" pitchFamily="18" charset="0"/>
              </a:rPr>
              <a:t> 2 </a:t>
            </a:r>
            <a:r>
              <a:rPr lang="en-US" altLang="ko-KR" sz="900" err="1" smtClean="0">
                <a:latin typeface="Times New Roman" panose="02020603050405020304" pitchFamily="18" charset="0"/>
                <a:cs typeface="Times New Roman" panose="02020603050405020304" pitchFamily="18" charset="0"/>
              </a:rPr>
              <a:t>trục</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giao</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nhau</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thì</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sử</a:t>
            </a:r>
            <a:r>
              <a:rPr lang="en-US" altLang="ko-KR" sz="900" smtClean="0">
                <a:latin typeface="Times New Roman" panose="02020603050405020304" pitchFamily="18" charset="0"/>
                <a:cs typeface="Times New Roman" panose="02020603050405020304" pitchFamily="18" charset="0"/>
              </a:rPr>
              <a:t> </a:t>
            </a:r>
            <a:r>
              <a:rPr lang="en-US" altLang="ko-KR" sz="900" err="1" smtClean="0">
                <a:latin typeface="Times New Roman" panose="02020603050405020304" pitchFamily="18" charset="0"/>
                <a:cs typeface="Times New Roman" panose="02020603050405020304" pitchFamily="18" charset="0"/>
              </a:rPr>
              <a:t>dụng</a:t>
            </a:r>
            <a:r>
              <a:rPr lang="en-US" altLang="ko-KR" sz="900" smtClean="0">
                <a:latin typeface="Times New Roman" panose="02020603050405020304" pitchFamily="18" charset="0"/>
                <a:cs typeface="Times New Roman" panose="02020603050405020304" pitchFamily="18" charset="0"/>
              </a:rPr>
              <a:t> Gear </a:t>
            </a:r>
            <a:r>
              <a:rPr lang="en-US" altLang="ko-KR" sz="900" err="1" smtClean="0">
                <a:latin typeface="Times New Roman" panose="02020603050405020304" pitchFamily="18" charset="0"/>
                <a:cs typeface="Times New Roman" panose="02020603050405020304" pitchFamily="18" charset="0"/>
              </a:rPr>
              <a:t>gì</a:t>
            </a:r>
            <a:r>
              <a:rPr lang="en-US" altLang="ko-KR" sz="900" smtClean="0">
                <a:latin typeface="Times New Roman" panose="02020603050405020304" pitchFamily="18" charset="0"/>
                <a:cs typeface="Times New Roman" panose="02020603050405020304" pitchFamily="18" charset="0"/>
              </a:rPr>
              <a:t>?</a:t>
            </a:r>
            <a:endParaRPr lang="en-US" altLang="ko-KR" sz="900">
              <a:latin typeface="Times New Roman" panose="02020603050405020304" pitchFamily="18" charset="0"/>
              <a:cs typeface="Times New Roman" panose="02020603050405020304" pitchFamily="18" charset="0"/>
            </a:endParaRPr>
          </a:p>
          <a:p>
            <a:pPr eaLnBrk="1" hangingPunct="1"/>
            <a:endParaRPr lang="en-US" altLang="ko-KR" sz="900">
              <a:latin typeface="Times New Roman" panose="02020603050405020304" pitchFamily="18" charset="0"/>
              <a:cs typeface="Times New Roman" panose="02020603050405020304" pitchFamily="18" charset="0"/>
            </a:endParaRPr>
          </a:p>
          <a:p>
            <a:pPr eaLnBrk="1" hangingPunct="1"/>
            <a:r>
              <a:rPr lang="en-US" altLang="ko-KR" sz="900">
                <a:latin typeface="Times New Roman" panose="02020603050405020304" pitchFamily="18" charset="0"/>
                <a:cs typeface="Times New Roman" panose="02020603050405020304" pitchFamily="18" charset="0"/>
              </a:rPr>
              <a:t>   ① Straight Bevel Gear </a:t>
            </a:r>
            <a:r>
              <a:rPr lang="en-US" altLang="ko-KR" sz="900" smtClean="0">
                <a:latin typeface="Times New Roman" panose="02020603050405020304" pitchFamily="18" charset="0"/>
                <a:cs typeface="Times New Roman" panose="02020603050405020304" pitchFamily="18" charset="0"/>
              </a:rPr>
              <a:t>       </a:t>
            </a:r>
            <a:r>
              <a:rPr lang="ko-KR" altLang="en-US" sz="900" smtClean="0">
                <a:latin typeface="Times New Roman" panose="02020603050405020304" pitchFamily="18" charset="0"/>
                <a:cs typeface="Times New Roman" panose="02020603050405020304" pitchFamily="18" charset="0"/>
              </a:rPr>
              <a:t>② </a:t>
            </a:r>
            <a:r>
              <a:rPr lang="en-US" altLang="ko-KR" sz="900">
                <a:latin typeface="Times New Roman" panose="02020603050405020304" pitchFamily="18" charset="0"/>
                <a:cs typeface="Times New Roman" panose="02020603050405020304" pitchFamily="18" charset="0"/>
              </a:rPr>
              <a:t>Spur </a:t>
            </a:r>
            <a:r>
              <a:rPr lang="en-US" altLang="ko-KR" sz="900" smtClean="0">
                <a:latin typeface="Times New Roman" panose="02020603050405020304" pitchFamily="18" charset="0"/>
                <a:cs typeface="Times New Roman" panose="02020603050405020304" pitchFamily="18" charset="0"/>
              </a:rPr>
              <a:t>Gear</a:t>
            </a:r>
          </a:p>
          <a:p>
            <a:pPr eaLnBrk="1" hangingPunct="1"/>
            <a:r>
              <a:rPr lang="ko-KR" altLang="en-US" sz="900" smtClean="0">
                <a:latin typeface="Times New Roman" panose="02020603050405020304" pitchFamily="18" charset="0"/>
                <a:cs typeface="Times New Roman" panose="02020603050405020304" pitchFamily="18" charset="0"/>
              </a:rPr>
              <a:t>   </a:t>
            </a:r>
            <a:r>
              <a:rPr lang="ko-KR" altLang="en-US" sz="900">
                <a:latin typeface="Times New Roman" panose="02020603050405020304" pitchFamily="18" charset="0"/>
                <a:cs typeface="Times New Roman" panose="02020603050405020304" pitchFamily="18" charset="0"/>
              </a:rPr>
              <a:t>③ </a:t>
            </a:r>
            <a:r>
              <a:rPr lang="en-US" altLang="ko-KR" sz="900">
                <a:latin typeface="Times New Roman" panose="02020603050405020304" pitchFamily="18" charset="0"/>
                <a:cs typeface="Times New Roman" panose="02020603050405020304" pitchFamily="18" charset="0"/>
              </a:rPr>
              <a:t>Worm Gear </a:t>
            </a:r>
            <a:r>
              <a:rPr lang="en-US" altLang="ko-KR" sz="900" smtClean="0">
                <a:latin typeface="Times New Roman" panose="02020603050405020304" pitchFamily="18" charset="0"/>
                <a:cs typeface="Times New Roman" panose="02020603050405020304" pitchFamily="18" charset="0"/>
              </a:rPr>
              <a:t>                    </a:t>
            </a:r>
            <a:r>
              <a:rPr lang="ko-KR" altLang="en-US" sz="900" smtClean="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Screw Gear</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42"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8984638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4"/>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en-US" sz="800">
              <a:latin typeface="Arial" panose="020B0604020202020204" pitchFamily="34" charset="0"/>
              <a:cs typeface="Arial" panose="020B0604020202020204" pitchFamily="34" charset="0"/>
            </a:endParaRPr>
          </a:p>
        </p:txBody>
      </p:sp>
      <p:sp>
        <p:nvSpPr>
          <p:cNvPr id="5123" name="Text Box 3"/>
          <p:cNvSpPr txBox="1">
            <a:spLocks noChangeArrowheads="1"/>
          </p:cNvSpPr>
          <p:nvPr/>
        </p:nvSpPr>
        <p:spPr bwMode="auto">
          <a:xfrm>
            <a:off x="228605" y="679449"/>
            <a:ext cx="31309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r>
              <a:rPr lang="en-US" altLang="ko-KR" sz="800">
                <a:solidFill>
                  <a:srgbClr val="000000"/>
                </a:solidFill>
                <a:latin typeface="Arial" panose="020B0604020202020204" pitchFamily="34" charset="0"/>
                <a:cs typeface="Arial" panose="020B0604020202020204" pitchFamily="34" charset="0"/>
              </a:rPr>
              <a:t>2</a:t>
            </a:r>
            <a:r>
              <a:rPr lang="en-US" altLang="ko-KR" sz="800" smtClean="0">
                <a:solidFill>
                  <a:srgbClr val="000000"/>
                </a:solidFill>
                <a:latin typeface="Arial" panose="020B0604020202020204" pitchFamily="34" charset="0"/>
                <a:cs typeface="Arial" panose="020B0604020202020204" pitchFamily="34" charset="0"/>
              </a:rPr>
              <a:t>Bộ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5124" name="Rectangle 4"/>
          <p:cNvSpPr>
            <a:spLocks noChangeArrowheads="1"/>
          </p:cNvSpPr>
          <p:nvPr/>
        </p:nvSpPr>
        <p:spPr bwMode="auto">
          <a:xfrm>
            <a:off x="3048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lnSpc>
                <a:spcPct val="110000"/>
              </a:lnSpc>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25" name="Rectangle 5"/>
          <p:cNvSpPr>
            <a:spLocks noChangeArrowheads="1"/>
          </p:cNvSpPr>
          <p:nvPr/>
        </p:nvSpPr>
        <p:spPr bwMode="auto">
          <a:xfrm>
            <a:off x="3429000" y="984253"/>
            <a:ext cx="3124200" cy="79486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hangingPunct="1"/>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090844129"/>
              </p:ext>
            </p:extLst>
          </p:nvPr>
        </p:nvGraphicFramePr>
        <p:xfrm>
          <a:off x="5346736" y="139701"/>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1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1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aphicFrame>
        <p:nvGraphicFramePr>
          <p:cNvPr id="8" name="Group 5"/>
          <p:cNvGraphicFramePr>
            <a:graphicFrameLocks noGrp="1"/>
          </p:cNvGraphicFramePr>
          <p:nvPr>
            <p:extLst>
              <p:ext uri="{D42A27DB-BD31-4B8C-83A1-F6EECF244321}">
                <p14:modId xmlns:p14="http://schemas.microsoft.com/office/powerpoint/2010/main" val="2821113630"/>
              </p:ext>
            </p:extLst>
          </p:nvPr>
        </p:nvGraphicFramePr>
        <p:xfrm>
          <a:off x="1412910" y="1807519"/>
          <a:ext cx="1781175" cy="4844279"/>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번호</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정답</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6262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9" name="Group 43"/>
          <p:cNvGraphicFramePr>
            <a:graphicFrameLocks noGrp="1"/>
          </p:cNvGraphicFramePr>
          <p:nvPr>
            <p:extLst>
              <p:ext uri="{D42A27DB-BD31-4B8C-83A1-F6EECF244321}">
                <p14:modId xmlns:p14="http://schemas.microsoft.com/office/powerpoint/2010/main" val="3322525730"/>
              </p:ext>
            </p:extLst>
          </p:nvPr>
        </p:nvGraphicFramePr>
        <p:xfrm>
          <a:off x="3735423" y="1812677"/>
          <a:ext cx="1781175" cy="4844279"/>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번호</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2000" b="1" i="0" u="none" strike="noStrike" cap="none" normalizeH="0" baseline="0" smtClean="0">
                          <a:ln>
                            <a:noFill/>
                          </a:ln>
                          <a:solidFill>
                            <a:schemeClr val="tx1"/>
                          </a:solidFill>
                          <a:effectLst/>
                          <a:latin typeface="굴림" pitchFamily="50" charset="-127"/>
                          <a:ea typeface="굴림" pitchFamily="50" charset="-127"/>
                        </a:rPr>
                        <a:t>정답</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6262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677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4</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3</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4085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2000" b="1" i="0" u="none" strike="noStrike" cap="none" normalizeH="0" baseline="0" smtClean="0">
                        <a:ln>
                          <a:noFill/>
                        </a:ln>
                        <a:solidFill>
                          <a:schemeClr val="tx1"/>
                        </a:solidFill>
                        <a:effectLst/>
                        <a:latin typeface="굴림" pitchFamily="50" charset="-127"/>
                        <a:ea typeface="굴림" pitchFamily="50" charset="-127"/>
                      </a:endParaRP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2000" b="1" i="0" u="none" strike="noStrike" cap="none" normalizeH="0" baseline="0" smtClean="0">
                          <a:ln>
                            <a:noFill/>
                          </a:ln>
                          <a:solidFill>
                            <a:schemeClr val="tx1"/>
                          </a:solidFill>
                          <a:effectLst/>
                          <a:latin typeface="굴림" pitchFamily="50" charset="-127"/>
                          <a:ea typeface="굴림" pitchFamily="50" charset="-127"/>
                        </a:rPr>
                        <a:t>1</a:t>
                      </a:r>
                    </a:p>
                  </a:txBody>
                  <a:tcPr marT="49530" marB="495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10"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6408381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5123" name="Text Box 3"/>
          <p:cNvSpPr txBox="1">
            <a:spLocks noChangeArrowheads="1"/>
          </p:cNvSpPr>
          <p:nvPr/>
        </p:nvSpPr>
        <p:spPr bwMode="auto">
          <a:xfrm>
            <a:off x="228600" y="679450"/>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5124"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25"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639397595"/>
              </p:ext>
            </p:extLst>
          </p:nvPr>
        </p:nvGraphicFramePr>
        <p:xfrm>
          <a:off x="5346738"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35" name="Rectangle 11"/>
          <p:cNvSpPr>
            <a:spLocks noChangeArrowheads="1"/>
          </p:cNvSpPr>
          <p:nvPr/>
        </p:nvSpPr>
        <p:spPr bwMode="auto">
          <a:xfrm>
            <a:off x="303214" y="971569"/>
            <a:ext cx="31257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việc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nó</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học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học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bởi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tổ</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từ</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36" name="Rectangle 18"/>
          <p:cNvSpPr>
            <a:spLocks noChangeArrowheads="1"/>
          </p:cNvSpPr>
          <p:nvPr/>
        </p:nvSpPr>
        <p:spPr bwMode="auto">
          <a:xfrm>
            <a:off x="295275" y="1906609"/>
            <a:ext cx="31337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ngắn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tuyến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góc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chính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rỗng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37" name="Rectangle 26"/>
          <p:cNvSpPr>
            <a:spLocks noChangeArrowheads="1"/>
          </p:cNvSpPr>
          <p:nvPr/>
        </p:nvSpPr>
        <p:spPr bwMode="auto">
          <a:xfrm>
            <a:off x="301628" y="2411413"/>
            <a:ext cx="3127375"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tuyến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(Liner</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Crack (Crank</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(Transmission</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dẻo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a:solidFill>
                  <a:srgbClr val="000000"/>
                </a:solidFill>
                <a:latin typeface="Arial" panose="020B0604020202020204" pitchFamily="34" charset="0"/>
                <a:ea typeface="돋움" pitchFamily="50" charset="-127"/>
                <a:cs typeface="Arial" panose="020B0604020202020204" pitchFamily="34" charset="0"/>
              </a:rPr>
              <a:t>Flexible )</a:t>
            </a:r>
          </a:p>
        </p:txBody>
      </p:sp>
      <p:sp>
        <p:nvSpPr>
          <p:cNvPr id="5138" name="Rectangle 29"/>
          <p:cNvSpPr>
            <a:spLocks noChangeArrowheads="1"/>
          </p:cNvSpPr>
          <p:nvPr/>
        </p:nvSpPr>
        <p:spPr bwMode="auto">
          <a:xfrm>
            <a:off x="323854" y="3243263"/>
            <a:ext cx="3095625"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nói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Chênh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lệch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lỗ</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khe</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hở</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clearance</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can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thiệp</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vừa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cưỡng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chế</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39" name="Rectangle 39"/>
          <p:cNvSpPr>
            <a:spLocks noChangeArrowheads="1"/>
          </p:cNvSpPr>
          <p:nvPr/>
        </p:nvSpPr>
        <p:spPr bwMode="auto">
          <a:xfrm>
            <a:off x="312738" y="4498996"/>
            <a:ext cx="3116262" cy="76944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5</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Coupling?</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Chủ</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200mm.”</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Seller Coupling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Clamp coupling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 Coupling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flange coupling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0" name="Rectangle 36"/>
          <p:cNvSpPr>
            <a:spLocks noChangeArrowheads="1"/>
          </p:cNvSpPr>
          <p:nvPr/>
        </p:nvSpPr>
        <p:spPr bwMode="auto">
          <a:xfrm>
            <a:off x="304800" y="5172094"/>
            <a:ext cx="31242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6</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bearing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phạm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vi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biểu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Rolling Bearing,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home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Ball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chút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Ball </a:t>
            </a:r>
            <a:r>
              <a:rPr lang="en-US" altLang="ko-KR" sz="800">
                <a:solidFill>
                  <a:srgbClr val="000000"/>
                </a:solidFill>
                <a:latin typeface="Arial" panose="020B0604020202020204" pitchFamily="34" charset="0"/>
                <a:ea typeface="돋움" pitchFamily="50" charset="-127"/>
                <a:cs typeface="Arial" panose="020B0604020202020204" pitchFamily="34" charset="0"/>
              </a:rPr>
              <a:t>Bearing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home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② ổ bi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chặn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angular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brearing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Ổ bi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chặn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thrust bearing)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góc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canh</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1" name="Rectangle 65"/>
          <p:cNvSpPr>
            <a:spLocks noChangeArrowheads="1"/>
          </p:cNvSpPr>
          <p:nvPr/>
        </p:nvSpPr>
        <p:spPr bwMode="auto">
          <a:xfrm>
            <a:off x="317500" y="6188094"/>
            <a:ext cx="312420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a:solidFill>
                  <a:srgbClr val="000000"/>
                </a:solidFill>
                <a:latin typeface="Arial" panose="020B0604020202020204" pitchFamily="34" charset="0"/>
                <a:ea typeface="돋움" pitchFamily="50" charset="-127"/>
                <a:cs typeface="Arial" panose="020B0604020202020204" pitchFamily="34" charset="0"/>
              </a:rPr>
              <a:t>M6*1”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Sau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gắn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xoay</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sẽ</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mấy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mm?</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0.5mm</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② 1mm</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3mm</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④ 6mm</a:t>
            </a:r>
          </a:p>
        </p:txBody>
      </p:sp>
      <p:sp>
        <p:nvSpPr>
          <p:cNvPr id="5142" name="Rectangle 48"/>
          <p:cNvSpPr>
            <a:spLocks noChangeArrowheads="1"/>
          </p:cNvSpPr>
          <p:nvPr/>
        </p:nvSpPr>
        <p:spPr bwMode="auto">
          <a:xfrm>
            <a:off x="296866" y="7253288"/>
            <a:ext cx="3132137"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xoay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chắc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chắn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thọ</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chi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phí</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xác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3" name="Rectangle 59"/>
          <p:cNvSpPr>
            <a:spLocks noChangeArrowheads="1"/>
          </p:cNvSpPr>
          <p:nvPr/>
        </p:nvSpPr>
        <p:spPr bwMode="auto">
          <a:xfrm>
            <a:off x="304800" y="8172450"/>
            <a:ext cx="3132138"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đồng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thời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quay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quay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muốn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Belt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Chain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4" name="Rectangle 69"/>
          <p:cNvSpPr>
            <a:spLocks noChangeArrowheads="1"/>
          </p:cNvSpPr>
          <p:nvPr/>
        </p:nvSpPr>
        <p:spPr bwMode="auto">
          <a:xfrm>
            <a:off x="3429000" y="971569"/>
            <a:ext cx="3124200"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10.Tên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50000"/>
              </a:lnSpc>
              <a:spcBef>
                <a:spcPct val="5000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4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Flexspline</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6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a:solidFill>
                  <a:srgbClr val="000000"/>
                </a:solidFill>
                <a:latin typeface="Arial" panose="020B0604020202020204" pitchFamily="34" charset="0"/>
                <a:cs typeface="Arial" panose="020B0604020202020204" pitchFamily="34" charset="0"/>
              </a:rPr>
              <a:t>Wave Generator </a:t>
            </a:r>
            <a:r>
              <a:rPr lang="en-US" altLang="ko-KR" sz="800" smtClean="0">
                <a:solidFill>
                  <a:srgbClr val="000000"/>
                </a:solidFill>
                <a:latin typeface="Arial" panose="020B0604020202020204" pitchFamily="34" charset="0"/>
                <a:cs typeface="Arial" panose="020B0604020202020204" pitchFamily="34" charset="0"/>
              </a:rPr>
              <a:t>(</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Input)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5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a:solidFill>
                  <a:srgbClr val="000000"/>
                </a:solidFill>
                <a:latin typeface="Arial" panose="020B0604020202020204" pitchFamily="34" charset="0"/>
                <a:cs typeface="Arial" panose="020B0604020202020204" pitchFamily="34" charset="0"/>
              </a:rPr>
              <a:t>Circular </a:t>
            </a:r>
            <a:r>
              <a:rPr lang="en-US" altLang="ko-KR" sz="800" smtClean="0">
                <a:solidFill>
                  <a:srgbClr val="000000"/>
                </a:solidFill>
                <a:latin typeface="Arial" panose="020B0604020202020204" pitchFamily="34" charset="0"/>
                <a:cs typeface="Arial" panose="020B0604020202020204" pitchFamily="34" charset="0"/>
              </a:rPr>
              <a:t>Spline</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5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accelerator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5145" name="Rectangle 73"/>
          <p:cNvSpPr>
            <a:spLocks noChangeArrowheads="1"/>
          </p:cNvSpPr>
          <p:nvPr/>
        </p:nvSpPr>
        <p:spPr bwMode="auto">
          <a:xfrm>
            <a:off x="3429000" y="1763616"/>
            <a:ext cx="312420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bánh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xuxuaaschinsh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Motor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ứng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suất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dẫn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thẳng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motor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6" name="Rectangle 22"/>
          <p:cNvSpPr>
            <a:spLocks noChangeArrowheads="1"/>
          </p:cNvSpPr>
          <p:nvPr/>
        </p:nvSpPr>
        <p:spPr bwMode="auto">
          <a:xfrm>
            <a:off x="3429000" y="3062722"/>
            <a:ext cx="3124200"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12</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V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Belt?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những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hẹp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tĩnh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shock</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suất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khoảng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96~99</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kéo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bearing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pully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trợt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7" name="Rectangle 26"/>
          <p:cNvSpPr>
            <a:spLocks noChangeArrowheads="1"/>
          </p:cNvSpPr>
          <p:nvPr/>
        </p:nvSpPr>
        <p:spPr bwMode="auto">
          <a:xfrm>
            <a:off x="3429000" y="4095230"/>
            <a:ext cx="3124200" cy="138499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13</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Timing Belt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backlash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thiểu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ồn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cậy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thọ</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②</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④   </a:t>
            </a:r>
          </a:p>
          <a:p>
            <a:pPr eaLnBrk="1" fontAlgn="base" latinLnBrk="1" hangingPunct="1">
              <a:spcBef>
                <a:spcPct val="5000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5148" name="Picture 2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09988" y="4627789"/>
            <a:ext cx="1143000"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49" name="Picture 28"/>
          <p:cNvPicPr>
            <a:picLocks noChangeAspect="1" noChangeArrowheads="1"/>
          </p:cNvPicPr>
          <p:nvPr/>
        </p:nvPicPr>
        <p:blipFill>
          <a:blip r:embed="rId4">
            <a:extLst>
              <a:ext uri="{28A0092B-C50C-407E-A947-70E740481C1C}">
                <a14:useLocalDpi xmlns:a14="http://schemas.microsoft.com/office/drawing/2010/main" val="0"/>
              </a:ext>
            </a:extLst>
          </a:blip>
          <a:srcRect t="47430" r="16853"/>
          <a:stretch>
            <a:fillRect/>
          </a:stretch>
        </p:blipFill>
        <p:spPr bwMode="auto">
          <a:xfrm>
            <a:off x="5157788" y="4567445"/>
            <a:ext cx="1295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50" name="Picture 29"/>
          <p:cNvPicPr>
            <a:picLocks noChangeAspect="1" noChangeArrowheads="1"/>
          </p:cNvPicPr>
          <p:nvPr/>
        </p:nvPicPr>
        <p:blipFill>
          <a:blip r:embed="rId4">
            <a:extLst>
              <a:ext uri="{28A0092B-C50C-407E-A947-70E740481C1C}">
                <a14:useLocalDpi xmlns:a14="http://schemas.microsoft.com/office/drawing/2010/main" val="0"/>
              </a:ext>
            </a:extLst>
          </a:blip>
          <a:srcRect r="16853" b="52174"/>
          <a:stretch>
            <a:fillRect/>
          </a:stretch>
        </p:blipFill>
        <p:spPr bwMode="auto">
          <a:xfrm>
            <a:off x="3719513" y="5162764"/>
            <a:ext cx="1066800" cy="388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51" name="Picture 30"/>
          <p:cNvPicPr>
            <a:picLocks noChangeAspect="1" noChangeArrowheads="1"/>
          </p:cNvPicPr>
          <p:nvPr/>
        </p:nvPicPr>
        <p:blipFill>
          <a:blip r:embed="rId5">
            <a:extLst>
              <a:ext uri="{28A0092B-C50C-407E-A947-70E740481C1C}">
                <a14:useLocalDpi xmlns:a14="http://schemas.microsoft.com/office/drawing/2010/main" val="0"/>
              </a:ext>
            </a:extLst>
          </a:blip>
          <a:srcRect b="30864"/>
          <a:stretch>
            <a:fillRect/>
          </a:stretch>
        </p:blipFill>
        <p:spPr bwMode="auto">
          <a:xfrm>
            <a:off x="5233988" y="5146889"/>
            <a:ext cx="1143000" cy="649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52" name="Rectangle 32"/>
          <p:cNvSpPr>
            <a:spLocks noChangeArrowheads="1"/>
          </p:cNvSpPr>
          <p:nvPr/>
        </p:nvSpPr>
        <p:spPr bwMode="auto">
          <a:xfrm>
            <a:off x="3429000" y="5796190"/>
            <a:ext cx="3124200"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14</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chịu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kéo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Timing </a:t>
            </a:r>
            <a:r>
              <a:rPr lang="en-US" altLang="ko-KR" sz="800">
                <a:solidFill>
                  <a:srgbClr val="000000"/>
                </a:solidFill>
                <a:latin typeface="Arial" panose="020B0604020202020204" pitchFamily="34" charset="0"/>
                <a:ea typeface="돋움" pitchFamily="50" charset="-127"/>
                <a:cs typeface="Arial" panose="020B0604020202020204" pitchFamily="34" charset="0"/>
              </a:rPr>
              <a:t>Belt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PTFE   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SUS</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a:solidFill>
                  <a:srgbClr val="000000"/>
                </a:solidFill>
                <a:latin typeface="Arial" panose="020B0604020202020204" pitchFamily="34" charset="0"/>
                <a:ea typeface="돋움" pitchFamily="50" charset="-127"/>
                <a:cs typeface="Arial" panose="020B0604020202020204" pitchFamily="34" charset="0"/>
              </a:rPr>
              <a:t>Glass Fiber Cord   ④ Kevlar</a:t>
            </a:r>
          </a:p>
        </p:txBody>
      </p:sp>
      <p:pic>
        <p:nvPicPr>
          <p:cNvPr id="5153" name="Picture 70"/>
          <p:cNvPicPr>
            <a:picLocks noChangeAspect="1" noChangeArrowheads="1"/>
          </p:cNvPicPr>
          <p:nvPr/>
        </p:nvPicPr>
        <p:blipFill>
          <a:blip r:embed="rId6">
            <a:extLst>
              <a:ext uri="{28A0092B-C50C-407E-A947-70E740481C1C}">
                <a14:useLocalDpi xmlns:a14="http://schemas.microsoft.com/office/drawing/2010/main" val="0"/>
              </a:ext>
            </a:extLst>
          </a:blip>
          <a:srcRect l="36874" t="60834" r="45625" b="22499"/>
          <a:stretch>
            <a:fillRect/>
          </a:stretch>
        </p:blipFill>
        <p:spPr bwMode="auto">
          <a:xfrm>
            <a:off x="5386388" y="1052513"/>
            <a:ext cx="1066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54" name="Rectangle 13"/>
          <p:cNvSpPr>
            <a:spLocks noChangeArrowheads="1"/>
          </p:cNvSpPr>
          <p:nvPr/>
        </p:nvSpPr>
        <p:spPr bwMode="auto">
          <a:xfrm>
            <a:off x="3421063" y="6242069"/>
            <a:ext cx="3124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LM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Guide?</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0.002~0.005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chi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Do Home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ball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home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Bearing ball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preload) .</a:t>
            </a:r>
            <a:endParaRPr lang="en-US" altLang="ko-KR" sz="800">
              <a:solidFill>
                <a:srgbClr val="000000"/>
              </a:solidFill>
              <a:latin typeface="Arial" panose="020B0604020202020204" pitchFamily="34" charset="0"/>
              <a:ea typeface="돋움" pitchFamily="50" charset="-127"/>
              <a:cs typeface="Arial" panose="020B0604020202020204" pitchFamily="34" charset="0"/>
              <a:sym typeface="Wingdings" pitchFamily="2" charset="2"/>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trượt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kế</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Compact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thế</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bush linear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55" name="Rectangle 36"/>
          <p:cNvSpPr>
            <a:spLocks noChangeArrowheads="1"/>
          </p:cNvSpPr>
          <p:nvPr/>
        </p:nvSpPr>
        <p:spPr bwMode="auto">
          <a:xfrm>
            <a:off x="3441700" y="7153294"/>
            <a:ext cx="3124200" cy="99104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16. </a:t>
            </a:r>
            <a:r>
              <a:rPr lang="en-US" altLang="ko-KR" sz="800" err="1" smtClean="0">
                <a:solidFill>
                  <a:srgbClr val="000000"/>
                </a:solidFill>
                <a:latin typeface="Arial" panose="020B0604020202020204" pitchFamily="34" charset="0"/>
                <a:cs typeface="Arial" panose="020B0604020202020204" pitchFamily="34" charset="0"/>
              </a:rPr>
              <a:t>Tên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gọi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 ở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lnSpc>
                <a:spcPct val="70000"/>
              </a:lnSpc>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70000"/>
              </a:lnSpc>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7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cap</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70000"/>
              </a:lnSpc>
              <a:spcBef>
                <a:spcPct val="5000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70000"/>
              </a:lnSpc>
              <a:spcBef>
                <a:spcPct val="5000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End Plate</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70000"/>
              </a:lnSpc>
              <a:spcBef>
                <a:spcPct val="5000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Plate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đỡ</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grpSp>
        <p:nvGrpSpPr>
          <p:cNvPr id="5156" name="Group 37"/>
          <p:cNvGrpSpPr>
            <a:grpSpLocks/>
          </p:cNvGrpSpPr>
          <p:nvPr/>
        </p:nvGrpSpPr>
        <p:grpSpPr bwMode="auto">
          <a:xfrm>
            <a:off x="5121275" y="7353305"/>
            <a:ext cx="1295400" cy="855663"/>
            <a:chOff x="1056" y="848"/>
            <a:chExt cx="816" cy="539"/>
          </a:xfrm>
        </p:grpSpPr>
        <p:sp>
          <p:nvSpPr>
            <p:cNvPr id="5158" name="Rectangle 38"/>
            <p:cNvSpPr>
              <a:spLocks noChangeArrowheads="1"/>
            </p:cNvSpPr>
            <p:nvPr/>
          </p:nvSpPr>
          <p:spPr bwMode="auto">
            <a:xfrm>
              <a:off x="1580" y="1279"/>
              <a:ext cx="208" cy="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Arial" panose="020B0604020202020204" pitchFamily="34" charset="0"/>
                <a:cs typeface="Arial" panose="020B0604020202020204" pitchFamily="34" charset="0"/>
              </a:endParaRPr>
            </a:p>
          </p:txBody>
        </p:sp>
        <p:pic>
          <p:nvPicPr>
            <p:cNvPr id="5159" name="Picture 3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56" y="848"/>
              <a:ext cx="816" cy="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60" name="Rectangle 40"/>
            <p:cNvSpPr>
              <a:spLocks noChangeArrowheads="1"/>
            </p:cNvSpPr>
            <p:nvPr/>
          </p:nvSpPr>
          <p:spPr bwMode="auto">
            <a:xfrm>
              <a:off x="1436" y="1292"/>
              <a:ext cx="238" cy="60"/>
            </a:xfrm>
            <a:prstGeom prst="rect">
              <a:avLst/>
            </a:prstGeom>
            <a:solidFill>
              <a:schemeClr val="bg1"/>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A</a:t>
              </a:r>
            </a:p>
          </p:txBody>
        </p:sp>
      </p:grpSp>
      <p:sp>
        <p:nvSpPr>
          <p:cNvPr id="5157" name="Rectangle 46"/>
          <p:cNvSpPr>
            <a:spLocks noChangeArrowheads="1"/>
          </p:cNvSpPr>
          <p:nvPr/>
        </p:nvSpPr>
        <p:spPr bwMode="auto">
          <a:xfrm>
            <a:off x="3429000" y="8242321"/>
            <a:ext cx="31257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17.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Type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định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hướng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LM Guide?</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HSR    ② SR     ③ SRG     ④ SRW</a:t>
            </a:r>
          </a:p>
        </p:txBody>
      </p:sp>
      <p:sp>
        <p:nvSpPr>
          <p:cNvPr id="34"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957841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6147" name="Text Box 3"/>
          <p:cNvSpPr txBox="1">
            <a:spLocks noChangeArrowheads="1"/>
          </p:cNvSpPr>
          <p:nvPr/>
        </p:nvSpPr>
        <p:spPr bwMode="auto">
          <a:xfrm>
            <a:off x="228606" y="679450"/>
            <a:ext cx="30219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소속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사번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이름 </a:t>
            </a:r>
            <a:r>
              <a:rPr lang="en-US" altLang="ko-KR" sz="800">
                <a:solidFill>
                  <a:srgbClr val="000000"/>
                </a:solidFill>
                <a:latin typeface="Arial" panose="020B0604020202020204" pitchFamily="34" charset="0"/>
                <a:cs typeface="Arial" panose="020B0604020202020204" pitchFamily="34" charset="0"/>
              </a:rPr>
              <a:t>: </a:t>
            </a:r>
          </a:p>
        </p:txBody>
      </p:sp>
      <p:sp>
        <p:nvSpPr>
          <p:cNvPr id="6148"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6149"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111498391"/>
              </p:ext>
            </p:extLst>
          </p:nvPr>
        </p:nvGraphicFramePr>
        <p:xfrm>
          <a:off x="5346738"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159" name="Rectangle 14"/>
          <p:cNvSpPr>
            <a:spLocks noChangeArrowheads="1"/>
          </p:cNvSpPr>
          <p:nvPr/>
        </p:nvSpPr>
        <p:spPr bwMode="auto">
          <a:xfrm>
            <a:off x="300038" y="1004888"/>
            <a:ext cx="31242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nhiệt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thoát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nhiệt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quay.</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tùy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6160" name="Rectangle 14"/>
          <p:cNvSpPr>
            <a:spLocks noChangeArrowheads="1"/>
          </p:cNvSpPr>
          <p:nvPr/>
        </p:nvSpPr>
        <p:spPr bwMode="auto">
          <a:xfrm>
            <a:off x="300038" y="2990712"/>
            <a:ext cx="31242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20.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biểu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ẩn</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cắt</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lượng</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cắt</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ẩn</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무게중심선</a:t>
            </a: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ẩn</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cắt</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lượng</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ẩn</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cắt</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ko-KR" altLang="en-US" sz="80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tâm</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lượng</a:t>
            </a:r>
            <a:r>
              <a:rPr lang="ko-KR" altLang="en-US" sz="800" smtClean="0">
                <a:solidFill>
                  <a:srgbClr val="000000"/>
                </a:solidFill>
                <a:latin typeface="Arial" panose="020B0604020202020204" pitchFamily="34" charset="0"/>
                <a:ea typeface="돋움" pitchFamily="50" charset="-127"/>
                <a:cs typeface="Arial" panose="020B0604020202020204" pitchFamily="34" charset="0"/>
                <a:sym typeface="Wingdings" pitchFamily="2" charset="2"/>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6161" name="Rectangle 22"/>
          <p:cNvSpPr>
            <a:spLocks noChangeArrowheads="1"/>
          </p:cNvSpPr>
          <p:nvPr/>
        </p:nvSpPr>
        <p:spPr bwMode="auto">
          <a:xfrm>
            <a:off x="314325" y="2339710"/>
            <a:ext cx="3124200"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việc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mòn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nhiệt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sát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thọ</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Bearing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tán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19638429"/>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717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nvGraphicFramePr>
        <p:xfrm>
          <a:off x="1412913"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nvGraphicFramePr>
        <p:xfrm>
          <a:off x="3735426"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5109941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8195" name="Text Box 3"/>
          <p:cNvSpPr txBox="1">
            <a:spLocks noChangeArrowheads="1"/>
          </p:cNvSpPr>
          <p:nvPr/>
        </p:nvSpPr>
        <p:spPr bwMode="auto">
          <a:xfrm>
            <a:off x="228606" y="679450"/>
            <a:ext cx="30219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소속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사번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이름 </a:t>
            </a:r>
            <a:r>
              <a:rPr lang="en-US" altLang="ko-KR" sz="800">
                <a:solidFill>
                  <a:srgbClr val="000000"/>
                </a:solidFill>
                <a:latin typeface="Arial" panose="020B0604020202020204" pitchFamily="34" charset="0"/>
                <a:cs typeface="Arial" panose="020B0604020202020204" pitchFamily="34" charset="0"/>
              </a:rPr>
              <a:t>: </a:t>
            </a:r>
          </a:p>
        </p:txBody>
      </p:sp>
      <p:sp>
        <p:nvSpPr>
          <p:cNvPr id="8196"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197"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198154257"/>
              </p:ext>
            </p:extLst>
          </p:nvPr>
        </p:nvGraphicFramePr>
        <p:xfrm>
          <a:off x="5346738"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8207" name="Rectangle 35"/>
          <p:cNvSpPr>
            <a:spLocks noChangeArrowheads="1"/>
          </p:cNvSpPr>
          <p:nvPr/>
        </p:nvSpPr>
        <p:spPr bwMode="auto">
          <a:xfrm>
            <a:off x="303214" y="971569"/>
            <a:ext cx="31257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môn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nghiên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cứu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móc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học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móc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móc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việc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08" name="Rectangle 36"/>
          <p:cNvSpPr>
            <a:spLocks noChangeArrowheads="1"/>
          </p:cNvSpPr>
          <p:nvPr/>
        </p:nvSpPr>
        <p:spPr bwMode="auto">
          <a:xfrm>
            <a:off x="285752" y="1917721"/>
            <a:ext cx="3127375"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cắt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tuyến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tâm</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rỗng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góc</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09" name="Rectangle 37"/>
          <p:cNvSpPr>
            <a:spLocks noChangeArrowheads="1"/>
          </p:cNvSpPr>
          <p:nvPr/>
        </p:nvSpPr>
        <p:spPr bwMode="auto">
          <a:xfrm>
            <a:off x="312738" y="2482869"/>
            <a:ext cx="3116262"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3.Loại Bearing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Bearing home ball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sâu</a:t>
            </a:r>
            <a:endParaRPr kumimoji="0"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góc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Angular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balll</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bearing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vi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chặn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(Thrust ball bearing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rãnh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Deep Groove ball bearing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8210" name="Picture 3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4438" y="2482853"/>
            <a:ext cx="747713" cy="1008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11" name="Rectangle 39"/>
          <p:cNvSpPr>
            <a:spLocks noChangeArrowheads="1"/>
          </p:cNvSpPr>
          <p:nvPr/>
        </p:nvSpPr>
        <p:spPr bwMode="auto">
          <a:xfrm>
            <a:off x="276225" y="3479821"/>
            <a:ext cx="3124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flexible Coupling?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muff coupling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Chain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Coupling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su</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12" name="Rectangle 40"/>
          <p:cNvSpPr>
            <a:spLocks noChangeArrowheads="1"/>
          </p:cNvSpPr>
          <p:nvPr/>
        </p:nvSpPr>
        <p:spPr bwMode="auto">
          <a:xfrm>
            <a:off x="325438" y="3989407"/>
            <a:ext cx="3124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a:t>
            </a:r>
            <a:r>
              <a:rPr lang="en-US" altLang="ko-KR" sz="800">
                <a:solidFill>
                  <a:srgbClr val="000000"/>
                </a:solidFill>
                <a:latin typeface="Arial" panose="020B0604020202020204" pitchFamily="34" charset="0"/>
                <a:ea typeface="돋움" pitchFamily="50" charset="-127"/>
                <a:cs typeface="Arial" panose="020B0604020202020204" pitchFamily="34" charset="0"/>
              </a:rPr>
              <a:t>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ý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nghĩa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Hướng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quấn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ren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②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ren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③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grpSp>
        <p:nvGrpSpPr>
          <p:cNvPr id="8213" name="Group 41"/>
          <p:cNvGrpSpPr>
            <a:grpSpLocks/>
          </p:cNvGrpSpPr>
          <p:nvPr/>
        </p:nvGrpSpPr>
        <p:grpSpPr bwMode="auto">
          <a:xfrm>
            <a:off x="396879" y="4205307"/>
            <a:ext cx="1145697" cy="936625"/>
            <a:chOff x="255" y="3122"/>
            <a:chExt cx="1497" cy="801"/>
          </a:xfrm>
        </p:grpSpPr>
        <p:grpSp>
          <p:nvGrpSpPr>
            <p:cNvPr id="8232" name="Group 42"/>
            <p:cNvGrpSpPr>
              <a:grpSpLocks/>
            </p:cNvGrpSpPr>
            <p:nvPr/>
          </p:nvGrpSpPr>
          <p:grpSpPr bwMode="auto">
            <a:xfrm>
              <a:off x="255" y="3122"/>
              <a:ext cx="1497" cy="801"/>
              <a:chOff x="255" y="2963"/>
              <a:chExt cx="1497" cy="801"/>
            </a:xfrm>
          </p:grpSpPr>
          <p:pic>
            <p:nvPicPr>
              <p:cNvPr id="8234" name="Picture 43" descr="ScreenHunter_001"/>
              <p:cNvPicPr>
                <a:picLocks noChangeAspect="1" noChangeArrowheads="1"/>
              </p:cNvPicPr>
              <p:nvPr/>
            </p:nvPicPr>
            <p:blipFill>
              <a:blip r:embed="rId4" cstate="print">
                <a:extLst>
                  <a:ext uri="{28A0092B-C50C-407E-A947-70E740481C1C}">
                    <a14:useLocalDpi xmlns:a14="http://schemas.microsoft.com/office/drawing/2010/main" val="0"/>
                  </a:ext>
                </a:extLst>
              </a:blip>
              <a:srcRect t="6425"/>
              <a:stretch>
                <a:fillRect/>
              </a:stretch>
            </p:blipFill>
            <p:spPr bwMode="auto">
              <a:xfrm>
                <a:off x="255" y="2963"/>
                <a:ext cx="1352" cy="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35" name="Rectangle 44"/>
              <p:cNvSpPr>
                <a:spLocks noChangeArrowheads="1"/>
              </p:cNvSpPr>
              <p:nvPr/>
            </p:nvSpPr>
            <p:spPr bwMode="auto">
              <a:xfrm>
                <a:off x="1162" y="2963"/>
                <a:ext cx="590" cy="61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Arial" panose="020B0604020202020204" pitchFamily="34" charset="0"/>
                  <a:cs typeface="Arial" panose="020B0604020202020204" pitchFamily="34" charset="0"/>
                </a:endParaRPr>
              </a:p>
            </p:txBody>
          </p:sp>
        </p:grpSp>
        <p:sp>
          <p:nvSpPr>
            <p:cNvPr id="8233" name="Text Box 45"/>
            <p:cNvSpPr txBox="1">
              <a:spLocks noChangeArrowheads="1"/>
            </p:cNvSpPr>
            <p:nvPr/>
          </p:nvSpPr>
          <p:spPr bwMode="auto">
            <a:xfrm>
              <a:off x="1114" y="3516"/>
              <a:ext cx="405" cy="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(a)</a:t>
              </a:r>
            </a:p>
          </p:txBody>
        </p:sp>
      </p:grpSp>
      <p:sp>
        <p:nvSpPr>
          <p:cNvPr id="8214" name="Rectangle 46"/>
          <p:cNvSpPr>
            <a:spLocks noChangeArrowheads="1"/>
          </p:cNvSpPr>
          <p:nvPr/>
        </p:nvSpPr>
        <p:spPr bwMode="auto">
          <a:xfrm>
            <a:off x="277816" y="5302250"/>
            <a:ext cx="315118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6</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lỏng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Spring washer.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washer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Lock Nut.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④ </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washer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tongue washer)</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15" name="Rectangle 47"/>
          <p:cNvSpPr>
            <a:spLocks noChangeArrowheads="1"/>
          </p:cNvSpPr>
          <p:nvPr/>
        </p:nvSpPr>
        <p:spPr bwMode="auto">
          <a:xfrm>
            <a:off x="301625" y="6159523"/>
            <a:ext cx="3132138" cy="5847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tâm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helical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Rack gear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phẳng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16" name="Rectangle 48"/>
          <p:cNvSpPr>
            <a:spLocks noChangeArrowheads="1"/>
          </p:cNvSpPr>
          <p:nvPr/>
        </p:nvSpPr>
        <p:spPr bwMode="auto">
          <a:xfrm>
            <a:off x="304800" y="6939776"/>
            <a:ext cx="3124200"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Spiral bevel gear</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a:solidFill>
                  <a:srgbClr val="000000"/>
                </a:solidFill>
                <a:latin typeface="Arial" panose="020B0604020202020204" pitchFamily="34" charset="0"/>
                <a:ea typeface="돋움" pitchFamily="50" charset="-127"/>
                <a:cs typeface="Arial" panose="020B0604020202020204" pitchFamily="34" charset="0"/>
              </a:rPr>
              <a:t>Z</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ero bevel gear</a:t>
            </a: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a:solidFill>
                  <a:srgbClr val="000000"/>
                </a:solidFill>
                <a:latin typeface="Arial" panose="020B0604020202020204" pitchFamily="34" charset="0"/>
                <a:ea typeface="돋움" pitchFamily="50" charset="-127"/>
                <a:cs typeface="Arial" panose="020B0604020202020204" pitchFamily="34" charset="0"/>
              </a:rPr>
              <a:t>Right Angle Bevel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Gears </a:t>
            </a:r>
            <a:endParaRPr lang="ko-KR" altLang="en-US"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Crown Bevel Gear</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8217" name="Picture 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28961" y="7018429"/>
            <a:ext cx="936625" cy="75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18" name="Rectangle 50"/>
          <p:cNvSpPr>
            <a:spLocks noChangeArrowheads="1"/>
          </p:cNvSpPr>
          <p:nvPr/>
        </p:nvSpPr>
        <p:spPr bwMode="auto">
          <a:xfrm>
            <a:off x="304800" y="8028007"/>
            <a:ext cx="31242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Timing Belt?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thiểu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hóa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BACK-LASH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19" name="Rectangle 51"/>
          <p:cNvSpPr>
            <a:spLocks noChangeArrowheads="1"/>
          </p:cNvSpPr>
          <p:nvPr/>
        </p:nvSpPr>
        <p:spPr bwMode="auto">
          <a:xfrm>
            <a:off x="3429000" y="971571"/>
            <a:ext cx="31242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10.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Bushing Linear?</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ball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ma </a:t>
            </a:r>
            <a:r>
              <a:rPr lang="en-US" altLang="ko-KR" sz="800" err="1" smtClean="0">
                <a:solidFill>
                  <a:srgbClr val="000000"/>
                </a:solidFill>
                <a:latin typeface="Arial" panose="020B0604020202020204" pitchFamily="34" charset="0"/>
                <a:cs typeface="Arial" panose="020B0604020202020204" pitchFamily="34" charset="0"/>
              </a:rPr>
              <a:t>sát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thấp</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Do ball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trọng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vaanh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trọng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nhẹ</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Giá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khe</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yêu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mức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nghiêm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ngặt</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Bền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shock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di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phù</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hợp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endParaRPr lang="ko-KR" altLang="en-US" sz="800">
              <a:solidFill>
                <a:srgbClr val="000000"/>
              </a:solidFill>
              <a:latin typeface="Arial" panose="020B0604020202020204" pitchFamily="34" charset="0"/>
              <a:cs typeface="Arial" panose="020B0604020202020204" pitchFamily="34" charset="0"/>
            </a:endParaRPr>
          </a:p>
        </p:txBody>
      </p:sp>
      <p:sp>
        <p:nvSpPr>
          <p:cNvPr id="8220" name="Rectangle 52"/>
          <p:cNvSpPr>
            <a:spLocks noChangeArrowheads="1"/>
          </p:cNvSpPr>
          <p:nvPr/>
        </p:nvSpPr>
        <p:spPr bwMode="auto">
          <a:xfrm>
            <a:off x="3429000" y="2363788"/>
            <a:ext cx="3124200"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11.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nghĩa</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thuật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ngữ</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LM Block. </a:t>
            </a:r>
            <a:r>
              <a:rPr lang="en-US" altLang="ko-KR" sz="800" err="1" smtClean="0">
                <a:solidFill>
                  <a:srgbClr val="000000"/>
                </a:solidFill>
                <a:latin typeface="Arial" panose="020B0604020202020204" pitchFamily="34" charset="0"/>
                <a:cs typeface="Arial" panose="020B0604020202020204" pitchFamily="34" charset="0"/>
              </a:rPr>
              <a:t>Hãy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trọng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trước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nâng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LM Block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khe</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gọi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Bố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tròn</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mạnh</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Backlash</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Preloaded </a:t>
            </a:r>
            <a:endParaRPr lang="ko-KR" altLang="en-US" sz="800">
              <a:solidFill>
                <a:srgbClr val="000000"/>
              </a:solidFill>
              <a:latin typeface="Arial" panose="020B0604020202020204" pitchFamily="34" charset="0"/>
              <a:cs typeface="Arial" panose="020B0604020202020204" pitchFamily="34" charset="0"/>
            </a:endParaRPr>
          </a:p>
        </p:txBody>
      </p:sp>
      <p:sp>
        <p:nvSpPr>
          <p:cNvPr id="8221" name="Rectangle 53"/>
          <p:cNvSpPr>
            <a:spLocks noChangeArrowheads="1"/>
          </p:cNvSpPr>
          <p:nvPr/>
        </p:nvSpPr>
        <p:spPr bwMode="auto">
          <a:xfrm>
            <a:off x="3429000" y="3851275"/>
            <a:ext cx="3124200"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12.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a:solidFill>
                  <a:srgbClr val="000000"/>
                </a:solidFill>
                <a:latin typeface="Arial" panose="020B0604020202020204" pitchFamily="34" charset="0"/>
                <a:ea typeface="돋움" pitchFamily="50" charset="-127"/>
                <a:cs typeface="Arial" panose="020B0604020202020204" pitchFamily="34" charset="0"/>
              </a:rPr>
              <a:t>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nối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KEY</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SPRING</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chốt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grpSp>
        <p:nvGrpSpPr>
          <p:cNvPr id="8222" name="Group 54"/>
          <p:cNvGrpSpPr>
            <a:grpSpLocks/>
          </p:cNvGrpSpPr>
          <p:nvPr/>
        </p:nvGrpSpPr>
        <p:grpSpPr bwMode="auto">
          <a:xfrm>
            <a:off x="4941926" y="4067194"/>
            <a:ext cx="1366837" cy="720725"/>
            <a:chOff x="3113" y="2426"/>
            <a:chExt cx="861" cy="454"/>
          </a:xfrm>
        </p:grpSpPr>
        <p:pic>
          <p:nvPicPr>
            <p:cNvPr id="8230" name="Picture 55" descr="thkd051_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13" y="2426"/>
              <a:ext cx="861" cy="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31" name="Rectangle 56"/>
            <p:cNvSpPr>
              <a:spLocks noChangeArrowheads="1"/>
            </p:cNvSpPr>
            <p:nvPr/>
          </p:nvSpPr>
          <p:spPr bwMode="auto">
            <a:xfrm>
              <a:off x="3484" y="2804"/>
              <a:ext cx="168" cy="4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A</a:t>
              </a:r>
            </a:p>
          </p:txBody>
        </p:sp>
      </p:grpSp>
      <p:sp>
        <p:nvSpPr>
          <p:cNvPr id="8223" name="Rectangle 57"/>
          <p:cNvSpPr>
            <a:spLocks noChangeArrowheads="1"/>
          </p:cNvSpPr>
          <p:nvPr/>
        </p:nvSpPr>
        <p:spPr bwMode="auto">
          <a:xfrm>
            <a:off x="3429000" y="5027634"/>
            <a:ext cx="31242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13.Chọn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đáp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không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phải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là</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đặc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của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bôi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dầu</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a:solidFill>
                  <a:srgbClr val="000000"/>
                </a:solidFill>
                <a:latin typeface="Arial" panose="020B0604020202020204" pitchFamily="34" charset="0"/>
                <a:ea typeface="돋움" pitchFamily="50" charset="-127"/>
                <a:cs typeface="Arial" panose="020B0604020202020204" pitchFamily="34" charset="0"/>
              </a:rPr>
              <a:t>Phù</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hợp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với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sử</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dụng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nhiệt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độ</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thấp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hoặc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tốc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độ</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thấp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hơn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là</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bôi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bằng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mỡ</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a:solidFill>
                  <a:srgbClr val="000000"/>
                </a:solidFill>
                <a:latin typeface="Arial" panose="020B0604020202020204" pitchFamily="34" charset="0"/>
                <a:ea typeface="돋움" pitchFamily="50" charset="-127"/>
                <a:cs typeface="Arial" panose="020B0604020202020204" pitchFamily="34" charset="0"/>
              </a:rPr>
              <a:t>Bôi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bằng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dầu</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là</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thích</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hợp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trong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trường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hợp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cần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thoát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nhiệt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ra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bên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ngoài</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a:solidFill>
                  <a:srgbClr val="000000"/>
                </a:solidFill>
                <a:latin typeface="Arial" panose="020B0604020202020204" pitchFamily="34" charset="0"/>
                <a:ea typeface="돋움" pitchFamily="50" charset="-127"/>
                <a:cs typeface="Arial" panose="020B0604020202020204" pitchFamily="34" charset="0"/>
              </a:rPr>
              <a:t>Cần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phải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sử</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dụng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dầu</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có</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độ</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nhớt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thấp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đúng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với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tốc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độ</a:t>
            </a:r>
            <a:r>
              <a:rPr lang="en-US" altLang="ko-KR" sz="800">
                <a:solidFill>
                  <a:srgbClr val="000000"/>
                </a:solidFill>
                <a:latin typeface="Arial" panose="020B0604020202020204" pitchFamily="34" charset="0"/>
                <a:ea typeface="돋움" pitchFamily="50" charset="-127"/>
                <a:cs typeface="Arial" panose="020B0604020202020204" pitchFamily="34" charset="0"/>
              </a:rPr>
              <a:t> quay.</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a:solidFill>
                  <a:srgbClr val="000000"/>
                </a:solidFill>
                <a:latin typeface="Arial" panose="020B0604020202020204" pitchFamily="34" charset="0"/>
                <a:ea typeface="돋움" pitchFamily="50" charset="-127"/>
                <a:cs typeface="Arial" panose="020B0604020202020204" pitchFamily="34" charset="0"/>
              </a:rPr>
              <a:t>Cần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phải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sử</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dụng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dầu</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bôi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có</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độ</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lớn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cao</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tùy</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theo</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tải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trọng</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24" name="Rectangle 58"/>
          <p:cNvSpPr>
            <a:spLocks noChangeArrowheads="1"/>
          </p:cNvSpPr>
          <p:nvPr/>
        </p:nvSpPr>
        <p:spPr bwMode="auto">
          <a:xfrm>
            <a:off x="3429000" y="6299220"/>
            <a:ext cx="3124200" cy="48628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14. </a:t>
            </a:r>
            <a:r>
              <a:rPr lang="en-US" altLang="ko-KR" sz="800" err="1" smtClean="0">
                <a:solidFill>
                  <a:srgbClr val="000000"/>
                </a:solidFill>
                <a:latin typeface="Arial" panose="020B0604020202020204" pitchFamily="34" charset="0"/>
                <a:cs typeface="Arial" panose="020B0604020202020204" pitchFamily="34" charset="0"/>
              </a:rPr>
              <a:t>Nếu</a:t>
            </a:r>
            <a:r>
              <a:rPr lang="en-US" altLang="ko-KR" sz="800" smtClean="0">
                <a:solidFill>
                  <a:srgbClr val="000000"/>
                </a:solidFill>
                <a:latin typeface="Arial" panose="020B0604020202020204" pitchFamily="34" charset="0"/>
                <a:cs typeface="Arial" panose="020B0604020202020204" pitchFamily="34" charset="0"/>
              </a:rPr>
              <a:t> chia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thước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quả</a:t>
            </a:r>
            <a:r>
              <a:rPr lang="en-US" altLang="ko-KR" sz="800" smtClean="0">
                <a:solidFill>
                  <a:srgbClr val="000000"/>
                </a:solidFill>
                <a:latin typeface="Arial" panose="020B0604020202020204" pitchFamily="34" charset="0"/>
                <a:cs typeface="Arial" panose="020B0604020202020204" pitchFamily="34" charset="0"/>
              </a:rPr>
              <a:t> Vernier Calipers </a:t>
            </a:r>
            <a:r>
              <a:rPr lang="en-US" altLang="ko-KR" sz="800" err="1" smtClean="0">
                <a:solidFill>
                  <a:srgbClr val="000000"/>
                </a:solidFill>
                <a:latin typeface="Arial" panose="020B0604020202020204" pitchFamily="34" charset="0"/>
                <a:cs typeface="Arial" panose="020B0604020202020204" pitchFamily="34" charset="0"/>
              </a:rPr>
              <a:t>ra</a:t>
            </a:r>
            <a:r>
              <a:rPr lang="en-US" altLang="ko-KR" sz="800" smtClean="0">
                <a:solidFill>
                  <a:srgbClr val="000000"/>
                </a:solidFill>
                <a:latin typeface="Arial" panose="020B0604020202020204" pitchFamily="34" charset="0"/>
                <a:cs typeface="Arial" panose="020B0604020202020204" pitchFamily="34" charset="0"/>
              </a:rPr>
              <a:t> 50 </a:t>
            </a:r>
            <a:r>
              <a:rPr lang="en-US" altLang="ko-KR" sz="800" err="1" smtClean="0">
                <a:solidFill>
                  <a:srgbClr val="000000"/>
                </a:solidFill>
                <a:latin typeface="Arial" panose="020B0604020202020204" pitchFamily="34" charset="0"/>
                <a:cs typeface="Arial" panose="020B0604020202020204" pitchFamily="34" charset="0"/>
              </a:rPr>
              <a:t>lần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thì</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nhiêu</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0.2mm     ② 0.02mm     ③ 0.5mm     ④ 0.05mm</a:t>
            </a:r>
          </a:p>
        </p:txBody>
      </p:sp>
      <p:sp>
        <p:nvSpPr>
          <p:cNvPr id="8225" name="Rectangle 59"/>
          <p:cNvSpPr>
            <a:spLocks noChangeArrowheads="1"/>
          </p:cNvSpPr>
          <p:nvPr/>
        </p:nvSpPr>
        <p:spPr bwMode="auto">
          <a:xfrm>
            <a:off x="3429000" y="7140575"/>
            <a:ext cx="3124200"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Hammer</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búa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②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④</a:t>
            </a:r>
          </a:p>
        </p:txBody>
      </p:sp>
      <p:pic>
        <p:nvPicPr>
          <p:cNvPr id="8226" name="Picture 6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16338" y="7500938"/>
            <a:ext cx="1008062"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27" name="Picture 6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84763" y="7500938"/>
            <a:ext cx="1066800"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28" name="Picture 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16338" y="8239125"/>
            <a:ext cx="10080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29" name="Picture 6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84801" y="8243888"/>
            <a:ext cx="1152525"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9588018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9219" name="Text Box 3"/>
          <p:cNvSpPr txBox="1">
            <a:spLocks noChangeArrowheads="1"/>
          </p:cNvSpPr>
          <p:nvPr/>
        </p:nvSpPr>
        <p:spPr bwMode="auto">
          <a:xfrm>
            <a:off x="228606" y="679450"/>
            <a:ext cx="30219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소속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사번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이름 </a:t>
            </a:r>
            <a:r>
              <a:rPr lang="en-US" altLang="ko-KR" sz="800">
                <a:solidFill>
                  <a:srgbClr val="000000"/>
                </a:solidFill>
                <a:latin typeface="Arial" panose="020B0604020202020204" pitchFamily="34" charset="0"/>
                <a:cs typeface="Arial" panose="020B0604020202020204" pitchFamily="34" charset="0"/>
              </a:rPr>
              <a:t>: </a:t>
            </a:r>
          </a:p>
        </p:txBody>
      </p:sp>
      <p:sp>
        <p:nvSpPr>
          <p:cNvPr id="9220"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9221"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601008570"/>
              </p:ext>
            </p:extLst>
          </p:nvPr>
        </p:nvGraphicFramePr>
        <p:xfrm>
          <a:off x="5346738"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9231" name="Rectangle 41"/>
          <p:cNvSpPr>
            <a:spLocks noChangeArrowheads="1"/>
          </p:cNvSpPr>
          <p:nvPr/>
        </p:nvSpPr>
        <p:spPr bwMode="auto">
          <a:xfrm>
            <a:off x="304800" y="971571"/>
            <a:ext cx="3124200" cy="138499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16.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biểu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a:t>
            </a:r>
          </a:p>
          <a:p>
            <a:pPr eaLnBrk="1" fontAlgn="base" latinLnBrk="1" hangingPunct="1">
              <a:spcBef>
                <a:spcPct val="5000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pSp>
        <p:nvGrpSpPr>
          <p:cNvPr id="9232" name="Group 42"/>
          <p:cNvGrpSpPr>
            <a:grpSpLocks/>
          </p:cNvGrpSpPr>
          <p:nvPr/>
        </p:nvGrpSpPr>
        <p:grpSpPr bwMode="auto">
          <a:xfrm>
            <a:off x="549275" y="1338266"/>
            <a:ext cx="1447800" cy="863600"/>
            <a:chOff x="384" y="1008"/>
            <a:chExt cx="912" cy="544"/>
          </a:xfrm>
        </p:grpSpPr>
        <p:sp>
          <p:nvSpPr>
            <p:cNvPr id="9247" name="Line 43"/>
            <p:cNvSpPr>
              <a:spLocks noChangeShapeType="1"/>
            </p:cNvSpPr>
            <p:nvPr/>
          </p:nvSpPr>
          <p:spPr bwMode="auto">
            <a:xfrm>
              <a:off x="432" y="1008"/>
              <a:ext cx="864"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9248" name="Line 44"/>
            <p:cNvSpPr>
              <a:spLocks noChangeShapeType="1"/>
            </p:cNvSpPr>
            <p:nvPr/>
          </p:nvSpPr>
          <p:spPr bwMode="auto">
            <a:xfrm>
              <a:off x="432" y="1152"/>
              <a:ext cx="864" cy="0"/>
            </a:xfrm>
            <a:prstGeom prst="line">
              <a:avLst/>
            </a:prstGeom>
            <a:noFill/>
            <a:ln w="19050">
              <a:solidFill>
                <a:schemeClr val="tx1"/>
              </a:solidFill>
              <a:prstDash val="lgDashDot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9249" name="Line 45"/>
            <p:cNvSpPr>
              <a:spLocks noChangeShapeType="1"/>
            </p:cNvSpPr>
            <p:nvPr/>
          </p:nvSpPr>
          <p:spPr bwMode="auto">
            <a:xfrm>
              <a:off x="432" y="1344"/>
              <a:ext cx="864" cy="0"/>
            </a:xfrm>
            <a:prstGeom prst="line">
              <a:avLst/>
            </a:prstGeom>
            <a:noFill/>
            <a:ln w="1905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9250" name="Freeform 46"/>
            <p:cNvSpPr>
              <a:spLocks/>
            </p:cNvSpPr>
            <p:nvPr/>
          </p:nvSpPr>
          <p:spPr bwMode="auto">
            <a:xfrm>
              <a:off x="384" y="1440"/>
              <a:ext cx="912" cy="112"/>
            </a:xfrm>
            <a:custGeom>
              <a:avLst/>
              <a:gdLst>
                <a:gd name="T0" fmla="*/ 0 w 912"/>
                <a:gd name="T1" fmla="*/ 96 h 112"/>
                <a:gd name="T2" fmla="*/ 48 w 912"/>
                <a:gd name="T3" fmla="*/ 96 h 112"/>
                <a:gd name="T4" fmla="*/ 240 w 912"/>
                <a:gd name="T5" fmla="*/ 0 h 112"/>
                <a:gd name="T6" fmla="*/ 432 w 912"/>
                <a:gd name="T7" fmla="*/ 96 h 112"/>
                <a:gd name="T8" fmla="*/ 768 w 912"/>
                <a:gd name="T9" fmla="*/ 48 h 112"/>
                <a:gd name="T10" fmla="*/ 912 w 912"/>
                <a:gd name="T11" fmla="*/ 96 h 1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 h="112">
                  <a:moveTo>
                    <a:pt x="0" y="96"/>
                  </a:moveTo>
                  <a:cubicBezTo>
                    <a:pt x="4" y="104"/>
                    <a:pt x="8" y="112"/>
                    <a:pt x="48" y="96"/>
                  </a:cubicBezTo>
                  <a:cubicBezTo>
                    <a:pt x="88" y="80"/>
                    <a:pt x="176" y="0"/>
                    <a:pt x="240" y="0"/>
                  </a:cubicBezTo>
                  <a:cubicBezTo>
                    <a:pt x="304" y="0"/>
                    <a:pt x="344" y="88"/>
                    <a:pt x="432" y="96"/>
                  </a:cubicBezTo>
                  <a:cubicBezTo>
                    <a:pt x="520" y="104"/>
                    <a:pt x="688" y="48"/>
                    <a:pt x="768" y="48"/>
                  </a:cubicBezTo>
                  <a:cubicBezTo>
                    <a:pt x="848" y="48"/>
                    <a:pt x="896" y="88"/>
                    <a:pt x="912" y="96"/>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grpSp>
      <p:sp>
        <p:nvSpPr>
          <p:cNvPr id="9233" name="Rectangle 47"/>
          <p:cNvSpPr>
            <a:spLocks noChangeArrowheads="1"/>
          </p:cNvSpPr>
          <p:nvPr/>
        </p:nvSpPr>
        <p:spPr bwMode="auto">
          <a:xfrm>
            <a:off x="268288" y="2525733"/>
            <a:ext cx="3124200" cy="48628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17. </a:t>
            </a:r>
            <a:r>
              <a:rPr lang="en-US" altLang="ko-KR" sz="800" err="1">
                <a:solidFill>
                  <a:srgbClr val="000000"/>
                </a:solidFill>
                <a:latin typeface="Arial" panose="020B0604020202020204" pitchFamily="34" charset="0"/>
                <a:cs typeface="Arial" panose="020B0604020202020204" pitchFamily="34" charset="0"/>
              </a:rPr>
              <a:t>Nếu</a:t>
            </a:r>
            <a:r>
              <a:rPr lang="en-US" altLang="ko-KR" sz="800">
                <a:solidFill>
                  <a:srgbClr val="000000"/>
                </a:solidFill>
                <a:latin typeface="Arial" panose="020B0604020202020204" pitchFamily="34" charset="0"/>
                <a:cs typeface="Arial" panose="020B0604020202020204" pitchFamily="34" charset="0"/>
              </a:rPr>
              <a:t> chia </a:t>
            </a:r>
            <a:r>
              <a:rPr lang="en-US" altLang="ko-KR" sz="800" err="1">
                <a:solidFill>
                  <a:srgbClr val="000000"/>
                </a:solidFill>
                <a:latin typeface="Arial" panose="020B0604020202020204" pitchFamily="34" charset="0"/>
                <a:cs typeface="Arial" panose="020B0604020202020204" pitchFamily="34" charset="0"/>
              </a:rPr>
              <a:t>một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vạch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của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thước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chính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quả</a:t>
            </a:r>
            <a:r>
              <a:rPr lang="en-US" altLang="ko-KR" sz="800">
                <a:solidFill>
                  <a:srgbClr val="000000"/>
                </a:solidFill>
                <a:latin typeface="Arial" panose="020B0604020202020204" pitchFamily="34" charset="0"/>
                <a:cs typeface="Arial" panose="020B0604020202020204" pitchFamily="34" charset="0"/>
              </a:rPr>
              <a:t> Vernier Calipers </a:t>
            </a:r>
            <a:r>
              <a:rPr lang="en-US" altLang="ko-KR" sz="800" err="1">
                <a:solidFill>
                  <a:srgbClr val="000000"/>
                </a:solidFill>
                <a:latin typeface="Arial" panose="020B0604020202020204" pitchFamily="34" charset="0"/>
                <a:cs typeface="Arial" panose="020B0604020202020204" pitchFamily="34" charset="0"/>
              </a:rPr>
              <a:t>ra</a:t>
            </a:r>
            <a:r>
              <a:rPr lang="en-US" altLang="ko-KR" sz="800">
                <a:solidFill>
                  <a:srgbClr val="000000"/>
                </a:solidFill>
                <a:latin typeface="Arial" panose="020B0604020202020204" pitchFamily="34" charset="0"/>
                <a:cs typeface="Arial" panose="020B0604020202020204" pitchFamily="34" charset="0"/>
              </a:rPr>
              <a:t> 50 </a:t>
            </a:r>
            <a:r>
              <a:rPr lang="en-US" altLang="ko-KR" sz="800" err="1">
                <a:solidFill>
                  <a:srgbClr val="000000"/>
                </a:solidFill>
                <a:latin typeface="Arial" panose="020B0604020202020204" pitchFamily="34" charset="0"/>
                <a:cs typeface="Arial" panose="020B0604020202020204" pitchFamily="34" charset="0"/>
              </a:rPr>
              <a:t>lần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thì</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được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bao</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nhiêu</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0.2mm     ② 0.02mm     ③ 0.5mm     ④ 0.05mm</a:t>
            </a:r>
          </a:p>
        </p:txBody>
      </p:sp>
      <p:sp>
        <p:nvSpPr>
          <p:cNvPr id="9234" name="Rectangle 105"/>
          <p:cNvSpPr>
            <a:spLocks noChangeArrowheads="1"/>
          </p:cNvSpPr>
          <p:nvPr/>
        </p:nvSpPr>
        <p:spPr bwMode="auto">
          <a:xfrm>
            <a:off x="304800" y="4613296"/>
            <a:ext cx="3124200" cy="48628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19.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Quy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công</a:t>
            </a:r>
            <a:r>
              <a:rPr lang="en-US" altLang="ko-KR" sz="800" smtClean="0">
                <a:solidFill>
                  <a:srgbClr val="000000"/>
                </a:solidFill>
                <a:latin typeface="Arial" panose="020B0604020202020204" pitchFamily="34" charset="0"/>
                <a:cs typeface="Arial" panose="020B0604020202020204" pitchFamily="34" charset="0"/>
              </a:rPr>
              <a:t> ty</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Quy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nước</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Quy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hội</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Quy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tế</a:t>
            </a:r>
            <a:endParaRPr lang="ko-KR" altLang="en-US" sz="800">
              <a:solidFill>
                <a:srgbClr val="000000"/>
              </a:solidFill>
              <a:latin typeface="Arial" panose="020B0604020202020204" pitchFamily="34" charset="0"/>
              <a:cs typeface="Arial" panose="020B0604020202020204" pitchFamily="34" charset="0"/>
            </a:endParaRPr>
          </a:p>
        </p:txBody>
      </p:sp>
      <p:sp>
        <p:nvSpPr>
          <p:cNvPr id="9235" name="Rectangle 106"/>
          <p:cNvSpPr>
            <a:spLocks noChangeArrowheads="1"/>
          </p:cNvSpPr>
          <p:nvPr/>
        </p:nvSpPr>
        <p:spPr bwMode="auto">
          <a:xfrm>
            <a:off x="304800" y="5494357"/>
            <a:ext cx="3124200"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20.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BALL </a:t>
            </a:r>
            <a:r>
              <a:rPr lang="en-US" altLang="ko-KR" sz="800" smtClean="0">
                <a:solidFill>
                  <a:srgbClr val="000000"/>
                </a:solidFill>
                <a:latin typeface="Arial" panose="020B0604020202020204" pitchFamily="34" charset="0"/>
                <a:cs typeface="Arial" panose="020B0604020202020204" pitchFamily="34" charset="0"/>
              </a:rPr>
              <a:t>SCREW.</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Tấm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nhấn</a:t>
            </a:r>
            <a:r>
              <a:rPr lang="en-US" altLang="ko-KR" sz="800" smtClean="0">
                <a:solidFill>
                  <a:srgbClr val="000000"/>
                </a:solidFill>
                <a:latin typeface="Arial" panose="020B0604020202020204" pitchFamily="34" charset="0"/>
                <a:cs typeface="Arial" panose="020B0604020202020204" pitchFamily="34" charset="0"/>
              </a:rPr>
              <a:t> pipe </a:t>
            </a:r>
            <a:r>
              <a:rPr lang="en-US" altLang="ko-KR" sz="800" err="1" smtClean="0">
                <a:solidFill>
                  <a:srgbClr val="000000"/>
                </a:solidFill>
                <a:latin typeface="Arial" panose="020B0604020202020204" pitchFamily="34" charset="0"/>
                <a:cs typeface="Arial" panose="020B0604020202020204" pitchFamily="34" charset="0"/>
              </a:rPr>
              <a:t>cố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đính</a:t>
            </a:r>
            <a:r>
              <a:rPr lang="en-US" altLang="ko-KR" sz="800" smtClean="0">
                <a:solidFill>
                  <a:srgbClr val="000000"/>
                </a:solidFill>
                <a:latin typeface="Arial" panose="020B0604020202020204" pitchFamily="34" charset="0"/>
                <a:cs typeface="Arial" panose="020B0604020202020204" pitchFamily="34" charset="0"/>
              </a:rPr>
              <a:t> return pipe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return pipe,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BALL </a:t>
            </a:r>
            <a:r>
              <a:rPr lang="en-US" altLang="ko-KR" sz="800" err="1" smtClean="0">
                <a:solidFill>
                  <a:srgbClr val="000000"/>
                </a:solidFill>
                <a:latin typeface="Arial" panose="020B0604020202020204" pitchFamily="34" charset="0"/>
                <a:cs typeface="Arial" panose="020B0604020202020204" pitchFamily="34" charset="0"/>
              </a:rPr>
              <a:t>xoay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hoạt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hơn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mấy</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a:t>
            </a:r>
            <a:r>
              <a:rPr lang="en-US" altLang="ko-KR" sz="800">
                <a:solidFill>
                  <a:srgbClr val="000000"/>
                </a:solidFill>
                <a:latin typeface="Arial" panose="020B0604020202020204" pitchFamily="34" charset="0"/>
                <a:ea typeface="돋움" pitchFamily="50" charset="-127"/>
                <a:cs typeface="Arial" panose="020B0604020202020204" pitchFamily="34" charset="0"/>
              </a:rPr>
              <a:t>2</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,1</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1, 4</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2,</a:t>
            </a:r>
            <a:r>
              <a:rPr lang="en-US" altLang="ko-KR" sz="800">
                <a:solidFill>
                  <a:srgbClr val="000000"/>
                </a:solidFill>
                <a:latin typeface="Arial" panose="020B0604020202020204" pitchFamily="34" charset="0"/>
                <a:ea typeface="돋움" pitchFamily="50" charset="-127"/>
                <a:cs typeface="Arial" panose="020B0604020202020204" pitchFamily="34" charset="0"/>
              </a:rPr>
              <a:t>5</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2,</a:t>
            </a:r>
            <a:r>
              <a:rPr lang="en-US" altLang="ko-KR" sz="800">
                <a:solidFill>
                  <a:srgbClr val="000000"/>
                </a:solidFill>
                <a:latin typeface="Arial" panose="020B0604020202020204" pitchFamily="34" charset="0"/>
                <a:ea typeface="돋움" pitchFamily="50" charset="-127"/>
                <a:cs typeface="Arial" panose="020B0604020202020204" pitchFamily="34" charset="0"/>
              </a:rPr>
              <a:t>6</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grpSp>
        <p:nvGrpSpPr>
          <p:cNvPr id="9236" name="Group 107"/>
          <p:cNvGrpSpPr>
            <a:grpSpLocks/>
          </p:cNvGrpSpPr>
          <p:nvPr/>
        </p:nvGrpSpPr>
        <p:grpSpPr bwMode="auto">
          <a:xfrm>
            <a:off x="1880928" y="6070602"/>
            <a:ext cx="1344460" cy="1234493"/>
            <a:chOff x="1662" y="132"/>
            <a:chExt cx="1469" cy="1228"/>
          </a:xfrm>
        </p:grpSpPr>
        <p:pic>
          <p:nvPicPr>
            <p:cNvPr id="9238" name="Picture 10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9" y="200"/>
              <a:ext cx="1281" cy="1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239" name="Text Box 109"/>
            <p:cNvSpPr txBox="1">
              <a:spLocks noChangeArrowheads="1"/>
            </p:cNvSpPr>
            <p:nvPr/>
          </p:nvSpPr>
          <p:spPr bwMode="auto">
            <a:xfrm>
              <a:off x="2287" y="233"/>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smtClean="0">
                  <a:solidFill>
                    <a:srgbClr val="000000"/>
                  </a:solidFill>
                  <a:latin typeface="Arial" panose="020B0604020202020204" pitchFamily="34" charset="0"/>
                  <a:cs typeface="Arial" panose="020B0604020202020204" pitchFamily="34" charset="0"/>
                </a:rPr>
                <a:t>1</a:t>
              </a:r>
              <a:endParaRPr lang="ko-KR" altLang="en-US" sz="800" b="1">
                <a:solidFill>
                  <a:srgbClr val="000000"/>
                </a:solidFill>
                <a:latin typeface="Arial" panose="020B0604020202020204" pitchFamily="34" charset="0"/>
                <a:cs typeface="Arial" panose="020B0604020202020204" pitchFamily="34" charset="0"/>
              </a:endParaRPr>
            </a:p>
          </p:txBody>
        </p:sp>
        <p:sp>
          <p:nvSpPr>
            <p:cNvPr id="9240" name="Text Box 110"/>
            <p:cNvSpPr txBox="1">
              <a:spLocks noChangeArrowheads="1"/>
            </p:cNvSpPr>
            <p:nvPr/>
          </p:nvSpPr>
          <p:spPr bwMode="auto">
            <a:xfrm>
              <a:off x="2543" y="132"/>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a:solidFill>
                    <a:srgbClr val="000000"/>
                  </a:solidFill>
                  <a:latin typeface="Arial" panose="020B0604020202020204" pitchFamily="34" charset="0"/>
                  <a:cs typeface="Arial" panose="020B0604020202020204" pitchFamily="34" charset="0"/>
                </a:rPr>
                <a:t>3</a:t>
              </a:r>
              <a:endParaRPr lang="ko-KR" altLang="en-US" sz="800" b="1">
                <a:solidFill>
                  <a:srgbClr val="000000"/>
                </a:solidFill>
                <a:latin typeface="Arial" panose="020B0604020202020204" pitchFamily="34" charset="0"/>
                <a:cs typeface="Arial" panose="020B0604020202020204" pitchFamily="34" charset="0"/>
              </a:endParaRPr>
            </a:p>
          </p:txBody>
        </p:sp>
        <p:sp>
          <p:nvSpPr>
            <p:cNvPr id="9241" name="Text Box 111"/>
            <p:cNvSpPr txBox="1">
              <a:spLocks noChangeArrowheads="1"/>
            </p:cNvSpPr>
            <p:nvPr/>
          </p:nvSpPr>
          <p:spPr bwMode="auto">
            <a:xfrm>
              <a:off x="2866" y="773"/>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a:solidFill>
                    <a:srgbClr val="000000"/>
                  </a:solidFill>
                  <a:latin typeface="Arial" panose="020B0604020202020204" pitchFamily="34" charset="0"/>
                  <a:cs typeface="Arial" panose="020B0604020202020204" pitchFamily="34" charset="0"/>
                </a:rPr>
                <a:t>4</a:t>
              </a:r>
              <a:endParaRPr lang="ko-KR" altLang="en-US" sz="800" b="1">
                <a:solidFill>
                  <a:srgbClr val="000000"/>
                </a:solidFill>
                <a:latin typeface="Arial" panose="020B0604020202020204" pitchFamily="34" charset="0"/>
                <a:cs typeface="Arial" panose="020B0604020202020204" pitchFamily="34" charset="0"/>
              </a:endParaRPr>
            </a:p>
          </p:txBody>
        </p:sp>
        <p:sp>
          <p:nvSpPr>
            <p:cNvPr id="9242" name="Text Box 112"/>
            <p:cNvSpPr txBox="1">
              <a:spLocks noChangeArrowheads="1"/>
            </p:cNvSpPr>
            <p:nvPr/>
          </p:nvSpPr>
          <p:spPr bwMode="auto">
            <a:xfrm>
              <a:off x="2738" y="942"/>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a:solidFill>
                    <a:srgbClr val="000000"/>
                  </a:solidFill>
                  <a:latin typeface="Arial" panose="020B0604020202020204" pitchFamily="34" charset="0"/>
                  <a:cs typeface="Arial" panose="020B0604020202020204" pitchFamily="34" charset="0"/>
                </a:rPr>
                <a:t>5</a:t>
              </a:r>
              <a:endParaRPr lang="ko-KR" altLang="en-US" sz="800" b="1">
                <a:solidFill>
                  <a:srgbClr val="000000"/>
                </a:solidFill>
                <a:latin typeface="Arial" panose="020B0604020202020204" pitchFamily="34" charset="0"/>
                <a:cs typeface="Arial" panose="020B0604020202020204" pitchFamily="34" charset="0"/>
              </a:endParaRPr>
            </a:p>
          </p:txBody>
        </p:sp>
        <p:sp>
          <p:nvSpPr>
            <p:cNvPr id="9243" name="Text Box 113"/>
            <p:cNvSpPr txBox="1">
              <a:spLocks noChangeArrowheads="1"/>
            </p:cNvSpPr>
            <p:nvPr/>
          </p:nvSpPr>
          <p:spPr bwMode="auto">
            <a:xfrm>
              <a:off x="2070" y="369"/>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a:solidFill>
                    <a:srgbClr val="000000"/>
                  </a:solidFill>
                  <a:latin typeface="Arial" panose="020B0604020202020204" pitchFamily="34" charset="0"/>
                  <a:cs typeface="Arial" panose="020B0604020202020204" pitchFamily="34" charset="0"/>
                </a:rPr>
                <a:t>6</a:t>
              </a:r>
              <a:endParaRPr lang="ko-KR" altLang="en-US" sz="800" b="1">
                <a:solidFill>
                  <a:srgbClr val="000000"/>
                </a:solidFill>
                <a:latin typeface="Arial" panose="020B0604020202020204" pitchFamily="34" charset="0"/>
                <a:cs typeface="Arial" panose="020B0604020202020204" pitchFamily="34" charset="0"/>
              </a:endParaRPr>
            </a:p>
          </p:txBody>
        </p:sp>
        <p:sp>
          <p:nvSpPr>
            <p:cNvPr id="9244" name="Text Box 114"/>
            <p:cNvSpPr txBox="1">
              <a:spLocks noChangeArrowheads="1"/>
            </p:cNvSpPr>
            <p:nvPr/>
          </p:nvSpPr>
          <p:spPr bwMode="auto">
            <a:xfrm>
              <a:off x="1929" y="486"/>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smtClean="0">
                  <a:solidFill>
                    <a:srgbClr val="000000"/>
                  </a:solidFill>
                  <a:latin typeface="Arial" panose="020B0604020202020204" pitchFamily="34" charset="0"/>
                  <a:cs typeface="Arial" panose="020B0604020202020204" pitchFamily="34" charset="0"/>
                </a:rPr>
                <a:t>2</a:t>
              </a:r>
              <a:endParaRPr lang="ko-KR" altLang="en-US" sz="800" b="1">
                <a:solidFill>
                  <a:srgbClr val="000000"/>
                </a:solidFill>
                <a:latin typeface="Arial" panose="020B0604020202020204" pitchFamily="34" charset="0"/>
                <a:cs typeface="Arial" panose="020B0604020202020204" pitchFamily="34" charset="0"/>
              </a:endParaRPr>
            </a:p>
          </p:txBody>
        </p:sp>
        <p:sp>
          <p:nvSpPr>
            <p:cNvPr id="9245" name="Text Box 115"/>
            <p:cNvSpPr txBox="1">
              <a:spLocks noChangeArrowheads="1"/>
            </p:cNvSpPr>
            <p:nvPr/>
          </p:nvSpPr>
          <p:spPr bwMode="auto">
            <a:xfrm>
              <a:off x="1662" y="634"/>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a:solidFill>
                    <a:srgbClr val="000000"/>
                  </a:solidFill>
                  <a:latin typeface="Arial" panose="020B0604020202020204" pitchFamily="34" charset="0"/>
                  <a:cs typeface="Arial" panose="020B0604020202020204" pitchFamily="34" charset="0"/>
                </a:rPr>
                <a:t>7</a:t>
              </a:r>
              <a:endParaRPr lang="ko-KR" altLang="en-US" sz="800" b="1">
                <a:solidFill>
                  <a:srgbClr val="000000"/>
                </a:solidFill>
                <a:latin typeface="Arial" panose="020B0604020202020204" pitchFamily="34" charset="0"/>
                <a:cs typeface="Arial" panose="020B0604020202020204" pitchFamily="34" charset="0"/>
              </a:endParaRPr>
            </a:p>
          </p:txBody>
        </p:sp>
        <p:sp>
          <p:nvSpPr>
            <p:cNvPr id="9246" name="Text Box 116"/>
            <p:cNvSpPr txBox="1">
              <a:spLocks noChangeArrowheads="1"/>
            </p:cNvSpPr>
            <p:nvPr/>
          </p:nvSpPr>
          <p:spPr bwMode="auto">
            <a:xfrm>
              <a:off x="2484" y="1146"/>
              <a:ext cx="265"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b="1">
                  <a:solidFill>
                    <a:srgbClr val="000000"/>
                  </a:solidFill>
                  <a:latin typeface="Arial" panose="020B0604020202020204" pitchFamily="34" charset="0"/>
                  <a:cs typeface="Arial" panose="020B0604020202020204" pitchFamily="34" charset="0"/>
                </a:rPr>
                <a:t>8</a:t>
              </a:r>
              <a:endParaRPr lang="ko-KR" altLang="en-US" sz="800" b="1">
                <a:solidFill>
                  <a:srgbClr val="000000"/>
                </a:solidFill>
                <a:latin typeface="Arial" panose="020B0604020202020204" pitchFamily="34" charset="0"/>
                <a:cs typeface="Arial" panose="020B0604020202020204" pitchFamily="34" charset="0"/>
              </a:endParaRPr>
            </a:p>
          </p:txBody>
        </p:sp>
      </p:grpSp>
      <p:sp>
        <p:nvSpPr>
          <p:cNvPr id="9237" name="Rectangle 117"/>
          <p:cNvSpPr>
            <a:spLocks noChangeArrowheads="1"/>
          </p:cNvSpPr>
          <p:nvPr/>
        </p:nvSpPr>
        <p:spPr bwMode="auto">
          <a:xfrm>
            <a:off x="306388" y="3543319"/>
            <a:ext cx="3124200"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màng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mạnh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mòn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Ma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ít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chủ</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8"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11555735"/>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024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nvGraphicFramePr>
        <p:xfrm>
          <a:off x="1412913"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extLst>
              <p:ext uri="{D42A27DB-BD31-4B8C-83A1-F6EECF244321}">
                <p14:modId xmlns:p14="http://schemas.microsoft.com/office/powerpoint/2010/main" val="108198468"/>
              </p:ext>
            </p:extLst>
          </p:nvPr>
        </p:nvGraphicFramePr>
        <p:xfrm>
          <a:off x="3735426"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04871045"/>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11267" name="Text Box 3"/>
          <p:cNvSpPr txBox="1">
            <a:spLocks noChangeArrowheads="1"/>
          </p:cNvSpPr>
          <p:nvPr/>
        </p:nvSpPr>
        <p:spPr bwMode="auto">
          <a:xfrm>
            <a:off x="228606" y="679450"/>
            <a:ext cx="30219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소속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사번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이름 </a:t>
            </a:r>
            <a:r>
              <a:rPr lang="en-US" altLang="ko-KR" sz="800">
                <a:solidFill>
                  <a:srgbClr val="000000"/>
                </a:solidFill>
                <a:latin typeface="Arial" panose="020B0604020202020204" pitchFamily="34" charset="0"/>
                <a:cs typeface="Arial" panose="020B0604020202020204" pitchFamily="34" charset="0"/>
              </a:rPr>
              <a:t>: </a:t>
            </a:r>
          </a:p>
        </p:txBody>
      </p:sp>
      <p:sp>
        <p:nvSpPr>
          <p:cNvPr id="11268"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69"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70" name="Rectangle 94"/>
          <p:cNvSpPr>
            <a:spLocks noChangeArrowheads="1"/>
          </p:cNvSpPr>
          <p:nvPr/>
        </p:nvSpPr>
        <p:spPr bwMode="auto">
          <a:xfrm>
            <a:off x="298450" y="966792"/>
            <a:ext cx="2698490" cy="1274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Bearing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Vòng</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bi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lựa</a:t>
            </a:r>
            <a:r>
              <a:rPr lang="en-US" altLang="ko-KR" sz="800" smtClean="0">
                <a:solidFill>
                  <a:srgbClr val="000000"/>
                </a:solidFill>
                <a:latin typeface="Arial" panose="020B0604020202020204" pitchFamily="34" charset="0"/>
                <a:cs typeface="Arial" panose="020B0604020202020204" pitchFamily="34" charset="0"/>
              </a:rPr>
              <a:t> ( Self-aligning Ball bearing)</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Vòng</a:t>
            </a:r>
            <a:r>
              <a:rPr lang="en-US" altLang="ko-KR" sz="800" smtClean="0">
                <a:solidFill>
                  <a:srgbClr val="000000"/>
                </a:solidFill>
                <a:latin typeface="Arial" panose="020B0604020202020204" pitchFamily="34" charset="0"/>
                <a:cs typeface="Arial" panose="020B0604020202020204" pitchFamily="34" charset="0"/>
              </a:rPr>
              <a:t> bi </a:t>
            </a:r>
            <a:r>
              <a:rPr lang="en-US" altLang="ko-KR" sz="800" err="1" smtClean="0">
                <a:solidFill>
                  <a:srgbClr val="000000"/>
                </a:solidFill>
                <a:latin typeface="Arial" panose="020B0604020202020204" pitchFamily="34" charset="0"/>
                <a:cs typeface="Arial" panose="020B0604020202020204" pitchFamily="34" charset="0"/>
              </a:rPr>
              <a:t>côn</a:t>
            </a:r>
            <a:r>
              <a:rPr lang="en-US" altLang="ko-KR" sz="800" smtClean="0">
                <a:solidFill>
                  <a:srgbClr val="000000"/>
                </a:solidFill>
                <a:latin typeface="Arial" panose="020B0604020202020204" pitchFamily="34" charset="0"/>
                <a:cs typeface="Arial" panose="020B0604020202020204" pitchFamily="34" charset="0"/>
              </a:rPr>
              <a:t> (taper </a:t>
            </a:r>
            <a:r>
              <a:rPr lang="en-US" altLang="ko-KR" sz="800">
                <a:solidFill>
                  <a:srgbClr val="000000"/>
                </a:solidFill>
                <a:latin typeface="Arial" panose="020B0604020202020204" pitchFamily="34" charset="0"/>
                <a:cs typeface="Arial" panose="020B0604020202020204" pitchFamily="34" charset="0"/>
              </a:rPr>
              <a:t>roller </a:t>
            </a:r>
            <a:r>
              <a:rPr lang="en-US" altLang="ko-KR" sz="800" smtClean="0">
                <a:solidFill>
                  <a:srgbClr val="000000"/>
                </a:solidFill>
                <a:latin typeface="Arial" panose="020B0604020202020204" pitchFamily="34" charset="0"/>
                <a:cs typeface="Arial" panose="020B0604020202020204" pitchFamily="34" charset="0"/>
              </a:rPr>
              <a:t>bearing)</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Vòng</a:t>
            </a:r>
            <a:r>
              <a:rPr lang="en-US" altLang="ko-KR" sz="800" smtClean="0">
                <a:solidFill>
                  <a:srgbClr val="000000"/>
                </a:solidFill>
                <a:latin typeface="Arial" panose="020B0604020202020204" pitchFamily="34" charset="0"/>
                <a:cs typeface="Arial" panose="020B0604020202020204" pitchFamily="34" charset="0"/>
              </a:rPr>
              <a:t> bi </a:t>
            </a:r>
            <a:r>
              <a:rPr lang="en-US" altLang="ko-KR" sz="800" err="1" smtClean="0">
                <a:solidFill>
                  <a:srgbClr val="000000"/>
                </a:solidFill>
                <a:latin typeface="Arial" panose="020B0604020202020204" pitchFamily="34" charset="0"/>
                <a:cs typeface="Arial" panose="020B0604020202020204" pitchFamily="34" charset="0"/>
              </a:rPr>
              <a:t>chặn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hướng</a:t>
            </a:r>
            <a:r>
              <a:rPr lang="en-US" altLang="ko-KR" sz="800" smtClean="0">
                <a:solidFill>
                  <a:srgbClr val="000000"/>
                </a:solidFill>
                <a:latin typeface="Arial" panose="020B0604020202020204" pitchFamily="34" charset="0"/>
                <a:cs typeface="Arial" panose="020B0604020202020204" pitchFamily="34" charset="0"/>
              </a:rPr>
              <a:t> (Double Thrust</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ball </a:t>
            </a:r>
            <a:r>
              <a:rPr lang="en-US" altLang="ko-KR" sz="800" err="1" smtClean="0">
                <a:solidFill>
                  <a:srgbClr val="000000"/>
                </a:solidFill>
                <a:latin typeface="Arial" panose="020B0604020202020204" pitchFamily="34" charset="0"/>
                <a:cs typeface="Arial" panose="020B0604020202020204" pitchFamily="34" charset="0"/>
              </a:rPr>
              <a:t>bearin</a:t>
            </a:r>
            <a:r>
              <a:rPr lang="en-US" altLang="ko-KR" sz="800" smtClean="0">
                <a:solidFill>
                  <a:srgbClr val="000000"/>
                </a:solidFill>
                <a:latin typeface="Arial" panose="020B0604020202020204" pitchFamily="34" charset="0"/>
                <a:cs typeface="Arial" panose="020B0604020202020204" pitchFamily="34" charset="0"/>
              </a:rPr>
              <a:t>)g</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Vòng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chặn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chỉnh</a:t>
            </a:r>
            <a:r>
              <a:rPr lang="en-US" altLang="ko-KR" sz="800" smtClean="0">
                <a:solidFill>
                  <a:srgbClr val="000000"/>
                </a:solidFill>
                <a:latin typeface="Arial" panose="020B0604020202020204" pitchFamily="34" charset="0"/>
                <a:cs typeface="Arial" panose="020B0604020202020204" pitchFamily="34" charset="0"/>
              </a:rPr>
              <a:t> (Thrust self-aligning</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ball </a:t>
            </a:r>
            <a:r>
              <a:rPr lang="en-US" altLang="ko-KR" sz="800" smtClean="0">
                <a:solidFill>
                  <a:srgbClr val="000000"/>
                </a:solidFill>
                <a:latin typeface="Arial" panose="020B0604020202020204" pitchFamily="34" charset="0"/>
                <a:cs typeface="Arial" panose="020B0604020202020204" pitchFamily="34" charset="0"/>
              </a:rPr>
              <a:t>bearing)</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p:txBody>
      </p:sp>
      <p:pic>
        <p:nvPicPr>
          <p:cNvPr id="11271" name="Picture 18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3189" y="1021103"/>
            <a:ext cx="770001" cy="666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226"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1272" name="Rectangle 29"/>
          <p:cNvSpPr>
            <a:spLocks noChangeArrowheads="1"/>
          </p:cNvSpPr>
          <p:nvPr/>
        </p:nvSpPr>
        <p:spPr bwMode="auto">
          <a:xfrm>
            <a:off x="287338" y="2051650"/>
            <a:ext cx="3429000" cy="39456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2</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Key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key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chìm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Bose,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cắt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vuông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chữ</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Key ma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(saddle key)</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Key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Sunk key)</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Key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phẳng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(Flat key)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key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60000"/>
              </a:lnSpc>
              <a:spcBef>
                <a:spcPct val="0"/>
              </a:spcBef>
              <a:spcAft>
                <a:spcPct val="0"/>
              </a:spcAft>
            </a:pP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60000"/>
              </a:lnSpc>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60000"/>
              </a:lnSpc>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Xoắn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(involute)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Spline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góc</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cưa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serrateed</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rãnh</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then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involute spline)</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5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4</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Gear, 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5000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Pinion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dẫn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Rack Gear</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Gear Motor</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5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5</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Harmonic Driver?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Tỷ</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Backlash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tĩnh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Hai part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50000"/>
              </a:lnSpc>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6.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Harmonic driver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sóng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(Wave Generator)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Input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Flexspline</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a:solidFill>
                  <a:srgbClr val="000000"/>
                </a:solidFill>
                <a:latin typeface="Arial" panose="020B0604020202020204" pitchFamily="34" charset="0"/>
                <a:ea typeface="돋움" pitchFamily="50" charset="-127"/>
                <a:cs typeface="Arial" panose="020B0604020202020204" pitchFamily="34" charset="0"/>
              </a:rPr>
              <a:t>Circular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Spline=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5000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Flexible Spline=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input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1273" name="Picture 214" descr="34-14"/>
          <p:cNvPicPr>
            <a:picLocks noChangeAspect="1" noChangeArrowheads="1"/>
          </p:cNvPicPr>
          <p:nvPr/>
        </p:nvPicPr>
        <p:blipFill>
          <a:blip r:embed="rId4">
            <a:extLst>
              <a:ext uri="{28A0092B-C50C-407E-A947-70E740481C1C}">
                <a14:useLocalDpi xmlns:a14="http://schemas.microsoft.com/office/drawing/2010/main" val="0"/>
              </a:ext>
            </a:extLst>
          </a:blip>
          <a:srcRect t="11765" r="17880" b="10785"/>
          <a:stretch>
            <a:fillRect/>
          </a:stretch>
        </p:blipFill>
        <p:spPr bwMode="auto">
          <a:xfrm>
            <a:off x="2783850" y="2752731"/>
            <a:ext cx="566118" cy="631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4" name="Rectangle 75"/>
          <p:cNvSpPr>
            <a:spLocks noChangeArrowheads="1"/>
          </p:cNvSpPr>
          <p:nvPr/>
        </p:nvSpPr>
        <p:spPr bwMode="auto">
          <a:xfrm>
            <a:off x="3395663" y="4357709"/>
            <a:ext cx="3429000"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16.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thiết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đo</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a:solidFill>
                  <a:srgbClr val="000000"/>
                </a:solidFill>
                <a:latin typeface="Arial" panose="020B0604020202020204" pitchFamily="34" charset="0"/>
                <a:ea typeface="돋움" pitchFamily="50" charset="-127"/>
                <a:cs typeface="Arial" panose="020B0604020202020204" pitchFamily="34" charset="0"/>
              </a:rPr>
              <a:t>vernier</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calipers</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Micrometer</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Gap Gauge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cặp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Height gauge)</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75" name="Rectangle 74"/>
          <p:cNvSpPr>
            <a:spLocks noChangeArrowheads="1"/>
          </p:cNvSpPr>
          <p:nvPr/>
        </p:nvSpPr>
        <p:spPr bwMode="auto">
          <a:xfrm>
            <a:off x="3395701" y="1093392"/>
            <a:ext cx="3095625" cy="9787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60000"/>
              </a:lnSpc>
              <a:spcBef>
                <a:spcPct val="50000"/>
              </a:spcBef>
              <a:spcAft>
                <a:spcPct val="0"/>
              </a:spcAft>
            </a:pPr>
            <a:r>
              <a:rPr lang="en-US" altLang="ko-KR" sz="800">
                <a:solidFill>
                  <a:srgbClr val="000000"/>
                </a:solidFill>
                <a:latin typeface="Arial" panose="020B0604020202020204" pitchFamily="34" charset="0"/>
                <a:cs typeface="Arial" panose="020B0604020202020204" pitchFamily="34" charset="0"/>
              </a:rPr>
              <a:t>12.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lnSpc>
                <a:spcPct val="60000"/>
              </a:lnSpc>
              <a:spcBef>
                <a:spcPct val="5000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60000"/>
              </a:lnSpc>
              <a:spcBef>
                <a:spcPct val="5000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60000"/>
              </a:lnSpc>
              <a:spcBef>
                <a:spcPct val="5000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60000"/>
              </a:lnSpc>
              <a:spcBef>
                <a:spcPct val="5000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60000"/>
              </a:lnSpc>
              <a:spcBef>
                <a:spcPct val="50000"/>
              </a:spcBef>
              <a:spcAft>
                <a:spcPct val="0"/>
              </a:spcAft>
            </a:pPr>
            <a:r>
              <a:rPr lang="en-US" altLang="ko-KR" sz="800">
                <a:solidFill>
                  <a:srgbClr val="000000"/>
                </a:solidFill>
                <a:latin typeface="Arial" panose="020B0604020202020204" pitchFamily="34" charset="0"/>
                <a:cs typeface="Arial" panose="020B0604020202020204" pitchFamily="34" charset="0"/>
              </a:rPr>
              <a:t>① LM Guide          ② Ball Screw  </a:t>
            </a:r>
          </a:p>
          <a:p>
            <a:pPr eaLnBrk="1" fontAlgn="base" latinLnBrk="1" hangingPunct="1">
              <a:lnSpc>
                <a:spcPct val="60000"/>
              </a:lnSpc>
              <a:spcBef>
                <a:spcPct val="5000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Ball Spline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Linear Bushing </a:t>
            </a:r>
            <a:endParaRPr lang="ko-KR" altLang="en-US" sz="800">
              <a:solidFill>
                <a:srgbClr val="000000"/>
              </a:solidFill>
              <a:latin typeface="Arial" panose="020B0604020202020204" pitchFamily="34" charset="0"/>
              <a:cs typeface="Arial" panose="020B0604020202020204" pitchFamily="34" charset="0"/>
            </a:endParaRPr>
          </a:p>
        </p:txBody>
      </p:sp>
      <p:sp>
        <p:nvSpPr>
          <p:cNvPr id="11276" name="Rectangle 75"/>
          <p:cNvSpPr>
            <a:spLocks noChangeArrowheads="1"/>
          </p:cNvSpPr>
          <p:nvPr/>
        </p:nvSpPr>
        <p:spPr bwMode="auto">
          <a:xfrm>
            <a:off x="3500476" y="1225570"/>
            <a:ext cx="296227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thiểu</a:t>
            </a:r>
            <a:r>
              <a:rPr lang="en-US" altLang="ko-KR" sz="800" smtClean="0">
                <a:solidFill>
                  <a:srgbClr val="000000"/>
                </a:solidFill>
                <a:latin typeface="Arial" panose="020B0604020202020204" pitchFamily="34" charset="0"/>
                <a:cs typeface="Arial" panose="020B0604020202020204" pitchFamily="34" charset="0"/>
              </a:rPr>
              <a:t> Backlash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hơn</a:t>
            </a:r>
            <a:r>
              <a:rPr lang="en-US" altLang="ko-KR" sz="800" smtClean="0">
                <a:solidFill>
                  <a:srgbClr val="000000"/>
                </a:solidFill>
                <a:latin typeface="Arial" panose="020B0604020202020204" pitchFamily="34" charset="0"/>
                <a:cs typeface="Arial" panose="020B0604020202020204" pitchFamily="34" charset="0"/>
              </a:rPr>
              <a:t> so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ma </a:t>
            </a:r>
            <a:r>
              <a:rPr lang="en-US" altLang="ko-KR" sz="800" err="1" smtClean="0">
                <a:solidFill>
                  <a:srgbClr val="000000"/>
                </a:solidFill>
                <a:latin typeface="Arial" panose="020B0604020202020204" pitchFamily="34" charset="0"/>
                <a:cs typeface="Arial" panose="020B0604020202020204" pitchFamily="34" charset="0"/>
              </a:rPr>
              <a:t>sát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trơn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di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chỉnh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endParaRPr lang="ko-KR" altLang="en-US" sz="800">
              <a:solidFill>
                <a:srgbClr val="000000"/>
              </a:solidFill>
              <a:latin typeface="Arial" panose="020B0604020202020204" pitchFamily="34" charset="0"/>
              <a:cs typeface="Arial" panose="020B0604020202020204" pitchFamily="34" charset="0"/>
            </a:endParaRPr>
          </a:p>
        </p:txBody>
      </p:sp>
      <p:sp>
        <p:nvSpPr>
          <p:cNvPr id="11277" name="Rectangle 76"/>
          <p:cNvSpPr>
            <a:spLocks noChangeArrowheads="1"/>
          </p:cNvSpPr>
          <p:nvPr/>
        </p:nvSpPr>
        <p:spPr bwMode="auto">
          <a:xfrm>
            <a:off x="3395663" y="2193946"/>
            <a:ext cx="3124200" cy="5847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13. </a:t>
            </a:r>
            <a:r>
              <a:rPr lang="en-US" altLang="ko-KR" sz="800" err="1" smtClean="0">
                <a:solidFill>
                  <a:srgbClr val="000000"/>
                </a:solidFill>
                <a:latin typeface="Arial" panose="020B0604020202020204" pitchFamily="34" charset="0"/>
                <a:cs typeface="Arial" panose="020B0604020202020204" pitchFamily="34" charset="0"/>
              </a:rPr>
              <a:t>Yếu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niệm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thức</a:t>
            </a:r>
            <a:r>
              <a:rPr lang="en-US" altLang="ko-KR" sz="800" smtClean="0">
                <a:solidFill>
                  <a:srgbClr val="000000"/>
                </a:solidFill>
                <a:latin typeface="Arial" panose="020B0604020202020204" pitchFamily="34" charset="0"/>
                <a:cs typeface="Arial" panose="020B0604020202020204" pitchFamily="34" charset="0"/>
              </a:rPr>
              <a:t> Guide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LM  Guide            ② Ball Screw  </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Linear Bushing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Ball Spline </a:t>
            </a:r>
            <a:endParaRPr lang="ko-KR" altLang="en-US" sz="800">
              <a:solidFill>
                <a:srgbClr val="000000"/>
              </a:solidFill>
              <a:latin typeface="Arial" panose="020B0604020202020204" pitchFamily="34" charset="0"/>
              <a:cs typeface="Arial" panose="020B0604020202020204" pitchFamily="34" charset="0"/>
            </a:endParaRPr>
          </a:p>
        </p:txBody>
      </p:sp>
      <p:sp>
        <p:nvSpPr>
          <p:cNvPr id="11278" name="Rectangle 77"/>
          <p:cNvSpPr>
            <a:spLocks noChangeArrowheads="1"/>
          </p:cNvSpPr>
          <p:nvPr/>
        </p:nvSpPr>
        <p:spPr bwMode="auto">
          <a:xfrm>
            <a:off x="3395663" y="6372246"/>
            <a:ext cx="31242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18</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Linear Bushing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Ball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xúc</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ma </a:t>
            </a:r>
            <a:r>
              <a:rPr lang="en-US" altLang="ko-KR" sz="800" err="1" smtClean="0">
                <a:solidFill>
                  <a:srgbClr val="000000"/>
                </a:solidFill>
                <a:latin typeface="Arial" panose="020B0604020202020204" pitchFamily="34" charset="0"/>
                <a:cs typeface="Arial" panose="020B0604020202020204" pitchFamily="34" charset="0"/>
              </a:rPr>
              <a:t>sát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thấp</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Ball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trọng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nặng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nhẹ</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Do </a:t>
            </a:r>
            <a:r>
              <a:rPr lang="en-US" altLang="ko-KR" sz="800" err="1" smtClean="0">
                <a:solidFill>
                  <a:srgbClr val="000000"/>
                </a:solidFill>
                <a:latin typeface="Arial" panose="020B0604020202020204" pitchFamily="34" charset="0"/>
                <a:cs typeface="Arial" panose="020B0604020202020204" pitchFamily="34" charset="0"/>
              </a:rPr>
              <a:t>giá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khe</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yêu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mức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khắt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khe</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Chịu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chạm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di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bám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di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endParaRPr lang="ko-KR" altLang="en-US" sz="800">
              <a:solidFill>
                <a:srgbClr val="000000"/>
              </a:solidFill>
              <a:latin typeface="Arial" panose="020B0604020202020204" pitchFamily="34" charset="0"/>
              <a:cs typeface="Arial" panose="020B0604020202020204" pitchFamily="34" charset="0"/>
            </a:endParaRPr>
          </a:p>
        </p:txBody>
      </p:sp>
      <p:sp>
        <p:nvSpPr>
          <p:cNvPr id="11279" name="Rectangle 78"/>
          <p:cNvSpPr>
            <a:spLocks noChangeArrowheads="1"/>
          </p:cNvSpPr>
          <p:nvPr/>
        </p:nvSpPr>
        <p:spPr bwMode="auto">
          <a:xfrm>
            <a:off x="3395663" y="4979988"/>
            <a:ext cx="3124200" cy="132343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17.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tháo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LM Guide?</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Guide, </a:t>
            </a:r>
            <a:r>
              <a:rPr lang="en-US" altLang="ko-KR" sz="800" err="1" smtClean="0">
                <a:solidFill>
                  <a:srgbClr val="000000"/>
                </a:solidFill>
                <a:latin typeface="Arial" panose="020B0604020202020204" pitchFamily="34" charset="0"/>
                <a:cs typeface="Arial" panose="020B0604020202020204" pitchFamily="34" charset="0"/>
              </a:rPr>
              <a:t>nếu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thì</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đừng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tháo</a:t>
            </a:r>
            <a:r>
              <a:rPr lang="en-US" altLang="ko-KR" sz="800" smtClean="0">
                <a:solidFill>
                  <a:srgbClr val="000000"/>
                </a:solidFill>
                <a:latin typeface="Arial" panose="020B0604020202020204" pitchFamily="34" charset="0"/>
                <a:cs typeface="Arial" panose="020B0604020202020204" pitchFamily="34" charset="0"/>
              </a:rPr>
              <a:t> LM Block </a:t>
            </a:r>
            <a:r>
              <a:rPr lang="en-US" altLang="ko-KR" sz="800" err="1" smtClean="0">
                <a:solidFill>
                  <a:srgbClr val="000000"/>
                </a:solidFill>
                <a:latin typeface="Arial" panose="020B0604020202020204" pitchFamily="34" charset="0"/>
                <a:cs typeface="Arial" panose="020B0604020202020204" pitchFamily="34" charset="0"/>
              </a:rPr>
              <a:t>ra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khỏi</a:t>
            </a:r>
            <a:r>
              <a:rPr lang="en-US" altLang="ko-KR" sz="800" smtClean="0">
                <a:solidFill>
                  <a:srgbClr val="000000"/>
                </a:solidFill>
                <a:latin typeface="Arial" panose="020B0604020202020204" pitchFamily="34" charset="0"/>
                <a:cs typeface="Arial" panose="020B0604020202020204" pitchFamily="34" charset="0"/>
              </a:rPr>
              <a:t> LM Guide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jig </a:t>
            </a:r>
            <a:r>
              <a:rPr lang="en-US" altLang="ko-KR" sz="800" err="1" smtClean="0">
                <a:solidFill>
                  <a:srgbClr val="000000"/>
                </a:solidFill>
                <a:latin typeface="Arial" panose="020B0604020202020204" pitchFamily="34" charset="0"/>
                <a:cs typeface="Arial" panose="020B0604020202020204" pitchFamily="34" charset="0"/>
              </a:rPr>
              <a:t>tháo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nghiêng</a:t>
            </a:r>
            <a:r>
              <a:rPr lang="en-US" altLang="ko-KR" sz="800" smtClean="0">
                <a:solidFill>
                  <a:srgbClr val="000000"/>
                </a:solidFill>
                <a:latin typeface="Arial" panose="020B0604020202020204" pitchFamily="34" charset="0"/>
                <a:cs typeface="Arial" panose="020B0604020202020204" pitchFamily="34" charset="0"/>
              </a:rPr>
              <a:t> Jig </a:t>
            </a:r>
            <a:r>
              <a:rPr lang="en-US" altLang="ko-KR" sz="800" err="1" smtClean="0">
                <a:solidFill>
                  <a:srgbClr val="000000"/>
                </a:solidFill>
                <a:latin typeface="Arial" panose="020B0604020202020204" pitchFamily="34" charset="0"/>
                <a:cs typeface="Arial" panose="020B0604020202020204" pitchFamily="34" charset="0"/>
              </a:rPr>
              <a:t>mà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chỉnh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LM Guide</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Jig </a:t>
            </a:r>
            <a:r>
              <a:rPr lang="en-US" altLang="ko-KR" sz="800" err="1" smtClean="0">
                <a:solidFill>
                  <a:srgbClr val="000000"/>
                </a:solidFill>
                <a:latin typeface="Arial" panose="020B0604020202020204" pitchFamily="34" charset="0"/>
                <a:cs typeface="Arial" panose="020B0604020202020204" pitchFamily="34" charset="0"/>
              </a:rPr>
              <a:t>tháo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gồm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gói</a:t>
            </a:r>
            <a:r>
              <a:rPr lang="en-US" altLang="ko-KR" sz="800" smtClean="0">
                <a:solidFill>
                  <a:srgbClr val="000000"/>
                </a:solidFill>
                <a:latin typeface="Arial" panose="020B0604020202020204" pitchFamily="34" charset="0"/>
                <a:cs typeface="Arial" panose="020B0604020202020204" pitchFamily="34" charset="0"/>
              </a:rPr>
              <a:t> LM Guide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tiêu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chuẩn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Nếu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LM Block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thành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nguyên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hại</a:t>
            </a:r>
            <a:r>
              <a:rPr lang="en-US" altLang="ko-KR" sz="800" smtClean="0">
                <a:solidFill>
                  <a:srgbClr val="000000"/>
                </a:solidFill>
                <a:latin typeface="Arial" panose="020B0604020202020204" pitchFamily="34" charset="0"/>
                <a:cs typeface="Arial" panose="020B0604020202020204" pitchFamily="34" charset="0"/>
              </a:rPr>
              <a:t> LM Block ban </a:t>
            </a:r>
            <a:r>
              <a:rPr lang="en-US" altLang="ko-KR" sz="800" err="1" smtClean="0">
                <a:solidFill>
                  <a:srgbClr val="000000"/>
                </a:solidFill>
                <a:latin typeface="Arial" panose="020B0604020202020204" pitchFamily="34" charset="0"/>
                <a:cs typeface="Arial" panose="020B0604020202020204" pitchFamily="34" charset="0"/>
              </a:rPr>
              <a:t>đầu</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11280" name="Rectangle 79"/>
          <p:cNvSpPr>
            <a:spLocks noChangeArrowheads="1"/>
          </p:cNvSpPr>
          <p:nvPr/>
        </p:nvSpPr>
        <p:spPr bwMode="auto">
          <a:xfrm>
            <a:off x="3395663" y="3708400"/>
            <a:ext cx="3124200"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Ball Spline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Then </a:t>
            </a:r>
            <a:r>
              <a:rPr lang="en-US" altLang="ko-KR" sz="800" err="1">
                <a:solidFill>
                  <a:srgbClr val="000000"/>
                </a:solidFill>
                <a:latin typeface="Arial" panose="020B0604020202020204" pitchFamily="34" charset="0"/>
                <a:ea typeface="돋움" pitchFamily="50" charset="-127"/>
                <a:cs typeface="Arial" panose="020B0604020202020204" pitchFamily="34" charset="0"/>
              </a:rPr>
              <a:t>hoa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thân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(involute spline)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Spline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góc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cưa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Spline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81" name="Rectangle 80"/>
          <p:cNvSpPr>
            <a:spLocks noChangeArrowheads="1"/>
          </p:cNvSpPr>
          <p:nvPr/>
        </p:nvSpPr>
        <p:spPr bwMode="auto">
          <a:xfrm>
            <a:off x="3395701" y="2752744"/>
            <a:ext cx="3125787"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14.Chọn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Ball Screw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Preloaded)?</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Double </a:t>
            </a:r>
            <a:r>
              <a:rPr lang="en-US" altLang="ko-KR" sz="800">
                <a:solidFill>
                  <a:srgbClr val="000000"/>
                </a:solidFill>
                <a:latin typeface="Arial" panose="020B0604020202020204" pitchFamily="34" charset="0"/>
                <a:ea typeface="돋움" pitchFamily="50" charset="-127"/>
                <a:cs typeface="Arial" panose="020B0604020202020204" pitchFamily="34" charset="0"/>
              </a:rPr>
              <a:t>Nut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Type</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② Deflectors Type</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③ Offset </a:t>
            </a:r>
            <a:r>
              <a:rPr lang="en-US" altLang="ko-KR" sz="800">
                <a:solidFill>
                  <a:srgbClr val="000000"/>
                </a:solidFill>
                <a:latin typeface="Arial" panose="020B0604020202020204" pitchFamily="34" charset="0"/>
                <a:ea typeface="돋움" pitchFamily="50" charset="-127"/>
                <a:cs typeface="Arial" panose="020B0604020202020204" pitchFamily="34" charset="0"/>
              </a:rPr>
              <a:t>Preload Type)</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Static </a:t>
            </a:r>
            <a:r>
              <a:rPr lang="en-US" altLang="ko-KR" sz="800">
                <a:solidFill>
                  <a:srgbClr val="000000"/>
                </a:solidFill>
                <a:latin typeface="Arial" panose="020B0604020202020204" pitchFamily="34" charset="0"/>
                <a:ea typeface="돋움" pitchFamily="50" charset="-127"/>
                <a:cs typeface="Arial" panose="020B0604020202020204" pitchFamily="34" charset="0"/>
              </a:rPr>
              <a:t>Pressure Preload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Type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suất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tĩnh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82" name="Rectangle 81"/>
          <p:cNvSpPr>
            <a:spLocks noChangeArrowheads="1"/>
          </p:cNvSpPr>
          <p:nvPr/>
        </p:nvSpPr>
        <p:spPr bwMode="auto">
          <a:xfrm>
            <a:off x="279400" y="5859507"/>
            <a:ext cx="31242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tờ</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khổ</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giấy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210 * 297                  ② 841 * 1189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420 * 594                  ④ 297 * 420</a:t>
            </a:r>
          </a:p>
        </p:txBody>
      </p:sp>
      <p:sp>
        <p:nvSpPr>
          <p:cNvPr id="11283" name="Rectangle 82"/>
          <p:cNvSpPr>
            <a:spLocks noChangeArrowheads="1"/>
          </p:cNvSpPr>
          <p:nvPr/>
        </p:nvSpPr>
        <p:spPr bwMode="auto">
          <a:xfrm>
            <a:off x="3395663" y="7740670"/>
            <a:ext cx="3124200" cy="48628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19.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vẽ</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bản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bút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chì</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bản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mực</a:t>
            </a:r>
            <a:r>
              <a:rPr lang="ko-KR" altLang="en-US" sz="800" smtClean="0">
                <a:solidFill>
                  <a:srgbClr val="000000"/>
                </a:solidFill>
                <a:latin typeface="Arial" panose="020B0604020202020204" pitchFamily="34" charset="0"/>
                <a:cs typeface="Arial" panose="020B0604020202020204" pitchFamily="34" charset="0"/>
              </a:rPr>
              <a:t>    </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bản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màu</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err="1" smtClean="0">
                <a:solidFill>
                  <a:srgbClr val="000000"/>
                </a:solidFill>
                <a:latin typeface="Arial" panose="020B0604020202020204" pitchFamily="34" charset="0"/>
                <a:cs typeface="Arial" panose="020B0604020202020204" pitchFamily="34" charset="0"/>
              </a:rPr>
              <a:t>bản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endParaRPr lang="ko-KR" altLang="en-US" sz="800">
              <a:solidFill>
                <a:srgbClr val="000000"/>
              </a:solidFill>
              <a:latin typeface="Arial" panose="020B0604020202020204" pitchFamily="34" charset="0"/>
              <a:cs typeface="Arial" panose="020B0604020202020204" pitchFamily="34" charset="0"/>
            </a:endParaRPr>
          </a:p>
        </p:txBody>
      </p:sp>
      <p:sp>
        <p:nvSpPr>
          <p:cNvPr id="11284" name="Rectangle 83"/>
          <p:cNvSpPr>
            <a:spLocks noChangeArrowheads="1"/>
          </p:cNvSpPr>
          <p:nvPr/>
        </p:nvSpPr>
        <p:spPr bwMode="auto">
          <a:xfrm>
            <a:off x="3395663" y="8378848"/>
            <a:ext cx="3124200" cy="5847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20.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vẽ</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Ô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chú</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Ô Part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Mark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tâm</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đo</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85" name="Rectangle 84"/>
          <p:cNvSpPr>
            <a:spLocks noChangeArrowheads="1"/>
          </p:cNvSpPr>
          <p:nvPr/>
        </p:nvSpPr>
        <p:spPr bwMode="auto">
          <a:xfrm>
            <a:off x="1717677" y="6397646"/>
            <a:ext cx="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86" name="Rectangle 85"/>
          <p:cNvSpPr>
            <a:spLocks noChangeArrowheads="1"/>
          </p:cNvSpPr>
          <p:nvPr/>
        </p:nvSpPr>
        <p:spPr bwMode="auto">
          <a:xfrm>
            <a:off x="260350" y="6438900"/>
            <a:ext cx="3124200" cy="7571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8.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bôi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trơn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cứng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mặt</a:t>
            </a:r>
            <a:r>
              <a:rPr lang="ko-KR" altLang="en-US" sz="800" smtClean="0">
                <a:solidFill>
                  <a:srgbClr val="000000"/>
                </a:solidFill>
                <a:latin typeface="Arial" panose="020B0604020202020204" pitchFamily="34" charset="0"/>
                <a:cs typeface="Arial" panose="020B0604020202020204" pitchFamily="34" charset="0"/>
              </a:rPr>
              <a:t>  </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xâm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nhập</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ma </a:t>
            </a:r>
            <a:r>
              <a:rPr lang="en-US" altLang="ko-KR" sz="800" err="1" smtClean="0">
                <a:solidFill>
                  <a:srgbClr val="000000"/>
                </a:solidFill>
                <a:latin typeface="Arial" panose="020B0604020202020204" pitchFamily="34" charset="0"/>
                <a:cs typeface="Arial" panose="020B0604020202020204" pitchFamily="34" charset="0"/>
              </a:rPr>
              <a:t>sát</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lnSpc>
                <a:spcPct val="110000"/>
              </a:lnSpc>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mòn</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p:txBody>
      </p:sp>
      <p:sp>
        <p:nvSpPr>
          <p:cNvPr id="11287" name="Rectangle 86"/>
          <p:cNvSpPr>
            <a:spLocks noChangeArrowheads="1"/>
          </p:cNvSpPr>
          <p:nvPr/>
        </p:nvSpPr>
        <p:spPr bwMode="auto">
          <a:xfrm>
            <a:off x="250825" y="8445523"/>
            <a:ext cx="3124200" cy="5847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11</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윤활 관리의 기초 </a:t>
            </a:r>
            <a:r>
              <a:rPr lang="en-US" altLang="ko-KR" sz="800">
                <a:solidFill>
                  <a:srgbClr val="000000"/>
                </a:solidFill>
                <a:latin typeface="Arial" panose="020B0604020202020204" pitchFamily="34" charset="0"/>
                <a:ea typeface="돋움" pitchFamily="50" charset="-127"/>
                <a:cs typeface="Arial" panose="020B0604020202020204" pitchFamily="34" charset="0"/>
              </a:rPr>
              <a:t>5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適이 </a:t>
            </a:r>
            <a:r>
              <a:rPr lang="ko-KR" altLang="en-US" sz="800">
                <a:solidFill>
                  <a:srgbClr val="000000"/>
                </a:solidFill>
                <a:latin typeface="Arial" panose="020B0604020202020204" pitchFamily="34" charset="0"/>
                <a:ea typeface="돋움" pitchFamily="50" charset="-127"/>
                <a:cs typeface="Arial" panose="020B0604020202020204" pitchFamily="34" charset="0"/>
              </a:rPr>
              <a:t>아닌 것은</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ko-KR" altLang="en-US" sz="800">
                <a:solidFill>
                  <a:srgbClr val="000000"/>
                </a:solidFill>
                <a:latin typeface="Arial" panose="020B0604020202020204" pitchFamily="34" charset="0"/>
                <a:ea typeface="돋움" pitchFamily="50" charset="-127"/>
                <a:cs typeface="Arial" panose="020B0604020202020204" pitchFamily="34" charset="0"/>
              </a:rPr>
              <a:t>適油</a:t>
            </a:r>
            <a:r>
              <a:rPr lang="en-US" altLang="ko-KR" sz="800">
                <a:solidFill>
                  <a:srgbClr val="000000"/>
                </a:solidFill>
                <a:latin typeface="Arial" panose="020B0604020202020204" pitchFamily="34" charset="0"/>
                <a:ea typeface="돋움" pitchFamily="50" charset="-127"/>
                <a:cs typeface="Arial" panose="020B0604020202020204" pitchFamily="34" charset="0"/>
              </a:rPr>
              <a:t>(</a:t>
            </a:r>
            <a:r>
              <a:rPr lang="ko-KR" altLang="en-US" sz="800">
                <a:solidFill>
                  <a:srgbClr val="000000"/>
                </a:solidFill>
                <a:latin typeface="Arial" panose="020B0604020202020204" pitchFamily="34" charset="0"/>
                <a:ea typeface="돋움" pitchFamily="50" charset="-127"/>
                <a:cs typeface="Arial" panose="020B0604020202020204" pitchFamily="34" charset="0"/>
              </a:rPr>
              <a:t>적유</a:t>
            </a:r>
            <a:r>
              <a:rPr lang="en-US" altLang="ko-KR" sz="800">
                <a:solidFill>
                  <a:srgbClr val="000000"/>
                </a:solidFill>
                <a:latin typeface="Arial" panose="020B0604020202020204" pitchFamily="34" charset="0"/>
                <a:ea typeface="돋움" pitchFamily="50" charset="-127"/>
                <a:cs typeface="Arial" panose="020B0604020202020204" pitchFamily="34" charset="0"/>
              </a:rPr>
              <a:t>)              ② </a:t>
            </a:r>
            <a:r>
              <a:rPr lang="ko-KR" altLang="en-US" sz="800">
                <a:solidFill>
                  <a:srgbClr val="000000"/>
                </a:solidFill>
                <a:latin typeface="Arial" panose="020B0604020202020204" pitchFamily="34" charset="0"/>
                <a:ea typeface="돋움" pitchFamily="50" charset="-127"/>
                <a:cs typeface="Arial" panose="020B0604020202020204" pitchFamily="34" charset="0"/>
              </a:rPr>
              <a:t>適輸</a:t>
            </a:r>
            <a:r>
              <a:rPr lang="en-US" altLang="ko-KR" sz="800">
                <a:solidFill>
                  <a:srgbClr val="000000"/>
                </a:solidFill>
                <a:latin typeface="Arial" panose="020B0604020202020204" pitchFamily="34" charset="0"/>
                <a:ea typeface="돋움" pitchFamily="50" charset="-127"/>
                <a:cs typeface="Arial" panose="020B0604020202020204" pitchFamily="34" charset="0"/>
              </a:rPr>
              <a:t>(</a:t>
            </a:r>
            <a:r>
              <a:rPr lang="ko-KR" altLang="en-US" sz="800">
                <a:solidFill>
                  <a:srgbClr val="000000"/>
                </a:solidFill>
                <a:latin typeface="Arial" panose="020B0604020202020204" pitchFamily="34" charset="0"/>
                <a:ea typeface="돋움" pitchFamily="50" charset="-127"/>
                <a:cs typeface="Arial" panose="020B0604020202020204" pitchFamily="34" charset="0"/>
              </a:rPr>
              <a:t>적수</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ko-KR" altLang="en-US" sz="800">
                <a:solidFill>
                  <a:srgbClr val="000000"/>
                </a:solidFill>
                <a:latin typeface="Arial" panose="020B0604020202020204" pitchFamily="34" charset="0"/>
                <a:ea typeface="돋움" pitchFamily="50" charset="-127"/>
                <a:cs typeface="Arial" panose="020B0604020202020204" pitchFamily="34" charset="0"/>
              </a:rPr>
              <a:t>適期</a:t>
            </a:r>
            <a:r>
              <a:rPr lang="en-US" altLang="ko-KR" sz="800">
                <a:solidFill>
                  <a:srgbClr val="000000"/>
                </a:solidFill>
                <a:latin typeface="Arial" panose="020B0604020202020204" pitchFamily="34" charset="0"/>
                <a:ea typeface="돋움" pitchFamily="50" charset="-127"/>
                <a:cs typeface="Arial" panose="020B0604020202020204" pitchFamily="34" charset="0"/>
              </a:rPr>
              <a:t>(</a:t>
            </a:r>
            <a:r>
              <a:rPr lang="ko-KR" altLang="en-US" sz="800">
                <a:solidFill>
                  <a:srgbClr val="000000"/>
                </a:solidFill>
                <a:latin typeface="Arial" panose="020B0604020202020204" pitchFamily="34" charset="0"/>
                <a:ea typeface="돋움" pitchFamily="50" charset="-127"/>
                <a:cs typeface="Arial" panose="020B0604020202020204" pitchFamily="34" charset="0"/>
              </a:rPr>
              <a:t>적기</a:t>
            </a:r>
            <a:r>
              <a:rPr lang="en-US" altLang="ko-KR" sz="800">
                <a:solidFill>
                  <a:srgbClr val="000000"/>
                </a:solidFill>
                <a:latin typeface="Arial" panose="020B0604020202020204" pitchFamily="34" charset="0"/>
                <a:ea typeface="돋움" pitchFamily="50" charset="-127"/>
                <a:cs typeface="Arial" panose="020B0604020202020204" pitchFamily="34" charset="0"/>
              </a:rPr>
              <a:t>)              ④ </a:t>
            </a:r>
            <a:r>
              <a:rPr lang="ko-KR" altLang="en-US" sz="800">
                <a:solidFill>
                  <a:srgbClr val="000000"/>
                </a:solidFill>
                <a:latin typeface="Arial" panose="020B0604020202020204" pitchFamily="34" charset="0"/>
                <a:ea typeface="돋움" pitchFamily="50" charset="-127"/>
                <a:cs typeface="Arial" panose="020B0604020202020204" pitchFamily="34" charset="0"/>
              </a:rPr>
              <a:t>適法</a:t>
            </a:r>
            <a:r>
              <a:rPr lang="en-US" altLang="ko-KR" sz="800">
                <a:solidFill>
                  <a:srgbClr val="000000"/>
                </a:solidFill>
                <a:latin typeface="Arial" panose="020B0604020202020204" pitchFamily="34" charset="0"/>
                <a:ea typeface="돋움" pitchFamily="50" charset="-127"/>
                <a:cs typeface="Arial" panose="020B0604020202020204" pitchFamily="34" charset="0"/>
              </a:rPr>
              <a:t>(</a:t>
            </a:r>
            <a:r>
              <a:rPr lang="ko-KR" altLang="en-US" sz="800">
                <a:solidFill>
                  <a:srgbClr val="000000"/>
                </a:solidFill>
                <a:latin typeface="Arial" panose="020B0604020202020204" pitchFamily="34" charset="0"/>
                <a:ea typeface="돋움" pitchFamily="50" charset="-127"/>
                <a:cs typeface="Arial" panose="020B0604020202020204" pitchFamily="34" charset="0"/>
              </a:rPr>
              <a:t>적법</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p:txBody>
      </p:sp>
      <p:sp>
        <p:nvSpPr>
          <p:cNvPr id="11288" name="Rectangle 87"/>
          <p:cNvSpPr>
            <a:spLocks noChangeArrowheads="1"/>
          </p:cNvSpPr>
          <p:nvPr/>
        </p:nvSpPr>
        <p:spPr bwMode="auto">
          <a:xfrm>
            <a:off x="233363" y="7815284"/>
            <a:ext cx="3124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chủ</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Clean Room,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AFA         ② AFB         ③ AFC          ④ AFE</a:t>
            </a:r>
          </a:p>
        </p:txBody>
      </p:sp>
      <p:sp>
        <p:nvSpPr>
          <p:cNvPr id="11289" name="Rectangle 88"/>
          <p:cNvSpPr>
            <a:spLocks noChangeArrowheads="1"/>
          </p:cNvSpPr>
          <p:nvPr/>
        </p:nvSpPr>
        <p:spPr bwMode="auto">
          <a:xfrm>
            <a:off x="260560" y="7155687"/>
            <a:ext cx="3124200" cy="5847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Ball Screw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lead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Lead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lead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bình</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Lead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Miniature</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12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544680078"/>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9"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1437574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229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7893" name="Group 5"/>
          <p:cNvGraphicFramePr>
            <a:graphicFrameLocks noGrp="1"/>
          </p:cNvGraphicFramePr>
          <p:nvPr/>
        </p:nvGraphicFramePr>
        <p:xfrm>
          <a:off x="1412913"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7931" name="Group 43"/>
          <p:cNvGraphicFramePr>
            <a:graphicFrameLocks noGrp="1"/>
          </p:cNvGraphicFramePr>
          <p:nvPr/>
        </p:nvGraphicFramePr>
        <p:xfrm>
          <a:off x="3735426"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1856236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Times New Roman" panose="02020603050405020304" pitchFamily="18" charset="0"/>
              <a:cs typeface="Times New Roman" panose="02020603050405020304" pitchFamily="18" charset="0"/>
            </a:endParaRPr>
          </a:p>
        </p:txBody>
      </p:sp>
      <p:sp>
        <p:nvSpPr>
          <p:cNvPr id="13315" name="Text Box 3"/>
          <p:cNvSpPr txBox="1">
            <a:spLocks noChangeArrowheads="1"/>
          </p:cNvSpPr>
          <p:nvPr/>
        </p:nvSpPr>
        <p:spPr bwMode="auto">
          <a:xfrm>
            <a:off x="228638" y="679450"/>
            <a:ext cx="27847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Times New Roman" panose="02020603050405020304" pitchFamily="18" charset="0"/>
                <a:cs typeface="Times New Roman" panose="02020603050405020304" pitchFamily="18" charset="0"/>
              </a:rPr>
              <a:t>소속 </a:t>
            </a:r>
            <a:r>
              <a:rPr lang="en-US" altLang="ko-KR" sz="800">
                <a:solidFill>
                  <a:srgbClr val="000000"/>
                </a:solidFill>
                <a:latin typeface="Times New Roman" panose="02020603050405020304" pitchFamily="18" charset="0"/>
                <a:cs typeface="Times New Roman" panose="02020603050405020304" pitchFamily="18" charset="0"/>
              </a:rPr>
              <a:t>:                                                </a:t>
            </a:r>
            <a:r>
              <a:rPr lang="ko-KR" altLang="en-US" sz="800">
                <a:solidFill>
                  <a:srgbClr val="000000"/>
                </a:solidFill>
                <a:latin typeface="Times New Roman" panose="02020603050405020304" pitchFamily="18" charset="0"/>
                <a:cs typeface="Times New Roman" panose="02020603050405020304" pitchFamily="18" charset="0"/>
              </a:rPr>
              <a:t>사번 </a:t>
            </a:r>
            <a:r>
              <a:rPr lang="en-US" altLang="ko-KR" sz="800">
                <a:solidFill>
                  <a:srgbClr val="000000"/>
                </a:solidFill>
                <a:latin typeface="Times New Roman" panose="02020603050405020304" pitchFamily="18" charset="0"/>
                <a:cs typeface="Times New Roman" panose="02020603050405020304" pitchFamily="18" charset="0"/>
              </a:rPr>
              <a:t>:                      </a:t>
            </a:r>
            <a:r>
              <a:rPr lang="ko-KR" altLang="en-US" sz="800">
                <a:solidFill>
                  <a:srgbClr val="000000"/>
                </a:solidFill>
                <a:latin typeface="Times New Roman" panose="02020603050405020304" pitchFamily="18" charset="0"/>
                <a:cs typeface="Times New Roman" panose="02020603050405020304" pitchFamily="18" charset="0"/>
              </a:rPr>
              <a:t>이름 </a:t>
            </a:r>
            <a:r>
              <a:rPr lang="en-US" altLang="ko-KR" sz="800">
                <a:solidFill>
                  <a:srgbClr val="000000"/>
                </a:solidFill>
                <a:latin typeface="Times New Roman" panose="02020603050405020304" pitchFamily="18" charset="0"/>
                <a:cs typeface="Times New Roman" panose="02020603050405020304" pitchFamily="18" charset="0"/>
              </a:rPr>
              <a:t>: </a:t>
            </a:r>
          </a:p>
        </p:txBody>
      </p:sp>
      <p:sp>
        <p:nvSpPr>
          <p:cNvPr id="13316"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17"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885674971"/>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3328" name="Rectangle 16"/>
          <p:cNvSpPr>
            <a:spLocks noChangeArrowheads="1"/>
          </p:cNvSpPr>
          <p:nvPr/>
        </p:nvSpPr>
        <p:spPr bwMode="auto">
          <a:xfrm>
            <a:off x="304800" y="984250"/>
            <a:ext cx="3429000"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đáp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án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yếu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lắp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chốt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endPar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Dễ</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tháo</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lắp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ráp</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Khỏe</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trước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rung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lắc</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khớp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hoàn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toàn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Center</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29" name="Rectangle 17"/>
          <p:cNvSpPr>
            <a:spLocks noChangeArrowheads="1"/>
          </p:cNvSpPr>
          <p:nvPr/>
        </p:nvSpPr>
        <p:spPr bwMode="auto">
          <a:xfrm>
            <a:off x="304800" y="2019300"/>
            <a:ext cx="3429000" cy="224676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2.Tên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Coupling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Hai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song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nhau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khớp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khoảng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giữa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hai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ngắn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Flexible Coupling</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② Flange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Coupling)</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Universal Coupling</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Oldham’s Coupling</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333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6613" y="2824182"/>
            <a:ext cx="1771650" cy="71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31" name="Rectangle 19"/>
          <p:cNvSpPr>
            <a:spLocks noChangeArrowheads="1"/>
          </p:cNvSpPr>
          <p:nvPr/>
        </p:nvSpPr>
        <p:spPr bwMode="auto">
          <a:xfrm>
            <a:off x="360363" y="4373563"/>
            <a:ext cx="3429000"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3</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L2N  M30 × 3 – 2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Khoảng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1 Lead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① 3 mm     ②  4 mm       ③ 2mm      ④ 6mm</a:t>
            </a:r>
          </a:p>
        </p:txBody>
      </p:sp>
      <p:sp>
        <p:nvSpPr>
          <p:cNvPr id="13332" name="Rectangle 20"/>
          <p:cNvSpPr>
            <a:spLocks noChangeArrowheads="1"/>
          </p:cNvSpPr>
          <p:nvPr/>
        </p:nvSpPr>
        <p:spPr bwMode="auto">
          <a:xfrm>
            <a:off x="333375" y="5286384"/>
            <a:ext cx="3429000" cy="132343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4</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Guide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Type guide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trơn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Linear Bushing</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Ball Spline</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Ball Screw</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33" name="Rectangle 14"/>
          <p:cNvSpPr>
            <a:spLocks noChangeArrowheads="1"/>
          </p:cNvSpPr>
          <p:nvPr/>
        </p:nvSpPr>
        <p:spPr bwMode="auto">
          <a:xfrm>
            <a:off x="433388" y="5651507"/>
            <a:ext cx="2879725" cy="492443"/>
          </a:xfrm>
          <a:prstGeom prst="rect">
            <a:avLst/>
          </a:prstGeom>
          <a:noFill/>
          <a:ln w="9525"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Do Ball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phép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vận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nhẹ</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cs typeface="Times New Roman" panose="02020603050405020304" pitchFamily="18" charset="0"/>
              </a:rPr>
              <a:t>Do </a:t>
            </a:r>
            <a:r>
              <a:rPr lang="en-US" altLang="ko-KR" sz="800" err="1">
                <a:solidFill>
                  <a:srgbClr val="000000"/>
                </a:solidFill>
                <a:latin typeface="Times New Roman" panose="02020603050405020304" pitchFamily="18" charset="0"/>
                <a:cs typeface="Times New Roman" panose="02020603050405020304" pitchFamily="18" charset="0"/>
              </a:rPr>
              <a:t>giá</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trị</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cho</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phép</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của</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khe</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hở</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đường</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kính</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nhỏ</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nên</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yêu</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cầu</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mức</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độ</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lắp</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ráp</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khắt</a:t>
            </a:r>
            <a:r>
              <a:rPr lang="en-US" altLang="ko-KR" sz="800">
                <a:solidFill>
                  <a:srgbClr val="000000"/>
                </a:solidFill>
                <a:latin typeface="Times New Roman" panose="02020603050405020304" pitchFamily="18" charset="0"/>
                <a:cs typeface="Times New Roman" panose="02020603050405020304" pitchFamily="18" charset="0"/>
              </a:rPr>
              <a:t> </a:t>
            </a:r>
            <a:r>
              <a:rPr lang="en-US" altLang="ko-KR" sz="800" err="1">
                <a:solidFill>
                  <a:srgbClr val="000000"/>
                </a:solidFill>
                <a:latin typeface="Times New Roman" panose="02020603050405020304" pitchFamily="18" charset="0"/>
                <a:cs typeface="Times New Roman" panose="02020603050405020304" pitchFamily="18" charset="0"/>
              </a:rPr>
              <a:t>khe</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34" name="Rectangle 22"/>
          <p:cNvSpPr>
            <a:spLocks noChangeArrowheads="1"/>
          </p:cNvSpPr>
          <p:nvPr/>
        </p:nvSpPr>
        <p:spPr bwMode="auto">
          <a:xfrm>
            <a:off x="304800" y="7067571"/>
            <a:ext cx="34290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5.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bánh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răng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tinh</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CYCLO</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3335" name="Picture 8" descr="7-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4867" y="7345363"/>
            <a:ext cx="1157495" cy="9715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13336" name="Picture 7" descr="7-1-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89401" y="1476394"/>
            <a:ext cx="866775" cy="57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37" name="Picture 8" descr="7-5-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57826" y="1477982"/>
            <a:ext cx="8667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38" name="Picture 9" descr="5-11-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89401" y="2268554"/>
            <a:ext cx="8667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39" name="Picture 10" descr="7-4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57826" y="2266969"/>
            <a:ext cx="8667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40" name="Rectangle 28"/>
          <p:cNvSpPr>
            <a:spLocks noChangeArrowheads="1"/>
          </p:cNvSpPr>
          <p:nvPr/>
        </p:nvSpPr>
        <p:spPr bwMode="auto">
          <a:xfrm>
            <a:off x="3429000" y="984271"/>
            <a:ext cx="3429000" cy="138499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Guide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đệm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kín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khuất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khúc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 Labyrinth seal)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part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chống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dị</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FF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FF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②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buFontTx/>
              <a:buAutoNum type="circleNumDbPlain" startAt="3"/>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④ </a:t>
            </a:r>
          </a:p>
          <a:p>
            <a:pPr eaLnBrk="1" fontAlgn="base" latinLnBrk="1" hangingPunct="1">
              <a:spcBef>
                <a:spcPct val="50000"/>
              </a:spcBef>
              <a:spcAft>
                <a:spcPct val="0"/>
              </a:spcAft>
              <a:buFontTx/>
              <a:buAutoNum type="circleNumDbPlain" startAt="3"/>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3341" name="Picture 11"/>
          <p:cNvPicPr>
            <a:picLocks noChangeAspect="1" noChangeArrowheads="1"/>
          </p:cNvPicPr>
          <p:nvPr/>
        </p:nvPicPr>
        <p:blipFill>
          <a:blip r:embed="rId9">
            <a:extLst>
              <a:ext uri="{28A0092B-C50C-407E-A947-70E740481C1C}">
                <a14:useLocalDpi xmlns:a14="http://schemas.microsoft.com/office/drawing/2010/main" val="0"/>
              </a:ext>
            </a:extLst>
          </a:blip>
          <a:srcRect l="8855" t="65952" r="71207" b="12392"/>
          <a:stretch>
            <a:fillRect/>
          </a:stretch>
        </p:blipFill>
        <p:spPr bwMode="auto">
          <a:xfrm>
            <a:off x="4797425" y="3203576"/>
            <a:ext cx="1562100" cy="1266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42" name="Rectangle 30"/>
          <p:cNvSpPr>
            <a:spLocks noChangeArrowheads="1"/>
          </p:cNvSpPr>
          <p:nvPr/>
        </p:nvSpPr>
        <p:spPr bwMode="auto">
          <a:xfrm>
            <a:off x="3455988" y="3059113"/>
            <a:ext cx="3429000" cy="132343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thước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kẹp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cao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 height Gauge)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70.48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②  46.48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③  70.44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④  46.44 ㎜</a:t>
            </a:r>
          </a:p>
        </p:txBody>
      </p:sp>
      <p:sp>
        <p:nvSpPr>
          <p:cNvPr id="13343" name="Rectangle 31"/>
          <p:cNvSpPr>
            <a:spLocks noChangeArrowheads="1"/>
          </p:cNvSpPr>
          <p:nvPr/>
        </p:nvSpPr>
        <p:spPr bwMode="auto">
          <a:xfrm>
            <a:off x="3455988" y="4787919"/>
            <a:ext cx="34290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vẽ</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khí</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xoay</a:t>
            </a: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④</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mặt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44" name="Rectangle 32"/>
          <p:cNvSpPr>
            <a:spLocks noChangeArrowheads="1"/>
          </p:cNvSpPr>
          <p:nvPr/>
        </p:nvSpPr>
        <p:spPr bwMode="auto">
          <a:xfrm>
            <a:off x="3443288" y="5940427"/>
            <a:ext cx="3429000"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Nut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Lead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dài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di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cao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xoay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Ball </a:t>
            </a: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Screw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Ball</a:t>
            </a:r>
            <a:r>
              <a:rPr lang="ko-KR"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800">
                <a:solidFill>
                  <a:srgbClr val="000000"/>
                </a:solidFill>
                <a:latin typeface="Times New Roman" panose="02020603050405020304" pitchFamily="18" charset="0"/>
                <a:ea typeface="돋움" pitchFamily="50" charset="-127"/>
                <a:cs typeface="Times New Roman" panose="02020603050405020304" pitchFamily="18" charset="0"/>
              </a:rPr>
              <a:t>① Deflectors Type.              ② End Cap Type</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800">
                <a:solidFill>
                  <a:srgbClr val="000000"/>
                </a:solidFill>
                <a:latin typeface="Times New Roman" panose="02020603050405020304" pitchFamily="18" charset="0"/>
                <a:ea typeface="돋움" pitchFamily="50" charset="-127"/>
                <a:cs typeface="Times New Roman" panose="02020603050405020304" pitchFamily="18" charset="0"/>
              </a:rPr>
              <a:t>③ Return Pipe Type             ④ Double Nut Type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45" name="Rectangle 33"/>
          <p:cNvSpPr>
            <a:spLocks noChangeArrowheads="1"/>
          </p:cNvSpPr>
          <p:nvPr/>
        </p:nvSpPr>
        <p:spPr bwMode="auto">
          <a:xfrm>
            <a:off x="3455988" y="7181871"/>
            <a:ext cx="34290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10.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vẽ</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kĩ</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thuật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tâm</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ẩn</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cắt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lìa</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ảo</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3346" name="Picture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75151" y="7668430"/>
            <a:ext cx="1444625" cy="2921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3347" name="Picture 19"/>
          <p:cNvPicPr>
            <a:picLocks noChangeAspect="1" noChangeArrowheads="1"/>
          </p:cNvPicPr>
          <p:nvPr/>
        </p:nvPicPr>
        <p:blipFill>
          <a:blip r:embed="rId11">
            <a:extLst>
              <a:ext uri="{28A0092B-C50C-407E-A947-70E740481C1C}">
                <a14:useLocalDpi xmlns:a14="http://schemas.microsoft.com/office/drawing/2010/main" val="0"/>
              </a:ext>
            </a:extLst>
          </a:blip>
          <a:srcRect b="-200"/>
          <a:stretch>
            <a:fillRect/>
          </a:stretch>
        </p:blipFill>
        <p:spPr bwMode="auto">
          <a:xfrm>
            <a:off x="5179163" y="5148263"/>
            <a:ext cx="1418315" cy="72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0242755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Times New Roman" panose="02020603050405020304" pitchFamily="18" charset="0"/>
              <a:cs typeface="Times New Roman" panose="02020603050405020304" pitchFamily="18" charset="0"/>
            </a:endParaRPr>
          </a:p>
        </p:txBody>
      </p:sp>
      <p:sp>
        <p:nvSpPr>
          <p:cNvPr id="14339" name="Text Box 3"/>
          <p:cNvSpPr txBox="1">
            <a:spLocks noChangeArrowheads="1"/>
          </p:cNvSpPr>
          <p:nvPr/>
        </p:nvSpPr>
        <p:spPr bwMode="auto">
          <a:xfrm>
            <a:off x="228638" y="679450"/>
            <a:ext cx="27847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Times New Roman" panose="02020603050405020304" pitchFamily="18" charset="0"/>
                <a:cs typeface="Times New Roman" panose="02020603050405020304" pitchFamily="18" charset="0"/>
              </a:rPr>
              <a:t>소속 </a:t>
            </a:r>
            <a:r>
              <a:rPr lang="en-US" altLang="ko-KR" sz="800">
                <a:solidFill>
                  <a:srgbClr val="000000"/>
                </a:solidFill>
                <a:latin typeface="Times New Roman" panose="02020603050405020304" pitchFamily="18" charset="0"/>
                <a:cs typeface="Times New Roman" panose="02020603050405020304" pitchFamily="18" charset="0"/>
              </a:rPr>
              <a:t>:                                                </a:t>
            </a:r>
            <a:r>
              <a:rPr lang="ko-KR" altLang="en-US" sz="800">
                <a:solidFill>
                  <a:srgbClr val="000000"/>
                </a:solidFill>
                <a:latin typeface="Times New Roman" panose="02020603050405020304" pitchFamily="18" charset="0"/>
                <a:cs typeface="Times New Roman" panose="02020603050405020304" pitchFamily="18" charset="0"/>
              </a:rPr>
              <a:t>사번 </a:t>
            </a:r>
            <a:r>
              <a:rPr lang="en-US" altLang="ko-KR" sz="800">
                <a:solidFill>
                  <a:srgbClr val="000000"/>
                </a:solidFill>
                <a:latin typeface="Times New Roman" panose="02020603050405020304" pitchFamily="18" charset="0"/>
                <a:cs typeface="Times New Roman" panose="02020603050405020304" pitchFamily="18" charset="0"/>
              </a:rPr>
              <a:t>:                      </a:t>
            </a:r>
            <a:r>
              <a:rPr lang="ko-KR" altLang="en-US" sz="800">
                <a:solidFill>
                  <a:srgbClr val="000000"/>
                </a:solidFill>
                <a:latin typeface="Times New Roman" panose="02020603050405020304" pitchFamily="18" charset="0"/>
                <a:cs typeface="Times New Roman" panose="02020603050405020304" pitchFamily="18" charset="0"/>
              </a:rPr>
              <a:t>이름 </a:t>
            </a:r>
            <a:r>
              <a:rPr lang="en-US" altLang="ko-KR" sz="800">
                <a:solidFill>
                  <a:srgbClr val="000000"/>
                </a:solidFill>
                <a:latin typeface="Times New Roman" panose="02020603050405020304" pitchFamily="18" charset="0"/>
                <a:cs typeface="Times New Roman" panose="02020603050405020304" pitchFamily="18" charset="0"/>
              </a:rPr>
              <a:t>: </a:t>
            </a:r>
          </a:p>
        </p:txBody>
      </p:sp>
      <p:sp>
        <p:nvSpPr>
          <p:cNvPr id="14340"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41"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005765714"/>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pic>
        <p:nvPicPr>
          <p:cNvPr id="1435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6650" y="1258888"/>
            <a:ext cx="1428750" cy="7927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4353" name="Rectangle 17"/>
          <p:cNvSpPr>
            <a:spLocks noChangeArrowheads="1"/>
          </p:cNvSpPr>
          <p:nvPr/>
        </p:nvSpPr>
        <p:spPr bwMode="auto">
          <a:xfrm>
            <a:off x="304800" y="984250"/>
            <a:ext cx="3429000" cy="163121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cụ</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Thickness gauge</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Gap Gauge</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Thước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level</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Counterbore</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54" name="Rectangle 18"/>
          <p:cNvSpPr>
            <a:spLocks noChangeArrowheads="1"/>
          </p:cNvSpPr>
          <p:nvPr/>
        </p:nvSpPr>
        <p:spPr bwMode="auto">
          <a:xfrm>
            <a:off x="304800" y="2782896"/>
            <a:ext cx="3429000" cy="1015663"/>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ốc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Screw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gỗ</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Screw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liên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Tapping</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Screw </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Screw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gỗ</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ép</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4355" name="Picture 47" descr="screw_self">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l="-500" t="13055" b="11389"/>
          <a:stretch>
            <a:fillRect/>
          </a:stretch>
        </p:blipFill>
        <p:spPr bwMode="auto">
          <a:xfrm>
            <a:off x="1916151" y="3059113"/>
            <a:ext cx="1095375" cy="495300"/>
          </a:xfrm>
          <a:prstGeom prst="rect">
            <a:avLst/>
          </a:prstGeom>
          <a:noFill/>
          <a:ln w="19050" algn="ctr">
            <a:solidFill>
              <a:srgbClr val="CC99FF"/>
            </a:solidFill>
            <a:miter lim="800000"/>
            <a:headEnd/>
            <a:tailEnd/>
          </a:ln>
          <a:extLst>
            <a:ext uri="{909E8E84-426E-40DD-AFC4-6F175D3DCCD1}">
              <a14:hiddenFill xmlns:a14="http://schemas.microsoft.com/office/drawing/2010/main">
                <a:solidFill>
                  <a:srgbClr val="FFFFFF"/>
                </a:solidFill>
              </a14:hiddenFill>
            </a:ext>
          </a:extLst>
        </p:spPr>
      </p:pic>
      <p:sp>
        <p:nvSpPr>
          <p:cNvPr id="14356" name="Rectangle 20"/>
          <p:cNvSpPr>
            <a:spLocks noChangeArrowheads="1"/>
          </p:cNvSpPr>
          <p:nvPr/>
        </p:nvSpPr>
        <p:spPr bwMode="auto">
          <a:xfrm>
            <a:off x="304800" y="3898899"/>
            <a:ext cx="3429000" cy="249299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Size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nhẹ</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compact &amp; light in weight)</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ô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nhiễm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rẻ</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tầng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4357" name="Picture 128"/>
          <p:cNvPicPr>
            <a:picLocks noChangeAspect="1" noChangeArrowheads="1"/>
          </p:cNvPicPr>
          <p:nvPr/>
        </p:nvPicPr>
        <p:blipFill>
          <a:blip r:embed="rId6">
            <a:lum bright="34000"/>
            <a:extLst>
              <a:ext uri="{28A0092B-C50C-407E-A947-70E740481C1C}">
                <a14:useLocalDpi xmlns:a14="http://schemas.microsoft.com/office/drawing/2010/main" val="0"/>
              </a:ext>
            </a:extLst>
          </a:blip>
          <a:srcRect/>
          <a:stretch>
            <a:fillRect/>
          </a:stretch>
        </p:blipFill>
        <p:spPr bwMode="auto">
          <a:xfrm>
            <a:off x="908054" y="4106723"/>
            <a:ext cx="1876425"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8" name="Rectangle 22"/>
          <p:cNvSpPr>
            <a:spLocks noChangeArrowheads="1"/>
          </p:cNvSpPr>
          <p:nvPr/>
        </p:nvSpPr>
        <p:spPr bwMode="auto">
          <a:xfrm>
            <a:off x="3455988" y="971553"/>
            <a:ext cx="3429000" cy="243143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15</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LM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Guide,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thế</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ball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bốn</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mặt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cắt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chính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xác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LM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Rail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LM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Block,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tuần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hoàn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nhiệt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Ball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dựa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End Plate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lắp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ráp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ở LM Block.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đáp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án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HSR Type</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② SSR Type</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③ HSH Type</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④ RSR Type</a:t>
            </a: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đáp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án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nằm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linh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Return Pipe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Ball Screw?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Tấm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nhấn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pipe</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Shim Plate</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lệch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(Deflector)</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Lynbyrith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Seal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đệm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kín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khuất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khúc</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4359" name="Picture 1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49826" y="1754207"/>
            <a:ext cx="1552575" cy="100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0" name="Rectangle 24"/>
          <p:cNvSpPr>
            <a:spLocks noChangeArrowheads="1"/>
          </p:cNvSpPr>
          <p:nvPr/>
        </p:nvSpPr>
        <p:spPr bwMode="auto">
          <a:xfrm>
            <a:off x="3429000" y="3892568"/>
            <a:ext cx="34290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17.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cụ</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muốn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kiểm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phẳng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linh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cần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chính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xác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bề</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mặt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hàng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Vise  </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Height Gauge</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Thước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Steel</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Mực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nước</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61" name="Rectangle 25"/>
          <p:cNvSpPr>
            <a:spLocks noChangeArrowheads="1"/>
          </p:cNvSpPr>
          <p:nvPr/>
        </p:nvSpPr>
        <p:spPr bwMode="auto">
          <a:xfrm>
            <a:off x="304800" y="6843734"/>
            <a:ext cx="34290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các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pháp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tổ</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chặn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(Angular ball </a:t>
            </a:r>
            <a:r>
              <a:rPr lang="ko-KR"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Bearing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phía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ko-KR"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DB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type</a:t>
            </a: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DF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type</a:t>
            </a: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DH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type</a:t>
            </a: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ko-KR"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DT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type</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62" name="Rectangle 26"/>
          <p:cNvSpPr>
            <a:spLocks noChangeArrowheads="1"/>
          </p:cNvSpPr>
          <p:nvPr/>
        </p:nvSpPr>
        <p:spPr bwMode="auto">
          <a:xfrm>
            <a:off x="3429000" y="5164138"/>
            <a:ext cx="3429000"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18.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kỹ</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thuật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máy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thành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tổ</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biến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dạng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dù</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tăng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cường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lực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dự</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kiến</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này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vận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hạn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chế</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Nhận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cungcaaps</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năng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lực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việc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quả</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Máy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móc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di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đích</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63" name="Rectangle 27"/>
          <p:cNvSpPr>
            <a:spLocks noChangeArrowheads="1"/>
          </p:cNvSpPr>
          <p:nvPr/>
        </p:nvSpPr>
        <p:spPr bwMode="auto">
          <a:xfrm>
            <a:off x="3456480" y="6653232"/>
            <a:ext cx="3429000" cy="83099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19.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Chủ</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yếu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tấm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kim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sheet metal</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rồi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chế</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tạo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sản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phẩm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mục</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đích</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lắp</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sản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phẩm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khó</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tạo</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do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dày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vật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liêu</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bản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mỏng</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①</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nut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tay</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nut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tấm</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lò</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xo</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nut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liên</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ko-KR" altLang="en-US"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nut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đinh</a:t>
            </a: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800" err="1" smtClean="0">
                <a:solidFill>
                  <a:srgbClr val="000000"/>
                </a:solidFill>
                <a:latin typeface="Times New Roman" panose="02020603050405020304" pitchFamily="18" charset="0"/>
                <a:ea typeface="돋움" pitchFamily="50" charset="-127"/>
                <a:cs typeface="Times New Roman" panose="02020603050405020304" pitchFamily="18" charset="0"/>
              </a:rPr>
              <a:t>tán</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64" name="Rectangle 28"/>
          <p:cNvSpPr>
            <a:spLocks noChangeArrowheads="1"/>
          </p:cNvSpPr>
          <p:nvPr/>
        </p:nvSpPr>
        <p:spPr bwMode="auto">
          <a:xfrm>
            <a:off x="3455988" y="7761308"/>
            <a:ext cx="3429000"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20. </a:t>
            </a:r>
            <a:r>
              <a:rPr lang="en-US" altLang="ko-KR" sz="800" err="1" smtClean="0">
                <a:solidFill>
                  <a:srgbClr val="000000"/>
                </a:solidFill>
                <a:latin typeface="Times New Roman" panose="02020603050405020304" pitchFamily="18" charset="0"/>
                <a:cs typeface="Times New Roman" panose="02020603050405020304" pitchFamily="18" charset="0"/>
              </a:rPr>
              <a:t>Trường</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hợp</a:t>
            </a:r>
            <a:r>
              <a:rPr lang="en-US" altLang="ko-KR" sz="800" smtClean="0">
                <a:solidFill>
                  <a:srgbClr val="000000"/>
                </a:solidFill>
                <a:latin typeface="Times New Roman" panose="02020603050405020304" pitchFamily="18" charset="0"/>
                <a:cs typeface="Times New Roman" panose="02020603050405020304" pitchFamily="18" charset="0"/>
              </a:rPr>
              <a:t> 2 </a:t>
            </a:r>
            <a:r>
              <a:rPr lang="en-US" altLang="ko-KR" sz="800" err="1" smtClean="0">
                <a:solidFill>
                  <a:srgbClr val="000000"/>
                </a:solidFill>
                <a:latin typeface="Times New Roman" panose="02020603050405020304" pitchFamily="18" charset="0"/>
                <a:cs typeface="Times New Roman" panose="02020603050405020304" pitchFamily="18" charset="0"/>
              </a:rPr>
              <a:t>trục</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giao</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nhau</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thì</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sử</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dụng</a:t>
            </a:r>
            <a:r>
              <a:rPr lang="en-US" altLang="ko-KR" sz="800" smtClean="0">
                <a:solidFill>
                  <a:srgbClr val="000000"/>
                </a:solidFill>
                <a:latin typeface="Times New Roman" panose="02020603050405020304" pitchFamily="18" charset="0"/>
                <a:cs typeface="Times New Roman" panose="02020603050405020304" pitchFamily="18" charset="0"/>
              </a:rPr>
              <a:t> Gear </a:t>
            </a:r>
            <a:r>
              <a:rPr lang="en-US" altLang="ko-KR" sz="800" err="1" smtClean="0">
                <a:solidFill>
                  <a:srgbClr val="000000"/>
                </a:solidFill>
                <a:latin typeface="Times New Roman" panose="02020603050405020304" pitchFamily="18" charset="0"/>
                <a:cs typeface="Times New Roman" panose="02020603050405020304" pitchFamily="18" charset="0"/>
              </a:rPr>
              <a:t>gì</a:t>
            </a:r>
            <a:r>
              <a:rPr lang="en-US" altLang="ko-KR" sz="800" smtClean="0">
                <a:solidFill>
                  <a:srgbClr val="000000"/>
                </a:solidFill>
                <a:latin typeface="Times New Roman" panose="02020603050405020304" pitchFamily="18" charset="0"/>
                <a:cs typeface="Times New Roman" panose="02020603050405020304" pitchFamily="18" charset="0"/>
              </a:rPr>
              <a:t>?</a:t>
            </a:r>
            <a:endParaRPr lang="en-US" altLang="ko-KR" sz="8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   ① </a:t>
            </a:r>
            <a:r>
              <a:rPr lang="en-US" altLang="ko-KR" sz="800" smtClean="0">
                <a:solidFill>
                  <a:srgbClr val="000000"/>
                </a:solidFill>
                <a:latin typeface="Times New Roman" panose="02020603050405020304" pitchFamily="18" charset="0"/>
                <a:cs typeface="Times New Roman" panose="02020603050405020304" pitchFamily="18" charset="0"/>
              </a:rPr>
              <a:t>Gear </a:t>
            </a:r>
            <a:r>
              <a:rPr lang="en-US" altLang="ko-KR" sz="800" err="1" smtClean="0">
                <a:solidFill>
                  <a:srgbClr val="000000"/>
                </a:solidFill>
                <a:latin typeface="Times New Roman" panose="02020603050405020304" pitchFamily="18" charset="0"/>
                <a:cs typeface="Times New Roman" panose="02020603050405020304" pitchFamily="18" charset="0"/>
              </a:rPr>
              <a:t>phẳng</a:t>
            </a:r>
            <a:r>
              <a:rPr lang="en-US" altLang="ko-KR" sz="800" smtClean="0">
                <a:solidFill>
                  <a:srgbClr val="000000"/>
                </a:solidFill>
                <a:latin typeface="Times New Roman" panose="02020603050405020304" pitchFamily="18" charset="0"/>
                <a:cs typeface="Times New Roman" panose="02020603050405020304" pitchFamily="18" charset="0"/>
              </a:rPr>
              <a:t> </a:t>
            </a:r>
            <a:r>
              <a:rPr lang="ko-KR" altLang="en-US" sz="800" smtClean="0">
                <a:solidFill>
                  <a:srgbClr val="000000"/>
                </a:solidFill>
                <a:latin typeface="Times New Roman" panose="02020603050405020304" pitchFamily="18" charset="0"/>
                <a:cs typeface="Times New Roman" panose="02020603050405020304" pitchFamily="18" charset="0"/>
              </a:rPr>
              <a:t>              ② </a:t>
            </a:r>
            <a:r>
              <a:rPr lang="en-US" altLang="ko-KR" sz="800" smtClean="0">
                <a:solidFill>
                  <a:srgbClr val="000000"/>
                </a:solidFill>
                <a:latin typeface="Times New Roman" panose="02020603050405020304" pitchFamily="18" charset="0"/>
                <a:cs typeface="Times New Roman" panose="02020603050405020304" pitchFamily="18" charset="0"/>
              </a:rPr>
              <a:t>Gear </a:t>
            </a:r>
            <a:r>
              <a:rPr lang="en-US" altLang="ko-KR" sz="800" err="1" smtClean="0">
                <a:solidFill>
                  <a:srgbClr val="000000"/>
                </a:solidFill>
                <a:latin typeface="Times New Roman" panose="02020603050405020304" pitchFamily="18" charset="0"/>
                <a:cs typeface="Times New Roman" panose="02020603050405020304" pitchFamily="18" charset="0"/>
              </a:rPr>
              <a:t>tiếp</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xúc</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trong</a:t>
            </a:r>
            <a:endParaRPr lang="ko-KR" altLang="en-US" sz="8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800">
                <a:solidFill>
                  <a:srgbClr val="000000"/>
                </a:solidFill>
                <a:latin typeface="Times New Roman" panose="02020603050405020304" pitchFamily="18" charset="0"/>
                <a:cs typeface="Times New Roman" panose="02020603050405020304" pitchFamily="18" charset="0"/>
              </a:rPr>
              <a:t>   ③ </a:t>
            </a:r>
            <a:r>
              <a:rPr lang="en-US" altLang="ko-KR" sz="800" smtClean="0">
                <a:solidFill>
                  <a:srgbClr val="000000"/>
                </a:solidFill>
                <a:latin typeface="Times New Roman" panose="02020603050405020304" pitchFamily="18" charset="0"/>
                <a:cs typeface="Times New Roman" panose="02020603050405020304" pitchFamily="18" charset="0"/>
              </a:rPr>
              <a:t>Gear </a:t>
            </a:r>
            <a:r>
              <a:rPr lang="en-US" altLang="ko-KR" sz="800" err="1" smtClean="0">
                <a:solidFill>
                  <a:srgbClr val="000000"/>
                </a:solidFill>
                <a:latin typeface="Times New Roman" panose="02020603050405020304" pitchFamily="18" charset="0"/>
                <a:cs typeface="Times New Roman" panose="02020603050405020304" pitchFamily="18" charset="0"/>
              </a:rPr>
              <a:t>vít</a:t>
            </a:r>
            <a:r>
              <a:rPr lang="en-US" altLang="ko-KR" sz="800" smtClean="0">
                <a:solidFill>
                  <a:srgbClr val="000000"/>
                </a:solidFill>
                <a:latin typeface="Times New Roman" panose="02020603050405020304" pitchFamily="18" charset="0"/>
                <a:cs typeface="Times New Roman" panose="02020603050405020304" pitchFamily="18" charset="0"/>
              </a:rPr>
              <a:t>    </a:t>
            </a:r>
            <a:r>
              <a:rPr lang="ko-KR" altLang="en-US" sz="800" smtClean="0">
                <a:solidFill>
                  <a:srgbClr val="000000"/>
                </a:solidFill>
                <a:latin typeface="Times New Roman" panose="02020603050405020304" pitchFamily="18" charset="0"/>
                <a:cs typeface="Times New Roman" panose="02020603050405020304" pitchFamily="18" charset="0"/>
              </a:rPr>
              <a:t>                ④ </a:t>
            </a:r>
            <a:r>
              <a:rPr lang="en-US" altLang="ko-KR" sz="800" smtClean="0">
                <a:solidFill>
                  <a:srgbClr val="000000"/>
                </a:solidFill>
                <a:latin typeface="Times New Roman" panose="02020603050405020304" pitchFamily="18" charset="0"/>
                <a:cs typeface="Times New Roman" panose="02020603050405020304" pitchFamily="18" charset="0"/>
              </a:rPr>
              <a:t>Gear </a:t>
            </a:r>
            <a:r>
              <a:rPr lang="en-US" altLang="ko-KR" sz="800" err="1" smtClean="0">
                <a:solidFill>
                  <a:srgbClr val="000000"/>
                </a:solidFill>
                <a:latin typeface="Times New Roman" panose="02020603050405020304" pitchFamily="18" charset="0"/>
                <a:cs typeface="Times New Roman" panose="02020603050405020304" pitchFamily="18" charset="0"/>
              </a:rPr>
              <a:t>vát</a:t>
            </a:r>
            <a:r>
              <a:rPr lang="en-US" altLang="ko-KR" sz="800" smtClean="0">
                <a:solidFill>
                  <a:srgbClr val="000000"/>
                </a:solidFill>
                <a:latin typeface="Times New Roman" panose="02020603050405020304" pitchFamily="18" charset="0"/>
                <a:cs typeface="Times New Roman" panose="02020603050405020304" pitchFamily="18" charset="0"/>
              </a:rPr>
              <a:t> </a:t>
            </a:r>
            <a:r>
              <a:rPr lang="en-US" altLang="ko-KR" sz="800" err="1" smtClean="0">
                <a:solidFill>
                  <a:srgbClr val="000000"/>
                </a:solidFill>
                <a:latin typeface="Times New Roman" panose="02020603050405020304" pitchFamily="18" charset="0"/>
                <a:cs typeface="Times New Roman" panose="02020603050405020304" pitchFamily="18" charset="0"/>
              </a:rPr>
              <a:t>thẳng</a:t>
            </a:r>
            <a:endParaRPr lang="ko-KR" altLang="en-US" sz="8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4486037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536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8917" name="Group 5"/>
          <p:cNvGraphicFramePr>
            <a:graphicFrameLocks noGrp="1"/>
          </p:cNvGraphicFramePr>
          <p:nvPr/>
        </p:nvGraphicFramePr>
        <p:xfrm>
          <a:off x="1412913"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8955" name="Group 43"/>
          <p:cNvGraphicFramePr>
            <a:graphicFrameLocks noGrp="1"/>
          </p:cNvGraphicFramePr>
          <p:nvPr/>
        </p:nvGraphicFramePr>
        <p:xfrm>
          <a:off x="3735426"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5006093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387" name="Text Box 3"/>
          <p:cNvSpPr txBox="1">
            <a:spLocks noChangeArrowheads="1"/>
          </p:cNvSpPr>
          <p:nvPr/>
        </p:nvSpPr>
        <p:spPr bwMode="auto">
          <a:xfrm>
            <a:off x="228601" y="679470"/>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16388"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389"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3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1768387630"/>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6400" name="Rectangle 9"/>
          <p:cNvSpPr>
            <a:spLocks noChangeArrowheads="1"/>
          </p:cNvSpPr>
          <p:nvPr/>
        </p:nvSpPr>
        <p:spPr bwMode="auto">
          <a:xfrm>
            <a:off x="279400" y="1042989"/>
            <a:ext cx="3429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hướng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hướng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tứ</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răng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Knuckles</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thang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6401" name="Picture 17"/>
          <p:cNvPicPr>
            <a:picLocks noChangeAspect="1" noChangeArrowheads="1"/>
          </p:cNvPicPr>
          <p:nvPr/>
        </p:nvPicPr>
        <p:blipFill>
          <a:blip r:embed="rId3">
            <a:extLst>
              <a:ext uri="{28A0092B-C50C-407E-A947-70E740481C1C}">
                <a14:useLocalDpi xmlns:a14="http://schemas.microsoft.com/office/drawing/2010/main" val="0"/>
              </a:ext>
            </a:extLst>
          </a:blip>
          <a:srcRect r="13837"/>
          <a:stretch>
            <a:fillRect/>
          </a:stretch>
        </p:blipFill>
        <p:spPr bwMode="auto">
          <a:xfrm>
            <a:off x="409579" y="2339979"/>
            <a:ext cx="2924175" cy="210343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402" name="Rectangle 9"/>
          <p:cNvSpPr>
            <a:spLocks noChangeArrowheads="1"/>
          </p:cNvSpPr>
          <p:nvPr/>
        </p:nvSpPr>
        <p:spPr bwMode="auto">
          <a:xfrm>
            <a:off x="279400" y="1909784"/>
            <a:ext cx="34290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máy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ghép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đôi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DC Servo</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AC Servo  ③ Stepping</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Air Cylinder</a:t>
            </a:r>
          </a:p>
        </p:txBody>
      </p:sp>
      <p:sp>
        <p:nvSpPr>
          <p:cNvPr id="16403" name="Rectangle 23"/>
          <p:cNvSpPr>
            <a:spLocks noChangeArrowheads="1"/>
          </p:cNvSpPr>
          <p:nvPr/>
        </p:nvSpPr>
        <p:spPr bwMode="auto">
          <a:xfrm>
            <a:off x="260350" y="4572000"/>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Góc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Pitch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sườn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16404" name="Group 2"/>
          <p:cNvGrpSpPr>
            <a:grpSpLocks/>
          </p:cNvGrpSpPr>
          <p:nvPr/>
        </p:nvGrpSpPr>
        <p:grpSpPr bwMode="auto">
          <a:xfrm>
            <a:off x="1462088" y="4889624"/>
            <a:ext cx="1447800" cy="1304925"/>
            <a:chOff x="3022" y="3755"/>
            <a:chExt cx="914" cy="820"/>
          </a:xfrm>
        </p:grpSpPr>
        <p:pic>
          <p:nvPicPr>
            <p:cNvPr id="16415" name="Picture 3" descr="2-9"/>
            <p:cNvPicPr>
              <a:picLocks noChangeAspect="1" noChangeArrowheads="1"/>
            </p:cNvPicPr>
            <p:nvPr/>
          </p:nvPicPr>
          <p:blipFill>
            <a:blip r:embed="rId4">
              <a:extLst>
                <a:ext uri="{28A0092B-C50C-407E-A947-70E740481C1C}">
                  <a14:useLocalDpi xmlns:a14="http://schemas.microsoft.com/office/drawing/2010/main" val="0"/>
                </a:ext>
              </a:extLst>
            </a:blip>
            <a:srcRect r="53847"/>
            <a:stretch>
              <a:fillRect/>
            </a:stretch>
          </p:blipFill>
          <p:spPr bwMode="auto">
            <a:xfrm>
              <a:off x="3022" y="3755"/>
              <a:ext cx="907" cy="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16" name="Rectangle 4"/>
            <p:cNvSpPr>
              <a:spLocks noChangeArrowheads="1"/>
            </p:cNvSpPr>
            <p:nvPr/>
          </p:nvSpPr>
          <p:spPr bwMode="auto">
            <a:xfrm>
              <a:off x="3371" y="3797"/>
              <a:ext cx="19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a:t>
              </a:r>
            </a:p>
          </p:txBody>
        </p:sp>
        <p:sp>
          <p:nvSpPr>
            <p:cNvPr id="16417" name="Rectangle 5"/>
            <p:cNvSpPr>
              <a:spLocks noChangeArrowheads="1"/>
            </p:cNvSpPr>
            <p:nvPr/>
          </p:nvSpPr>
          <p:spPr bwMode="auto">
            <a:xfrm>
              <a:off x="3257" y="4360"/>
              <a:ext cx="19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a:t>
              </a:r>
            </a:p>
          </p:txBody>
        </p:sp>
        <p:sp>
          <p:nvSpPr>
            <p:cNvPr id="16418" name="Rectangle 6"/>
            <p:cNvSpPr>
              <a:spLocks noChangeArrowheads="1"/>
            </p:cNvSpPr>
            <p:nvPr/>
          </p:nvSpPr>
          <p:spPr bwMode="auto">
            <a:xfrm>
              <a:off x="3563" y="4120"/>
              <a:ext cx="24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p>
          </p:txBody>
        </p:sp>
        <p:sp>
          <p:nvSpPr>
            <p:cNvPr id="16419" name="Rectangle 7"/>
            <p:cNvSpPr>
              <a:spLocks noChangeArrowheads="1"/>
            </p:cNvSpPr>
            <p:nvPr/>
          </p:nvSpPr>
          <p:spPr bwMode="auto">
            <a:xfrm>
              <a:off x="3750" y="4120"/>
              <a:ext cx="18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a:t>
              </a:r>
            </a:p>
          </p:txBody>
        </p:sp>
      </p:grpSp>
      <p:sp>
        <p:nvSpPr>
          <p:cNvPr id="16405" name="Rectangle 18"/>
          <p:cNvSpPr>
            <a:spLocks noChangeArrowheads="1"/>
          </p:cNvSpPr>
          <p:nvPr/>
        </p:nvSpPr>
        <p:spPr bwMode="auto">
          <a:xfrm>
            <a:off x="304800" y="6300809"/>
            <a:ext cx="327818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lồng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rồi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quay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răng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vậy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còn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răng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① Pinion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(Driving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Gear)</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(Follower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Gear)</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Gear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06" name="Rectangle 27"/>
          <p:cNvSpPr>
            <a:spLocks noChangeArrowheads="1"/>
          </p:cNvSpPr>
          <p:nvPr/>
        </p:nvSpPr>
        <p:spPr bwMode="auto">
          <a:xfrm>
            <a:off x="3455988" y="871539"/>
            <a:ext cx="3429000" cy="140807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thẳng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(Liner</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Crank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(transmission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Flexible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07" name="Rectangle 28"/>
          <p:cNvSpPr>
            <a:spLocks noChangeArrowheads="1"/>
          </p:cNvSpPr>
          <p:nvPr/>
        </p:nvSpPr>
        <p:spPr bwMode="auto">
          <a:xfrm>
            <a:off x="304800" y="7596192"/>
            <a:ext cx="3429000" cy="11310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cụ</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Dũa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Coil</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Nhổ</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Pin</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p>
        </p:txBody>
      </p:sp>
      <p:pic>
        <p:nvPicPr>
          <p:cNvPr id="16408" name="Picture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8401" y="7959744"/>
            <a:ext cx="1038225" cy="75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09" name="Rectangle 30"/>
          <p:cNvSpPr>
            <a:spLocks noChangeArrowheads="1"/>
          </p:cNvSpPr>
          <p:nvPr/>
        </p:nvSpPr>
        <p:spPr bwMode="auto">
          <a:xfrm>
            <a:off x="3429000" y="1909764"/>
            <a:ext cx="3429000" cy="230832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áp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Screw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Deflector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Douple</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Nut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áp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suất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tĩnh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Offset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6410" name="Picture 32"/>
          <p:cNvPicPr>
            <a:picLocks noChangeAspect="1" noChangeArrowheads="1"/>
          </p:cNvPicPr>
          <p:nvPr/>
        </p:nvPicPr>
        <p:blipFill>
          <a:blip r:embed="rId6">
            <a:extLst>
              <a:ext uri="{28A0092B-C50C-407E-A947-70E740481C1C}">
                <a14:useLocalDpi xmlns:a14="http://schemas.microsoft.com/office/drawing/2010/main" val="0"/>
              </a:ext>
            </a:extLst>
          </a:blip>
          <a:srcRect t="9137" b="4317"/>
          <a:stretch>
            <a:fillRect/>
          </a:stretch>
        </p:blipFill>
        <p:spPr bwMode="auto">
          <a:xfrm>
            <a:off x="3960851" y="2344888"/>
            <a:ext cx="2160587"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11" name="Rectangle 32"/>
          <p:cNvSpPr>
            <a:spLocks noChangeArrowheads="1"/>
          </p:cNvSpPr>
          <p:nvPr/>
        </p:nvSpPr>
        <p:spPr bwMode="auto">
          <a:xfrm>
            <a:off x="3429000" y="4303713"/>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xoay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RPM 10,000?</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bánh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xe</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Flexible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Spindle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2" name="Rectangle 33"/>
          <p:cNvSpPr>
            <a:spLocks noChangeArrowheads="1"/>
          </p:cNvSpPr>
          <p:nvPr/>
        </p:nvSpPr>
        <p:spPr bwMode="auto">
          <a:xfrm>
            <a:off x="3400258" y="5043435"/>
            <a:ext cx="3429000"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giữa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b="1">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a:t>
            </a:r>
            <a:r>
              <a:rPr lang="en-US" altLang="ko-KR" sz="900" b="1">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150 ˚     ② 130 ˚    ③ 120 ˚      ④ 180 ˚</a:t>
            </a: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3" name="Rectangle 34"/>
          <p:cNvSpPr>
            <a:spLocks noChangeArrowheads="1"/>
          </p:cNvSpPr>
          <p:nvPr/>
        </p:nvSpPr>
        <p:spPr bwMode="auto">
          <a:xfrm>
            <a:off x="3429000" y="5740036"/>
            <a:ext cx="3429000" cy="232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10. </a:t>
            </a:r>
            <a:r>
              <a:rPr lang="ko-KR" altLang="en-US" sz="900">
                <a:solidFill>
                  <a:srgbClr val="000000"/>
                </a:solidFill>
                <a:latin typeface="Times New Roman" panose="02020603050405020304" pitchFamily="18" charset="0"/>
                <a:cs typeface="Times New Roman" panose="02020603050405020304" pitchFamily="18" charset="0"/>
              </a:rPr>
              <a:t>머프 커플링을 개량한 것으로</a:t>
            </a:r>
            <a:r>
              <a:rPr lang="en-US" altLang="ko-KR" sz="90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바깥면이 원뿔형인</a:t>
            </a:r>
          </a:p>
          <a:p>
            <a:pPr eaLnBrk="1" fontAlgn="base"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주철제 안통 </a:t>
            </a:r>
            <a:r>
              <a:rPr lang="en-US" altLang="ko-KR" sz="900">
                <a:solidFill>
                  <a:srgbClr val="000000"/>
                </a:solidFill>
                <a:latin typeface="Times New Roman" panose="02020603050405020304" pitchFamily="18" charset="0"/>
                <a:cs typeface="Times New Roman" panose="02020603050405020304" pitchFamily="18" charset="0"/>
              </a:rPr>
              <a:t>2</a:t>
            </a:r>
            <a:r>
              <a:rPr lang="ko-KR" altLang="en-US" sz="900">
                <a:solidFill>
                  <a:srgbClr val="000000"/>
                </a:solidFill>
                <a:latin typeface="Times New Roman" panose="02020603050405020304" pitchFamily="18" charset="0"/>
                <a:cs typeface="Times New Roman" panose="02020603050405020304" pitchFamily="18" charset="0"/>
              </a:rPr>
              <a:t>개를 양쪽에 원뿔형인 주철제 바깥</a:t>
            </a:r>
          </a:p>
          <a:p>
            <a:pPr eaLnBrk="1" fontAlgn="base"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동에 끼워 </a:t>
            </a:r>
            <a:r>
              <a:rPr lang="en-US" altLang="ko-KR" sz="900">
                <a:solidFill>
                  <a:srgbClr val="000000"/>
                </a:solidFill>
                <a:latin typeface="Times New Roman" panose="02020603050405020304" pitchFamily="18" charset="0"/>
                <a:cs typeface="Times New Roman" panose="02020603050405020304" pitchFamily="18" charset="0"/>
              </a:rPr>
              <a:t>3</a:t>
            </a:r>
            <a:r>
              <a:rPr lang="ko-KR" altLang="en-US" sz="900">
                <a:solidFill>
                  <a:srgbClr val="000000"/>
                </a:solidFill>
                <a:latin typeface="Times New Roman" panose="02020603050405020304" pitchFamily="18" charset="0"/>
                <a:cs typeface="Times New Roman" panose="02020603050405020304" pitchFamily="18" charset="0"/>
              </a:rPr>
              <a:t>개의 긴 볼트로 결합한 후 두 축에 페더</a:t>
            </a:r>
          </a:p>
          <a:p>
            <a:pPr eaLnBrk="1" fontAlgn="base"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키로 고정시키는 </a:t>
            </a:r>
            <a:r>
              <a:rPr lang="ko-KR" altLang="en-US" sz="900" smtClean="0">
                <a:solidFill>
                  <a:srgbClr val="000000"/>
                </a:solidFill>
                <a:latin typeface="Times New Roman" panose="02020603050405020304" pitchFamily="18" charset="0"/>
                <a:cs typeface="Times New Roman" panose="02020603050405020304" pitchFamily="18" charset="0"/>
              </a:rPr>
              <a:t>커플링</a:t>
            </a:r>
            <a:endParaRPr lang="vi-VN" altLang="ko-KR" sz="900" smtClean="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0"/>
              </a:spcBef>
              <a:spcAft>
                <a:spcPct val="0"/>
              </a:spcAft>
            </a:pPr>
            <a:r>
              <a:rPr lang="vi-VN" altLang="ko-KR" sz="900" smtClean="0">
                <a:solidFill>
                  <a:srgbClr val="000000"/>
                </a:solidFill>
                <a:latin typeface="Times New Roman" panose="02020603050405020304" pitchFamily="18" charset="0"/>
                <a:cs typeface="Times New Roman" panose="02020603050405020304" pitchFamily="18" charset="0"/>
              </a:rPr>
              <a:t>Đây </a:t>
            </a:r>
            <a:r>
              <a:rPr lang="vi-VN" altLang="ko-KR" sz="900">
                <a:solidFill>
                  <a:srgbClr val="000000"/>
                </a:solidFill>
                <a:latin typeface="Times New Roman" panose="02020603050405020304" pitchFamily="18" charset="0"/>
                <a:cs typeface="Times New Roman" panose="02020603050405020304" pitchFamily="18" charset="0"/>
              </a:rPr>
              <a:t>là </a:t>
            </a:r>
            <a:r>
              <a:rPr lang="vi-VN" altLang="ko-KR" sz="900" smtClean="0">
                <a:solidFill>
                  <a:srgbClr val="000000"/>
                </a:solidFill>
                <a:latin typeface="Times New Roman" panose="02020603050405020304" pitchFamily="18" charset="0"/>
                <a:cs typeface="Times New Roman" panose="02020603050405020304" pitchFamily="18" charset="0"/>
              </a:rPr>
              <a:t>Coupling maff được </a:t>
            </a:r>
            <a:r>
              <a:rPr lang="vi-VN" altLang="ko-KR" sz="900">
                <a:solidFill>
                  <a:srgbClr val="000000"/>
                </a:solidFill>
                <a:latin typeface="Times New Roman" panose="02020603050405020304" pitchFamily="18" charset="0"/>
                <a:cs typeface="Times New Roman" panose="02020603050405020304" pitchFamily="18" charset="0"/>
              </a:rPr>
              <a:t>cải tiến, </a:t>
            </a:r>
            <a:r>
              <a:rPr lang="vi-VN" altLang="ko-KR" sz="900" smtClean="0">
                <a:solidFill>
                  <a:srgbClr val="000000"/>
                </a:solidFill>
                <a:latin typeface="Times New Roman" panose="02020603050405020304" pitchFamily="18" charset="0"/>
                <a:cs typeface="Times New Roman" panose="02020603050405020304" pitchFamily="18" charset="0"/>
              </a:rPr>
              <a:t>một </a:t>
            </a:r>
            <a:r>
              <a:rPr lang="vi-VN" altLang="ko-KR" sz="900">
                <a:solidFill>
                  <a:srgbClr val="000000"/>
                </a:solidFill>
                <a:latin typeface="Times New Roman" panose="02020603050405020304" pitchFamily="18" charset="0"/>
                <a:cs typeface="Times New Roman" panose="02020603050405020304" pitchFamily="18" charset="0"/>
              </a:rPr>
              <a:t>coupling cố định hai trục bằng Feather key sau khi lắp hai trụ ngoài hình nón vào một trụ ngoài bằng gang hình nón ở cả hai mặt bằng ba con ốc dài.</a:t>
            </a:r>
            <a:endParaRPr lang="ko-KR" altLang="en-US" sz="900" smtClean="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① </a:t>
            </a:r>
            <a:r>
              <a:rPr lang="vi-VN" altLang="ko-KR" sz="900" smtClean="0">
                <a:solidFill>
                  <a:srgbClr val="000000"/>
                </a:solidFill>
                <a:latin typeface="Times New Roman" panose="02020603050405020304" pitchFamily="18" charset="0"/>
                <a:cs typeface="Times New Roman" panose="02020603050405020304" pitchFamily="18" charset="0"/>
              </a:rPr>
              <a:t>Seller coupling</a:t>
            </a:r>
            <a:r>
              <a:rPr lang="en-US" altLang="ko-KR" sz="900" smtClean="0">
                <a:solidFill>
                  <a:srgbClr val="000000"/>
                </a:solidFill>
                <a:latin typeface="Times New Roman" panose="02020603050405020304" pitchFamily="18" charset="0"/>
                <a:cs typeface="Times New Roman" panose="02020603050405020304" pitchFamily="18" charset="0"/>
              </a:rPr>
              <a:t>        ② Clamp coupling</a:t>
            </a:r>
            <a:endParaRPr lang="ko-KR" altLang="en-US" sz="900" smtClean="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③ Flange coupling</a:t>
            </a:r>
            <a:r>
              <a:rPr lang="ko-KR" altLang="en-US" sz="900" smtClean="0">
                <a:solidFill>
                  <a:srgbClr val="000000"/>
                </a:solidFill>
                <a:latin typeface="Times New Roman" panose="02020603050405020304" pitchFamily="18" charset="0"/>
                <a:cs typeface="Times New Roman" panose="02020603050405020304" pitchFamily="18" charset="0"/>
              </a:rPr>
              <a:t>       ④ </a:t>
            </a:r>
            <a:r>
              <a:rPr lang="vi-VN" altLang="ko-KR" sz="900" smtClean="0">
                <a:solidFill>
                  <a:srgbClr val="000000"/>
                </a:solidFill>
                <a:latin typeface="Times New Roman" panose="02020603050405020304" pitchFamily="18" charset="0"/>
                <a:cs typeface="Times New Roman" panose="02020603050405020304" pitchFamily="18" charset="0"/>
              </a:rPr>
              <a:t>Flexible </a:t>
            </a:r>
            <a:r>
              <a:rPr lang="vi-VN" altLang="ko-KR" sz="900">
                <a:solidFill>
                  <a:srgbClr val="000000"/>
                </a:solidFill>
                <a:latin typeface="Times New Roman" panose="02020603050405020304" pitchFamily="18" charset="0"/>
                <a:cs typeface="Times New Roman" panose="02020603050405020304" pitchFamily="18" charset="0"/>
              </a:rPr>
              <a:t>coupling</a:t>
            </a:r>
            <a:endParaRPr lang="en-US" altLang="ko-KR" sz="900" smtClean="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0"/>
              </a:spcBef>
              <a:spcAft>
                <a:spcPct val="0"/>
              </a:spcAft>
            </a:pP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0"/>
              </a:spcBef>
              <a:spcAft>
                <a:spcPct val="0"/>
              </a:spcAft>
            </a:pP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0"/>
              </a:spcBef>
              <a:spcAft>
                <a:spcPct val="0"/>
              </a:spcAft>
            </a:pP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hangingPunct="1">
              <a:lnSpc>
                <a:spcPct val="120000"/>
              </a:lnSpc>
              <a:spcBef>
                <a:spcPct val="50000"/>
              </a:spcBef>
              <a:spcAft>
                <a:spcPct val="0"/>
              </a:spcAft>
            </a:pP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14" name="Rectangle 35"/>
          <p:cNvSpPr>
            <a:spLocks noChangeArrowheads="1"/>
          </p:cNvSpPr>
          <p:nvPr/>
        </p:nvSpPr>
        <p:spPr bwMode="auto">
          <a:xfrm>
            <a:off x="3442620" y="7463454"/>
            <a:ext cx="3429000" cy="9925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Bolt?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b="1">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Meter</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Unifi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tứ</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giác</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756487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11" name="Text Box 3"/>
          <p:cNvSpPr txBox="1">
            <a:spLocks noChangeArrowheads="1"/>
          </p:cNvSpPr>
          <p:nvPr/>
        </p:nvSpPr>
        <p:spPr bwMode="auto">
          <a:xfrm>
            <a:off x="228601" y="679470"/>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17412"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13"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1273561490"/>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7424" name="Rectangle 16"/>
          <p:cNvSpPr>
            <a:spLocks noChangeArrowheads="1"/>
          </p:cNvSpPr>
          <p:nvPr/>
        </p:nvSpPr>
        <p:spPr bwMode="auto">
          <a:xfrm>
            <a:off x="287338" y="6011864"/>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HSR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LM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Guide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Góc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a:t>
            </a:r>
            <a:r>
              <a:rPr lang="en-US" altLang="ko-KR" sz="900" b="1">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② 45˚</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25˚                      ④ 35˚</a:t>
            </a:r>
          </a:p>
        </p:txBody>
      </p:sp>
      <p:sp>
        <p:nvSpPr>
          <p:cNvPr id="17425" name="Rectangle 17"/>
          <p:cNvSpPr>
            <a:spLocks noChangeArrowheads="1"/>
          </p:cNvSpPr>
          <p:nvPr/>
        </p:nvSpPr>
        <p:spPr bwMode="auto">
          <a:xfrm>
            <a:off x="304800" y="984251"/>
            <a:ext cx="3429000" cy="9925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cụ</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Counter Bore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Insert Tab</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Mũi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khoan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Counter Sinking</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7426" name="Picture 40" descr="P10100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8052" y="1763717"/>
            <a:ext cx="2092325" cy="866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27" name="Picture 4"/>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l="13884" t="19542" r="12344" b="16992"/>
          <a:stretch>
            <a:fillRect/>
          </a:stretch>
        </p:blipFill>
        <p:spPr bwMode="auto">
          <a:xfrm>
            <a:off x="1576426" y="3400425"/>
            <a:ext cx="1785937" cy="1071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28" name="Rectangle 20"/>
          <p:cNvSpPr>
            <a:spLocks noChangeArrowheads="1"/>
          </p:cNvSpPr>
          <p:nvPr/>
        </p:nvSpPr>
        <p:spPr bwMode="auto">
          <a:xfrm>
            <a:off x="304800" y="2947990"/>
            <a:ext cx="3429000" cy="168507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tuần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hoàn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Screw  Ball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Return Pipe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Deflector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Under Cap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Douple</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Nut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29" name="Rectangle 21"/>
          <p:cNvSpPr>
            <a:spLocks noChangeArrowheads="1"/>
          </p:cNvSpPr>
          <p:nvPr/>
        </p:nvSpPr>
        <p:spPr bwMode="auto">
          <a:xfrm>
            <a:off x="304800" y="4787900"/>
            <a:ext cx="3429000" cy="112338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Biểu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Size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a:t>
            </a:r>
            <a:r>
              <a:rPr lang="en-US" altLang="ko-KR" sz="900" b="1">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 &lt; ㎜ &lt; ㎝ &lt; m</a:t>
            </a:r>
            <a:r>
              <a:rPr lang="ko-KR" altLang="en-US" sz="12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1200" err="1">
                <a:solidFill>
                  <a:srgbClr val="000000"/>
                </a:solidFill>
                <a:latin typeface="Times New Roman" panose="02020603050405020304" pitchFamily="18" charset="0"/>
                <a:ea typeface="돋움" pitchFamily="50" charset="-127"/>
                <a:cs typeface="Times New Roman" panose="02020603050405020304" pitchFamily="18" charset="0"/>
              </a:rPr>
              <a:t>dm</a:t>
            </a:r>
            <a:endParaRPr lang="en-US" altLang="ko-KR" sz="12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 &lt; ㎜ &lt; ㎝ &lt; m</a:t>
            </a:r>
            <a:r>
              <a:rPr lang="ko-KR" altLang="en-US" sz="12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&lt; ㎛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 &lt; ㎛ &lt; ㎝ &lt; </a:t>
            </a:r>
            <a:r>
              <a:rPr lang="ko-KR" altLang="ko-KR" sz="12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12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1300" b="1">
                <a:solidFill>
                  <a:srgbClr val="000000"/>
                </a:solidFill>
                <a:latin typeface="Times New Roman" panose="02020603050405020304" pitchFamily="18" charset="0"/>
                <a:cs typeface="Times New Roman" panose="02020603050405020304" pitchFamily="18" charset="0"/>
              </a:rPr>
              <a:t>Å</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 &lt; ㎜ &lt; ㎝ &lt; </a:t>
            </a:r>
            <a:r>
              <a:rPr lang="en-US" altLang="ko-KR" sz="1200" err="1">
                <a:solidFill>
                  <a:srgbClr val="000000"/>
                </a:solidFill>
                <a:latin typeface="Times New Roman" panose="02020603050405020304" pitchFamily="18" charset="0"/>
                <a:ea typeface="돋움" pitchFamily="50" charset="-127"/>
                <a:cs typeface="Times New Roman" panose="02020603050405020304" pitchFamily="18" charset="0"/>
              </a:rPr>
              <a:t>dm</a:t>
            </a:r>
            <a:r>
              <a:rPr lang="ko-KR" altLang="en-US" sz="12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1200">
                <a:solidFill>
                  <a:srgbClr val="000000"/>
                </a:solidFill>
                <a:latin typeface="Times New Roman" panose="02020603050405020304" pitchFamily="18" charset="0"/>
                <a:ea typeface="돋움" pitchFamily="50" charset="-127"/>
                <a:cs typeface="Times New Roman" panose="02020603050405020304" pitchFamily="18" charset="0"/>
              </a:rPr>
              <a:t>&lt; m</a:t>
            </a:r>
          </a:p>
        </p:txBody>
      </p:sp>
      <p:sp>
        <p:nvSpPr>
          <p:cNvPr id="17430" name="Rectangle 22"/>
          <p:cNvSpPr>
            <a:spLocks noChangeArrowheads="1"/>
          </p:cNvSpPr>
          <p:nvPr/>
        </p:nvSpPr>
        <p:spPr bwMode="auto">
          <a:xfrm>
            <a:off x="3429000" y="7451744"/>
            <a:ext cx="34290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Yếu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bôi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nhớt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mòn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nhiệt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31" name="Rectangle 23"/>
          <p:cNvSpPr>
            <a:spLocks noChangeArrowheads="1"/>
          </p:cNvSpPr>
          <p:nvPr/>
        </p:nvSpPr>
        <p:spPr bwMode="auto">
          <a:xfrm>
            <a:off x="3429000" y="923925"/>
            <a:ext cx="3429000" cy="244682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Harmonic Driver,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Wave Generator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Flex spline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Circular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Spline(</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Flex spline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7432" name="Picture 127"/>
          <p:cNvPicPr>
            <a:picLocks noChangeAspect="1" noChangeArrowheads="1"/>
          </p:cNvPicPr>
          <p:nvPr/>
        </p:nvPicPr>
        <p:blipFill>
          <a:blip r:embed="rId5">
            <a:lum bright="6000"/>
            <a:extLst>
              <a:ext uri="{28A0092B-C50C-407E-A947-70E740481C1C}">
                <a14:useLocalDpi xmlns:a14="http://schemas.microsoft.com/office/drawing/2010/main" val="0"/>
              </a:ext>
            </a:extLst>
          </a:blip>
          <a:srcRect l="36874" t="60834" r="45613" b="22484"/>
          <a:stretch>
            <a:fillRect/>
          </a:stretch>
        </p:blipFill>
        <p:spPr bwMode="auto">
          <a:xfrm>
            <a:off x="4213263" y="1292225"/>
            <a:ext cx="1655763"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33" name="Rectangle 25"/>
          <p:cNvSpPr>
            <a:spLocks noChangeArrowheads="1"/>
          </p:cNvSpPr>
          <p:nvPr/>
        </p:nvSpPr>
        <p:spPr bwMode="auto">
          <a:xfrm>
            <a:off x="3384550" y="3276618"/>
            <a:ext cx="3429000" cy="154657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L2N M30 ×3-2”  ]</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2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hàng</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trái</a:t>
            </a:r>
            <a:endParaRPr lang="en-US"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thường</a:t>
            </a:r>
            <a:endParaRPr lang="en-US"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mỏng</a:t>
            </a:r>
            <a:endParaRPr lang="en-US"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en-US"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30mm</a:t>
            </a:r>
            <a:endParaRPr lang="en-US"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34" name="Rectangle 26"/>
          <p:cNvSpPr>
            <a:spLocks noChangeArrowheads="1"/>
          </p:cNvSpPr>
          <p:nvPr/>
        </p:nvSpPr>
        <p:spPr bwMode="auto">
          <a:xfrm>
            <a:off x="3429000" y="4610101"/>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Spline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Spline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LBH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vuông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Spline LBS</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xi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lanh</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Spline LBF flange</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Ball Spline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LBR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flange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7435" name="Picture 40" descr="7-4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16338" y="5576891"/>
            <a:ext cx="2500312" cy="130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36" name="Rectangle 28"/>
          <p:cNvSpPr>
            <a:spLocks noChangeArrowheads="1"/>
          </p:cNvSpPr>
          <p:nvPr/>
        </p:nvSpPr>
        <p:spPr bwMode="auto">
          <a:xfrm>
            <a:off x="333375" y="7008813"/>
            <a:ext cx="3429000" cy="175432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dung ô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Timing Belt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cường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Cao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Cover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Cao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răng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17437" name="Group 9"/>
          <p:cNvGrpSpPr>
            <a:grpSpLocks/>
          </p:cNvGrpSpPr>
          <p:nvPr/>
        </p:nvGrpSpPr>
        <p:grpSpPr bwMode="auto">
          <a:xfrm>
            <a:off x="954088" y="7297320"/>
            <a:ext cx="1916112" cy="936625"/>
            <a:chOff x="346" y="2666"/>
            <a:chExt cx="1452" cy="726"/>
          </a:xfrm>
        </p:grpSpPr>
        <p:pic>
          <p:nvPicPr>
            <p:cNvPr id="17438"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6" y="2666"/>
              <a:ext cx="1416"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sp>
          <p:nvSpPr>
            <p:cNvPr id="17439" name="Rectangle 11"/>
            <p:cNvSpPr>
              <a:spLocks noChangeArrowheads="1"/>
            </p:cNvSpPr>
            <p:nvPr/>
          </p:nvSpPr>
          <p:spPr bwMode="auto">
            <a:xfrm>
              <a:off x="1163" y="2802"/>
              <a:ext cx="635" cy="181"/>
            </a:xfrm>
            <a:prstGeom prst="rect">
              <a:avLst/>
            </a:prstGeom>
            <a:solidFill>
              <a:srgbClr val="FFFFFF"/>
            </a:solidFill>
            <a:ln w="38100">
              <a:solidFill>
                <a:srgbClr val="FF0000"/>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40" name="Line 12"/>
            <p:cNvSpPr>
              <a:spLocks noChangeShapeType="1"/>
            </p:cNvSpPr>
            <p:nvPr/>
          </p:nvSpPr>
          <p:spPr bwMode="auto">
            <a:xfrm flipH="1">
              <a:off x="1571" y="2983"/>
              <a:ext cx="136" cy="27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26"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67708946"/>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8435"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5061" name="Group 5"/>
          <p:cNvGraphicFramePr>
            <a:graphicFrameLocks noGrp="1"/>
          </p:cNvGraphicFramePr>
          <p:nvPr/>
        </p:nvGraphicFramePr>
        <p:xfrm>
          <a:off x="1412913"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5099" name="Group 43"/>
          <p:cNvGraphicFramePr>
            <a:graphicFrameLocks noGrp="1"/>
          </p:cNvGraphicFramePr>
          <p:nvPr/>
        </p:nvGraphicFramePr>
        <p:xfrm>
          <a:off x="3735426"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03655972"/>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9459" name="Text Box 3"/>
          <p:cNvSpPr txBox="1">
            <a:spLocks noChangeArrowheads="1"/>
          </p:cNvSpPr>
          <p:nvPr/>
        </p:nvSpPr>
        <p:spPr bwMode="auto">
          <a:xfrm>
            <a:off x="228601" y="679470"/>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19460"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61"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201138878"/>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9472" name="Rectangle 14"/>
          <p:cNvSpPr>
            <a:spLocks noChangeArrowheads="1"/>
          </p:cNvSpPr>
          <p:nvPr/>
        </p:nvSpPr>
        <p:spPr bwMode="auto">
          <a:xfrm>
            <a:off x="304800" y="1000125"/>
            <a:ext cx="3124200"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biểu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thấy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bao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khuất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mặt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cắt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trọng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lực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thấy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mặt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cắt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bao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khuất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trọng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lực</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thấy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bao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khuất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mặt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cắt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trọng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lực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bao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khuất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thấy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mặt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cắt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Đường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tâm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trọng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lực</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p>
        </p:txBody>
      </p:sp>
      <p:sp>
        <p:nvSpPr>
          <p:cNvPr id="19473" name="Rectangle 39"/>
          <p:cNvSpPr>
            <a:spLocks noChangeArrowheads="1"/>
          </p:cNvSpPr>
          <p:nvPr/>
        </p:nvSpPr>
        <p:spPr bwMode="auto">
          <a:xfrm>
            <a:off x="260353" y="2201841"/>
            <a:ext cx="3116263"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Coupling.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yếu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200mm</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trở</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xuống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Seller Coupling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Clamp Coupling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Gear Coupling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Flange Coupling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74" name="Rectangle 13"/>
          <p:cNvSpPr>
            <a:spLocks noChangeArrowheads="1"/>
          </p:cNvSpPr>
          <p:nvPr/>
        </p:nvSpPr>
        <p:spPr bwMode="auto">
          <a:xfrm>
            <a:off x="260350" y="2849540"/>
            <a:ext cx="3240088"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LM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Guide?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0.002~0.005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máy</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Home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đồng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Home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áp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suất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Stick Slip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Lost Motion.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Linear Bush.</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75" name="Rectangle 37"/>
          <p:cNvSpPr>
            <a:spLocks noChangeArrowheads="1"/>
          </p:cNvSpPr>
          <p:nvPr/>
        </p:nvSpPr>
        <p:spPr bwMode="auto">
          <a:xfrm>
            <a:off x="260353" y="3786166"/>
            <a:ext cx="3116263"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Home Ball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sâu</a:t>
            </a:r>
            <a:endParaRPr kumimoji="0"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Angular Ball Bearing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Thrust Ball Bearing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Ball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lõi</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9476" name="Picture 3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9228" y="3763355"/>
            <a:ext cx="747712" cy="1008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77" name="Rectangle 52"/>
          <p:cNvSpPr>
            <a:spLocks noChangeArrowheads="1"/>
          </p:cNvSpPr>
          <p:nvPr/>
        </p:nvSpPr>
        <p:spPr bwMode="auto">
          <a:xfrm>
            <a:off x="246063" y="4716732"/>
            <a:ext cx="3327400" cy="93871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5.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thuật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ngữ</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LM Block. </a:t>
            </a:r>
            <a:r>
              <a:rPr lang="en-US" altLang="ko-KR" sz="900" err="1" smtClean="0">
                <a:solidFill>
                  <a:srgbClr val="000000"/>
                </a:solidFill>
                <a:latin typeface="Times New Roman" panose="02020603050405020304" pitchFamily="18" charset="0"/>
                <a:cs typeface="Times New Roman" panose="02020603050405020304" pitchFamily="18" charset="0"/>
              </a:rPr>
              <a:t>Thuật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ngữ</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chỗ</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trống</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truyền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trước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bỏ</a:t>
            </a:r>
            <a:r>
              <a:rPr lang="en-US" altLang="ko-KR" sz="900" smtClean="0">
                <a:solidFill>
                  <a:srgbClr val="000000"/>
                </a:solidFill>
                <a:latin typeface="Times New Roman" panose="02020603050405020304" pitchFamily="18" charset="0"/>
                <a:cs typeface="Times New Roman" panose="02020603050405020304" pitchFamily="18" charset="0"/>
              </a:rPr>
              <a:t> Clear suns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cứng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LM</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Block.</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Radial </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cứng</a:t>
            </a:r>
            <a:r>
              <a:rPr lang="en-US" altLang="ko-KR" sz="900" smtClean="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Backlash</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suất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phòng</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78" name="Rectangle 47"/>
          <p:cNvSpPr>
            <a:spLocks noChangeArrowheads="1"/>
          </p:cNvSpPr>
          <p:nvPr/>
        </p:nvSpPr>
        <p:spPr bwMode="auto">
          <a:xfrm>
            <a:off x="260350" y="5802601"/>
            <a:ext cx="3124200" cy="5355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6</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thanh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định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thước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kẹp</a:t>
            </a:r>
            <a:r>
              <a:rPr lang="en-US" altLang="ko-KR" sz="900" smtClean="0">
                <a:solidFill>
                  <a:srgbClr val="000000"/>
                </a:solidFill>
                <a:latin typeface="Times New Roman" panose="02020603050405020304" pitchFamily="18" charset="0"/>
                <a:cs typeface="Times New Roman" panose="02020603050405020304" pitchFamily="18" charset="0"/>
              </a:rPr>
              <a:t> 1 </a:t>
            </a:r>
            <a:r>
              <a:rPr lang="en-US" altLang="ko-KR" sz="900" err="1" smtClean="0">
                <a:solidFill>
                  <a:srgbClr val="000000"/>
                </a:solidFill>
                <a:latin typeface="Times New Roman" panose="02020603050405020304" pitchFamily="18" charset="0"/>
                <a:cs typeface="Times New Roman" panose="02020603050405020304" pitchFamily="18" charset="0"/>
              </a:rPr>
              <a:t>vạch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chia 50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nhiêu</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0.2mm     ② 0.02mm     ③ 0.5mm     ④ 0.05mm</a:t>
            </a:r>
          </a:p>
        </p:txBody>
      </p:sp>
      <p:sp>
        <p:nvSpPr>
          <p:cNvPr id="19479" name="Rectangle 51"/>
          <p:cNvSpPr>
            <a:spLocks noChangeArrowheads="1"/>
          </p:cNvSpPr>
          <p:nvPr/>
        </p:nvSpPr>
        <p:spPr bwMode="auto">
          <a:xfrm>
            <a:off x="260350" y="6337569"/>
            <a:ext cx="3124200" cy="133882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7. </a:t>
            </a:r>
            <a:r>
              <a:rPr lang="en-US" altLang="ko-KR" sz="900" err="1" smtClean="0">
                <a:solidFill>
                  <a:srgbClr val="000000"/>
                </a:solidFill>
                <a:latin typeface="Times New Roman" panose="02020603050405020304" pitchFamily="18" charset="0"/>
                <a:cs typeface="Times New Roman" panose="02020603050405020304" pitchFamily="18" charset="0"/>
              </a:rPr>
              <a:t>Đâu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Linear Bushing?</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ma </a:t>
            </a:r>
            <a:r>
              <a:rPr lang="en-US" altLang="ko-KR" sz="900" err="1" smtClean="0">
                <a:solidFill>
                  <a:srgbClr val="000000"/>
                </a:solidFill>
                <a:latin typeface="Times New Roman" panose="02020603050405020304" pitchFamily="18" charset="0"/>
                <a:cs typeface="Times New Roman" panose="02020603050405020304" pitchFamily="18" charset="0"/>
              </a:rPr>
              <a:t>sát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do Ball </a:t>
            </a:r>
            <a:r>
              <a:rPr lang="en-US" altLang="ko-KR" sz="900" err="1" smtClean="0">
                <a:solidFill>
                  <a:srgbClr val="000000"/>
                </a:solidFill>
                <a:latin typeface="Times New Roman" panose="02020603050405020304" pitchFamily="18" charset="0"/>
                <a:cs typeface="Times New Roman" panose="02020603050405020304" pitchFamily="18" charset="0"/>
              </a:rPr>
              <a:t>đang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nhiệt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vòng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tròn</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Do Ball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phép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bộ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nhẹ</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Do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phép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Radial Clearance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lắp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yêu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khắc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khe</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đập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mạnh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dõi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tốt</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0" name="Rectangle 80"/>
          <p:cNvSpPr>
            <a:spLocks noChangeArrowheads="1"/>
          </p:cNvSpPr>
          <p:nvPr/>
        </p:nvSpPr>
        <p:spPr bwMode="auto">
          <a:xfrm>
            <a:off x="280996" y="7537720"/>
            <a:ext cx="3125787"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Ball Screw,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áp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suất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Double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Nut Type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② Deflectors Type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Offset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Preload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Type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Static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Pressure Preload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Type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81" name="Rectangle 82"/>
          <p:cNvSpPr>
            <a:spLocks noChangeArrowheads="1"/>
          </p:cNvSpPr>
          <p:nvPr/>
        </p:nvSpPr>
        <p:spPr bwMode="auto">
          <a:xfrm>
            <a:off x="282575" y="8477537"/>
            <a:ext cx="3124200" cy="52168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9.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chủng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phân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dựa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cách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vẽ</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Bút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chì</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Mực</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Tô</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màu</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2" name="Rectangle 94"/>
          <p:cNvSpPr>
            <a:spLocks noChangeArrowheads="1"/>
          </p:cNvSpPr>
          <p:nvPr/>
        </p:nvSpPr>
        <p:spPr bwMode="auto">
          <a:xfrm>
            <a:off x="3390900" y="966788"/>
            <a:ext cx="342900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10</a:t>
            </a:r>
            <a:r>
              <a:rPr lang="en-US" altLang="ko-KR" sz="900" smtClean="0">
                <a:solidFill>
                  <a:srgbClr val="000000"/>
                </a:solidFill>
                <a:latin typeface="Times New Roman" panose="02020603050405020304" pitchFamily="18" charset="0"/>
                <a:cs typeface="Times New Roman" panose="02020603050405020304" pitchFamily="18" charset="0"/>
              </a:rPr>
              <a:t>.</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Bearing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ảnh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① Ball bearing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liên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kết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② taper </a:t>
            </a:r>
            <a:r>
              <a:rPr lang="en-US" altLang="ko-KR" sz="900">
                <a:solidFill>
                  <a:srgbClr val="000000"/>
                </a:solidFill>
                <a:latin typeface="Times New Roman" panose="02020603050405020304" pitchFamily="18" charset="0"/>
                <a:cs typeface="Times New Roman" panose="02020603050405020304" pitchFamily="18" charset="0"/>
              </a:rPr>
              <a:t>roller bearing</a:t>
            </a:r>
          </a:p>
          <a:p>
            <a:pPr eaLnBrk="1" fontAlgn="base" latinLnBrk="1" hangingPunct="1">
              <a:lnSpc>
                <a:spcPct val="120000"/>
              </a:lnSpc>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③</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Ball bearing </a:t>
            </a:r>
            <a:r>
              <a:rPr lang="en-US" altLang="ko-KR" sz="900" err="1" smtClean="0">
                <a:solidFill>
                  <a:srgbClr val="000000"/>
                </a:solidFill>
                <a:latin typeface="Times New Roman" panose="02020603050405020304" pitchFamily="18" charset="0"/>
                <a:cs typeface="Times New Roman" panose="02020603050405020304" pitchFamily="18" charset="0"/>
              </a:rPr>
              <a:t>lực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đẩy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kép</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④ Ball bearing </a:t>
            </a:r>
            <a:r>
              <a:rPr lang="en-US" altLang="ko-KR" sz="900" err="1" smtClean="0">
                <a:solidFill>
                  <a:srgbClr val="000000"/>
                </a:solidFill>
                <a:latin typeface="Times New Roman" panose="02020603050405020304" pitchFamily="18" charset="0"/>
                <a:cs typeface="Times New Roman" panose="02020603050405020304" pitchFamily="18" charset="0"/>
              </a:rPr>
              <a:t>lực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đẩy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sắp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xếp</a:t>
            </a:r>
            <a:endParaRPr lang="en-US" altLang="ko-KR" sz="900">
              <a:solidFill>
                <a:srgbClr val="000000"/>
              </a:solidFill>
              <a:latin typeface="Times New Roman" panose="02020603050405020304" pitchFamily="18" charset="0"/>
              <a:cs typeface="Times New Roman" panose="02020603050405020304" pitchFamily="18" charset="0"/>
            </a:endParaRPr>
          </a:p>
        </p:txBody>
      </p:sp>
      <p:pic>
        <p:nvPicPr>
          <p:cNvPr id="19483" name="Picture 18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5317" y="1004888"/>
            <a:ext cx="1000125" cy="865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226"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9484" name="Rectangle 74"/>
          <p:cNvSpPr>
            <a:spLocks noChangeArrowheads="1"/>
          </p:cNvSpPr>
          <p:nvPr/>
        </p:nvSpPr>
        <p:spPr bwMode="auto">
          <a:xfrm>
            <a:off x="3395701" y="1830153"/>
            <a:ext cx="3095625" cy="10895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60000"/>
              </a:lnSpc>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11. </a:t>
            </a:r>
            <a:r>
              <a:rPr lang="en-US" altLang="ko-KR" sz="900" err="1" smtClean="0">
                <a:solidFill>
                  <a:srgbClr val="000000"/>
                </a:solidFill>
                <a:latin typeface="Times New Roman" panose="02020603050405020304" pitchFamily="18" charset="0"/>
                <a:cs typeface="Times New Roman" panose="02020603050405020304" pitchFamily="18" charset="0"/>
              </a:rPr>
              <a:t>Phương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hướng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dẫn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60000"/>
              </a:lnSpc>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60000"/>
              </a:lnSpc>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60000"/>
              </a:lnSpc>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60000"/>
              </a:lnSpc>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60000"/>
              </a:lnSpc>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LM Guide          ② Ball Screw  </a:t>
            </a:r>
          </a:p>
          <a:p>
            <a:pPr eaLnBrk="1" fontAlgn="base" latinLnBrk="1" hangingPunct="1">
              <a:lnSpc>
                <a:spcPct val="60000"/>
              </a:lnSpc>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Ball Spline  </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Linear Bushing</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5" name="Rectangle 75"/>
          <p:cNvSpPr>
            <a:spLocks noChangeArrowheads="1"/>
          </p:cNvSpPr>
          <p:nvPr/>
        </p:nvSpPr>
        <p:spPr bwMode="auto">
          <a:xfrm>
            <a:off x="3510001" y="2017734"/>
            <a:ext cx="2962275" cy="507831"/>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Do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thiểu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hóa</a:t>
            </a:r>
            <a:r>
              <a:rPr lang="en-US" altLang="ko-KR" sz="900" smtClean="0">
                <a:solidFill>
                  <a:srgbClr val="000000"/>
                </a:solidFill>
                <a:latin typeface="Times New Roman" panose="02020603050405020304" pitchFamily="18" charset="0"/>
                <a:cs typeface="Times New Roman" panose="02020603050405020304" pitchFamily="18" charset="0"/>
              </a:rPr>
              <a:t> Backlash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cứng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xác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so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ma </a:t>
            </a:r>
            <a:r>
              <a:rPr lang="en-US" altLang="ko-KR" sz="900" err="1" smtClean="0">
                <a:solidFill>
                  <a:srgbClr val="000000"/>
                </a:solidFill>
                <a:latin typeface="Times New Roman" panose="02020603050405020304" pitchFamily="18" charset="0"/>
                <a:cs typeface="Times New Roman" panose="02020603050405020304" pitchFamily="18" charset="0"/>
              </a:rPr>
              <a:t>sát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trượt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chỉnh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tốt</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6" name="Rectangle 78"/>
          <p:cNvSpPr>
            <a:spLocks noChangeArrowheads="1"/>
          </p:cNvSpPr>
          <p:nvPr/>
        </p:nvSpPr>
        <p:spPr bwMode="auto">
          <a:xfrm>
            <a:off x="3395663" y="2916238"/>
            <a:ext cx="3124200" cy="133882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12. </a:t>
            </a:r>
            <a:r>
              <a:rPr lang="en-US" altLang="ko-KR" sz="900" err="1" smtClean="0">
                <a:solidFill>
                  <a:srgbClr val="000000"/>
                </a:solidFill>
                <a:latin typeface="Times New Roman" panose="02020603050405020304" pitchFamily="18" charset="0"/>
                <a:cs typeface="Times New Roman" panose="02020603050405020304" pitchFamily="18" charset="0"/>
              </a:rPr>
              <a:t>Câu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tháo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lắp</a:t>
            </a:r>
            <a:r>
              <a:rPr lang="en-US" altLang="ko-KR" sz="900" smtClean="0">
                <a:solidFill>
                  <a:srgbClr val="000000"/>
                </a:solidFill>
                <a:latin typeface="Times New Roman" panose="02020603050405020304" pitchFamily="18" charset="0"/>
                <a:cs typeface="Times New Roman" panose="02020603050405020304" pitchFamily="18" charset="0"/>
              </a:rPr>
              <a:t> LM Guide?</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lắp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ráp</a:t>
            </a:r>
            <a:r>
              <a:rPr lang="en-US" altLang="ko-KR" sz="900" smtClean="0">
                <a:solidFill>
                  <a:srgbClr val="000000"/>
                </a:solidFill>
                <a:latin typeface="Times New Roman" panose="02020603050405020304" pitchFamily="18" charset="0"/>
                <a:cs typeface="Times New Roman" panose="02020603050405020304" pitchFamily="18" charset="0"/>
              </a:rPr>
              <a:t> Guide,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đừng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tách</a:t>
            </a:r>
            <a:r>
              <a:rPr lang="en-US" altLang="ko-KR" sz="900" smtClean="0">
                <a:solidFill>
                  <a:srgbClr val="000000"/>
                </a:solidFill>
                <a:latin typeface="Times New Roman" panose="02020603050405020304" pitchFamily="18" charset="0"/>
                <a:cs typeface="Times New Roman" panose="02020603050405020304" pitchFamily="18" charset="0"/>
              </a:rPr>
              <a:t> LM Block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LM Rail</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Jig </a:t>
            </a:r>
            <a:r>
              <a:rPr lang="en-US" altLang="ko-KR" sz="900" err="1" smtClean="0">
                <a:solidFill>
                  <a:srgbClr val="000000"/>
                </a:solidFill>
                <a:latin typeface="Times New Roman" panose="02020603050405020304" pitchFamily="18" charset="0"/>
                <a:cs typeface="Times New Roman" panose="02020603050405020304" pitchFamily="18" charset="0"/>
              </a:rPr>
              <a:t>tháo</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lắp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nghiêng</a:t>
            </a:r>
            <a:r>
              <a:rPr lang="en-US" altLang="ko-KR" sz="900" smtClean="0">
                <a:solidFill>
                  <a:srgbClr val="000000"/>
                </a:solidFill>
                <a:latin typeface="Times New Roman" panose="02020603050405020304" pitchFamily="18" charset="0"/>
                <a:cs typeface="Times New Roman" panose="02020603050405020304" pitchFamily="18" charset="0"/>
              </a:rPr>
              <a:t> Jig </a:t>
            </a:r>
            <a:r>
              <a:rPr lang="en-US" altLang="ko-KR" sz="900" err="1" smtClean="0">
                <a:solidFill>
                  <a:srgbClr val="000000"/>
                </a:solidFill>
                <a:latin typeface="Times New Roman" panose="02020603050405020304" pitchFamily="18" charset="0"/>
                <a:cs typeface="Times New Roman" panose="02020603050405020304" pitchFamily="18" charset="0"/>
              </a:rPr>
              <a:t>mà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khớp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cuối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LM Rail</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Jig </a:t>
            </a:r>
            <a:r>
              <a:rPr lang="en-US" altLang="ko-KR" sz="900" err="1" smtClean="0">
                <a:solidFill>
                  <a:srgbClr val="000000"/>
                </a:solidFill>
                <a:latin typeface="Times New Roman" panose="02020603050405020304" pitchFamily="18" charset="0"/>
                <a:cs typeface="Times New Roman" panose="02020603050405020304" pitchFamily="18" charset="0"/>
              </a:rPr>
              <a:t>tháo</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lắp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gồm</a:t>
            </a:r>
            <a:r>
              <a:rPr lang="en-US" altLang="ko-KR" sz="900" smtClean="0">
                <a:solidFill>
                  <a:srgbClr val="000000"/>
                </a:solidFill>
                <a:latin typeface="Times New Roman" panose="02020603050405020304" pitchFamily="18" charset="0"/>
                <a:cs typeface="Times New Roman" panose="02020603050405020304" pitchFamily="18" charset="0"/>
              </a:rPr>
              <a:t> ở Package LM Guide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tiêu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chuẩn</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lắp</a:t>
            </a:r>
            <a:r>
              <a:rPr lang="en-US" altLang="ko-KR" sz="900" smtClean="0">
                <a:solidFill>
                  <a:srgbClr val="000000"/>
                </a:solidFill>
                <a:latin typeface="Times New Roman" panose="02020603050405020304" pitchFamily="18" charset="0"/>
                <a:cs typeface="Times New Roman" panose="02020603050405020304" pitchFamily="18" charset="0"/>
              </a:rPr>
              <a:t> LM Block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một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phần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truyền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nguyên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nhân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tổn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hai</a:t>
            </a:r>
            <a:r>
              <a:rPr lang="en-US" altLang="ko-KR" sz="900" smtClean="0">
                <a:solidFill>
                  <a:srgbClr val="000000"/>
                </a:solidFill>
                <a:latin typeface="Times New Roman" panose="02020603050405020304" pitchFamily="18" charset="0"/>
                <a:cs typeface="Times New Roman" panose="02020603050405020304" pitchFamily="18" charset="0"/>
              </a:rPr>
              <a:t> LM Block </a:t>
            </a:r>
            <a:r>
              <a:rPr lang="en-US" altLang="ko-KR" sz="900" err="1" smtClean="0">
                <a:solidFill>
                  <a:srgbClr val="000000"/>
                </a:solidFill>
                <a:latin typeface="Times New Roman" panose="02020603050405020304" pitchFamily="18" charset="0"/>
                <a:cs typeface="Times New Roman" panose="02020603050405020304" pitchFamily="18" charset="0"/>
              </a:rPr>
              <a:t>sớm</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9487" name="Rectangle 78"/>
          <p:cNvSpPr>
            <a:spLocks noChangeArrowheads="1"/>
          </p:cNvSpPr>
          <p:nvPr/>
        </p:nvSpPr>
        <p:spPr bwMode="auto">
          <a:xfrm>
            <a:off x="3384550" y="4211659"/>
            <a:ext cx="31242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13. </a:t>
            </a:r>
            <a:r>
              <a:rPr lang="en-US" altLang="ko-KR" sz="900" smtClean="0">
                <a:solidFill>
                  <a:srgbClr val="000000"/>
                </a:solidFill>
                <a:latin typeface="Times New Roman" panose="02020603050405020304" pitchFamily="18" charset="0"/>
                <a:cs typeface="Times New Roman" panose="02020603050405020304" pitchFamily="18" charset="0"/>
              </a:rPr>
              <a:t>Bearing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hướng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endParaRPr lang="en-US" altLang="ko-KR"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hướng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góc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nơi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đẩy</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ko-KR" altLang="en-US" sz="900">
              <a:solidFill>
                <a:srgbClr val="000000"/>
              </a:solidFill>
              <a:latin typeface="Times New Roman" panose="02020603050405020304" pitchFamily="18" charset="0"/>
              <a:cs typeface="Times New Roman" panose="02020603050405020304" pitchFamily="18" charset="0"/>
            </a:endParaRPr>
          </a:p>
        </p:txBody>
      </p:sp>
      <p:pic>
        <p:nvPicPr>
          <p:cNvPr id="19488" name="Picture 3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51225" y="4732338"/>
            <a:ext cx="3060700" cy="1063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89" name="Rectangle 78"/>
          <p:cNvSpPr>
            <a:spLocks noChangeArrowheads="1"/>
          </p:cNvSpPr>
          <p:nvPr/>
        </p:nvSpPr>
        <p:spPr bwMode="auto">
          <a:xfrm>
            <a:off x="3357563" y="5753101"/>
            <a:ext cx="31242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14. </a:t>
            </a:r>
            <a:r>
              <a:rPr lang="en-US" altLang="ko-KR" sz="900" err="1" smtClean="0">
                <a:solidFill>
                  <a:srgbClr val="000000"/>
                </a:solidFill>
                <a:latin typeface="Times New Roman" panose="02020603050405020304" pitchFamily="18" charset="0"/>
                <a:cs typeface="Times New Roman" panose="02020603050405020304" pitchFamily="18" charset="0"/>
              </a:rPr>
              <a:t>Đâu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máy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Worm Gear?</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Cấu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tế</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ồn</a:t>
            </a:r>
            <a:r>
              <a:rPr lang="en-US" altLang="ko-KR" sz="900">
                <a:solidFill>
                  <a:srgbClr val="000000"/>
                </a:solidFill>
                <a:latin typeface="Times New Roman" panose="02020603050405020304" pitchFamily="18" charset="0"/>
                <a:cs typeface="Times New Roman" panose="02020603050405020304" pitchFamily="18" charset="0"/>
              </a:rPr>
              <a: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chấn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Tỷ</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lớn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suất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nhiệt</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đập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mạnh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2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giao</a:t>
            </a:r>
            <a:r>
              <a:rPr lang="en-US" altLang="ko-KR" sz="900" smtClean="0">
                <a:solidFill>
                  <a:srgbClr val="000000"/>
                </a:solidFill>
                <a:latin typeface="Times New Roman" panose="02020603050405020304" pitchFamily="18" charset="0"/>
                <a:cs typeface="Times New Roman" panose="02020603050405020304" pitchFamily="18" charset="0"/>
              </a:rPr>
              <a:t> in * output.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tỷ</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bậc</a:t>
            </a:r>
            <a:r>
              <a:rPr lang="en-US" altLang="ko-KR" sz="900" smtClean="0">
                <a:solidFill>
                  <a:srgbClr val="000000"/>
                </a:solidFill>
                <a:latin typeface="Times New Roman" panose="02020603050405020304" pitchFamily="18" charset="0"/>
                <a:cs typeface="Times New Roman" panose="02020603050405020304" pitchFamily="18" charset="0"/>
              </a:rPr>
              <a:t> 1.</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9490" name="Rectangle 74"/>
          <p:cNvSpPr>
            <a:spLocks noChangeArrowheads="1"/>
          </p:cNvSpPr>
          <p:nvPr/>
        </p:nvSpPr>
        <p:spPr bwMode="auto">
          <a:xfrm>
            <a:off x="3379788" y="6516709"/>
            <a:ext cx="31242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Key an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toàn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phía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Boss”</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phẳng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Serration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Sunk Key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Saddle Key</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91" name="Rectangle 44"/>
          <p:cNvSpPr>
            <a:spLocks noChangeArrowheads="1"/>
          </p:cNvSpPr>
          <p:nvPr/>
        </p:nvSpPr>
        <p:spPr bwMode="auto">
          <a:xfrm>
            <a:off x="3376651" y="7021532"/>
            <a:ext cx="3132137"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Key?</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Pin 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Boss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khớp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đóng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lỗ</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dễ</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dàng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Pin Key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vòng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Sunk Key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tuyến</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92" name="Rectangle 44"/>
          <p:cNvSpPr>
            <a:spLocks noChangeArrowheads="1"/>
          </p:cNvSpPr>
          <p:nvPr/>
        </p:nvSpPr>
        <p:spPr bwMode="auto">
          <a:xfrm>
            <a:off x="3395701" y="7669232"/>
            <a:ext cx="3132137"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nói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Lỗ</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chênh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lệch</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Gap</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Clearance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Chốt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ép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buộc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9493" name="Picture 30"/>
          <p:cNvPicPr>
            <a:picLocks noChangeAspect="1" noChangeArrowheads="1"/>
          </p:cNvPicPr>
          <p:nvPr/>
        </p:nvPicPr>
        <p:blipFill>
          <a:blip r:embed="rId6">
            <a:extLst>
              <a:ext uri="{28A0092B-C50C-407E-A947-70E740481C1C}">
                <a14:useLocalDpi xmlns:a14="http://schemas.microsoft.com/office/drawing/2010/main" val="0"/>
              </a:ext>
            </a:extLst>
          </a:blip>
          <a:srcRect l="27760" t="36914" r="52148" b="49805"/>
          <a:stretch>
            <a:fillRect/>
          </a:stretch>
        </p:blipFill>
        <p:spPr bwMode="auto">
          <a:xfrm>
            <a:off x="4508500" y="8101013"/>
            <a:ext cx="1944688" cy="792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87100983"/>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483" name="Text Box 3"/>
          <p:cNvSpPr txBox="1">
            <a:spLocks noChangeArrowheads="1"/>
          </p:cNvSpPr>
          <p:nvPr/>
        </p:nvSpPr>
        <p:spPr bwMode="auto">
          <a:xfrm>
            <a:off x="228601" y="679470"/>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0484" name="Rectangle 4"/>
          <p:cNvSpPr>
            <a:spLocks noChangeArrowheads="1"/>
          </p:cNvSpPr>
          <p:nvPr/>
        </p:nvSpPr>
        <p:spPr bwMode="auto">
          <a:xfrm>
            <a:off x="3048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0485" name="Rectangle 5"/>
          <p:cNvSpPr>
            <a:spLocks noChangeArrowheads="1"/>
          </p:cNvSpPr>
          <p:nvPr/>
        </p:nvSpPr>
        <p:spPr bwMode="auto">
          <a:xfrm>
            <a:off x="3429000" y="984269"/>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04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093164739"/>
              </p:ext>
            </p:extLst>
          </p:nvPr>
        </p:nvGraphicFramePr>
        <p:xfrm>
          <a:off x="544516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0496" name="Rectangle 14"/>
          <p:cNvSpPr>
            <a:spLocks noChangeArrowheads="1"/>
          </p:cNvSpPr>
          <p:nvPr/>
        </p:nvSpPr>
        <p:spPr bwMode="auto">
          <a:xfrm>
            <a:off x="304800" y="1000125"/>
            <a:ext cx="31242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18.Cái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pháp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biểu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Taper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Taper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Re</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nhỏ:S</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thường:M</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0497" name="Rectangle 14"/>
          <p:cNvSpPr>
            <a:spLocks noChangeArrowheads="1"/>
          </p:cNvSpPr>
          <p:nvPr/>
        </p:nvSpPr>
        <p:spPr bwMode="auto">
          <a:xfrm>
            <a:off x="304800" y="1771671"/>
            <a:ext cx="31242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윤활 관리의 기초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適이 아닌 것은</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適油</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적유</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適輸</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적수</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適期</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적기</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適法</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적법</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sp>
        <p:nvSpPr>
          <p:cNvPr id="20498" name="Rectangle 14"/>
          <p:cNvSpPr>
            <a:spLocks noChangeArrowheads="1"/>
          </p:cNvSpPr>
          <p:nvPr/>
        </p:nvSpPr>
        <p:spPr bwMode="auto">
          <a:xfrm>
            <a:off x="304800" y="2279671"/>
            <a:ext cx="31242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윤활 관리의 기초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適이 아닌 것은</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適油</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적유</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適輸</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적수</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適期</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적기</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適法</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적법</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pic>
        <p:nvPicPr>
          <p:cNvPr id="20499" name="Picture 81" descr="P1010016"/>
          <p:cNvPicPr>
            <a:picLocks noChangeAspect="1" noChangeArrowheads="1"/>
          </p:cNvPicPr>
          <p:nvPr/>
        </p:nvPicPr>
        <p:blipFill>
          <a:blip r:embed="rId3">
            <a:lum bright="30000"/>
            <a:extLst>
              <a:ext uri="{28A0092B-C50C-407E-A947-70E740481C1C}">
                <a14:useLocalDpi xmlns:a14="http://schemas.microsoft.com/office/drawing/2010/main" val="0"/>
              </a:ext>
            </a:extLst>
          </a:blip>
          <a:srcRect l="28571" t="20480" r="23524" b="23178"/>
          <a:stretch>
            <a:fillRect/>
          </a:stretch>
        </p:blipFill>
        <p:spPr bwMode="auto">
          <a:xfrm>
            <a:off x="2171700" y="2987676"/>
            <a:ext cx="1219200" cy="723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00" name="Rectangle 14"/>
          <p:cNvSpPr>
            <a:spLocks noChangeArrowheads="1"/>
          </p:cNvSpPr>
          <p:nvPr/>
        </p:nvSpPr>
        <p:spPr bwMode="auto">
          <a:xfrm>
            <a:off x="304802" y="2916239"/>
            <a:ext cx="283686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cụ</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Heliset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Handle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Hook Spanner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Ratchet Handle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Tab Handle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 name="Rectangle 2"/>
          <p:cNvSpPr/>
          <p:nvPr/>
        </p:nvSpPr>
        <p:spPr>
          <a:xfrm rot="20416151">
            <a:off x="404580" y="2112581"/>
            <a:ext cx="1967396" cy="33235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latinLnBrk="1">
              <a:spcBef>
                <a:spcPct val="0"/>
              </a:spcBef>
              <a:spcAft>
                <a:spcPct val="0"/>
              </a:spcAft>
            </a:pPr>
            <a:r>
              <a:rPr kumimoji="1" lang="en-US" sz="1050" smtClean="0">
                <a:solidFill>
                  <a:srgbClr val="000000"/>
                </a:solidFill>
                <a:latin typeface="Times New Roman" panose="02020603050405020304" pitchFamily="18" charset="0"/>
                <a:cs typeface="Times New Roman" panose="02020603050405020304" pitchFamily="18" charset="0"/>
              </a:rPr>
              <a:t>Hai </a:t>
            </a:r>
            <a:r>
              <a:rPr kumimoji="1" lang="en-US" sz="1050" err="1" smtClean="0">
                <a:solidFill>
                  <a:srgbClr val="000000"/>
                </a:solidFill>
                <a:latin typeface="Times New Roman" panose="02020603050405020304" pitchFamily="18" charset="0"/>
                <a:cs typeface="Times New Roman" panose="02020603050405020304" pitchFamily="18" charset="0"/>
              </a:rPr>
              <a:t>câu</a:t>
            </a:r>
            <a:r>
              <a:rPr kumimoji="1" lang="en-US" sz="1050" smtClean="0">
                <a:solidFill>
                  <a:srgbClr val="000000"/>
                </a:solidFill>
                <a:latin typeface="Times New Roman" panose="02020603050405020304" pitchFamily="18" charset="0"/>
                <a:cs typeface="Times New Roman" panose="02020603050405020304" pitchFamily="18" charset="0"/>
              </a:rPr>
              <a:t> </a:t>
            </a:r>
            <a:r>
              <a:rPr kumimoji="1" lang="en-US" sz="1050" err="1" smtClean="0">
                <a:solidFill>
                  <a:srgbClr val="000000"/>
                </a:solidFill>
                <a:latin typeface="Times New Roman" panose="02020603050405020304" pitchFamily="18" charset="0"/>
                <a:cs typeface="Times New Roman" panose="02020603050405020304" pitchFamily="18" charset="0"/>
              </a:rPr>
              <a:t>này</a:t>
            </a:r>
            <a:r>
              <a:rPr kumimoji="1" lang="en-US" sz="1050" smtClean="0">
                <a:solidFill>
                  <a:srgbClr val="000000"/>
                </a:solidFill>
                <a:latin typeface="Times New Roman" panose="02020603050405020304" pitchFamily="18" charset="0"/>
                <a:cs typeface="Times New Roman" panose="02020603050405020304" pitchFamily="18" charset="0"/>
              </a:rPr>
              <a:t> </a:t>
            </a:r>
            <a:r>
              <a:rPr kumimoji="1" lang="en-US" sz="1050" err="1" smtClean="0">
                <a:solidFill>
                  <a:srgbClr val="000000"/>
                </a:solidFill>
                <a:latin typeface="Times New Roman" panose="02020603050405020304" pitchFamily="18" charset="0"/>
                <a:cs typeface="Times New Roman" panose="02020603050405020304" pitchFamily="18" charset="0"/>
              </a:rPr>
              <a:t>có</a:t>
            </a:r>
            <a:r>
              <a:rPr kumimoji="1" lang="en-US" sz="1050" smtClean="0">
                <a:solidFill>
                  <a:srgbClr val="000000"/>
                </a:solidFill>
                <a:latin typeface="Times New Roman" panose="02020603050405020304" pitchFamily="18" charset="0"/>
                <a:cs typeface="Times New Roman" panose="02020603050405020304" pitchFamily="18" charset="0"/>
              </a:rPr>
              <a:t> </a:t>
            </a:r>
            <a:r>
              <a:rPr kumimoji="1" lang="en-US" sz="1050" err="1" smtClean="0">
                <a:solidFill>
                  <a:srgbClr val="000000"/>
                </a:solidFill>
                <a:latin typeface="Times New Roman" panose="02020603050405020304" pitchFamily="18" charset="0"/>
                <a:cs typeface="Times New Roman" panose="02020603050405020304" pitchFamily="18" charset="0"/>
              </a:rPr>
              <a:t>tiếng</a:t>
            </a:r>
            <a:r>
              <a:rPr kumimoji="1" lang="en-US" sz="1050" smtClean="0">
                <a:solidFill>
                  <a:srgbClr val="000000"/>
                </a:solidFill>
                <a:latin typeface="Times New Roman" panose="02020603050405020304" pitchFamily="18" charset="0"/>
                <a:cs typeface="Times New Roman" panose="02020603050405020304" pitchFamily="18" charset="0"/>
              </a:rPr>
              <a:t> </a:t>
            </a:r>
            <a:r>
              <a:rPr kumimoji="1" lang="en-US" sz="1050" err="1" smtClean="0">
                <a:solidFill>
                  <a:srgbClr val="000000"/>
                </a:solidFill>
                <a:latin typeface="Times New Roman" panose="02020603050405020304" pitchFamily="18" charset="0"/>
                <a:cs typeface="Times New Roman" panose="02020603050405020304" pitchFamily="18" charset="0"/>
              </a:rPr>
              <a:t>Trung</a:t>
            </a:r>
            <a:r>
              <a:rPr kumimoji="1" lang="en-US" sz="1050" smtClean="0">
                <a:solidFill>
                  <a:srgbClr val="000000"/>
                </a:solidFill>
                <a:latin typeface="Times New Roman" panose="02020603050405020304" pitchFamily="18" charset="0"/>
                <a:cs typeface="Times New Roman" panose="02020603050405020304" pitchFamily="18" charset="0"/>
              </a:rPr>
              <a:t> </a:t>
            </a:r>
            <a:r>
              <a:rPr kumimoji="1" lang="en-US" sz="1050" err="1" smtClean="0">
                <a:solidFill>
                  <a:srgbClr val="000000"/>
                </a:solidFill>
                <a:latin typeface="Times New Roman" panose="02020603050405020304" pitchFamily="18" charset="0"/>
                <a:cs typeface="Times New Roman" panose="02020603050405020304" pitchFamily="18" charset="0"/>
              </a:rPr>
              <a:t>em</a:t>
            </a:r>
            <a:r>
              <a:rPr kumimoji="1" lang="en-US" sz="1050" smtClean="0">
                <a:solidFill>
                  <a:srgbClr val="000000"/>
                </a:solidFill>
                <a:latin typeface="Times New Roman" panose="02020603050405020304" pitchFamily="18" charset="0"/>
                <a:cs typeface="Times New Roman" panose="02020603050405020304" pitchFamily="18" charset="0"/>
              </a:rPr>
              <a:t> </a:t>
            </a:r>
          </a:p>
          <a:p>
            <a:pPr algn="ctr" fontAlgn="base" latinLnBrk="1">
              <a:spcBef>
                <a:spcPct val="0"/>
              </a:spcBef>
              <a:spcAft>
                <a:spcPct val="0"/>
              </a:spcAft>
            </a:pPr>
            <a:r>
              <a:rPr kumimoji="1" lang="en-US" sz="1050" smtClean="0">
                <a:solidFill>
                  <a:srgbClr val="000000"/>
                </a:solidFill>
                <a:latin typeface="Times New Roman" panose="02020603050405020304" pitchFamily="18" charset="0"/>
                <a:cs typeface="Times New Roman" panose="02020603050405020304" pitchFamily="18" charset="0"/>
              </a:rPr>
              <a:t>hog </a:t>
            </a:r>
            <a:r>
              <a:rPr kumimoji="1" lang="en-US" sz="1050" err="1" smtClean="0">
                <a:solidFill>
                  <a:srgbClr val="000000"/>
                </a:solidFill>
                <a:latin typeface="Times New Roman" panose="02020603050405020304" pitchFamily="18" charset="0"/>
                <a:cs typeface="Times New Roman" panose="02020603050405020304" pitchFamily="18" charset="0"/>
              </a:rPr>
              <a:t>biết</a:t>
            </a:r>
            <a:r>
              <a:rPr kumimoji="1" lang="en-US" sz="1050" smtClean="0">
                <a:solidFill>
                  <a:srgbClr val="000000"/>
                </a:solidFill>
                <a:latin typeface="Times New Roman" panose="02020603050405020304" pitchFamily="18" charset="0"/>
                <a:cs typeface="Times New Roman" panose="02020603050405020304" pitchFamily="18" charset="0"/>
              </a:rPr>
              <a:t> ^^</a:t>
            </a:r>
            <a:endParaRPr kumimoji="1" lang="en-US" sz="1050">
              <a:solidFill>
                <a:srgbClr val="000000"/>
              </a:solidFill>
              <a:latin typeface="Times New Roman" panose="02020603050405020304" pitchFamily="18" charset="0"/>
              <a:cs typeface="Times New Roman" panose="02020603050405020304" pitchFamily="18" charset="0"/>
            </a:endParaRPr>
          </a:p>
        </p:txBody>
      </p:sp>
      <p:sp>
        <p:nvSpPr>
          <p:cNvPr id="15"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39557454"/>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0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13"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6"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93309985"/>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2531" name="Text Box 3"/>
          <p:cNvSpPr txBox="1">
            <a:spLocks noChangeArrowheads="1"/>
          </p:cNvSpPr>
          <p:nvPr/>
        </p:nvSpPr>
        <p:spPr bwMode="auto">
          <a:xfrm>
            <a:off x="228601" y="679469"/>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2532" name="Rectangle 4"/>
          <p:cNvSpPr>
            <a:spLocks noChangeArrowheads="1"/>
          </p:cNvSpPr>
          <p:nvPr/>
        </p:nvSpPr>
        <p:spPr bwMode="auto">
          <a:xfrm>
            <a:off x="3048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33" name="Rectangle 5"/>
          <p:cNvSpPr>
            <a:spLocks noChangeArrowheads="1"/>
          </p:cNvSpPr>
          <p:nvPr/>
        </p:nvSpPr>
        <p:spPr bwMode="auto">
          <a:xfrm>
            <a:off x="34290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3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268877754"/>
              </p:ext>
            </p:extLst>
          </p:nvPr>
        </p:nvGraphicFramePr>
        <p:xfrm>
          <a:off x="5445161"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2544" name="Rectangle 14"/>
          <p:cNvSpPr>
            <a:spLocks noChangeArrowheads="1"/>
          </p:cNvSpPr>
          <p:nvPr/>
        </p:nvSpPr>
        <p:spPr bwMode="auto">
          <a:xfrm>
            <a:off x="246063" y="1000145"/>
            <a:ext cx="31242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nét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liền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dày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0.2mm</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trở</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xuống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thị</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phụ</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Pitch</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endParaRPr>
          </a:p>
        </p:txBody>
      </p:sp>
      <p:sp>
        <p:nvSpPr>
          <p:cNvPr id="22545" name="Rectangle 13"/>
          <p:cNvSpPr>
            <a:spLocks noChangeArrowheads="1"/>
          </p:cNvSpPr>
          <p:nvPr/>
        </p:nvSpPr>
        <p:spPr bwMode="auto">
          <a:xfrm>
            <a:off x="246064" y="2700338"/>
            <a:ext cx="3240087" cy="1892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Needle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roller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bearing?</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Needle Roller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3~10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Roller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Roller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xuyên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tâm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Ở Needle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Roller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pin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biệt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Shell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Solid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quay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quỹ</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đạo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Cage &amp; Roller, Cam Follower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quay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quỹ</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đạo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v.v...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yếu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Press Retainer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thép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tấm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Retainer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đồng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Retainer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Polyamide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46" name="Rectangle 52"/>
          <p:cNvSpPr>
            <a:spLocks noChangeArrowheads="1"/>
          </p:cNvSpPr>
          <p:nvPr/>
        </p:nvSpPr>
        <p:spPr bwMode="auto">
          <a:xfrm>
            <a:off x="246063" y="5567363"/>
            <a:ext cx="332740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5. </a:t>
            </a:r>
            <a:r>
              <a:rPr lang="en-US" altLang="ko-KR" sz="900" err="1" smtClean="0">
                <a:solidFill>
                  <a:srgbClr val="000000"/>
                </a:solidFill>
                <a:latin typeface="Times New Roman" panose="02020603050405020304" pitchFamily="18" charset="0"/>
                <a:cs typeface="Times New Roman" panose="02020603050405020304" pitchFamily="18" charset="0"/>
              </a:rPr>
              <a:t>Tên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ảnh</a:t>
            </a:r>
            <a:r>
              <a:rPr lang="en-US" altLang="ko-KR" sz="900" smtClean="0">
                <a:solidFill>
                  <a:srgbClr val="000000"/>
                </a:solidFill>
                <a:latin typeface="Times New Roman" panose="02020603050405020304" pitchFamily="18" charset="0"/>
                <a:cs typeface="Times New Roman" panose="02020603050405020304" pitchFamily="18" charset="0"/>
              </a:rPr>
              <a:t> minh </a:t>
            </a:r>
            <a:r>
              <a:rPr lang="en-US" altLang="ko-KR" sz="900" err="1" smtClean="0">
                <a:solidFill>
                  <a:srgbClr val="000000"/>
                </a:solidFill>
                <a:latin typeface="Times New Roman" panose="02020603050405020304" pitchFamily="18" charset="0"/>
                <a:cs typeface="Times New Roman" panose="02020603050405020304" pitchFamily="18" charset="0"/>
              </a:rPr>
              <a:t>họa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khớp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nhau</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2547" name="Rectangle 47"/>
          <p:cNvSpPr>
            <a:spLocks noChangeArrowheads="1"/>
          </p:cNvSpPr>
          <p:nvPr/>
        </p:nvSpPr>
        <p:spPr bwMode="auto">
          <a:xfrm>
            <a:off x="260350" y="7812106"/>
            <a:ext cx="3124200" cy="9787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6. Có ren trên cả 2  mặt toàn bộ, một mặt là trên vật liệu cơ bản. Đặt vật</a:t>
            </a:r>
            <a:r>
              <a:rPr lang="ko-KR" altLang="en-US" sz="900">
                <a:solidFill>
                  <a:srgbClr val="000000"/>
                </a:solidFill>
                <a:latin typeface="Times New Roman" panose="02020603050405020304" pitchFamily="18" charset="0"/>
                <a:cs typeface="Times New Roman" panose="02020603050405020304" pitchFamily="18" charset="0"/>
              </a:rPr>
              <a:t>결합물 </a:t>
            </a:r>
            <a:r>
              <a:rPr lang="en-US" altLang="ko-KR" sz="900">
                <a:solidFill>
                  <a:srgbClr val="000000"/>
                </a:solidFill>
                <a:latin typeface="Times New Roman" panose="02020603050405020304" pitchFamily="18" charset="0"/>
                <a:cs typeface="Times New Roman" panose="02020603050405020304" pitchFamily="18" charset="0"/>
              </a:rPr>
              <a:t>nên trên phần nhô ra và cố định bằng Nut. Đặt </a:t>
            </a:r>
            <a:r>
              <a:rPr lang="ko-KR" altLang="en-US" sz="900">
                <a:solidFill>
                  <a:srgbClr val="000000"/>
                </a:solidFill>
                <a:latin typeface="Times New Roman" panose="02020603050405020304" pitchFamily="18" charset="0"/>
                <a:cs typeface="Times New Roman" panose="02020603050405020304" pitchFamily="18" charset="0"/>
              </a:rPr>
              <a:t>결합물</a:t>
            </a:r>
            <a:r>
              <a:rPr lang="en-US" altLang="ko-KR" sz="900">
                <a:solidFill>
                  <a:srgbClr val="000000"/>
                </a:solidFill>
                <a:latin typeface="Times New Roman" panose="02020603050405020304" pitchFamily="18" charset="0"/>
                <a:cs typeface="Times New Roman" panose="02020603050405020304" pitchFamily="18" charset="0"/>
              </a:rPr>
              <a:t>vào  giữa và cố định bằng Nut cả hai bên.Hỏi sản phẩm ốc vít mô tả ở trên là loại nào?</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ChildBolt     ② Shoulder Bolt</a:t>
            </a: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StudBolt  ④ TanBolt</a:t>
            </a:r>
          </a:p>
        </p:txBody>
      </p:sp>
      <p:sp>
        <p:nvSpPr>
          <p:cNvPr id="22548" name="Rectangle 51"/>
          <p:cNvSpPr>
            <a:spLocks noChangeArrowheads="1"/>
          </p:cNvSpPr>
          <p:nvPr/>
        </p:nvSpPr>
        <p:spPr bwMode="auto">
          <a:xfrm>
            <a:off x="3471863" y="984250"/>
            <a:ext cx="3124200" cy="133882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7. </a:t>
            </a:r>
            <a:r>
              <a:rPr lang="en-US" altLang="ko-KR" sz="900" err="1" smtClean="0">
                <a:solidFill>
                  <a:srgbClr val="000000"/>
                </a:solidFill>
                <a:latin typeface="Times New Roman" panose="02020603050405020304" pitchFamily="18" charset="0"/>
                <a:cs typeface="Times New Roman" panose="02020603050405020304" pitchFamily="18" charset="0"/>
              </a:rPr>
              <a:t>Đâu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Key </a:t>
            </a:r>
            <a:r>
              <a:rPr lang="en-US" altLang="ko-KR" sz="900" err="1" smtClean="0">
                <a:solidFill>
                  <a:srgbClr val="000000"/>
                </a:solidFill>
                <a:latin typeface="Times New Roman" panose="02020603050405020304" pitchFamily="18" charset="0"/>
                <a:cs typeface="Times New Roman" panose="02020603050405020304" pitchFamily="18" charset="0"/>
              </a:rPr>
              <a:t>nửa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trăng</a:t>
            </a:r>
            <a:r>
              <a:rPr lang="en-US" altLang="ko-KR" sz="900" smtClean="0">
                <a:solidFill>
                  <a:srgbClr val="000000"/>
                </a:solidFill>
                <a:latin typeface="Times New Roman" panose="02020603050405020304" pitchFamily="18" charset="0"/>
                <a:cs typeface="Times New Roman" panose="02020603050405020304" pitchFamily="18" charset="0"/>
              </a:rPr>
              <a:t> (woodruff </a:t>
            </a:r>
            <a:r>
              <a:rPr lang="en-US" altLang="ko-KR" sz="900">
                <a:solidFill>
                  <a:srgbClr val="000000"/>
                </a:solidFill>
                <a:latin typeface="Times New Roman" panose="02020603050405020304" pitchFamily="18" charset="0"/>
                <a:cs typeface="Times New Roman" panose="02020603050405020304" pitchFamily="18" charset="0"/>
              </a:rPr>
              <a:t>key</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Key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nửa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trăng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thường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(60㎜ </a:t>
            </a:r>
            <a:r>
              <a:rPr lang="en-US" altLang="ko-KR" sz="900" err="1" smtClean="0">
                <a:solidFill>
                  <a:srgbClr val="000000"/>
                </a:solidFill>
                <a:latin typeface="Times New Roman" panose="02020603050405020304" pitchFamily="18" charset="0"/>
                <a:cs typeface="Times New Roman" panose="02020603050405020304" pitchFamily="18" charset="0"/>
              </a:rPr>
              <a:t>trở</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xuống</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Do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Home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cường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nghiêng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Boss Key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Home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dễ</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chỉnh</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Lực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truyền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Key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tác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hướng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tuyến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truyền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lớn</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2549" name="Rectangle 80"/>
          <p:cNvSpPr>
            <a:spLocks noChangeArrowheads="1"/>
          </p:cNvSpPr>
          <p:nvPr/>
        </p:nvSpPr>
        <p:spPr bwMode="auto">
          <a:xfrm>
            <a:off x="3429000" y="2279651"/>
            <a:ext cx="3125788"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máy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trượt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tỷ</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ổn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Tỷ</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rộng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50" name="Rectangle 82"/>
          <p:cNvSpPr>
            <a:spLocks noChangeArrowheads="1"/>
          </p:cNvSpPr>
          <p:nvPr/>
        </p:nvSpPr>
        <p:spPr bwMode="auto">
          <a:xfrm>
            <a:off x="3419475" y="3092457"/>
            <a:ext cx="3124200" cy="11449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9. </a:t>
            </a:r>
            <a:r>
              <a:rPr lang="en-US" altLang="ko-KR" sz="900" err="1" smtClean="0">
                <a:solidFill>
                  <a:srgbClr val="000000"/>
                </a:solidFill>
                <a:latin typeface="Times New Roman" panose="02020603050405020304" pitchFamily="18" charset="0"/>
                <a:cs typeface="Times New Roman" panose="02020603050405020304" pitchFamily="18" charset="0"/>
              </a:rPr>
              <a:t>Đâu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trưng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Worm Gear?</a:t>
            </a: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Tải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trọng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đập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lớn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phép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ra.</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tỷ</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rộng</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giảm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bậc</a:t>
            </a:r>
            <a:r>
              <a:rPr lang="en-US" altLang="ko-KR" sz="900" smtClean="0">
                <a:solidFill>
                  <a:srgbClr val="000000"/>
                </a:solidFill>
                <a:latin typeface="Times New Roman" panose="02020603050405020304" pitchFamily="18" charset="0"/>
                <a:cs typeface="Times New Roman" panose="02020603050405020304" pitchFamily="18" charset="0"/>
              </a:rPr>
              <a:t> 1.</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Motor </a:t>
            </a:r>
            <a:r>
              <a:rPr lang="en-US" altLang="ko-KR" sz="900" err="1" smtClean="0">
                <a:solidFill>
                  <a:srgbClr val="000000"/>
                </a:solidFill>
                <a:latin typeface="Times New Roman" panose="02020603050405020304" pitchFamily="18" charset="0"/>
                <a:cs typeface="Times New Roman" panose="02020603050405020304" pitchFamily="18" charset="0"/>
              </a:rPr>
              <a:t>đang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kiểu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đối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thấp</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Cần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ban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074" name="Rectangle 94"/>
          <p:cNvSpPr>
            <a:spLocks noChangeArrowheads="1"/>
          </p:cNvSpPr>
          <p:nvPr/>
        </p:nvSpPr>
        <p:spPr bwMode="auto">
          <a:xfrm>
            <a:off x="3390900" y="4284671"/>
            <a:ext cx="34290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342900" indent="-342900" fontAlgn="base" latinLnBrk="1">
              <a:lnSpc>
                <a:spcPct val="120000"/>
              </a:lnSpc>
              <a:spcBef>
                <a:spcPct val="0"/>
              </a:spcBef>
              <a:spcAft>
                <a:spcPct val="0"/>
              </a:spcAft>
              <a:defRPr/>
            </a:pPr>
            <a:r>
              <a:rPr kumimoji="1" lang="en-US" altLang="ko-KR" sz="900">
                <a:solidFill>
                  <a:srgbClr val="000000"/>
                </a:solidFill>
                <a:latin typeface="Times New Roman" panose="02020603050405020304" pitchFamily="18" charset="0"/>
                <a:cs typeface="Times New Roman" panose="02020603050405020304" pitchFamily="18" charset="0"/>
              </a:rPr>
              <a:t>10.</a:t>
            </a:r>
            <a:r>
              <a:rPr kumimoji="1" lang="ko-KR" altLang="en-US" sz="900">
                <a:solidFill>
                  <a:srgbClr val="000000"/>
                </a:solidFill>
                <a:latin typeface="Times New Roman" panose="02020603050405020304" pitchFamily="18" charset="0"/>
                <a:cs typeface="Times New Roman" panose="02020603050405020304" pitchFamily="18" charset="0"/>
              </a:rPr>
              <a:t> </a:t>
            </a:r>
            <a:r>
              <a:rPr kumimoji="1" lang="en-US" altLang="ko-KR" sz="900" smtClean="0">
                <a:solidFill>
                  <a:srgbClr val="000000"/>
                </a:solidFill>
                <a:latin typeface="Times New Roman" panose="02020603050405020304" pitchFamily="18" charset="0"/>
                <a:cs typeface="Times New Roman" panose="02020603050405020304" pitchFamily="18" charset="0"/>
              </a:rPr>
              <a:t>A </a:t>
            </a:r>
            <a:r>
              <a:rPr kumimoji="1" lang="en-US" altLang="ko-KR" sz="900" err="1" smtClean="0">
                <a:solidFill>
                  <a:srgbClr val="000000"/>
                </a:solidFill>
                <a:latin typeface="Times New Roman" panose="02020603050405020304" pitchFamily="18" charset="0"/>
                <a:cs typeface="Times New Roman" panose="02020603050405020304" pitchFamily="18" charset="0"/>
              </a:rPr>
              <a:t>tương</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ứng</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trong</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ảnh</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sau</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là</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gì</a:t>
            </a:r>
            <a:r>
              <a:rPr kumimoji="1" lang="en-US" altLang="ko-KR" sz="900" smtClean="0">
                <a:solidFill>
                  <a:srgbClr val="000000"/>
                </a:solidFill>
                <a:latin typeface="Times New Roman" panose="02020603050405020304" pitchFamily="18" charset="0"/>
                <a:cs typeface="Times New Roman" panose="02020603050405020304" pitchFamily="18" charset="0"/>
              </a:rPr>
              <a:t>?</a:t>
            </a:r>
            <a:endParaRPr kumimoji="1" lang="en-US" altLang="ko-KR" sz="900">
              <a:solidFill>
                <a:srgbClr val="000000"/>
              </a:solidFill>
              <a:latin typeface="Times New Roman" panose="02020603050405020304" pitchFamily="18" charset="0"/>
              <a:cs typeface="Times New Roman" panose="02020603050405020304" pitchFamily="18" charset="0"/>
            </a:endParaRPr>
          </a:p>
          <a:p>
            <a:pPr marL="342900" indent="-342900" fontAlgn="base" latinLnBrk="1">
              <a:lnSpc>
                <a:spcPct val="120000"/>
              </a:lnSpc>
              <a:spcBef>
                <a:spcPct val="0"/>
              </a:spcBef>
              <a:spcAft>
                <a:spcPct val="0"/>
              </a:spcAft>
              <a:defRPr/>
            </a:pPr>
            <a:r>
              <a:rPr kumimoji="1" lang="en-US" altLang="ko-KR" sz="900" smtClean="0">
                <a:solidFill>
                  <a:srgbClr val="000000"/>
                </a:solidFill>
                <a:latin typeface="Times New Roman" panose="02020603050405020304" pitchFamily="18" charset="0"/>
                <a:cs typeface="Times New Roman" panose="02020603050405020304" pitchFamily="18" charset="0"/>
              </a:rPr>
              <a:t>① Flex Plane</a:t>
            </a:r>
            <a:endParaRPr kumimoji="1" lang="ko-KR" altLang="en-US" sz="900">
              <a:solidFill>
                <a:srgbClr val="000000"/>
              </a:solidFill>
              <a:latin typeface="Times New Roman" panose="02020603050405020304" pitchFamily="18" charset="0"/>
              <a:cs typeface="Times New Roman" panose="02020603050405020304" pitchFamily="18" charset="0"/>
            </a:endParaRPr>
          </a:p>
          <a:p>
            <a:pPr marL="342900" indent="-342900" fontAlgn="base" latinLnBrk="1">
              <a:lnSpc>
                <a:spcPct val="120000"/>
              </a:lnSpc>
              <a:spcBef>
                <a:spcPct val="0"/>
              </a:spcBef>
              <a:spcAft>
                <a:spcPct val="0"/>
              </a:spcAft>
              <a:defRPr/>
            </a:pPr>
            <a:r>
              <a:rPr kumimoji="1" lang="en-US" altLang="ko-KR" sz="900" smtClean="0">
                <a:solidFill>
                  <a:srgbClr val="000000"/>
                </a:solidFill>
                <a:latin typeface="Times New Roman" panose="02020603050405020304" pitchFamily="18" charset="0"/>
                <a:cs typeface="Times New Roman" panose="02020603050405020304" pitchFamily="18" charset="0"/>
              </a:rPr>
              <a:t>② </a:t>
            </a:r>
            <a:r>
              <a:rPr kumimoji="1" lang="en-US" altLang="ko-KR" sz="900" err="1" smtClean="0">
                <a:solidFill>
                  <a:srgbClr val="000000"/>
                </a:solidFill>
                <a:latin typeface="Times New Roman" panose="02020603050405020304" pitchFamily="18" charset="0"/>
                <a:cs typeface="Times New Roman" panose="02020603050405020304" pitchFamily="18" charset="0"/>
              </a:rPr>
              <a:t>Phần</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giảm</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tốc</a:t>
            </a:r>
            <a:endParaRPr kumimoji="1" lang="ko-KR" altLang="en-US" sz="900">
              <a:solidFill>
                <a:srgbClr val="000000"/>
              </a:solidFill>
              <a:latin typeface="Times New Roman" panose="02020603050405020304" pitchFamily="18" charset="0"/>
              <a:cs typeface="Times New Roman" panose="02020603050405020304" pitchFamily="18" charset="0"/>
            </a:endParaRPr>
          </a:p>
          <a:p>
            <a:pPr fontAlgn="base" latinLnBrk="1">
              <a:spcBef>
                <a:spcPct val="0"/>
              </a:spcBef>
              <a:spcAft>
                <a:spcPct val="0"/>
              </a:spcAft>
              <a:defRPr/>
            </a:pPr>
            <a:r>
              <a:rPr kumimoji="1" lang="en-US" altLang="ko-KR" sz="900" smtClean="0">
                <a:solidFill>
                  <a:srgbClr val="000000"/>
                </a:solidFill>
                <a:latin typeface="Times New Roman" panose="02020603050405020304" pitchFamily="18" charset="0"/>
                <a:cs typeface="Times New Roman" panose="02020603050405020304" pitchFamily="18" charset="0"/>
              </a:rPr>
              <a:t>③ </a:t>
            </a:r>
            <a:r>
              <a:rPr kumimoji="1" lang="en-US" altLang="ko-KR" sz="900" err="1" smtClean="0">
                <a:solidFill>
                  <a:srgbClr val="000000"/>
                </a:solidFill>
                <a:latin typeface="Times New Roman" panose="02020603050405020304" pitchFamily="18" charset="0"/>
                <a:cs typeface="Times New Roman" panose="02020603050405020304" pitchFamily="18" charset="0"/>
              </a:rPr>
              <a:t>Phần</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khởi</a:t>
            </a:r>
            <a:r>
              <a:rPr kumimoji="1" lang="en-US" altLang="ko-KR" sz="900" smtClean="0">
                <a:solidFill>
                  <a:srgbClr val="000000"/>
                </a:solidFill>
                <a:latin typeface="Times New Roman" panose="02020603050405020304" pitchFamily="18" charset="0"/>
                <a:cs typeface="Times New Roman" panose="02020603050405020304" pitchFamily="18" charset="0"/>
              </a:rPr>
              <a:t> </a:t>
            </a:r>
            <a:r>
              <a:rPr kumimoji="1" lang="en-US" altLang="ko-KR" sz="900" err="1" smtClean="0">
                <a:solidFill>
                  <a:srgbClr val="000000"/>
                </a:solidFill>
                <a:latin typeface="Times New Roman" panose="02020603050405020304" pitchFamily="18" charset="0"/>
                <a:cs typeface="Times New Roman" panose="02020603050405020304" pitchFamily="18" charset="0"/>
              </a:rPr>
              <a:t>động</a:t>
            </a:r>
            <a:endParaRPr kumimoji="1" lang="ko-KR" altLang="en-US" sz="900">
              <a:solidFill>
                <a:srgbClr val="000000"/>
              </a:solidFill>
              <a:latin typeface="Times New Roman" panose="02020603050405020304" pitchFamily="18" charset="0"/>
              <a:cs typeface="Times New Roman" panose="02020603050405020304" pitchFamily="18" charset="0"/>
            </a:endParaRPr>
          </a:p>
          <a:p>
            <a:pPr marL="342900" indent="-342900" fontAlgn="base" latinLnBrk="1">
              <a:lnSpc>
                <a:spcPct val="120000"/>
              </a:lnSpc>
              <a:spcBef>
                <a:spcPct val="0"/>
              </a:spcBef>
              <a:spcAft>
                <a:spcPct val="0"/>
              </a:spcAft>
              <a:defRPr/>
            </a:pPr>
            <a:r>
              <a:rPr kumimoji="1" lang="en-US" altLang="ko-KR" sz="900" smtClean="0">
                <a:solidFill>
                  <a:srgbClr val="000000"/>
                </a:solidFill>
                <a:latin typeface="Times New Roman" panose="02020603050405020304" pitchFamily="18" charset="0"/>
                <a:cs typeface="Times New Roman" panose="02020603050405020304" pitchFamily="18" charset="0"/>
              </a:rPr>
              <a:t>④ Wave Generator</a:t>
            </a:r>
            <a:endParaRPr kumimoji="1" lang="en-US" altLang="ko-KR" sz="900">
              <a:solidFill>
                <a:srgbClr val="000000"/>
              </a:solidFill>
              <a:latin typeface="Times New Roman" panose="02020603050405020304" pitchFamily="18" charset="0"/>
              <a:cs typeface="Times New Roman" panose="02020603050405020304" pitchFamily="18" charset="0"/>
            </a:endParaRPr>
          </a:p>
          <a:p>
            <a:pPr marL="342900" indent="-342900" fontAlgn="base" latinLnBrk="1">
              <a:lnSpc>
                <a:spcPct val="120000"/>
              </a:lnSpc>
              <a:spcBef>
                <a:spcPct val="0"/>
              </a:spcBef>
              <a:spcAft>
                <a:spcPct val="0"/>
              </a:spcAft>
              <a:defRPr/>
            </a:pPr>
            <a:endParaRPr kumimoji="1" lang="en-US" altLang="ko-KR" sz="900">
              <a:solidFill>
                <a:srgbClr val="000000"/>
              </a:solidFill>
              <a:latin typeface="Times New Roman" panose="02020603050405020304" pitchFamily="18" charset="0"/>
              <a:cs typeface="Times New Roman" panose="02020603050405020304" pitchFamily="18" charset="0"/>
            </a:endParaRPr>
          </a:p>
        </p:txBody>
      </p:sp>
      <p:sp>
        <p:nvSpPr>
          <p:cNvPr id="22552" name="Rectangle 74"/>
          <p:cNvSpPr>
            <a:spLocks noChangeArrowheads="1"/>
          </p:cNvSpPr>
          <p:nvPr/>
        </p:nvSpPr>
        <p:spPr bwMode="auto">
          <a:xfrm>
            <a:off x="3395699" y="5738479"/>
            <a:ext cx="3095625" cy="10341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60000"/>
              </a:lnSpc>
              <a:spcBef>
                <a:spcPct val="5000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11.Giải thích nào không đúng về </a:t>
            </a:r>
            <a:r>
              <a:rPr lang="en-US" altLang="ko-KR" sz="900">
                <a:solidFill>
                  <a:srgbClr val="000000"/>
                </a:solidFill>
                <a:latin typeface="Times New Roman" panose="02020603050405020304" pitchFamily="18" charset="0"/>
                <a:cs typeface="Times New Roman" panose="02020603050405020304" pitchFamily="18" charset="0"/>
              </a:rPr>
              <a:t>Timing </a:t>
            </a:r>
            <a:r>
              <a:rPr lang="en-US" altLang="ko-KR" sz="900" smtClean="0">
                <a:solidFill>
                  <a:srgbClr val="000000"/>
                </a:solidFill>
                <a:latin typeface="Times New Roman" panose="02020603050405020304" pitchFamily="18" charset="0"/>
                <a:cs typeface="Times New Roman" panose="02020603050405020304" pitchFamily="18" charset="0"/>
              </a:rPr>
              <a:t>Belt?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60000"/>
              </a:lnSpc>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Vì belt</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với pulley trượt chuyển động cắn lẫn nhau nên hầu như không có sự thay đổi về tốc độ.</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60000"/>
              </a:lnSpc>
              <a:spcBef>
                <a:spcPct val="5000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② không có tiếng ồn so gears hoặc  chains.</a:t>
            </a:r>
          </a:p>
          <a:p>
            <a:pPr eaLnBrk="1" fontAlgn="base" latinLnBrk="1" hangingPunct="1">
              <a:lnSpc>
                <a:spcPct val="60000"/>
              </a:lnSpc>
              <a:spcBef>
                <a:spcPct val="5000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③ Cơ bản thì có 6 loại timing belts là </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MXL, XL, L, HL, HLL, XH</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60000"/>
              </a:lnSpc>
              <a:spcBef>
                <a:spcPct val="5000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loại timing belts </a:t>
            </a:r>
            <a:r>
              <a:rPr lang="en-US" altLang="ko-KR" sz="900" smtClean="0">
                <a:solidFill>
                  <a:srgbClr val="000000"/>
                </a:solidFill>
                <a:latin typeface="Times New Roman" panose="02020603050405020304" pitchFamily="18" charset="0"/>
                <a:cs typeface="Times New Roman" panose="02020603050405020304" pitchFamily="18" charset="0"/>
              </a:rPr>
              <a:t>PX lực mạnh thì gồm có 5 loại là</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P2M, P3M, P5M, P8M, </a:t>
            </a:r>
            <a:r>
              <a:rPr lang="en-US" altLang="ko-KR" sz="900" smtClean="0">
                <a:solidFill>
                  <a:srgbClr val="000000"/>
                </a:solidFill>
                <a:latin typeface="Times New Roman" panose="02020603050405020304" pitchFamily="18" charset="0"/>
                <a:cs typeface="Times New Roman" panose="02020603050405020304" pitchFamily="18" charset="0"/>
              </a:rPr>
              <a:t>P14M</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2553" name="Rectangle 78"/>
          <p:cNvSpPr>
            <a:spLocks noChangeArrowheads="1"/>
          </p:cNvSpPr>
          <p:nvPr/>
        </p:nvSpPr>
        <p:spPr bwMode="auto">
          <a:xfrm>
            <a:off x="3395663" y="6948508"/>
            <a:ext cx="31242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12. </a:t>
            </a:r>
            <a:r>
              <a:rPr lang="vi-VN" altLang="ko-KR" sz="900" smtClean="0">
                <a:solidFill>
                  <a:srgbClr val="000000"/>
                </a:solidFill>
                <a:latin typeface="Times New Roman" panose="02020603050405020304" pitchFamily="18" charset="0"/>
                <a:cs typeface="Times New Roman" panose="02020603050405020304" pitchFamily="18" charset="0"/>
              </a:rPr>
              <a:t>Ký hiệu</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khoảng cách Belt pitch là gì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Pa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a:solidFill>
                  <a:srgbClr val="000000"/>
                </a:solidFill>
                <a:latin typeface="Times New Roman" panose="02020603050405020304" pitchFamily="18" charset="0"/>
                <a:cs typeface="Times New Roman" panose="02020603050405020304" pitchFamily="18" charset="0"/>
              </a:rPr>
              <a:t>Lp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ht     ④ bs</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54" name="Rectangle 78"/>
          <p:cNvSpPr>
            <a:spLocks noChangeArrowheads="1"/>
          </p:cNvSpPr>
          <p:nvPr/>
        </p:nvSpPr>
        <p:spPr bwMode="auto">
          <a:xfrm>
            <a:off x="3395663" y="7451725"/>
            <a:ext cx="3124200" cy="161582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13. </a:t>
            </a:r>
            <a:r>
              <a:rPr lang="en-US" altLang="ko-KR" sz="900" smtClean="0">
                <a:solidFill>
                  <a:srgbClr val="000000"/>
                </a:solidFill>
                <a:latin typeface="Times New Roman" panose="02020603050405020304" pitchFamily="18" charset="0"/>
                <a:cs typeface="Times New Roman" panose="02020603050405020304" pitchFamily="18" charset="0"/>
              </a:rPr>
              <a:t>Cái nào không phải đặc chưng của linear bushing?</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Vì ball tiếp xúc với trục hình tròn được xử lý nhiệt nên hệ số  ma sát thấp</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②</a:t>
            </a:r>
            <a:r>
              <a:rPr lang="en-US" altLang="ko-KR" sz="900" smtClean="0">
                <a:solidFill>
                  <a:srgbClr val="000000"/>
                </a:solidFill>
                <a:latin typeface="Times New Roman" panose="02020603050405020304" pitchFamily="18" charset="0"/>
                <a:cs typeface="Times New Roman" panose="02020603050405020304" pitchFamily="18" charset="0"/>
              </a:rPr>
              <a:t> Vì ball tiếp xúc với điểm nên tải trọng cho pháp nhỏ nên được sử dụng làm conveyance.</a:t>
            </a: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Vì Strictly required </a:t>
            </a:r>
            <a:r>
              <a:rPr lang="en-US" altLang="ko-KR" sz="900" smtClean="0">
                <a:solidFill>
                  <a:srgbClr val="000000"/>
                </a:solidFill>
                <a:latin typeface="Times New Roman" panose="02020603050405020304" pitchFamily="18" charset="0"/>
                <a:cs typeface="Times New Roman" panose="02020603050405020304" pitchFamily="18" charset="0"/>
              </a:rPr>
              <a:t>có khe </a:t>
            </a:r>
            <a:r>
              <a:rPr lang="en-US" altLang="ko-KR" sz="900">
                <a:solidFill>
                  <a:srgbClr val="000000"/>
                </a:solidFill>
                <a:latin typeface="Times New Roman" panose="02020603050405020304" pitchFamily="18" charset="0"/>
                <a:cs typeface="Times New Roman" panose="02020603050405020304" pitchFamily="18" charset="0"/>
              </a:rPr>
              <a:t>hở xuyên tâm nhỏ nên yêu cầu độ chính xác của  phần lắp ráp phải nghiêm ngặt </a:t>
            </a:r>
            <a:r>
              <a:rPr lang="en-US" altLang="ko-KR" sz="900" smtClean="0">
                <a:solidFill>
                  <a:srgbClr val="000000"/>
                </a:solidFill>
                <a:latin typeface="Times New Roman" panose="02020603050405020304" pitchFamily="18" charset="0"/>
                <a:cs typeface="Times New Roman" panose="02020603050405020304" pitchFamily="18" charset="0"/>
              </a:rPr>
              <a:t>Strictly required. </a:t>
            </a: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Chịu tác động mạnh trong quá trình vận chuyển return thì khả năng theo dõi tốt và chuyển động với tốc độ cao.</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2555" name="Rectangle 13"/>
          <p:cNvSpPr>
            <a:spLocks noChangeArrowheads="1"/>
          </p:cNvSpPr>
          <p:nvPr/>
        </p:nvSpPr>
        <p:spPr bwMode="auto">
          <a:xfrm>
            <a:off x="246064" y="1890714"/>
            <a:ext cx="32400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Coupling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“Coupling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Flange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cuối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rồi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Key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Reamer Bolt.”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Seller Coupling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Clamp Coupling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Gear Coupling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Flange Coupling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22556" name="Picture 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52699" y="4754563"/>
            <a:ext cx="1171575"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226" algn="ctr">
                <a:solidFill>
                  <a:srgbClr val="000000"/>
                </a:solidFill>
                <a:miter lim="800000"/>
                <a:headEnd/>
                <a:tailEnd/>
              </a14:hiddenLine>
            </a:ext>
          </a:extLst>
        </p:spPr>
      </p:pic>
      <p:pic>
        <p:nvPicPr>
          <p:cNvPr id="22557" name="Picture 12"/>
          <p:cNvPicPr>
            <a:picLocks noChangeAspect="1" noChangeArrowheads="1"/>
          </p:cNvPicPr>
          <p:nvPr/>
        </p:nvPicPr>
        <p:blipFill>
          <a:blip r:embed="rId4">
            <a:extLst>
              <a:ext uri="{28A0092B-C50C-407E-A947-70E740481C1C}">
                <a14:useLocalDpi xmlns:a14="http://schemas.microsoft.com/office/drawing/2010/main" val="0"/>
              </a:ext>
            </a:extLst>
          </a:blip>
          <a:srcRect l="50000" t="33319" r="27696" b="40135"/>
          <a:stretch>
            <a:fillRect/>
          </a:stretch>
        </p:blipFill>
        <p:spPr bwMode="auto">
          <a:xfrm>
            <a:off x="519117" y="5964256"/>
            <a:ext cx="1038225" cy="69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2558" name="Picture 12"/>
          <p:cNvPicPr>
            <a:picLocks noChangeAspect="1" noChangeArrowheads="1"/>
          </p:cNvPicPr>
          <p:nvPr/>
        </p:nvPicPr>
        <p:blipFill>
          <a:blip r:embed="rId4">
            <a:extLst>
              <a:ext uri="{28A0092B-C50C-407E-A947-70E740481C1C}">
                <a14:useLocalDpi xmlns:a14="http://schemas.microsoft.com/office/drawing/2010/main" val="0"/>
              </a:ext>
            </a:extLst>
          </a:blip>
          <a:srcRect l="74828" b="75111"/>
          <a:stretch>
            <a:fillRect/>
          </a:stretch>
        </p:blipFill>
        <p:spPr bwMode="auto">
          <a:xfrm>
            <a:off x="2030449" y="5942013"/>
            <a:ext cx="103822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2559" name="Rectangle 47"/>
          <p:cNvSpPr>
            <a:spLocks noChangeArrowheads="1"/>
          </p:cNvSpPr>
          <p:nvPr/>
        </p:nvSpPr>
        <p:spPr bwMode="auto">
          <a:xfrm>
            <a:off x="288926" y="5780089"/>
            <a:ext cx="288925"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a:t>
            </a:r>
          </a:p>
        </p:txBody>
      </p:sp>
      <p:sp>
        <p:nvSpPr>
          <p:cNvPr id="22560" name="Rectangle 47"/>
          <p:cNvSpPr>
            <a:spLocks noChangeArrowheads="1"/>
          </p:cNvSpPr>
          <p:nvPr/>
        </p:nvSpPr>
        <p:spPr bwMode="auto">
          <a:xfrm>
            <a:off x="1763713" y="5780089"/>
            <a:ext cx="288925"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a:t>
            </a:r>
            <a:endParaRPr lang="en-US" altLang="ko-KR" sz="900">
              <a:solidFill>
                <a:srgbClr val="000000"/>
              </a:solidFill>
              <a:latin typeface="Times New Roman" panose="02020603050405020304" pitchFamily="18" charset="0"/>
              <a:cs typeface="Times New Roman" panose="02020603050405020304" pitchFamily="18" charset="0"/>
            </a:endParaRPr>
          </a:p>
        </p:txBody>
      </p:sp>
      <p:pic>
        <p:nvPicPr>
          <p:cNvPr id="22561" name="Picture 12"/>
          <p:cNvPicPr>
            <a:picLocks noChangeAspect="1" noChangeArrowheads="1"/>
          </p:cNvPicPr>
          <p:nvPr/>
        </p:nvPicPr>
        <p:blipFill>
          <a:blip r:embed="rId4">
            <a:extLst>
              <a:ext uri="{28A0092B-C50C-407E-A947-70E740481C1C}">
                <a14:useLocalDpi xmlns:a14="http://schemas.microsoft.com/office/drawing/2010/main" val="0"/>
              </a:ext>
            </a:extLst>
          </a:blip>
          <a:srcRect l="50000" t="69148" r="27000" b="7587"/>
          <a:stretch>
            <a:fillRect/>
          </a:stretch>
        </p:blipFill>
        <p:spPr bwMode="auto">
          <a:xfrm>
            <a:off x="549311" y="6950075"/>
            <a:ext cx="1008063" cy="66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2562" name="Picture 12"/>
          <p:cNvPicPr>
            <a:picLocks noChangeAspect="1" noChangeArrowheads="1"/>
          </p:cNvPicPr>
          <p:nvPr/>
        </p:nvPicPr>
        <p:blipFill>
          <a:blip r:embed="rId4">
            <a:extLst>
              <a:ext uri="{28A0092B-C50C-407E-A947-70E740481C1C}">
                <a14:useLocalDpi xmlns:a14="http://schemas.microsoft.com/office/drawing/2010/main" val="0"/>
              </a:ext>
            </a:extLst>
          </a:blip>
          <a:srcRect l="76044" t="69614" b="6761"/>
          <a:stretch>
            <a:fillRect/>
          </a:stretch>
        </p:blipFill>
        <p:spPr bwMode="auto">
          <a:xfrm>
            <a:off x="2065338" y="6948488"/>
            <a:ext cx="1008062"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2563" name="Rectangle 47"/>
          <p:cNvSpPr>
            <a:spLocks noChangeArrowheads="1"/>
          </p:cNvSpPr>
          <p:nvPr/>
        </p:nvSpPr>
        <p:spPr bwMode="auto">
          <a:xfrm>
            <a:off x="288926" y="6732589"/>
            <a:ext cx="288925"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64" name="Rectangle 47"/>
          <p:cNvSpPr>
            <a:spLocks noChangeArrowheads="1"/>
          </p:cNvSpPr>
          <p:nvPr/>
        </p:nvSpPr>
        <p:spPr bwMode="auto">
          <a:xfrm>
            <a:off x="1763713" y="6732589"/>
            <a:ext cx="288925"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65" name="Rectangle 47"/>
          <p:cNvSpPr>
            <a:spLocks noChangeArrowheads="1"/>
          </p:cNvSpPr>
          <p:nvPr/>
        </p:nvSpPr>
        <p:spPr bwMode="auto">
          <a:xfrm>
            <a:off x="457236" y="5780089"/>
            <a:ext cx="1370013"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Vít</a:t>
            </a:r>
            <a:r>
              <a:rPr lang="en-US" altLang="ko-KR" sz="900" smtClean="0">
                <a:solidFill>
                  <a:srgbClr val="000000"/>
                </a:solidFill>
                <a:latin typeface="Times New Roman" panose="02020603050405020304" pitchFamily="18" charset="0"/>
                <a:cs typeface="Times New Roman" panose="02020603050405020304" pitchFamily="18" charset="0"/>
              </a:rPr>
              <a:t> tam </a:t>
            </a:r>
            <a:r>
              <a:rPr lang="en-US" altLang="ko-KR" sz="900" err="1" smtClean="0">
                <a:solidFill>
                  <a:srgbClr val="000000"/>
                </a:solidFill>
                <a:latin typeface="Times New Roman" panose="02020603050405020304" pitchFamily="18" charset="0"/>
                <a:cs typeface="Times New Roman" panose="02020603050405020304" pitchFamily="18" charset="0"/>
              </a:rPr>
              <a:t>giác</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66" name="Rectangle 47"/>
          <p:cNvSpPr>
            <a:spLocks noChangeArrowheads="1"/>
          </p:cNvSpPr>
          <p:nvPr/>
        </p:nvSpPr>
        <p:spPr bwMode="auto">
          <a:xfrm>
            <a:off x="1920911" y="5780089"/>
            <a:ext cx="1370013"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Vít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tứ</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giác</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67" name="Rectangle 47"/>
          <p:cNvSpPr>
            <a:spLocks noChangeArrowheads="1"/>
          </p:cNvSpPr>
          <p:nvPr/>
        </p:nvSpPr>
        <p:spPr bwMode="auto">
          <a:xfrm>
            <a:off x="1920911" y="6732589"/>
            <a:ext cx="1370013"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Vít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hình</a:t>
            </a:r>
            <a:r>
              <a:rPr lang="en-US" altLang="ko-KR" sz="900" smtClean="0">
                <a:solidFill>
                  <a:srgbClr val="000000"/>
                </a:solidFill>
                <a:latin typeface="Times New Roman" panose="02020603050405020304" pitchFamily="18" charset="0"/>
                <a:cs typeface="Times New Roman" panose="02020603050405020304" pitchFamily="18" charset="0"/>
              </a:rPr>
              <a:t> thang</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68" name="Rectangle 47"/>
          <p:cNvSpPr>
            <a:spLocks noChangeArrowheads="1"/>
          </p:cNvSpPr>
          <p:nvPr/>
        </p:nvSpPr>
        <p:spPr bwMode="auto">
          <a:xfrm>
            <a:off x="457236" y="6732589"/>
            <a:ext cx="1370013"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Vít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tròn</a:t>
            </a:r>
            <a:endParaRPr lang="en-US" altLang="ko-KR" sz="900">
              <a:solidFill>
                <a:srgbClr val="000000"/>
              </a:solidFill>
              <a:latin typeface="Times New Roman" panose="02020603050405020304" pitchFamily="18" charset="0"/>
              <a:cs typeface="Times New Roman" panose="02020603050405020304" pitchFamily="18" charset="0"/>
            </a:endParaRPr>
          </a:p>
        </p:txBody>
      </p:sp>
      <p:pic>
        <p:nvPicPr>
          <p:cNvPr id="22569" name="Picture 6" descr="8-1"/>
          <p:cNvPicPr>
            <a:picLocks noChangeAspect="1" noChangeArrowheads="1"/>
          </p:cNvPicPr>
          <p:nvPr/>
        </p:nvPicPr>
        <p:blipFill>
          <a:blip r:embed="rId5">
            <a:extLst>
              <a:ext uri="{28A0092B-C50C-407E-A947-70E740481C1C}">
                <a14:useLocalDpi xmlns:a14="http://schemas.microsoft.com/office/drawing/2010/main" val="0"/>
              </a:ext>
            </a:extLst>
          </a:blip>
          <a:srcRect l="16660" t="15456" r="22784" b="8066"/>
          <a:stretch>
            <a:fillRect/>
          </a:stretch>
        </p:blipFill>
        <p:spPr bwMode="auto">
          <a:xfrm>
            <a:off x="4991100" y="4476768"/>
            <a:ext cx="1390650" cy="1031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직선 화살표 연결선 4"/>
          <p:cNvCxnSpPr/>
          <p:nvPr/>
        </p:nvCxnSpPr>
        <p:spPr>
          <a:xfrm>
            <a:off x="4868899" y="4608513"/>
            <a:ext cx="1260475" cy="0"/>
          </a:xfrm>
          <a:prstGeom prst="straightConnector1">
            <a:avLst/>
          </a:prstGeom>
          <a:ln w="19050">
            <a:tailEnd type="arrow"/>
          </a:ln>
        </p:spPr>
        <p:style>
          <a:lnRef idx="1">
            <a:schemeClr val="dk1"/>
          </a:lnRef>
          <a:fillRef idx="0">
            <a:schemeClr val="dk1"/>
          </a:fillRef>
          <a:effectRef idx="0">
            <a:schemeClr val="dk1"/>
          </a:effectRef>
          <a:fontRef idx="minor">
            <a:schemeClr val="tx1"/>
          </a:fontRef>
        </p:style>
      </p:cxnSp>
      <p:sp>
        <p:nvSpPr>
          <p:cNvPr id="22571" name="Rectangle 47"/>
          <p:cNvSpPr>
            <a:spLocks noChangeArrowheads="1"/>
          </p:cNvSpPr>
          <p:nvPr/>
        </p:nvSpPr>
        <p:spPr bwMode="auto">
          <a:xfrm>
            <a:off x="4670461" y="4486275"/>
            <a:ext cx="314325"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A</a:t>
            </a:r>
          </a:p>
        </p:txBody>
      </p:sp>
      <p:sp>
        <p:nvSpPr>
          <p:cNvPr id="22572" name="Rectangle 37"/>
          <p:cNvSpPr>
            <a:spLocks noChangeArrowheads="1"/>
          </p:cNvSpPr>
          <p:nvPr/>
        </p:nvSpPr>
        <p:spPr bwMode="auto">
          <a:xfrm>
            <a:off x="246063" y="4608513"/>
            <a:ext cx="3116262"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Thrust Roller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sắp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Taper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Roller Bearing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Douple</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Thrust Ball Bearing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Thrust Bearing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cầu</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8"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25577576"/>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3555" name="Text Box 3"/>
          <p:cNvSpPr txBox="1">
            <a:spLocks noChangeArrowheads="1"/>
          </p:cNvSpPr>
          <p:nvPr/>
        </p:nvSpPr>
        <p:spPr bwMode="auto">
          <a:xfrm>
            <a:off x="228636" y="679469"/>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3556" name="Rectangle 4"/>
          <p:cNvSpPr>
            <a:spLocks noChangeArrowheads="1"/>
          </p:cNvSpPr>
          <p:nvPr/>
        </p:nvSpPr>
        <p:spPr bwMode="auto">
          <a:xfrm>
            <a:off x="3048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3557" name="Rectangle 5"/>
          <p:cNvSpPr>
            <a:spLocks noChangeArrowheads="1"/>
          </p:cNvSpPr>
          <p:nvPr/>
        </p:nvSpPr>
        <p:spPr bwMode="auto">
          <a:xfrm>
            <a:off x="34290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35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61"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3568" name="Rectangle 14"/>
          <p:cNvSpPr>
            <a:spLocks noChangeArrowheads="1"/>
          </p:cNvSpPr>
          <p:nvPr/>
        </p:nvSpPr>
        <p:spPr bwMode="auto">
          <a:xfrm>
            <a:off x="295280" y="6278524"/>
            <a:ext cx="312420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a:t>
            </a:r>
            <a:r>
              <a:rPr lang="en-US" altLang="ko-KR" sz="900" smtClean="0">
                <a:solidFill>
                  <a:srgbClr val="000000"/>
                </a:solidFill>
                <a:latin typeface="돋움" pitchFamily="50" charset="-127"/>
                <a:ea typeface="돋움" pitchFamily="50" charset="-127"/>
              </a:rPr>
              <a:t>Sau </a:t>
            </a:r>
            <a:r>
              <a:rPr lang="en-US" altLang="ko-KR" sz="900">
                <a:solidFill>
                  <a:srgbClr val="000000"/>
                </a:solidFill>
                <a:latin typeface="돋움" pitchFamily="50" charset="-127"/>
                <a:ea typeface="돋움" pitchFamily="50" charset="-127"/>
              </a:rPr>
              <a:t>đây ý kiến nào sai không đúng về </a:t>
            </a:r>
            <a:r>
              <a:rPr lang="en-US" altLang="ko-KR" sz="900" smtClean="0">
                <a:solidFill>
                  <a:srgbClr val="000000"/>
                </a:solidFill>
                <a:latin typeface="돋움" pitchFamily="50" charset="-127"/>
                <a:ea typeface="돋움" pitchFamily="50" charset="-127"/>
              </a:rPr>
              <a:t>phương pháp đánh dấu và tên ốc vít?</a:t>
            </a:r>
            <a:endParaRPr lang="en-US" altLang="ko-KR" sz="900">
              <a:solidFill>
                <a:srgbClr val="000000"/>
              </a:solidFill>
              <a:latin typeface="돋움" pitchFamily="50" charset="-127"/>
              <a:ea typeface="돋움" pitchFamily="50" charset="-127"/>
            </a:endParaRPr>
          </a:p>
          <a:p>
            <a:r>
              <a:rPr lang="en-US" altLang="ko-KR" sz="900">
                <a:solidFill>
                  <a:srgbClr val="000000"/>
                </a:solidFill>
                <a:latin typeface="돋움" pitchFamily="50" charset="-127"/>
                <a:ea typeface="돋움" pitchFamily="50" charset="-127"/>
              </a:rPr>
              <a:t> ① </a:t>
            </a:r>
            <a:r>
              <a:rPr lang="en-US" altLang="ko-KR" sz="900" smtClean="0">
                <a:solidFill>
                  <a:srgbClr val="000000"/>
                </a:solidFill>
                <a:latin typeface="돋움" pitchFamily="50" charset="-127"/>
                <a:ea typeface="돋움" pitchFamily="50" charset="-127"/>
              </a:rPr>
              <a:t>Taper male thread: R</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② Taper female thread: Re</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③ </a:t>
            </a:r>
            <a:r>
              <a:rPr lang="en-US" altLang="ko-KR" sz="900" smtClean="0">
                <a:solidFill>
                  <a:srgbClr val="000000"/>
                </a:solidFill>
                <a:latin typeface="돋움" pitchFamily="50" charset="-127"/>
                <a:ea typeface="돋움" pitchFamily="50" charset="-127"/>
              </a:rPr>
              <a:t>Metric fine thread:M</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en-US" altLang="ko-KR" sz="900" smtClean="0">
                <a:solidFill>
                  <a:srgbClr val="000000"/>
                </a:solidFill>
                <a:latin typeface="돋움" pitchFamily="50" charset="-127"/>
                <a:ea typeface="돋움" pitchFamily="50" charset="-127"/>
              </a:rPr>
              <a:t>parallel thread for pipe:R</a:t>
            </a:r>
            <a:endParaRPr lang="en-US" altLang="ko-KR" sz="900">
              <a:solidFill>
                <a:srgbClr val="000000"/>
              </a:solidFill>
              <a:latin typeface="돋움" pitchFamily="50" charset="-127"/>
              <a:ea typeface="돋움" pitchFamily="50" charset="-127"/>
            </a:endParaRPr>
          </a:p>
        </p:txBody>
      </p:sp>
      <p:sp>
        <p:nvSpPr>
          <p:cNvPr id="23569" name="Rectangle 14"/>
          <p:cNvSpPr>
            <a:spLocks noChangeArrowheads="1"/>
          </p:cNvSpPr>
          <p:nvPr/>
        </p:nvSpPr>
        <p:spPr bwMode="auto">
          <a:xfrm>
            <a:off x="305594" y="7146483"/>
            <a:ext cx="31242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Sau đây ý kiến nào </a:t>
            </a:r>
            <a:r>
              <a:rPr lang="en-US" altLang="ko-KR" sz="900" smtClean="0">
                <a:solidFill>
                  <a:srgbClr val="000000"/>
                </a:solidFill>
                <a:latin typeface="돋움" pitchFamily="50" charset="-127"/>
                <a:ea typeface="돋움" pitchFamily="50" charset="-127"/>
              </a:rPr>
              <a:t>không được phân loại theo mục đích dử dụng của bản vẽ</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① bản vẽ kế hoạch</a:t>
            </a:r>
            <a:r>
              <a:rPr lang="ko-KR" altLang="en-US" sz="900" smtClean="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② bản vẽ chế tác </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③ bản vẽ thuyết minh giải thích</a:t>
            </a:r>
            <a:r>
              <a:rPr lang="ko-KR" altLang="en-US" sz="900" smtClean="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④ bản vẽ bố trí</a:t>
            </a:r>
            <a:endParaRPr lang="en-US" altLang="ko-KR" sz="900">
              <a:solidFill>
                <a:srgbClr val="000000"/>
              </a:solidFill>
              <a:latin typeface="돋움" pitchFamily="50" charset="-127"/>
              <a:ea typeface="돋움" pitchFamily="50" charset="-127"/>
            </a:endParaRPr>
          </a:p>
        </p:txBody>
      </p:sp>
      <p:sp>
        <p:nvSpPr>
          <p:cNvPr id="23570" name="Rectangle 14"/>
          <p:cNvSpPr>
            <a:spLocks noChangeArrowheads="1"/>
          </p:cNvSpPr>
          <p:nvPr/>
        </p:nvSpPr>
        <p:spPr bwMode="auto">
          <a:xfrm>
            <a:off x="314960" y="7785194"/>
            <a:ext cx="33401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a:t>
            </a:r>
            <a:r>
              <a:rPr lang="ko-KR" altLang="en-US" sz="90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Trong bố cục của bản vẽ thì cái vị trí được vẽ hoặc nằm trong cấu hình sau tiêu đề bên phải đó là cái gì?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smtClean="0">
                <a:solidFill>
                  <a:srgbClr val="000000"/>
                </a:solidFill>
                <a:latin typeface="돋움" pitchFamily="50" charset="-127"/>
                <a:ea typeface="돋움" pitchFamily="50" charset="-127"/>
              </a:rPr>
              <a:t>척도</a:t>
            </a:r>
            <a:endParaRPr lang="en-US" altLang="ko-KR" sz="9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② </a:t>
            </a:r>
            <a:r>
              <a:rPr lang="en-US" altLang="ko-KR" sz="900" smtClean="0">
                <a:solidFill>
                  <a:srgbClr val="000000"/>
                </a:solidFill>
                <a:latin typeface="돋움" pitchFamily="50" charset="-127"/>
                <a:ea typeface="돋움" pitchFamily="50" charset="-127"/>
              </a:rPr>
              <a:t>mark trung tâm </a:t>
            </a:r>
            <a:r>
              <a:rPr lang="ko-KR" altLang="en-US" sz="900" smtClean="0">
                <a:solidFill>
                  <a:srgbClr val="000000"/>
                </a:solidFill>
                <a:latin typeface="돋움" pitchFamily="50" charset="-127"/>
                <a:ea typeface="돋움" pitchFamily="50" charset="-127"/>
              </a:rPr>
              <a:t>  </a:t>
            </a:r>
            <a:endParaRPr lang="en-US" altLang="ko-KR" sz="9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③ 부품란 </a:t>
            </a:r>
            <a:endParaRPr lang="en-US" altLang="ko-KR" sz="9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a:t>
            </a:r>
            <a:r>
              <a:rPr lang="en-US" altLang="ko-KR" sz="900" smtClean="0">
                <a:solidFill>
                  <a:srgbClr val="000000"/>
                </a:solidFill>
                <a:latin typeface="돋움" pitchFamily="50" charset="-127"/>
                <a:ea typeface="돋움" pitchFamily="50" charset="-127"/>
              </a:rPr>
              <a:t>phác thảo bản vẽ</a:t>
            </a:r>
            <a:endParaRPr lang="ko-KR" altLang="en-US" sz="900">
              <a:solidFill>
                <a:srgbClr val="000000"/>
              </a:solidFill>
              <a:latin typeface="돋움" pitchFamily="50" charset="-127"/>
              <a:ea typeface="돋움" pitchFamily="50" charset="-127"/>
            </a:endParaRPr>
          </a:p>
        </p:txBody>
      </p:sp>
      <p:sp>
        <p:nvSpPr>
          <p:cNvPr id="23571" name="Rectangle 74"/>
          <p:cNvSpPr>
            <a:spLocks noChangeArrowheads="1"/>
          </p:cNvSpPr>
          <p:nvPr/>
        </p:nvSpPr>
        <p:spPr bwMode="auto">
          <a:xfrm>
            <a:off x="314960" y="1600200"/>
            <a:ext cx="31242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en-US" altLang="ko-KR" sz="900" smtClean="0">
                <a:solidFill>
                  <a:srgbClr val="000000"/>
                </a:solidFill>
                <a:latin typeface="돋움" pitchFamily="50" charset="-127"/>
                <a:ea typeface="돋움" pitchFamily="50" charset="-127"/>
              </a:rPr>
              <a:t>Chọn đáp án nào giải thích sai về Ball </a:t>
            </a:r>
            <a:r>
              <a:rPr lang="en-US" altLang="ko-KR" sz="900">
                <a:solidFill>
                  <a:srgbClr val="000000"/>
                </a:solidFill>
                <a:latin typeface="돋움" pitchFamily="50" charset="-127"/>
                <a:ea typeface="돋움" pitchFamily="50" charset="-127"/>
              </a:rPr>
              <a:t>Retainer Type LM </a:t>
            </a:r>
            <a:r>
              <a:rPr lang="en-US" altLang="ko-KR" sz="900" smtClean="0">
                <a:solidFill>
                  <a:srgbClr val="000000"/>
                </a:solidFill>
                <a:latin typeface="돋움" pitchFamily="50" charset="-127"/>
                <a:ea typeface="돋움" pitchFamily="50" charset="-127"/>
              </a:rPr>
              <a:t>Guide?</a:t>
            </a:r>
          </a:p>
          <a:p>
            <a:pPr eaLnBrk="1" fontAlgn="base" latinLnBrk="1" hangingPunct="1">
              <a:spcBef>
                <a:spcPct val="0"/>
              </a:spcBef>
              <a:spcAft>
                <a:spcPct val="0"/>
              </a:spcAft>
            </a:pPr>
            <a:r>
              <a:rPr lang="ko-KR" altLang="en-US" sz="900" smtClean="0">
                <a:solidFill>
                  <a:srgbClr val="000000"/>
                </a:solidFill>
                <a:latin typeface="돋움" pitchFamily="50" charset="-127"/>
                <a:ea typeface="돋움" pitchFamily="50" charset="-127"/>
              </a:rPr>
              <a:t> ① </a:t>
            </a:r>
            <a:r>
              <a:rPr lang="en-US" altLang="ko-KR" sz="900" smtClean="0">
                <a:solidFill>
                  <a:srgbClr val="000000"/>
                </a:solidFill>
                <a:latin typeface="돋움" pitchFamily="50" charset="-127"/>
                <a:ea typeface="돋움" pitchFamily="50" charset="-127"/>
              </a:rPr>
              <a:t>tuổi thọ cao, thực hiện Maintenance Free lâu dài</a:t>
            </a:r>
            <a:endParaRPr lang="ko-KR" altLang="en-US" sz="9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smtClean="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a:t>
            </a:r>
            <a:r>
              <a:rPr lang="en-US" altLang="ko-KR" sz="900" smtClean="0">
                <a:solidFill>
                  <a:srgbClr val="000000"/>
                </a:solidFill>
                <a:latin typeface="돋움" pitchFamily="50" charset="-127"/>
                <a:ea typeface="돋움" pitchFamily="50" charset="-127"/>
              </a:rPr>
              <a:t>ít tạo ra bụi, tiếng ồn thấp, chất lượng âm thanh</a:t>
            </a:r>
            <a:r>
              <a:rPr lang="ko-KR" altLang="en-US" sz="900" smtClean="0">
                <a:solidFill>
                  <a:srgbClr val="000000"/>
                </a:solidFill>
                <a:latin typeface="돋움" pitchFamily="50" charset="-127"/>
                <a:ea typeface="돋움" pitchFamily="50" charset="-127"/>
              </a:rPr>
              <a:t>   ③ </a:t>
            </a:r>
            <a:r>
              <a:rPr lang="en-US" altLang="ko-KR" sz="900" smtClean="0">
                <a:solidFill>
                  <a:srgbClr val="000000"/>
                </a:solidFill>
                <a:latin typeface="돋움" pitchFamily="50" charset="-127"/>
                <a:ea typeface="돋움" pitchFamily="50" charset="-127"/>
              </a:rPr>
              <a:t>chuyển dộng tròn có dộ chính xác cao và không bị rung</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smtClean="0">
                <a:solidFill>
                  <a:srgbClr val="000000"/>
                </a:solidFill>
                <a:latin typeface="돋움" pitchFamily="50" charset="-127"/>
                <a:ea typeface="돋움" pitchFamily="50" charset="-127"/>
              </a:rPr>
              <a:t>chuyển </a:t>
            </a:r>
            <a:r>
              <a:rPr lang="en-US" altLang="ko-KR" sz="900">
                <a:solidFill>
                  <a:srgbClr val="000000"/>
                </a:solidFill>
                <a:latin typeface="돋움" pitchFamily="50" charset="-127"/>
                <a:ea typeface="돋움" pitchFamily="50" charset="-127"/>
              </a:rPr>
              <a:t>đ</a:t>
            </a:r>
            <a:r>
              <a:rPr lang="en-US" altLang="ko-KR" sz="900" smtClean="0">
                <a:solidFill>
                  <a:srgbClr val="000000"/>
                </a:solidFill>
                <a:latin typeface="돋움" pitchFamily="50" charset="-127"/>
                <a:ea typeface="돋움" pitchFamily="50" charset="-127"/>
              </a:rPr>
              <a:t>ộng trượt theo mọi hướng được lắp đặt</a:t>
            </a:r>
            <a:endParaRPr lang="ko-KR" altLang="en-US" sz="900">
              <a:solidFill>
                <a:srgbClr val="000000"/>
              </a:solidFill>
              <a:latin typeface="돋움" pitchFamily="50" charset="-127"/>
              <a:ea typeface="돋움" pitchFamily="50" charset="-127"/>
            </a:endParaRPr>
          </a:p>
        </p:txBody>
      </p:sp>
      <p:sp>
        <p:nvSpPr>
          <p:cNvPr id="23572" name="Rectangle 44"/>
          <p:cNvSpPr>
            <a:spLocks noChangeArrowheads="1"/>
          </p:cNvSpPr>
          <p:nvPr/>
        </p:nvSpPr>
        <p:spPr bwMode="auto">
          <a:xfrm>
            <a:off x="301625" y="2662029"/>
            <a:ext cx="3132138" cy="216982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Chọn đáp án nào giải thích sai </a:t>
            </a:r>
            <a:r>
              <a:rPr lang="en-US" altLang="ko-KR" sz="900" smtClean="0">
                <a:solidFill>
                  <a:srgbClr val="000000"/>
                </a:solidFill>
                <a:latin typeface="돋움" pitchFamily="50" charset="-127"/>
                <a:ea typeface="돋움" pitchFamily="50" charset="-127"/>
              </a:rPr>
              <a:t>vềlubrication(dầu  nhớt)?</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① </a:t>
            </a:r>
            <a:r>
              <a:rPr lang="en-US" altLang="ko-KR" sz="900">
                <a:solidFill>
                  <a:srgbClr val="000000"/>
                </a:solidFill>
                <a:latin typeface="돋움" pitchFamily="50" charset="-127"/>
                <a:ea typeface="돋움" pitchFamily="50" charset="-127"/>
              </a:rPr>
              <a:t>Trước khi sử dụng sản phẩm thì </a:t>
            </a:r>
            <a:r>
              <a:rPr lang="en-US" altLang="ko-KR" sz="900" smtClean="0">
                <a:solidFill>
                  <a:srgbClr val="000000"/>
                </a:solidFill>
                <a:latin typeface="돋움" pitchFamily="50" charset="-127"/>
                <a:ea typeface="돋움" pitchFamily="50" charset="-127"/>
              </a:rPr>
              <a:t>lubrication phải được bơm đầy và phải loại bỏ hoàn toàn anti-rust oil.</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a:t>
            </a:r>
            <a:r>
              <a:rPr lang="en-US" altLang="ko-KR" sz="900" smtClean="0">
                <a:solidFill>
                  <a:srgbClr val="000000"/>
                </a:solidFill>
                <a:latin typeface="돋움" pitchFamily="50" charset="-127"/>
                <a:ea typeface="돋움" pitchFamily="50" charset="-127"/>
              </a:rPr>
              <a:t>Sử dụng lubrication với các đặc tính vật lý khác nhau.</a:t>
            </a:r>
            <a:endParaRPr lang="en-US" altLang="ko-KR" sz="900">
              <a:solidFill>
                <a:srgbClr val="000000"/>
              </a:solidFill>
              <a:latin typeface="돋움" pitchFamily="50" charset="-127"/>
              <a:ea typeface="돋움" pitchFamily="50" charset="-127"/>
            </a:endParaRPr>
          </a:p>
          <a:p>
            <a:r>
              <a:rPr lang="en-US" altLang="ko-KR" sz="90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Sử dụng</a:t>
            </a:r>
            <a:r>
              <a:rPr lang="ko-KR" altLang="en-US" sz="900" smtClean="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lubrication là chất bôi trơn có đặc tính phù hợp với các môi trường đặc biệt.Đối với loại dầu nhớt cơ bản thông thường được sử dụng trong môi trường đặc biệt </a:t>
            </a:r>
            <a:r>
              <a:rPr lang="en-US" altLang="ko-KR" sz="900">
                <a:solidFill>
                  <a:srgbClr val="000000"/>
                </a:solidFill>
                <a:latin typeface="돋움" pitchFamily="50" charset="-127"/>
                <a:ea typeface="돋움" pitchFamily="50" charset="-127"/>
              </a:rPr>
              <a:t>như </a:t>
            </a:r>
            <a:r>
              <a:rPr lang="en-US" altLang="ko-KR" sz="900" smtClean="0">
                <a:solidFill>
                  <a:srgbClr val="000000"/>
                </a:solidFill>
                <a:latin typeface="돋움" pitchFamily="50" charset="-127"/>
                <a:ea typeface="돋움" pitchFamily="50" charset="-127"/>
              </a:rPr>
              <a:t>môi trường nhiệt độ cao và thấp, nơi có sự rung động thường xuyên như clean room,chân không.</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Chọn chu kỳ </a:t>
            </a:r>
            <a:r>
              <a:rPr lang="en-US" altLang="ko-KR" sz="900" smtClean="0">
                <a:solidFill>
                  <a:srgbClr val="000000"/>
                </a:solidFill>
                <a:latin typeface="돋움" pitchFamily="50" charset="-127"/>
                <a:ea typeface="돋움" pitchFamily="50" charset="-127"/>
              </a:rPr>
              <a:t>lubrication bôi trơn sau khi phân tích một cách tỉ mỷ thì lubrication phụ thuộc vào điều kiện là khoảng thời gian bôi</a:t>
            </a:r>
            <a:endParaRPr lang="en-US" altLang="ko-KR" sz="900">
              <a:solidFill>
                <a:srgbClr val="000000"/>
              </a:solidFill>
              <a:latin typeface="돋움" pitchFamily="50" charset="-127"/>
              <a:ea typeface="돋움" pitchFamily="50" charset="-127"/>
            </a:endParaRPr>
          </a:p>
        </p:txBody>
      </p:sp>
      <p:sp>
        <p:nvSpPr>
          <p:cNvPr id="23573" name="Rectangle 44"/>
          <p:cNvSpPr>
            <a:spLocks noChangeArrowheads="1"/>
          </p:cNvSpPr>
          <p:nvPr/>
        </p:nvSpPr>
        <p:spPr bwMode="auto">
          <a:xfrm>
            <a:off x="291311" y="4831854"/>
            <a:ext cx="3132138" cy="147732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17.Sau đây ý kiến nào sai không đúng về </a:t>
            </a:r>
            <a:r>
              <a:rPr lang="en-US" altLang="ko-KR" sz="900" smtClean="0">
                <a:solidFill>
                  <a:srgbClr val="000000"/>
                </a:solidFill>
                <a:latin typeface="돋움" pitchFamily="50" charset="-127"/>
                <a:ea typeface="돋움" pitchFamily="50" charset="-127"/>
              </a:rPr>
              <a:t>hoạt động </a:t>
            </a:r>
            <a:r>
              <a:rPr lang="en-US" altLang="ko-KR" sz="900">
                <a:solidFill>
                  <a:srgbClr val="000000"/>
                </a:solidFill>
                <a:latin typeface="돋움" pitchFamily="50" charset="-127"/>
                <a:ea typeface="돋움" pitchFamily="50" charset="-127"/>
              </a:rPr>
              <a:t>của chất </a:t>
            </a:r>
            <a:r>
              <a:rPr lang="en-US" altLang="ko-KR" sz="900" smtClean="0">
                <a:solidFill>
                  <a:srgbClr val="000000"/>
                </a:solidFill>
                <a:latin typeface="돋움" pitchFamily="50" charset="-127"/>
                <a:ea typeface="돋움" pitchFamily="50" charset="-127"/>
              </a:rPr>
              <a:t>lubrication trong hệ thống Direct acting system?</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a:t>
            </a:r>
            <a:r>
              <a:rPr lang="en-US" altLang="ko-KR" sz="900" smtClean="0">
                <a:solidFill>
                  <a:srgbClr val="000000"/>
                </a:solidFill>
                <a:latin typeface="돋움" pitchFamily="50" charset="-127"/>
                <a:ea typeface="돋움" pitchFamily="50" charset="-127"/>
              </a:rPr>
              <a:t>Làm giảm ma sát của từng bộ phận chuyển động, chống dính và ít bị mài mòn hơn</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a:t>
            </a:r>
            <a:r>
              <a:rPr lang="en-US" altLang="ko-KR" sz="900" smtClean="0">
                <a:solidFill>
                  <a:srgbClr val="000000"/>
                </a:solidFill>
                <a:latin typeface="돋움" pitchFamily="50" charset="-127"/>
                <a:ea typeface="돋움" pitchFamily="50" charset="-127"/>
              </a:rPr>
              <a:t>Tạo màng dầu trên bè mặt đám mâ</a:t>
            </a:r>
          </a:p>
          <a:p>
            <a:pPr eaLnBrk="1" fontAlgn="base" latinLnBrk="1" hangingPunct="1">
              <a:spcBef>
                <a:spcPct val="0"/>
              </a:spcBef>
              <a:spcAft>
                <a:spcPct val="0"/>
              </a:spcAft>
            </a:pPr>
            <a:r>
              <a:rPr lang="ko-KR" altLang="en-US" sz="900" smtClean="0">
                <a:solidFill>
                  <a:srgbClr val="000000"/>
                </a:solidFill>
                <a:latin typeface="돋움" pitchFamily="50" charset="-127"/>
                <a:ea typeface="돋움" pitchFamily="50" charset="-127"/>
              </a:rPr>
              <a:t>③ </a:t>
            </a:r>
            <a:r>
              <a:rPr lang="en-US" altLang="ko-KR" sz="900" smtClean="0">
                <a:solidFill>
                  <a:srgbClr val="000000"/>
                </a:solidFill>
                <a:latin typeface="돋움" pitchFamily="50" charset="-127"/>
                <a:ea typeface="돋움" pitchFamily="50" charset="-127"/>
              </a:rPr>
              <a:t>Làm giảm lực tác dộng lên bề mặt và làm tăng và kéo dài tuổi thọ</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en-US" altLang="ko-KR" sz="900" smtClean="0">
                <a:solidFill>
                  <a:srgbClr val="000000"/>
                </a:solidFill>
                <a:latin typeface="돋움" pitchFamily="50" charset="-127"/>
                <a:ea typeface="돋움" pitchFamily="50" charset="-127"/>
              </a:rPr>
              <a:t>Phủ lên bề mặt một lớp màng dầu để loại bỏ rỉ sét</a:t>
            </a:r>
            <a:endParaRPr lang="en-US" altLang="ko-KR" sz="900">
              <a:solidFill>
                <a:srgbClr val="000000"/>
              </a:solidFill>
              <a:latin typeface="돋움" pitchFamily="50" charset="-127"/>
              <a:ea typeface="돋움" pitchFamily="50" charset="-127"/>
            </a:endParaRPr>
          </a:p>
        </p:txBody>
      </p:sp>
      <p:sp>
        <p:nvSpPr>
          <p:cNvPr id="23574" name="Rectangle 78"/>
          <p:cNvSpPr>
            <a:spLocks noChangeArrowheads="1"/>
          </p:cNvSpPr>
          <p:nvPr/>
        </p:nvSpPr>
        <p:spPr bwMode="auto">
          <a:xfrm>
            <a:off x="304800" y="984270"/>
            <a:ext cx="31242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14. Phương pháp biến đổi chuyển động quay thành chuyển động thẳng là  cái gì ? </a:t>
            </a:r>
          </a:p>
          <a:p>
            <a:pPr eaLnBrk="1" fontAlgn="base" latinLnBrk="1" hangingPunct="1">
              <a:spcBef>
                <a:spcPct val="0"/>
              </a:spcBef>
              <a:spcAft>
                <a:spcPct val="0"/>
              </a:spcAft>
            </a:pPr>
            <a:r>
              <a:rPr lang="en-US" altLang="ko-KR" sz="900">
                <a:solidFill>
                  <a:srgbClr val="000000"/>
                </a:solidFill>
              </a:rPr>
              <a:t>   ① LM guide        ② ball screw </a:t>
            </a:r>
          </a:p>
          <a:p>
            <a:pPr eaLnBrk="1" fontAlgn="base" latinLnBrk="1" hangingPunct="1">
              <a:spcBef>
                <a:spcPct val="0"/>
              </a:spcBef>
              <a:spcAft>
                <a:spcPct val="0"/>
              </a:spcAft>
            </a:pPr>
            <a:r>
              <a:rPr lang="en-US" altLang="ko-KR" sz="900">
                <a:solidFill>
                  <a:srgbClr val="000000"/>
                </a:solidFill>
              </a:rPr>
              <a:t>   ③ Linear bushing④ Ball spline</a:t>
            </a:r>
            <a:endParaRPr lang="ko-KR" altLang="en-US" sz="900">
              <a:solidFill>
                <a:srgbClr val="000000"/>
              </a:solidFill>
            </a:endParaRPr>
          </a:p>
        </p:txBody>
      </p:sp>
      <p:sp>
        <p:nvSpPr>
          <p:cNvPr id="16"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4131654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457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11"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4"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820507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5603" name="Text Box 3"/>
          <p:cNvSpPr txBox="1">
            <a:spLocks noChangeArrowheads="1"/>
          </p:cNvSpPr>
          <p:nvPr/>
        </p:nvSpPr>
        <p:spPr bwMode="auto">
          <a:xfrm>
            <a:off x="228636" y="679469"/>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5604" name="Rectangle 4"/>
          <p:cNvSpPr>
            <a:spLocks noChangeArrowheads="1"/>
          </p:cNvSpPr>
          <p:nvPr/>
        </p:nvSpPr>
        <p:spPr bwMode="auto">
          <a:xfrm>
            <a:off x="290095" y="96548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5605" name="Rectangle 5"/>
          <p:cNvSpPr>
            <a:spLocks noChangeArrowheads="1"/>
          </p:cNvSpPr>
          <p:nvPr/>
        </p:nvSpPr>
        <p:spPr bwMode="auto">
          <a:xfrm>
            <a:off x="34290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560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61"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5616" name="Rectangle 14"/>
          <p:cNvSpPr>
            <a:spLocks noChangeArrowheads="1"/>
          </p:cNvSpPr>
          <p:nvPr/>
        </p:nvSpPr>
        <p:spPr bwMode="auto">
          <a:xfrm>
            <a:off x="246063" y="1000127"/>
            <a:ext cx="31242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돋움" pitchFamily="50" charset="-127"/>
                <a:ea typeface="돋움" pitchFamily="50" charset="-127"/>
              </a:rPr>
              <a:t>1.Sau </a:t>
            </a:r>
            <a:r>
              <a:rPr lang="en-US" altLang="ko-KR" sz="800">
                <a:solidFill>
                  <a:srgbClr val="000000"/>
                </a:solidFill>
                <a:latin typeface="돋움" pitchFamily="50" charset="-127"/>
                <a:ea typeface="돋움" pitchFamily="50" charset="-127"/>
              </a:rPr>
              <a:t>đây ý kiến </a:t>
            </a:r>
            <a:r>
              <a:rPr lang="en-US" altLang="ko-KR" sz="800" smtClean="0">
                <a:solidFill>
                  <a:srgbClr val="000000"/>
                </a:solidFill>
                <a:latin typeface="돋움" pitchFamily="50" charset="-127"/>
                <a:ea typeface="돋움" pitchFamily="50" charset="-127"/>
              </a:rPr>
              <a:t>nào không </a:t>
            </a:r>
            <a:r>
              <a:rPr lang="en-US" altLang="ko-KR" sz="800">
                <a:solidFill>
                  <a:srgbClr val="000000"/>
                </a:solidFill>
                <a:latin typeface="돋움" pitchFamily="50" charset="-127"/>
                <a:ea typeface="돋움" pitchFamily="50" charset="-127"/>
              </a:rPr>
              <a:t>đúng về </a:t>
            </a:r>
            <a:r>
              <a:rPr lang="en-US" altLang="ko-KR" sz="800" smtClean="0">
                <a:solidFill>
                  <a:srgbClr val="000000"/>
                </a:solidFill>
                <a:latin typeface="돋움" pitchFamily="50" charset="-127"/>
                <a:ea typeface="돋움" pitchFamily="50" charset="-127"/>
              </a:rPr>
              <a:t>giải thích trục vật liệu?</a:t>
            </a:r>
            <a:endParaRPr lang="en-US" altLang="ko-KR" sz="800">
              <a:solidFill>
                <a:srgbClr val="000000"/>
              </a:solidFill>
              <a:latin typeface="돋움" pitchFamily="50" charset="-127"/>
              <a:ea typeface="돋움" pitchFamily="50" charset="-127"/>
            </a:endParaRPr>
          </a:p>
          <a:p>
            <a:r>
              <a:rPr lang="en-US" altLang="ko-KR" sz="800">
                <a:solidFill>
                  <a:srgbClr val="000000"/>
                </a:solidFill>
                <a:latin typeface="돋움" pitchFamily="50" charset="-127"/>
                <a:ea typeface="돋움" pitchFamily="50" charset="-127"/>
              </a:rPr>
              <a:t>   ① </a:t>
            </a:r>
            <a:r>
              <a:rPr lang="en-US" altLang="ko-KR" sz="800" smtClean="0">
                <a:solidFill>
                  <a:srgbClr val="000000"/>
                </a:solidFill>
                <a:latin typeface="돋움" pitchFamily="50" charset="-127"/>
                <a:ea typeface="돋움" pitchFamily="50" charset="-127"/>
              </a:rPr>
              <a:t>Thép hợp kim thấp,thép </a:t>
            </a:r>
            <a:r>
              <a:rPr lang="en-US" altLang="ko-KR" sz="800">
                <a:solidFill>
                  <a:srgbClr val="000000"/>
                </a:solidFill>
                <a:latin typeface="돋움" pitchFamily="50" charset="-127"/>
                <a:ea typeface="돋움" pitchFamily="50" charset="-127"/>
              </a:rPr>
              <a:t>cacbon </a:t>
            </a:r>
            <a:r>
              <a:rPr lang="en-US" altLang="ko-KR" sz="800" smtClean="0">
                <a:solidFill>
                  <a:srgbClr val="000000"/>
                </a:solidFill>
                <a:latin typeface="돋움" pitchFamily="50" charset="-127"/>
                <a:ea typeface="돋움" pitchFamily="50" charset="-127"/>
              </a:rPr>
              <a:t>0.1~0.4%C với độ bền thấp, độ dẻo cao.</a:t>
            </a:r>
            <a:endParaRPr lang="ko-KR" altLang="en-US" sz="800">
              <a:solidFill>
                <a:srgbClr val="000000"/>
              </a:solidFill>
              <a:latin typeface="돋움" pitchFamily="50" charset="-127"/>
              <a:ea typeface="돋움" pitchFamily="50" charset="-127"/>
            </a:endParaRPr>
          </a:p>
          <a:p>
            <a:r>
              <a:rPr lang="ko-KR" altLang="en-US" sz="800">
                <a:solidFill>
                  <a:srgbClr val="000000"/>
                </a:solidFill>
                <a:latin typeface="돋움" pitchFamily="50" charset="-127"/>
                <a:ea typeface="돋움" pitchFamily="50" charset="-127"/>
              </a:rPr>
              <a:t>   </a:t>
            </a:r>
            <a:r>
              <a:rPr lang="ko-KR" altLang="en-US" sz="800" smtClean="0">
                <a:solidFill>
                  <a:srgbClr val="000000"/>
                </a:solidFill>
                <a:latin typeface="돋움" pitchFamily="50" charset="-127"/>
                <a:ea typeface="돋움" pitchFamily="50" charset="-127"/>
              </a:rPr>
              <a:t>②</a:t>
            </a:r>
            <a:r>
              <a:rPr lang="en-US" altLang="ko-KR" sz="800" smtClean="0">
                <a:solidFill>
                  <a:srgbClr val="000000"/>
                </a:solidFill>
                <a:latin typeface="돋움" pitchFamily="50" charset="-127"/>
                <a:ea typeface="돋움" pitchFamily="50" charset="-127"/>
              </a:rPr>
              <a:t>Các lọa thép Ni,thép Ni-Cr, thép Cr-Mo,..vv có trục tải thấp và tốc độ quay thấp </a:t>
            </a:r>
            <a:endParaRPr lang="vi-VN" altLang="ko-KR" sz="800" smtClean="0">
              <a:solidFill>
                <a:srgbClr val="000000"/>
              </a:solidFill>
              <a:latin typeface="돋움" pitchFamily="50" charset="-127"/>
              <a:ea typeface="돋움" pitchFamily="50" charset="-127"/>
            </a:endParaRPr>
          </a:p>
          <a:p>
            <a:r>
              <a:rPr lang="ko-KR" altLang="en-US" sz="800">
                <a:solidFill>
                  <a:srgbClr val="000000"/>
                </a:solidFill>
                <a:latin typeface="돋움" pitchFamily="50" charset="-127"/>
                <a:ea typeface="돋움" pitchFamily="50" charset="-127"/>
              </a:rPr>
              <a:t> ③ </a:t>
            </a:r>
            <a:r>
              <a:rPr lang="vi-VN" altLang="ko-KR" sz="800" smtClean="0">
                <a:solidFill>
                  <a:srgbClr val="000000"/>
                </a:solidFill>
                <a:latin typeface="돋움" pitchFamily="50" charset="-127"/>
                <a:ea typeface="돋움" pitchFamily="50" charset="-127"/>
              </a:rPr>
              <a:t>Đối với trục có kích thước lớn thông thường thì sử dụng thép cán nóng hoặc thép kéo.</a:t>
            </a:r>
          </a:p>
          <a:p>
            <a:r>
              <a:rPr lang="ko-KR" altLang="en-US" sz="800" smtClean="0">
                <a:solidFill>
                  <a:srgbClr val="000000"/>
                </a:solidFill>
                <a:latin typeface="돋움" pitchFamily="50" charset="-127"/>
                <a:ea typeface="돋움" pitchFamily="50" charset="-127"/>
              </a:rPr>
              <a:t>④ </a:t>
            </a:r>
            <a:r>
              <a:rPr lang="vi-VN" altLang="ko-KR" sz="800" smtClean="0">
                <a:solidFill>
                  <a:srgbClr val="000000"/>
                </a:solidFill>
                <a:latin typeface="돋움" pitchFamily="50" charset="-127"/>
                <a:ea typeface="돋움" pitchFamily="50" charset="-127"/>
              </a:rPr>
              <a:t>Nếu đường kính trên </a:t>
            </a:r>
            <a:r>
              <a:rPr lang="en-US" altLang="ko-KR" sz="800">
                <a:solidFill>
                  <a:srgbClr val="000000"/>
                </a:solidFill>
                <a:latin typeface="돋움" pitchFamily="50" charset="-127"/>
                <a:ea typeface="돋움" pitchFamily="50" charset="-127"/>
              </a:rPr>
              <a:t>100[mm] </a:t>
            </a:r>
            <a:r>
              <a:rPr lang="vi-VN" altLang="ko-KR" sz="800" smtClean="0">
                <a:solidFill>
                  <a:srgbClr val="000000"/>
                </a:solidFill>
                <a:latin typeface="돋움" pitchFamily="50" charset="-127"/>
                <a:ea typeface="돋움" pitchFamily="50" charset="-127"/>
              </a:rPr>
              <a:t>thì vật liệu được chế tác bàng cách rèn</a:t>
            </a:r>
            <a:endParaRPr lang="ko-KR" altLang="en-US" sz="800">
              <a:solidFill>
                <a:srgbClr val="000000"/>
              </a:solidFill>
              <a:latin typeface="돋움" pitchFamily="50" charset="-127"/>
              <a:ea typeface="돋움" pitchFamily="50" charset="-127"/>
            </a:endParaRPr>
          </a:p>
        </p:txBody>
      </p:sp>
      <p:sp>
        <p:nvSpPr>
          <p:cNvPr id="25617" name="Rectangle 13"/>
          <p:cNvSpPr>
            <a:spLocks noChangeArrowheads="1"/>
          </p:cNvSpPr>
          <p:nvPr/>
        </p:nvSpPr>
        <p:spPr bwMode="auto">
          <a:xfrm>
            <a:off x="255337" y="3502311"/>
            <a:ext cx="3240087"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돋움" pitchFamily="50" charset="-127"/>
                <a:ea typeface="돋움" pitchFamily="50" charset="-127"/>
              </a:rPr>
              <a:t>3</a:t>
            </a:r>
            <a:r>
              <a:rPr lang="vi-VN" altLang="ko-KR" sz="800" smtClean="0">
                <a:solidFill>
                  <a:srgbClr val="000000"/>
                </a:solidFill>
                <a:latin typeface="돋움" pitchFamily="50" charset="-127"/>
                <a:ea typeface="돋움" pitchFamily="50" charset="-127"/>
              </a:rPr>
              <a:t>.</a:t>
            </a:r>
            <a:r>
              <a:rPr lang="en-US" altLang="ko-KR" sz="800" smtClean="0">
                <a:solidFill>
                  <a:srgbClr val="000000"/>
                </a:solidFill>
                <a:latin typeface="돋움" pitchFamily="50" charset="-127"/>
                <a:ea typeface="돋움" pitchFamily="50" charset="-127"/>
              </a:rPr>
              <a:t>Những </a:t>
            </a:r>
            <a:r>
              <a:rPr lang="en-US" altLang="ko-KR" sz="800">
                <a:solidFill>
                  <a:srgbClr val="000000"/>
                </a:solidFill>
                <a:latin typeface="돋움" pitchFamily="50" charset="-127"/>
                <a:ea typeface="돋움" pitchFamily="50" charset="-127"/>
              </a:rPr>
              <a:t>gì không phù hợp với mô tả của rolling </a:t>
            </a:r>
            <a:r>
              <a:rPr lang="en-US" altLang="ko-KR" sz="800" smtClean="0">
                <a:solidFill>
                  <a:srgbClr val="000000"/>
                </a:solidFill>
                <a:latin typeface="돋움" pitchFamily="50" charset="-127"/>
                <a:ea typeface="돋움" pitchFamily="50" charset="-127"/>
              </a:rPr>
              <a:t>bearing?</a:t>
            </a: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 ① </a:t>
            </a:r>
            <a:r>
              <a:rPr lang="vi-VN" altLang="ko-KR" sz="800">
                <a:solidFill>
                  <a:srgbClr val="000000"/>
                </a:solidFill>
                <a:latin typeface="돋움" pitchFamily="50" charset="-127"/>
                <a:ea typeface="돋움" pitchFamily="50" charset="-127"/>
              </a:rPr>
              <a:t>Độ cứng của bearing có thể được tăng lên bằng cách đặt tải trước</a:t>
            </a:r>
            <a:r>
              <a:rPr lang="vi-VN" altLang="ko-KR" sz="800" smtClean="0">
                <a:solidFill>
                  <a:srgbClr val="000000"/>
                </a:solidFill>
                <a:latin typeface="돋움" pitchFamily="50" charset="-127"/>
                <a:ea typeface="돋움" pitchFamily="50" charset="-127"/>
              </a:rPr>
              <a:t>.</a:t>
            </a:r>
            <a:r>
              <a:rPr lang="en-US" altLang="ko-KR" sz="800" smtClean="0">
                <a:solidFill>
                  <a:srgbClr val="000000"/>
                </a:solidFill>
                <a:latin typeface="돋움" pitchFamily="50" charset="-127"/>
                <a:ea typeface="돋움" pitchFamily="50" charset="-127"/>
              </a:rPr>
              <a:t> </a:t>
            </a: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 ② </a:t>
            </a:r>
            <a:r>
              <a:rPr lang="vi-VN" altLang="ko-KR" sz="800">
                <a:solidFill>
                  <a:srgbClr val="000000"/>
                </a:solidFill>
                <a:latin typeface="돋움" pitchFamily="50" charset="-127"/>
                <a:ea typeface="돋움" pitchFamily="50" charset="-127"/>
              </a:rPr>
              <a:t>Radial </a:t>
            </a:r>
            <a:r>
              <a:rPr lang="vi-VN" altLang="ko-KR" sz="800" smtClean="0">
                <a:solidFill>
                  <a:srgbClr val="000000"/>
                </a:solidFill>
                <a:latin typeface="돋움" pitchFamily="50" charset="-127"/>
                <a:ea typeface="돋움" pitchFamily="50" charset="-127"/>
              </a:rPr>
              <a:t>bearing</a:t>
            </a:r>
            <a:r>
              <a:rPr lang="vi-VN" altLang="ko-KR" sz="800">
                <a:solidFill>
                  <a:srgbClr val="000000"/>
                </a:solidFill>
                <a:latin typeface="돋움" pitchFamily="50" charset="-127"/>
                <a:ea typeface="돋움" pitchFamily="50" charset="-127"/>
              </a:rPr>
              <a:t>:</a:t>
            </a:r>
            <a:r>
              <a:rPr lang="vi-VN" altLang="ko-KR" sz="800" smtClean="0">
                <a:solidFill>
                  <a:srgbClr val="000000"/>
                </a:solidFill>
                <a:latin typeface="돋움" pitchFamily="50" charset="-127"/>
                <a:ea typeface="돋움" pitchFamily="50" charset="-127"/>
              </a:rPr>
              <a:t> Dùng </a:t>
            </a:r>
            <a:r>
              <a:rPr lang="vi-VN" altLang="ko-KR" sz="800">
                <a:solidFill>
                  <a:srgbClr val="000000"/>
                </a:solidFill>
                <a:latin typeface="돋움" pitchFamily="50" charset="-127"/>
                <a:ea typeface="돋움" pitchFamily="50" charset="-127"/>
              </a:rPr>
              <a:t>khi nhận tải trọng theo phương vuông góc với </a:t>
            </a:r>
            <a:r>
              <a:rPr lang="vi-VN" altLang="ko-KR" sz="800" smtClean="0">
                <a:solidFill>
                  <a:srgbClr val="000000"/>
                </a:solidFill>
                <a:latin typeface="돋움" pitchFamily="50" charset="-127"/>
                <a:ea typeface="돋움" pitchFamily="50" charset="-127"/>
              </a:rPr>
              <a:t>trục.</a:t>
            </a:r>
            <a:endParaRPr lang="ko-KR" altLang="en-US" sz="8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smtClean="0">
                <a:solidFill>
                  <a:srgbClr val="000000"/>
                </a:solidFill>
                <a:latin typeface="돋움" pitchFamily="50" charset="-127"/>
                <a:ea typeface="돋움" pitchFamily="50" charset="-127"/>
              </a:rPr>
              <a:t> ③ </a:t>
            </a:r>
            <a:r>
              <a:rPr lang="vi-VN" altLang="ko-KR" sz="800">
                <a:solidFill>
                  <a:srgbClr val="000000"/>
                </a:solidFill>
                <a:latin typeface="돋움" pitchFamily="50" charset="-127"/>
                <a:ea typeface="돋움" pitchFamily="50" charset="-127"/>
              </a:rPr>
              <a:t>Thrust </a:t>
            </a:r>
            <a:r>
              <a:rPr lang="vi-VN" altLang="ko-KR" sz="800" smtClean="0">
                <a:solidFill>
                  <a:srgbClr val="000000"/>
                </a:solidFill>
                <a:latin typeface="돋움" pitchFamily="50" charset="-127"/>
                <a:ea typeface="돋움" pitchFamily="50" charset="-127"/>
              </a:rPr>
              <a:t>bearing:Dùng </a:t>
            </a:r>
            <a:r>
              <a:rPr lang="vi-VN" altLang="ko-KR" sz="800">
                <a:solidFill>
                  <a:srgbClr val="000000"/>
                </a:solidFill>
                <a:latin typeface="돋움" pitchFamily="50" charset="-127"/>
                <a:ea typeface="돋움" pitchFamily="50" charset="-127"/>
              </a:rPr>
              <a:t>khi nhận tải trọng theo phương vuông góc với </a:t>
            </a:r>
            <a:r>
              <a:rPr lang="vi-VN" altLang="ko-KR" sz="800" smtClean="0">
                <a:solidFill>
                  <a:srgbClr val="000000"/>
                </a:solidFill>
                <a:latin typeface="돋움" pitchFamily="50" charset="-127"/>
                <a:ea typeface="돋움" pitchFamily="50" charset="-127"/>
              </a:rPr>
              <a:t>trục</a:t>
            </a:r>
            <a:r>
              <a:rPr lang="vi-VN" altLang="ko-KR" sz="800">
                <a:solidFill>
                  <a:srgbClr val="000000"/>
                </a:solidFill>
                <a:latin typeface="돋움" pitchFamily="50" charset="-127"/>
                <a:ea typeface="돋움" pitchFamily="50" charset="-127"/>
              </a:rPr>
              <a:t>.</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 ④ </a:t>
            </a:r>
            <a:r>
              <a:rPr lang="vi-VN" altLang="ko-KR" sz="800">
                <a:solidFill>
                  <a:srgbClr val="000000"/>
                </a:solidFill>
                <a:latin typeface="돋움" pitchFamily="50" charset="-127"/>
                <a:ea typeface="돋움" pitchFamily="50" charset="-127"/>
              </a:rPr>
              <a:t>Synthetic bearing: Được sử dụng khi đồng thời nhận tải trọng theo hướng trục và theo hướng trục và góc vuông</a:t>
            </a:r>
            <a:endParaRPr lang="ko-KR" altLang="en-US" sz="800">
              <a:solidFill>
                <a:srgbClr val="000000"/>
              </a:solidFill>
              <a:latin typeface="돋움" pitchFamily="50" charset="-127"/>
              <a:ea typeface="돋움" pitchFamily="50" charset="-127"/>
            </a:endParaRPr>
          </a:p>
        </p:txBody>
      </p:sp>
      <p:sp>
        <p:nvSpPr>
          <p:cNvPr id="25618" name="Rectangle 52"/>
          <p:cNvSpPr>
            <a:spLocks noChangeArrowheads="1"/>
          </p:cNvSpPr>
          <p:nvPr/>
        </p:nvSpPr>
        <p:spPr bwMode="auto">
          <a:xfrm>
            <a:off x="246063" y="6248400"/>
            <a:ext cx="33274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5. Tiêu chuẩn </a:t>
            </a:r>
            <a:r>
              <a:rPr lang="en-US" altLang="ko-KR" sz="800" smtClean="0">
                <a:solidFill>
                  <a:srgbClr val="000000"/>
                </a:solidFill>
              </a:rPr>
              <a:t>ISO</a:t>
            </a:r>
            <a:r>
              <a:rPr lang="vi-VN" altLang="ko-KR" sz="800" smtClean="0">
                <a:solidFill>
                  <a:srgbClr val="000000"/>
                </a:solidFill>
              </a:rPr>
              <a:t> </a:t>
            </a:r>
            <a:r>
              <a:rPr lang="en-US" altLang="ko-KR" sz="800" smtClean="0">
                <a:solidFill>
                  <a:srgbClr val="000000"/>
                </a:solidFill>
              </a:rPr>
              <a:t>các </a:t>
            </a:r>
            <a:r>
              <a:rPr lang="en-US" altLang="ko-KR" sz="800">
                <a:solidFill>
                  <a:srgbClr val="000000"/>
                </a:solidFill>
              </a:rPr>
              <a:t>loại và ký hiệu </a:t>
            </a:r>
            <a:r>
              <a:rPr lang="en-US" altLang="ko-KR" sz="800" smtClean="0">
                <a:solidFill>
                  <a:srgbClr val="000000"/>
                </a:solidFill>
              </a:rPr>
              <a:t>của</a:t>
            </a:r>
            <a:r>
              <a:rPr lang="vi-VN" altLang="ko-KR" sz="800" smtClean="0">
                <a:solidFill>
                  <a:srgbClr val="000000"/>
                </a:solidFill>
              </a:rPr>
              <a:t> </a:t>
            </a:r>
            <a:r>
              <a:rPr lang="en-US" altLang="ko-KR" sz="800" smtClean="0">
                <a:solidFill>
                  <a:srgbClr val="000000"/>
                </a:solidFill>
              </a:rPr>
              <a:t>vít </a:t>
            </a:r>
            <a:r>
              <a:rPr lang="en-US" altLang="ko-KR" sz="800">
                <a:solidFill>
                  <a:srgbClr val="000000"/>
                </a:solidFill>
              </a:rPr>
              <a:t>là gì</a:t>
            </a:r>
            <a:r>
              <a:rPr lang="en-US" altLang="ko-KR" sz="800" smtClean="0">
                <a:solidFill>
                  <a:srgbClr val="000000"/>
                </a:solidFill>
              </a:rPr>
              <a:t>?</a:t>
            </a:r>
            <a:endParaRPr lang="en-US" altLang="ko-KR" sz="800">
              <a:solidFill>
                <a:srgbClr val="000000"/>
              </a:solidFill>
            </a:endParaRPr>
          </a:p>
          <a:p>
            <a:pPr eaLnBrk="1" fontAlgn="base" latinLnBrk="1" hangingPunct="1">
              <a:spcBef>
                <a:spcPct val="0"/>
              </a:spcBef>
              <a:spcAft>
                <a:spcPct val="0"/>
              </a:spcAft>
            </a:pPr>
            <a:r>
              <a:rPr lang="ko-KR" altLang="en-US" sz="800" smtClean="0">
                <a:solidFill>
                  <a:srgbClr val="000000"/>
                </a:solidFill>
              </a:rPr>
              <a:t> ①</a:t>
            </a:r>
            <a:r>
              <a:rPr lang="en-US" altLang="ko-KR" sz="800">
                <a:solidFill>
                  <a:srgbClr val="000000"/>
                </a:solidFill>
              </a:rPr>
              <a:t>  Tapered Female Thread for Pipe (4)- PT</a:t>
            </a:r>
          </a:p>
          <a:p>
            <a:pPr eaLnBrk="1" fontAlgn="base" latinLnBrk="1" hangingPunct="1">
              <a:spcBef>
                <a:spcPct val="0"/>
              </a:spcBef>
              <a:spcAft>
                <a:spcPct val="0"/>
              </a:spcAft>
            </a:pPr>
            <a:r>
              <a:rPr lang="en-US" altLang="ko-KR" sz="800">
                <a:solidFill>
                  <a:srgbClr val="000000"/>
                </a:solidFill>
              </a:rPr>
              <a:t> ② Taper male thread for pipe-R</a:t>
            </a:r>
          </a:p>
          <a:p>
            <a:pPr eaLnBrk="1" fontAlgn="base" latinLnBrk="1" hangingPunct="1">
              <a:spcBef>
                <a:spcPct val="0"/>
              </a:spcBef>
              <a:spcAft>
                <a:spcPct val="0"/>
              </a:spcAft>
            </a:pPr>
            <a:r>
              <a:rPr lang="en-US" altLang="ko-KR" sz="800">
                <a:solidFill>
                  <a:srgbClr val="000000"/>
                </a:solidFill>
              </a:rPr>
              <a:t> ③ Parallel thread for pipe -PF</a:t>
            </a:r>
          </a:p>
          <a:p>
            <a:pPr eaLnBrk="1" fontAlgn="base" latinLnBrk="1" hangingPunct="1">
              <a:spcBef>
                <a:spcPct val="0"/>
              </a:spcBef>
              <a:spcAft>
                <a:spcPct val="0"/>
              </a:spcAft>
            </a:pPr>
            <a:r>
              <a:rPr lang="en-US" altLang="ko-KR" sz="800">
                <a:solidFill>
                  <a:srgbClr val="000000"/>
                </a:solidFill>
              </a:rPr>
              <a:t> ④ 30 degree trapezoidal screw-TM</a:t>
            </a:r>
          </a:p>
          <a:p>
            <a:pPr eaLnBrk="1" fontAlgn="base" latinLnBrk="1" hangingPunct="1">
              <a:spcBef>
                <a:spcPct val="0"/>
              </a:spcBef>
              <a:spcAft>
                <a:spcPct val="0"/>
              </a:spcAft>
            </a:pPr>
            <a:r>
              <a:rPr lang="en-US" altLang="ko-KR" sz="800">
                <a:solidFill>
                  <a:srgbClr val="000000"/>
                </a:solidFill>
              </a:rPr>
              <a:t>	</a:t>
            </a:r>
          </a:p>
          <a:p>
            <a:pPr eaLnBrk="1" fontAlgn="base" latinLnBrk="1" hangingPunct="1">
              <a:spcBef>
                <a:spcPct val="0"/>
              </a:spcBef>
              <a:spcAft>
                <a:spcPct val="0"/>
              </a:spcAft>
            </a:pPr>
            <a:endParaRPr lang="ko-KR" altLang="en-US" sz="800">
              <a:solidFill>
                <a:srgbClr val="000000"/>
              </a:solidFill>
            </a:endParaRPr>
          </a:p>
        </p:txBody>
      </p:sp>
      <p:sp>
        <p:nvSpPr>
          <p:cNvPr id="25619" name="Rectangle 47"/>
          <p:cNvSpPr>
            <a:spLocks noChangeArrowheads="1"/>
          </p:cNvSpPr>
          <p:nvPr/>
        </p:nvSpPr>
        <p:spPr bwMode="auto">
          <a:xfrm>
            <a:off x="276726" y="6858259"/>
            <a:ext cx="3124200" cy="8063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rPr>
              <a:t>6. </a:t>
            </a:r>
            <a:r>
              <a:rPr lang="vi-VN" altLang="ko-KR" sz="800">
                <a:solidFill>
                  <a:srgbClr val="000000"/>
                </a:solidFill>
              </a:rPr>
              <a:t>Tên bánh răng </a:t>
            </a:r>
            <a:r>
              <a:rPr lang="vi-VN" altLang="ko-KR" sz="800" smtClean="0">
                <a:solidFill>
                  <a:srgbClr val="000000"/>
                </a:solidFill>
              </a:rPr>
              <a:t>của </a:t>
            </a:r>
            <a:r>
              <a:rPr lang="vi-VN" altLang="ko-KR" sz="800">
                <a:solidFill>
                  <a:srgbClr val="000000"/>
                </a:solidFill>
              </a:rPr>
              <a:t>loại vòng đệm </a:t>
            </a:r>
            <a:r>
              <a:rPr lang="vi-VN" altLang="ko-KR" sz="800" smtClean="0">
                <a:solidFill>
                  <a:srgbClr val="000000"/>
                </a:solidFill>
              </a:rPr>
              <a:t>dưới hình </a:t>
            </a:r>
            <a:r>
              <a:rPr lang="vi-VN" altLang="ko-KR" sz="800">
                <a:solidFill>
                  <a:srgbClr val="000000"/>
                </a:solidFill>
              </a:rPr>
              <a:t>sau </a:t>
            </a:r>
            <a:r>
              <a:rPr lang="en-US" altLang="ko-KR" sz="800" smtClean="0">
                <a:solidFill>
                  <a:srgbClr val="000000"/>
                </a:solidFill>
              </a:rPr>
              <a:t>?</a:t>
            </a:r>
            <a:endParaRPr lang="ko-KR" altLang="en-US" sz="800" smtClean="0">
              <a:solidFill>
                <a:srgbClr val="000000"/>
              </a:solidFill>
            </a:endParaRPr>
          </a:p>
          <a:p>
            <a:pPr eaLnBrk="1" fontAlgn="base" latinLnBrk="1" hangingPunct="1">
              <a:lnSpc>
                <a:spcPct val="120000"/>
              </a:lnSpc>
              <a:spcBef>
                <a:spcPct val="0"/>
              </a:spcBef>
              <a:spcAft>
                <a:spcPct val="0"/>
              </a:spcAft>
            </a:pPr>
            <a:r>
              <a:rPr lang="en-US" altLang="ko-KR" sz="800" smtClean="0">
                <a:solidFill>
                  <a:srgbClr val="000000"/>
                </a:solidFill>
              </a:rPr>
              <a:t> </a:t>
            </a:r>
            <a:r>
              <a:rPr lang="en-US" altLang="ko-KR" sz="800">
                <a:solidFill>
                  <a:srgbClr val="000000"/>
                </a:solidFill>
              </a:rPr>
              <a:t>① </a:t>
            </a:r>
            <a:r>
              <a:rPr lang="vi-VN" altLang="ko-KR" sz="800" smtClean="0">
                <a:solidFill>
                  <a:srgbClr val="000000"/>
                </a:solidFill>
              </a:rPr>
              <a:t>Loại </a:t>
            </a:r>
            <a:r>
              <a:rPr lang="vi-VN" altLang="ko-KR" sz="800">
                <a:solidFill>
                  <a:srgbClr val="000000"/>
                </a:solidFill>
              </a:rPr>
              <a:t>bánh</a:t>
            </a:r>
            <a:r>
              <a:rPr lang="vi-VN" altLang="ko-KR" sz="800" smtClean="0">
                <a:solidFill>
                  <a:srgbClr val="000000"/>
                </a:solidFill>
              </a:rPr>
              <a:t> </a:t>
            </a:r>
            <a:r>
              <a:rPr lang="vi-VN" altLang="ko-KR" sz="800">
                <a:solidFill>
                  <a:srgbClr val="000000"/>
                </a:solidFill>
              </a:rPr>
              <a:t>răng </a:t>
            </a:r>
            <a:r>
              <a:rPr lang="vi-VN" altLang="ko-KR" sz="800" smtClean="0">
                <a:solidFill>
                  <a:srgbClr val="000000"/>
                </a:solidFill>
              </a:rPr>
              <a:t>bên trong</a:t>
            </a:r>
            <a:endParaRPr lang="vi-VN" altLang="ko-KR" sz="800">
              <a:solidFill>
                <a:srgbClr val="000000"/>
              </a:solidFill>
            </a:endParaRPr>
          </a:p>
          <a:p>
            <a:pPr eaLnBrk="1" fontAlgn="base" latinLnBrk="1" hangingPunct="1">
              <a:lnSpc>
                <a:spcPct val="120000"/>
              </a:lnSpc>
              <a:spcBef>
                <a:spcPct val="0"/>
              </a:spcBef>
              <a:spcAft>
                <a:spcPct val="0"/>
              </a:spcAft>
            </a:pPr>
            <a:r>
              <a:rPr lang="vi-VN" altLang="ko-KR" sz="800">
                <a:solidFill>
                  <a:srgbClr val="000000"/>
                </a:solidFill>
              </a:rPr>
              <a:t> ② Loại bánh </a:t>
            </a:r>
            <a:r>
              <a:rPr lang="vi-VN" altLang="ko-KR" sz="800" smtClean="0">
                <a:solidFill>
                  <a:srgbClr val="000000"/>
                </a:solidFill>
              </a:rPr>
              <a:t>răng </a:t>
            </a:r>
            <a:r>
              <a:rPr lang="vi-VN" altLang="ko-KR" sz="800">
                <a:solidFill>
                  <a:srgbClr val="000000"/>
                </a:solidFill>
              </a:rPr>
              <a:t>bên ngoài</a:t>
            </a:r>
          </a:p>
          <a:p>
            <a:pPr eaLnBrk="1" fontAlgn="base" latinLnBrk="1" hangingPunct="1">
              <a:lnSpc>
                <a:spcPct val="120000"/>
              </a:lnSpc>
              <a:spcBef>
                <a:spcPct val="0"/>
              </a:spcBef>
              <a:spcAft>
                <a:spcPct val="0"/>
              </a:spcAft>
            </a:pPr>
            <a:r>
              <a:rPr lang="vi-VN" altLang="ko-KR" sz="800">
                <a:solidFill>
                  <a:srgbClr val="000000"/>
                </a:solidFill>
              </a:rPr>
              <a:t> ③ </a:t>
            </a:r>
            <a:r>
              <a:rPr lang="vi-VN" altLang="ko-KR" sz="800" smtClean="0">
                <a:solidFill>
                  <a:srgbClr val="000000"/>
                </a:solidFill>
              </a:rPr>
              <a:t>Loại </a:t>
            </a:r>
            <a:r>
              <a:rPr lang="vi-VN" altLang="ko-KR" sz="800">
                <a:solidFill>
                  <a:srgbClr val="000000"/>
                </a:solidFill>
              </a:rPr>
              <a:t>bánh</a:t>
            </a:r>
            <a:r>
              <a:rPr lang="vi-VN" altLang="ko-KR" sz="800" smtClean="0">
                <a:solidFill>
                  <a:srgbClr val="000000"/>
                </a:solidFill>
              </a:rPr>
              <a:t> răng </a:t>
            </a:r>
            <a:r>
              <a:rPr lang="vi-VN" altLang="ko-KR" sz="800">
                <a:solidFill>
                  <a:srgbClr val="000000"/>
                </a:solidFill>
              </a:rPr>
              <a:t>bên trong và bên ngoài</a:t>
            </a:r>
          </a:p>
          <a:p>
            <a:pPr eaLnBrk="1" fontAlgn="base" latinLnBrk="1" hangingPunct="1">
              <a:lnSpc>
                <a:spcPct val="120000"/>
              </a:lnSpc>
              <a:spcBef>
                <a:spcPct val="0"/>
              </a:spcBef>
              <a:spcAft>
                <a:spcPct val="0"/>
              </a:spcAft>
            </a:pPr>
            <a:r>
              <a:rPr lang="vi-VN" altLang="ko-KR" sz="800">
                <a:solidFill>
                  <a:srgbClr val="000000"/>
                </a:solidFill>
              </a:rPr>
              <a:t> ④ </a:t>
            </a:r>
            <a:r>
              <a:rPr lang="vi-VN" altLang="ko-KR" sz="800" smtClean="0">
                <a:solidFill>
                  <a:srgbClr val="000000"/>
                </a:solidFill>
              </a:rPr>
              <a:t>Loại </a:t>
            </a:r>
            <a:r>
              <a:rPr lang="vi-VN" altLang="ko-KR" sz="800">
                <a:solidFill>
                  <a:srgbClr val="000000"/>
                </a:solidFill>
              </a:rPr>
              <a:t>bánh răng</a:t>
            </a:r>
            <a:r>
              <a:rPr lang="vi-VN" altLang="ko-KR" sz="800" smtClean="0">
                <a:solidFill>
                  <a:srgbClr val="000000"/>
                </a:solidFill>
              </a:rPr>
              <a:t> </a:t>
            </a:r>
            <a:r>
              <a:rPr lang="vi-VN" altLang="ko-KR" sz="800">
                <a:solidFill>
                  <a:srgbClr val="000000"/>
                </a:solidFill>
              </a:rPr>
              <a:t>tấm</a:t>
            </a:r>
            <a:endParaRPr lang="en-US" altLang="ko-KR" sz="800">
              <a:solidFill>
                <a:srgbClr val="000000"/>
              </a:solidFill>
            </a:endParaRPr>
          </a:p>
        </p:txBody>
      </p:sp>
      <p:sp>
        <p:nvSpPr>
          <p:cNvPr id="25620" name="Rectangle 80"/>
          <p:cNvSpPr>
            <a:spLocks noChangeArrowheads="1"/>
          </p:cNvSpPr>
          <p:nvPr/>
        </p:nvSpPr>
        <p:spPr bwMode="auto">
          <a:xfrm>
            <a:off x="3429000" y="971569"/>
            <a:ext cx="3125788" cy="10926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8.</a:t>
            </a:r>
            <a:r>
              <a:rPr lang="vi-VN" altLang="ko-KR" sz="900" smtClean="0">
                <a:solidFill>
                  <a:srgbClr val="000000"/>
                </a:solidFill>
                <a:latin typeface="돋움" pitchFamily="50" charset="-127"/>
                <a:ea typeface="돋움" pitchFamily="50" charset="-127"/>
              </a:rPr>
              <a:t> </a:t>
            </a:r>
            <a:r>
              <a:rPr lang="ko-KR" altLang="en-US" sz="800" baseline="30000">
                <a:latin typeface="돋움" panose="020B0600000101010101" pitchFamily="50" charset="-127"/>
                <a:ea typeface="돋움" panose="020B0600000101010101" pitchFamily="50" charset="-127"/>
              </a:rPr>
              <a:t>“</a:t>
            </a:r>
            <a:r>
              <a:rPr lang="vi-VN" altLang="ko-KR" sz="800" smtClean="0">
                <a:solidFill>
                  <a:srgbClr val="000000"/>
                </a:solidFill>
                <a:latin typeface="돋움" pitchFamily="50" charset="-127"/>
                <a:ea typeface="돋움" pitchFamily="50" charset="-127"/>
              </a:rPr>
              <a:t> Trong số các bánh răng trục song song, một bánh răng biến chuyển động quay thành chuyển động thẳng, hoặc cùng với thanh răng và cùng biến </a:t>
            </a:r>
            <a:r>
              <a:rPr lang="vi-VN" altLang="ko-KR" sz="800">
                <a:solidFill>
                  <a:srgbClr val="000000"/>
                </a:solidFill>
                <a:latin typeface="돋움" pitchFamily="50" charset="-127"/>
                <a:ea typeface="돋움" pitchFamily="50" charset="-127"/>
              </a:rPr>
              <a:t>chuyển động </a:t>
            </a:r>
            <a:r>
              <a:rPr lang="vi-VN" altLang="ko-KR" sz="800" smtClean="0">
                <a:solidFill>
                  <a:srgbClr val="000000"/>
                </a:solidFill>
                <a:latin typeface="돋움" pitchFamily="50" charset="-127"/>
                <a:ea typeface="돋움" pitchFamily="50" charset="-127"/>
              </a:rPr>
              <a:t>thẳng </a:t>
            </a:r>
            <a:r>
              <a:rPr lang="vi-VN" altLang="ko-KR" sz="800">
                <a:solidFill>
                  <a:srgbClr val="000000"/>
                </a:solidFill>
                <a:latin typeface="돋움" pitchFamily="50" charset="-127"/>
                <a:ea typeface="돋움" pitchFamily="50" charset="-127"/>
              </a:rPr>
              <a:t>thành chuyển động </a:t>
            </a:r>
            <a:r>
              <a:rPr lang="vi-VN" altLang="ko-KR" sz="800" smtClean="0">
                <a:solidFill>
                  <a:srgbClr val="000000"/>
                </a:solidFill>
                <a:latin typeface="돋움" pitchFamily="50" charset="-127"/>
                <a:ea typeface="돋움" pitchFamily="50" charset="-127"/>
              </a:rPr>
              <a:t>quay</a:t>
            </a:r>
            <a:r>
              <a:rPr lang="ko-KR" altLang="en-US" sz="800" baseline="30000">
                <a:latin typeface="돋움" panose="020B0600000101010101" pitchFamily="50" charset="-127"/>
                <a:ea typeface="돋움" panose="020B0600000101010101" pitchFamily="50" charset="-127"/>
              </a:rPr>
              <a:t> </a:t>
            </a:r>
            <a:r>
              <a:rPr lang="ko-KR" altLang="en-US" sz="800" baseline="30000" smtClean="0">
                <a:latin typeface="돋움" panose="020B0600000101010101" pitchFamily="50" charset="-127"/>
                <a:ea typeface="돋움" panose="020B0600000101010101" pitchFamily="50" charset="-127"/>
              </a:rPr>
              <a:t>“</a:t>
            </a:r>
            <a:r>
              <a:rPr lang="vi-VN" altLang="ko-KR" sz="800" smtClean="0">
                <a:solidFill>
                  <a:srgbClr val="000000"/>
                </a:solidFill>
                <a:latin typeface="돋움" pitchFamily="50" charset="-127"/>
                <a:ea typeface="돋움" pitchFamily="50" charset="-127"/>
              </a:rPr>
              <a:t> Tên của thiết bị vừa được mô tả đố là gì? </a:t>
            </a:r>
            <a:r>
              <a:rPr lang="en-US" altLang="ko-KR" sz="800" smtClean="0">
                <a:solidFill>
                  <a:srgbClr val="000000"/>
                </a:solidFill>
                <a:latin typeface="돋움" pitchFamily="50" charset="-127"/>
                <a:ea typeface="돋움" pitchFamily="50" charset="-127"/>
              </a:rPr>
              <a:t>① </a:t>
            </a:r>
            <a:r>
              <a:rPr lang="ko-KR" altLang="en-US" sz="800" smtClean="0">
                <a:solidFill>
                  <a:srgbClr val="000000"/>
                </a:solidFill>
                <a:latin typeface="돋움" pitchFamily="50" charset="-127"/>
                <a:ea typeface="돋움" pitchFamily="50" charset="-127"/>
              </a:rPr>
              <a:t>내접기어 </a:t>
            </a:r>
            <a:r>
              <a:rPr lang="en-US" altLang="ko-KR" sz="800">
                <a:solidFill>
                  <a:srgbClr val="000000"/>
                </a:solidFill>
                <a:latin typeface="돋움" pitchFamily="50" charset="-127"/>
                <a:ea typeface="돋움" pitchFamily="50" charset="-127"/>
              </a:rPr>
              <a:t>(Internal Gear)</a:t>
            </a:r>
          </a:p>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② </a:t>
            </a:r>
            <a:r>
              <a:rPr lang="ko-KR" altLang="en-US" sz="800">
                <a:solidFill>
                  <a:srgbClr val="000000"/>
                </a:solidFill>
                <a:latin typeface="돋움" pitchFamily="50" charset="-127"/>
                <a:ea typeface="돋움" pitchFamily="50" charset="-127"/>
              </a:rPr>
              <a:t>더불 헬리컬기어 </a:t>
            </a:r>
            <a:r>
              <a:rPr lang="en-US" altLang="ko-KR" sz="800">
                <a:solidFill>
                  <a:srgbClr val="000000"/>
                </a:solidFill>
                <a:latin typeface="돋움" pitchFamily="50" charset="-127"/>
                <a:ea typeface="돋움" pitchFamily="50" charset="-127"/>
              </a:rPr>
              <a:t>(Herringbone Gear)</a:t>
            </a:r>
          </a:p>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③ </a:t>
            </a:r>
            <a:r>
              <a:rPr lang="ko-KR" altLang="en-US" sz="800">
                <a:solidFill>
                  <a:srgbClr val="000000"/>
                </a:solidFill>
                <a:latin typeface="돋움" pitchFamily="50" charset="-127"/>
                <a:ea typeface="돋움" pitchFamily="50" charset="-127"/>
              </a:rPr>
              <a:t>랙기어 </a:t>
            </a:r>
            <a:r>
              <a:rPr lang="en-US" altLang="ko-KR" sz="800">
                <a:solidFill>
                  <a:srgbClr val="000000"/>
                </a:solidFill>
                <a:latin typeface="돋움" pitchFamily="50" charset="-127"/>
                <a:ea typeface="돋움" pitchFamily="50" charset="-127"/>
              </a:rPr>
              <a:t>(Rack )</a:t>
            </a:r>
          </a:p>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④ </a:t>
            </a:r>
            <a:r>
              <a:rPr lang="ko-KR" altLang="en-US" sz="800">
                <a:solidFill>
                  <a:srgbClr val="000000"/>
                </a:solidFill>
                <a:latin typeface="돋움" pitchFamily="50" charset="-127"/>
                <a:ea typeface="돋움" pitchFamily="50" charset="-127"/>
              </a:rPr>
              <a:t>평기어 </a:t>
            </a:r>
            <a:r>
              <a:rPr lang="en-US" altLang="ko-KR" sz="800">
                <a:solidFill>
                  <a:srgbClr val="000000"/>
                </a:solidFill>
                <a:latin typeface="돋움" pitchFamily="50" charset="-127"/>
                <a:ea typeface="돋움" pitchFamily="50" charset="-127"/>
              </a:rPr>
              <a:t>( Spur Gear ) </a:t>
            </a:r>
          </a:p>
        </p:txBody>
      </p:sp>
      <p:sp>
        <p:nvSpPr>
          <p:cNvPr id="25621" name="Rectangle 82"/>
          <p:cNvSpPr>
            <a:spLocks noChangeArrowheads="1"/>
          </p:cNvSpPr>
          <p:nvPr/>
        </p:nvSpPr>
        <p:spPr bwMode="auto">
          <a:xfrm>
            <a:off x="3398838" y="2138947"/>
            <a:ext cx="3124200" cy="87100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9. </a:t>
            </a:r>
            <a:r>
              <a:rPr lang="vi-VN" altLang="ko-KR" sz="800">
                <a:solidFill>
                  <a:srgbClr val="000000"/>
                </a:solidFill>
                <a:latin typeface="돋움" panose="020B0600000101010101" pitchFamily="50" charset="-127"/>
                <a:ea typeface="돋움" panose="020B0600000101010101" pitchFamily="50" charset="-127"/>
              </a:rPr>
              <a:t>Điều gì không phải là đặc </a:t>
            </a:r>
            <a:r>
              <a:rPr lang="vi-VN" altLang="ko-KR" sz="800" smtClean="0">
                <a:solidFill>
                  <a:srgbClr val="000000"/>
                </a:solidFill>
                <a:latin typeface="돋움" panose="020B0600000101010101" pitchFamily="50" charset="-127"/>
                <a:ea typeface="돋움" panose="020B0600000101010101" pitchFamily="50" charset="-127"/>
              </a:rPr>
              <a:t>chưng </a:t>
            </a:r>
            <a:r>
              <a:rPr lang="vi-VN" altLang="ko-KR" sz="800">
                <a:solidFill>
                  <a:srgbClr val="000000"/>
                </a:solidFill>
                <a:latin typeface="돋움" panose="020B0600000101010101" pitchFamily="50" charset="-127"/>
                <a:ea typeface="돋움" panose="020B0600000101010101" pitchFamily="50" charset="-127"/>
              </a:rPr>
              <a:t>của bộ giảm tốc</a:t>
            </a:r>
            <a:r>
              <a:rPr lang="en-US" altLang="ko-KR" sz="800" smtClean="0">
                <a:solidFill>
                  <a:srgbClr val="000000"/>
                </a:solidFill>
                <a:latin typeface="돋움" panose="020B0600000101010101" pitchFamily="50" charset="-127"/>
                <a:ea typeface="돋움" panose="020B0600000101010101" pitchFamily="50" charset="-127"/>
              </a:rPr>
              <a:t>?</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lnSpc>
                <a:spcPct val="110000"/>
              </a:lnSpc>
              <a:spcBef>
                <a:spcPct val="0"/>
              </a:spcBef>
              <a:spcAft>
                <a:spcPct val="0"/>
              </a:spcAft>
            </a:pPr>
            <a:r>
              <a:rPr lang="en-US" altLang="ko-KR" sz="800"/>
              <a:t>① Nó nhỏ và có công suất truyền lớn</a:t>
            </a:r>
            <a:r>
              <a:rPr lang="en-US" altLang="ko-KR" sz="800" smtClean="0">
                <a:solidFill>
                  <a:srgbClr val="000000"/>
                </a:solidFill>
                <a:latin typeface="돋움" panose="020B0600000101010101" pitchFamily="50" charset="-127"/>
                <a:ea typeface="돋움" panose="020B0600000101010101" pitchFamily="50" charset="-127"/>
              </a:rPr>
              <a:t>. </a:t>
            </a:r>
            <a:endParaRPr lang="en-US" altLang="ko-KR" sz="800">
              <a:solidFill>
                <a:srgbClr val="000000"/>
              </a:solidFill>
              <a:latin typeface="돋움" panose="020B0600000101010101" pitchFamily="50" charset="-127"/>
              <a:ea typeface="돋움" panose="020B0600000101010101" pitchFamily="50" charset="-127"/>
            </a:endParaRPr>
          </a:p>
          <a:p>
            <a:pPr fontAlgn="ctr"/>
            <a:r>
              <a:rPr lang="vi-VN" altLang="ko-KR" sz="800"/>
              <a:t>② Không xảy ra hiện tượng trượt nên tỉ số khử rất không đổi.</a:t>
            </a:r>
            <a:endParaRPr lang="vi-VN" altLang="ko-KR" sz="800">
              <a:solidFill>
                <a:srgbClr val="000000"/>
              </a:solidFill>
              <a:latin typeface="돋움"/>
            </a:endParaRPr>
          </a:p>
          <a:p>
            <a:pPr fontAlgn="ctr"/>
            <a:r>
              <a:rPr lang="en-US" altLang="ko-KR" sz="800"/>
              <a:t>③ Nó bền.</a:t>
            </a:r>
            <a:endParaRPr lang="en-US" altLang="ko-KR" sz="800">
              <a:solidFill>
                <a:srgbClr val="000000"/>
              </a:solidFill>
              <a:latin typeface="돋움"/>
            </a:endParaRPr>
          </a:p>
          <a:p>
            <a:pPr fontAlgn="ctr"/>
            <a:r>
              <a:rPr lang="vi-VN" altLang="ko-KR" sz="800"/>
              <a:t>④ Được cung cấp với tỷ lệ vận tốc góc </a:t>
            </a:r>
            <a:endParaRPr lang="vi-VN" altLang="ko-KR" sz="800">
              <a:solidFill>
                <a:srgbClr val="000000"/>
              </a:solidFill>
              <a:latin typeface="돋움"/>
            </a:endParaRPr>
          </a:p>
          <a:p>
            <a:pPr eaLnBrk="1" fontAlgn="base" latinLnBrk="1" hangingPunct="1">
              <a:lnSpc>
                <a:spcPct val="110000"/>
              </a:lnSpc>
              <a:spcBef>
                <a:spcPct val="0"/>
              </a:spcBef>
              <a:spcAft>
                <a:spcPct val="0"/>
              </a:spcAft>
            </a:pPr>
            <a:endParaRPr lang="ko-KR" altLang="en-US" sz="800">
              <a:solidFill>
                <a:srgbClr val="000000"/>
              </a:solidFill>
              <a:latin typeface="돋움" panose="020B0600000101010101" pitchFamily="50" charset="-127"/>
              <a:ea typeface="돋움" panose="020B0600000101010101" pitchFamily="50" charset="-127"/>
            </a:endParaRPr>
          </a:p>
        </p:txBody>
      </p:sp>
      <p:sp>
        <p:nvSpPr>
          <p:cNvPr id="2074" name="Rectangle 94"/>
          <p:cNvSpPr>
            <a:spLocks noChangeArrowheads="1"/>
          </p:cNvSpPr>
          <p:nvPr/>
        </p:nvSpPr>
        <p:spPr bwMode="auto">
          <a:xfrm>
            <a:off x="3427246" y="2871998"/>
            <a:ext cx="3429000" cy="12187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342900" indent="-342900" fontAlgn="base" latinLnBrk="1">
              <a:lnSpc>
                <a:spcPct val="120000"/>
              </a:lnSpc>
              <a:spcBef>
                <a:spcPct val="0"/>
              </a:spcBef>
              <a:spcAft>
                <a:spcPct val="0"/>
              </a:spcAft>
              <a:defRPr/>
            </a:pPr>
            <a:r>
              <a:rPr kumimoji="1" lang="en-US" altLang="ko-KR" sz="800" smtClean="0">
                <a:solidFill>
                  <a:srgbClr val="000000"/>
                </a:solidFill>
                <a:latin typeface="돋움" panose="020B0600000101010101" pitchFamily="50" charset="-127"/>
                <a:ea typeface="돋움" panose="020B0600000101010101" pitchFamily="50" charset="-127"/>
              </a:rPr>
              <a:t>10</a:t>
            </a:r>
            <a:r>
              <a:rPr kumimoji="1" lang="vi-VN" altLang="ko-KR" sz="800" smtClean="0">
                <a:solidFill>
                  <a:srgbClr val="000000"/>
                </a:solidFill>
                <a:latin typeface="돋움" panose="020B0600000101010101" pitchFamily="50" charset="-127"/>
                <a:ea typeface="돋움" panose="020B0600000101010101" pitchFamily="50" charset="-127"/>
              </a:rPr>
              <a:t>.</a:t>
            </a:r>
            <a:r>
              <a:rPr lang="en-US" altLang="ko-KR" sz="800" smtClean="0">
                <a:solidFill>
                  <a:srgbClr val="000000"/>
                </a:solidFill>
                <a:latin typeface="돋움" pitchFamily="50" charset="-127"/>
                <a:ea typeface="돋움" pitchFamily="50" charset="-127"/>
              </a:rPr>
              <a:t>Sau </a:t>
            </a:r>
            <a:r>
              <a:rPr lang="en-US" altLang="ko-KR" sz="800">
                <a:solidFill>
                  <a:srgbClr val="000000"/>
                </a:solidFill>
                <a:latin typeface="돋움" pitchFamily="50" charset="-127"/>
                <a:ea typeface="돋움" pitchFamily="50" charset="-127"/>
              </a:rPr>
              <a:t>đây ý kiến nào</a:t>
            </a:r>
            <a:r>
              <a:rPr lang="vi-VN" altLang="ko-KR" sz="800">
                <a:solidFill>
                  <a:srgbClr val="000000"/>
                </a:solidFill>
                <a:latin typeface="돋움" pitchFamily="50" charset="-127"/>
                <a:ea typeface="돋움" pitchFamily="50" charset="-127"/>
              </a:rPr>
              <a:t> </a:t>
            </a:r>
            <a:r>
              <a:rPr lang="en-US" altLang="ko-KR" sz="800">
                <a:solidFill>
                  <a:srgbClr val="000000"/>
                </a:solidFill>
                <a:latin typeface="돋움" pitchFamily="50" charset="-127"/>
                <a:ea typeface="돋움" pitchFamily="50" charset="-127"/>
              </a:rPr>
              <a:t>giải </a:t>
            </a:r>
            <a:r>
              <a:rPr lang="en-US" altLang="ko-KR" sz="800" smtClean="0">
                <a:solidFill>
                  <a:srgbClr val="000000"/>
                </a:solidFill>
                <a:latin typeface="돋움" pitchFamily="50" charset="-127"/>
                <a:ea typeface="돋움" pitchFamily="50" charset="-127"/>
              </a:rPr>
              <a:t>thích</a:t>
            </a:r>
            <a:r>
              <a:rPr lang="vi-VN" altLang="ko-KR" sz="800" smtClean="0">
                <a:solidFill>
                  <a:srgbClr val="000000"/>
                </a:solidFill>
                <a:latin typeface="돋움" pitchFamily="50" charset="-127"/>
                <a:ea typeface="돋움" pitchFamily="50" charset="-127"/>
              </a:rPr>
              <a:t> về</a:t>
            </a:r>
            <a:r>
              <a:rPr lang="en-US" altLang="ko-KR" sz="800" smtClean="0">
                <a:solidFill>
                  <a:srgbClr val="000000"/>
                </a:solidFill>
                <a:latin typeface="돋움" pitchFamily="50" charset="-127"/>
                <a:ea typeface="돋움" pitchFamily="50" charset="-127"/>
              </a:rPr>
              <a:t> </a:t>
            </a:r>
            <a:r>
              <a:rPr kumimoji="1" lang="en-US" altLang="ko-KR" sz="800" smtClean="0">
                <a:solidFill>
                  <a:srgbClr val="000000"/>
                </a:solidFill>
                <a:latin typeface="돋움" panose="020B0600000101010101" pitchFamily="50" charset="-127"/>
                <a:ea typeface="돋움" panose="020B0600000101010101" pitchFamily="50" charset="-127"/>
              </a:rPr>
              <a:t>Gear</a:t>
            </a:r>
            <a:r>
              <a:rPr kumimoji="1" lang="vi-VN" altLang="ko-KR" sz="800" smtClean="0">
                <a:solidFill>
                  <a:srgbClr val="000000"/>
                </a:solidFill>
                <a:latin typeface="돋움" panose="020B0600000101010101" pitchFamily="50" charset="-127"/>
                <a:ea typeface="돋움" panose="020B0600000101010101" pitchFamily="50" charset="-127"/>
              </a:rPr>
              <a:t> handling</a:t>
            </a:r>
            <a:r>
              <a:rPr kumimoji="1" lang="en-US" altLang="ko-KR" sz="800" smtClean="0">
                <a:solidFill>
                  <a:srgbClr val="000000"/>
                </a:solidFill>
                <a:latin typeface="돋움" panose="020B0600000101010101" pitchFamily="50" charset="-127"/>
                <a:ea typeface="돋움" panose="020B0600000101010101" pitchFamily="50" charset="-127"/>
              </a:rPr>
              <a:t>?</a:t>
            </a:r>
            <a:endParaRPr kumimoji="1" lang="en-US" altLang="ko-KR" sz="800">
              <a:solidFill>
                <a:srgbClr val="000000"/>
              </a:solidFill>
              <a:latin typeface="돋움" panose="020B0600000101010101" pitchFamily="50" charset="-127"/>
              <a:ea typeface="돋움" panose="020B0600000101010101" pitchFamily="50" charset="-127"/>
            </a:endParaRPr>
          </a:p>
          <a:p>
            <a:pPr marL="342900" indent="-342900" fontAlgn="base" latinLnBrk="1">
              <a:lnSpc>
                <a:spcPct val="120000"/>
              </a:lnSpc>
              <a:spcBef>
                <a:spcPct val="0"/>
              </a:spcBef>
              <a:spcAft>
                <a:spcPct val="0"/>
              </a:spcAft>
              <a:defRPr/>
            </a:pPr>
            <a:r>
              <a:rPr kumimoji="1" lang="en-US" altLang="ko-KR" sz="800">
                <a:solidFill>
                  <a:srgbClr val="000000"/>
                </a:solidFill>
                <a:latin typeface="돋움" panose="020B0600000101010101" pitchFamily="50" charset="-127"/>
                <a:ea typeface="돋움" panose="020B0600000101010101" pitchFamily="50" charset="-127"/>
              </a:rPr>
              <a:t>① </a:t>
            </a:r>
            <a:r>
              <a:rPr kumimoji="1" lang="vi-VN" altLang="ko-KR" sz="800">
                <a:solidFill>
                  <a:srgbClr val="000000"/>
                </a:solidFill>
                <a:latin typeface="돋움" panose="020B0600000101010101" pitchFamily="50" charset="-127"/>
                <a:ea typeface="돋움" panose="020B0600000101010101" pitchFamily="50" charset="-127"/>
              </a:rPr>
              <a:t>Để điều chỉnh khi kích thước bánh răng khác nhau, không sơn một đốm sáng trên bánh răng lớn </a:t>
            </a:r>
            <a:r>
              <a:rPr kumimoji="1" lang="vi-VN" altLang="ko-KR" sz="800" smtClean="0">
                <a:solidFill>
                  <a:srgbClr val="000000"/>
                </a:solidFill>
                <a:latin typeface="돋움" panose="020B0600000101010101" pitchFamily="50" charset="-127"/>
                <a:ea typeface="돋움" panose="020B0600000101010101" pitchFamily="50" charset="-127"/>
              </a:rPr>
              <a:t>hơn</a:t>
            </a:r>
            <a:endParaRPr kumimoji="1" lang="ko-KR" altLang="en-US" sz="800">
              <a:solidFill>
                <a:srgbClr val="000000"/>
              </a:solidFill>
              <a:latin typeface="돋움" panose="020B0600000101010101" pitchFamily="50" charset="-127"/>
              <a:ea typeface="돋움" panose="020B0600000101010101" pitchFamily="50" charset="-127"/>
            </a:endParaRPr>
          </a:p>
          <a:p>
            <a:pPr marL="342900" indent="-342900" fontAlgn="base" latinLnBrk="1">
              <a:lnSpc>
                <a:spcPct val="120000"/>
              </a:lnSpc>
              <a:spcBef>
                <a:spcPct val="0"/>
              </a:spcBef>
              <a:spcAft>
                <a:spcPct val="0"/>
              </a:spcAft>
              <a:defRPr/>
            </a:pPr>
            <a:r>
              <a:rPr kumimoji="1" lang="en-US" altLang="ko-KR" sz="800">
                <a:solidFill>
                  <a:srgbClr val="000000"/>
                </a:solidFill>
                <a:latin typeface="돋움" panose="020B0600000101010101" pitchFamily="50" charset="-127"/>
                <a:ea typeface="돋움" panose="020B0600000101010101" pitchFamily="50" charset="-127"/>
              </a:rPr>
              <a:t>② </a:t>
            </a:r>
            <a:r>
              <a:rPr kumimoji="1" lang="vi-VN" altLang="ko-KR" sz="800" smtClean="0">
                <a:solidFill>
                  <a:srgbClr val="000000"/>
                </a:solidFill>
                <a:latin typeface="돋움" panose="020B0600000101010101" pitchFamily="50" charset="-127"/>
                <a:ea typeface="돋움" panose="020B0600000101010101" pitchFamily="50" charset="-127"/>
              </a:rPr>
              <a:t>Zero </a:t>
            </a:r>
            <a:r>
              <a:rPr kumimoji="1" lang="en-US" altLang="ko-KR" sz="800" smtClean="0">
                <a:solidFill>
                  <a:srgbClr val="000000"/>
                </a:solidFill>
                <a:latin typeface="돋움" panose="020B0600000101010101" pitchFamily="50" charset="-127"/>
                <a:ea typeface="돋움" panose="020B0600000101010101" pitchFamily="50" charset="-127"/>
              </a:rPr>
              <a:t>Backlash</a:t>
            </a:r>
            <a:r>
              <a:rPr kumimoji="1" lang="vi-VN" altLang="ko-KR" sz="800">
                <a:solidFill>
                  <a:srgbClr val="000000"/>
                </a:solidFill>
                <a:latin typeface="돋움" panose="020B0600000101010101" pitchFamily="50" charset="-127"/>
                <a:ea typeface="돋움" panose="020B0600000101010101" pitchFamily="50" charset="-127"/>
              </a:rPr>
              <a:t> </a:t>
            </a:r>
            <a:r>
              <a:rPr kumimoji="1" lang="vi-VN" altLang="ko-KR" sz="800" smtClean="0">
                <a:solidFill>
                  <a:srgbClr val="000000"/>
                </a:solidFill>
                <a:latin typeface="돋움" panose="020B0600000101010101" pitchFamily="50" charset="-127"/>
                <a:ea typeface="돋움" panose="020B0600000101010101" pitchFamily="50" charset="-127"/>
              </a:rPr>
              <a:t>của Gear</a:t>
            </a:r>
            <a:endParaRPr kumimoji="1" lang="ko-KR" altLang="en-US" sz="800">
              <a:solidFill>
                <a:srgbClr val="000000"/>
              </a:solidFill>
              <a:latin typeface="돋움" panose="020B0600000101010101" pitchFamily="50" charset="-127"/>
              <a:ea typeface="돋움" panose="020B0600000101010101" pitchFamily="50" charset="-127"/>
            </a:endParaRPr>
          </a:p>
          <a:p>
            <a:pPr fontAlgn="base" latinLnBrk="1">
              <a:spcBef>
                <a:spcPct val="0"/>
              </a:spcBef>
              <a:spcAft>
                <a:spcPct val="0"/>
              </a:spcAft>
              <a:defRPr/>
            </a:pPr>
            <a:r>
              <a:rPr kumimoji="1" lang="en-US" altLang="ko-KR" sz="800" smtClean="0">
                <a:solidFill>
                  <a:srgbClr val="000000"/>
                </a:solidFill>
                <a:latin typeface="돋움" panose="020B0600000101010101" pitchFamily="50" charset="-127"/>
                <a:ea typeface="돋움" panose="020B0600000101010101" pitchFamily="50" charset="-127"/>
              </a:rPr>
              <a:t>③</a:t>
            </a:r>
            <a:r>
              <a:rPr kumimoji="1" lang="vi-VN" altLang="ko-KR" sz="800" smtClean="0">
                <a:solidFill>
                  <a:srgbClr val="000000"/>
                </a:solidFill>
                <a:latin typeface="돋움" panose="020B0600000101010101" pitchFamily="50" charset="-127"/>
                <a:ea typeface="돋움" panose="020B0600000101010101" pitchFamily="50" charset="-127"/>
              </a:rPr>
              <a:t> Được biết đơn vị </a:t>
            </a:r>
            <a:r>
              <a:rPr kumimoji="1" lang="en-US" altLang="ko-KR" sz="800" smtClean="0">
                <a:solidFill>
                  <a:srgbClr val="000000"/>
                </a:solidFill>
                <a:latin typeface="돋움" panose="020B0600000101010101" pitchFamily="50" charset="-127"/>
                <a:ea typeface="돋움" panose="020B0600000101010101" pitchFamily="50" charset="-127"/>
              </a:rPr>
              <a:t> Backlash</a:t>
            </a:r>
            <a:r>
              <a:rPr kumimoji="1" lang="vi-VN" altLang="ko-KR" sz="800" smtClean="0">
                <a:solidFill>
                  <a:srgbClr val="000000"/>
                </a:solidFill>
                <a:latin typeface="돋움" panose="020B0600000101010101" pitchFamily="50" charset="-127"/>
                <a:ea typeface="돋움" panose="020B0600000101010101" pitchFamily="50" charset="-127"/>
              </a:rPr>
              <a:t> là </a:t>
            </a:r>
            <a:r>
              <a:rPr kumimoji="1" lang="en-US" altLang="ko-KR" sz="800" smtClean="0">
                <a:solidFill>
                  <a:srgbClr val="000000"/>
                </a:solidFill>
                <a:latin typeface="돋움" panose="020B0600000101010101" pitchFamily="50" charset="-127"/>
                <a:ea typeface="돋움" panose="020B0600000101010101" pitchFamily="50" charset="-127"/>
              </a:rPr>
              <a:t>0.03~0.05M </a:t>
            </a:r>
            <a:endParaRPr kumimoji="1" lang="en-US" altLang="ko-KR" sz="800">
              <a:solidFill>
                <a:srgbClr val="000000"/>
              </a:solidFill>
              <a:latin typeface="돋움" panose="020B0600000101010101" pitchFamily="50" charset="-127"/>
              <a:ea typeface="돋움" panose="020B0600000101010101" pitchFamily="50" charset="-127"/>
            </a:endParaRPr>
          </a:p>
          <a:p>
            <a:pPr fontAlgn="base" latinLnBrk="1">
              <a:spcBef>
                <a:spcPct val="0"/>
              </a:spcBef>
              <a:spcAft>
                <a:spcPct val="0"/>
              </a:spcAft>
              <a:defRPr/>
            </a:pPr>
            <a:r>
              <a:rPr kumimoji="1" lang="ko-KR" altLang="en-US" sz="800">
                <a:solidFill>
                  <a:srgbClr val="000000"/>
                </a:solidFill>
                <a:latin typeface="돋움" panose="020B0600000101010101" pitchFamily="50" charset="-127"/>
                <a:ea typeface="돋움" panose="020B0600000101010101" pitchFamily="50" charset="-127"/>
              </a:rPr>
              <a:t>④ </a:t>
            </a:r>
            <a:r>
              <a:rPr kumimoji="1" lang="vi-VN" altLang="ko-KR" sz="800" smtClean="0">
                <a:solidFill>
                  <a:srgbClr val="000000"/>
                </a:solidFill>
                <a:latin typeface="돋움" panose="020B0600000101010101" pitchFamily="50" charset="-127"/>
                <a:ea typeface="돋움" panose="020B0600000101010101" pitchFamily="50" charset="-127"/>
              </a:rPr>
              <a:t>Vị trí đo </a:t>
            </a:r>
            <a:r>
              <a:rPr kumimoji="1" lang="en-US" altLang="ko-KR" sz="800" smtClean="0">
                <a:solidFill>
                  <a:srgbClr val="000000"/>
                </a:solidFill>
                <a:latin typeface="돋움" panose="020B0600000101010101" pitchFamily="50" charset="-127"/>
                <a:ea typeface="돋움" panose="020B0600000101010101" pitchFamily="50" charset="-127"/>
              </a:rPr>
              <a:t>Backlash</a:t>
            </a:r>
            <a:r>
              <a:rPr kumimoji="1" lang="vi-VN" altLang="ko-KR" sz="800" smtClean="0">
                <a:solidFill>
                  <a:srgbClr val="000000"/>
                </a:solidFill>
                <a:latin typeface="돋움" panose="020B0600000101010101" pitchFamily="50" charset="-127"/>
                <a:ea typeface="돋움" panose="020B0600000101010101" pitchFamily="50" charset="-127"/>
              </a:rPr>
              <a:t> được đo ở </a:t>
            </a:r>
            <a:r>
              <a:rPr kumimoji="1" lang="en-US" altLang="ko-KR" sz="800">
                <a:solidFill>
                  <a:srgbClr val="000000"/>
                </a:solidFill>
                <a:latin typeface="돋움" panose="020B0600000101010101" pitchFamily="50" charset="-127"/>
                <a:ea typeface="돋움" panose="020B0600000101010101" pitchFamily="50" charset="-127"/>
              </a:rPr>
              <a:t>5~6 </a:t>
            </a:r>
            <a:r>
              <a:rPr kumimoji="1" lang="vi-VN" altLang="ko-KR" sz="800" smtClean="0">
                <a:solidFill>
                  <a:srgbClr val="000000"/>
                </a:solidFill>
                <a:latin typeface="돋움" panose="020B0600000101010101" pitchFamily="50" charset="-127"/>
                <a:ea typeface="돋움" panose="020B0600000101010101" pitchFamily="50" charset="-127"/>
              </a:rPr>
              <a:t>vị trí trung tâm bánh răng và giá trị bình quân được sử dụng.</a:t>
            </a:r>
            <a:endParaRPr kumimoji="1" lang="en-US" altLang="ko-KR" sz="900">
              <a:solidFill>
                <a:srgbClr val="000000"/>
              </a:solidFill>
            </a:endParaRPr>
          </a:p>
          <a:p>
            <a:pPr marL="342900" indent="-342900" fontAlgn="base" latinLnBrk="1">
              <a:lnSpc>
                <a:spcPct val="120000"/>
              </a:lnSpc>
              <a:spcBef>
                <a:spcPct val="0"/>
              </a:spcBef>
              <a:spcAft>
                <a:spcPct val="0"/>
              </a:spcAft>
              <a:defRPr/>
            </a:pPr>
            <a:endParaRPr kumimoji="1" lang="en-US" altLang="ko-KR" sz="900">
              <a:solidFill>
                <a:srgbClr val="000000"/>
              </a:solidFill>
            </a:endParaRPr>
          </a:p>
        </p:txBody>
      </p:sp>
      <p:sp>
        <p:nvSpPr>
          <p:cNvPr id="25623" name="Rectangle 74"/>
          <p:cNvSpPr>
            <a:spLocks noChangeArrowheads="1"/>
          </p:cNvSpPr>
          <p:nvPr/>
        </p:nvSpPr>
        <p:spPr bwMode="auto">
          <a:xfrm>
            <a:off x="3510129" y="4182949"/>
            <a:ext cx="3095625" cy="87408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60000"/>
              </a:lnSpc>
              <a:spcBef>
                <a:spcPct val="50000"/>
              </a:spcBef>
              <a:spcAft>
                <a:spcPct val="0"/>
              </a:spcAft>
            </a:pPr>
            <a:r>
              <a:rPr lang="en-US" altLang="ko-KR" sz="900">
                <a:solidFill>
                  <a:srgbClr val="000000"/>
                </a:solidFill>
              </a:rPr>
              <a:t>11. </a:t>
            </a:r>
            <a:r>
              <a:rPr lang="vi-VN" altLang="ko-KR" sz="900" smtClean="0">
                <a:solidFill>
                  <a:srgbClr val="000000"/>
                </a:solidFill>
              </a:rPr>
              <a:t>Sau đây cái nào</a:t>
            </a:r>
            <a:r>
              <a:rPr lang="vi-VN" altLang="ko-KR" sz="900">
                <a:solidFill>
                  <a:srgbClr val="000000"/>
                </a:solidFill>
              </a:rPr>
              <a:t> mô tả </a:t>
            </a:r>
            <a:r>
              <a:rPr lang="vi-VN" altLang="ko-KR" sz="900" smtClean="0">
                <a:solidFill>
                  <a:srgbClr val="000000"/>
                </a:solidFill>
              </a:rPr>
              <a:t>không đúng về hộp </a:t>
            </a:r>
            <a:r>
              <a:rPr lang="vi-VN" altLang="ko-KR" sz="900">
                <a:solidFill>
                  <a:srgbClr val="000000"/>
                </a:solidFill>
              </a:rPr>
              <a:t>giảm tốc hành trình</a:t>
            </a:r>
            <a:r>
              <a:rPr lang="en-US" altLang="ko-KR" sz="800" smtClean="0">
                <a:solidFill>
                  <a:srgbClr val="000000"/>
                </a:solidFill>
                <a:latin typeface="돋움" panose="020B0600000101010101" pitchFamily="50" charset="-127"/>
                <a:ea typeface="돋움" panose="020B0600000101010101" pitchFamily="50" charset="-127"/>
              </a:rPr>
              <a:t>?</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lnSpc>
                <a:spcPct val="60000"/>
              </a:lnSpc>
              <a:spcBef>
                <a:spcPct val="50000"/>
              </a:spcBef>
              <a:spcAft>
                <a:spcPct val="0"/>
              </a:spcAft>
            </a:pPr>
            <a:r>
              <a:rPr lang="en-US" altLang="ko-KR" sz="800">
                <a:solidFill>
                  <a:srgbClr val="000000"/>
                </a:solidFill>
                <a:latin typeface="돋움" panose="020B0600000101010101" pitchFamily="50" charset="-127"/>
                <a:ea typeface="돋움" panose="020B0600000101010101" pitchFamily="50" charset="-127"/>
              </a:rPr>
              <a:t>① </a:t>
            </a:r>
            <a:r>
              <a:rPr lang="en-US" altLang="ko-KR" sz="800" smtClean="0">
                <a:solidFill>
                  <a:srgbClr val="000000"/>
                </a:solidFill>
                <a:latin typeface="돋움" panose="020B0600000101010101" pitchFamily="50" charset="-127"/>
                <a:ea typeface="돋움" panose="020B0600000101010101" pitchFamily="50" charset="-127"/>
              </a:rPr>
              <a:t>size</a:t>
            </a:r>
            <a:r>
              <a:rPr lang="vi-VN" altLang="ko-KR" sz="800" smtClean="0">
                <a:solidFill>
                  <a:srgbClr val="000000"/>
                </a:solidFill>
                <a:latin typeface="돋움" panose="020B0600000101010101" pitchFamily="50" charset="-127"/>
                <a:ea typeface="돋움" panose="020B0600000101010101" pitchFamily="50" charset="-127"/>
              </a:rPr>
              <a:t> nhỏ và nhẹ</a:t>
            </a:r>
            <a:r>
              <a:rPr lang="en-US" altLang="ko-KR" sz="800" smtClean="0">
                <a:solidFill>
                  <a:srgbClr val="000000"/>
                </a:solidFill>
                <a:latin typeface="돋움" panose="020B0600000101010101" pitchFamily="50" charset="-127"/>
                <a:ea typeface="돋움" panose="020B0600000101010101" pitchFamily="50" charset="-127"/>
              </a:rPr>
              <a:t>.(</a:t>
            </a:r>
            <a:r>
              <a:rPr lang="en-US" altLang="ko-KR" sz="800">
                <a:solidFill>
                  <a:srgbClr val="000000"/>
                </a:solidFill>
                <a:latin typeface="돋움" panose="020B0600000101010101" pitchFamily="50" charset="-127"/>
                <a:ea typeface="돋움" panose="020B0600000101010101" pitchFamily="50" charset="-127"/>
              </a:rPr>
              <a:t>compact &amp; light in weight)</a:t>
            </a:r>
          </a:p>
          <a:p>
            <a:pPr eaLnBrk="1" fontAlgn="base" latinLnBrk="1" hangingPunct="1">
              <a:lnSpc>
                <a:spcPct val="60000"/>
              </a:lnSpc>
              <a:spcBef>
                <a:spcPct val="50000"/>
              </a:spcBef>
              <a:spcAft>
                <a:spcPct val="0"/>
              </a:spcAft>
            </a:pPr>
            <a:r>
              <a:rPr lang="en-US" altLang="ko-KR" sz="800">
                <a:solidFill>
                  <a:srgbClr val="000000"/>
                </a:solidFill>
                <a:latin typeface="돋움" panose="020B0600000101010101" pitchFamily="50" charset="-127"/>
                <a:ea typeface="돋움" panose="020B0600000101010101" pitchFamily="50" charset="-127"/>
              </a:rPr>
              <a:t>② </a:t>
            </a:r>
            <a:r>
              <a:rPr lang="vi-VN" altLang="ko-KR" sz="800" smtClean="0">
                <a:solidFill>
                  <a:srgbClr val="000000"/>
                </a:solidFill>
                <a:latin typeface="돋움" panose="020B0600000101010101" pitchFamily="50" charset="-127"/>
                <a:ea typeface="돋움" panose="020B0600000101010101" pitchFamily="50" charset="-127"/>
              </a:rPr>
              <a:t>Tuổi thọ bền và lâu dài</a:t>
            </a:r>
            <a:r>
              <a:rPr lang="en-US" altLang="ko-KR" sz="800" smtClean="0">
                <a:solidFill>
                  <a:srgbClr val="000000"/>
                </a:solidFill>
                <a:latin typeface="돋움" panose="020B0600000101010101" pitchFamily="50" charset="-127"/>
                <a:ea typeface="돋움" panose="020B0600000101010101" pitchFamily="50" charset="-127"/>
              </a:rPr>
              <a:t>.(</a:t>
            </a:r>
            <a:r>
              <a:rPr lang="en-US" altLang="ko-KR" sz="800">
                <a:solidFill>
                  <a:srgbClr val="000000"/>
                </a:solidFill>
                <a:latin typeface="돋움" panose="020B0600000101010101" pitchFamily="50" charset="-127"/>
                <a:ea typeface="돋움" panose="020B0600000101010101" pitchFamily="50" charset="-127"/>
              </a:rPr>
              <a:t>long life)</a:t>
            </a:r>
          </a:p>
          <a:p>
            <a:pPr eaLnBrk="1" fontAlgn="base" latinLnBrk="1" hangingPunct="1">
              <a:lnSpc>
                <a:spcPct val="60000"/>
              </a:lnSpc>
              <a:spcBef>
                <a:spcPct val="50000"/>
              </a:spcBef>
              <a:spcAft>
                <a:spcPct val="0"/>
              </a:spcAft>
            </a:pPr>
            <a:r>
              <a:rPr lang="en-US" altLang="ko-KR" sz="800">
                <a:solidFill>
                  <a:srgbClr val="000000"/>
                </a:solidFill>
                <a:latin typeface="돋움" panose="020B0600000101010101" pitchFamily="50" charset="-127"/>
                <a:ea typeface="돋움" panose="020B0600000101010101" pitchFamily="50" charset="-127"/>
              </a:rPr>
              <a:t>③ </a:t>
            </a:r>
            <a:r>
              <a:rPr lang="vi-VN" altLang="ko-KR" sz="800" smtClean="0">
                <a:solidFill>
                  <a:srgbClr val="000000"/>
                </a:solidFill>
                <a:latin typeface="돋움" panose="020B0600000101010101" pitchFamily="50" charset="-127"/>
                <a:ea typeface="돋움" panose="020B0600000101010101" pitchFamily="50" charset="-127"/>
              </a:rPr>
              <a:t>giá thấp ,bảo trì dễ</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lnSpc>
                <a:spcPct val="60000"/>
              </a:lnSpc>
              <a:spcBef>
                <a:spcPct val="50000"/>
              </a:spcBef>
              <a:spcAft>
                <a:spcPct val="0"/>
              </a:spcAft>
            </a:pPr>
            <a:r>
              <a:rPr lang="ko-KR" altLang="en-US" sz="800">
                <a:solidFill>
                  <a:srgbClr val="000000"/>
                </a:solidFill>
                <a:latin typeface="돋움" panose="020B0600000101010101" pitchFamily="50" charset="-127"/>
                <a:ea typeface="돋움" panose="020B0600000101010101" pitchFamily="50" charset="-127"/>
              </a:rPr>
              <a:t>④ </a:t>
            </a:r>
            <a:r>
              <a:rPr lang="vi-VN" altLang="ko-KR" sz="800">
                <a:solidFill>
                  <a:srgbClr val="000000"/>
                </a:solidFill>
                <a:latin typeface="돋움" panose="020B0600000101010101" pitchFamily="50" charset="-127"/>
                <a:ea typeface="돋움" panose="020B0600000101010101" pitchFamily="50" charset="-127"/>
              </a:rPr>
              <a:t>Nó được niêm phong và bảo </a:t>
            </a:r>
            <a:r>
              <a:rPr lang="vi-VN" altLang="ko-KR" sz="800" smtClean="0">
                <a:solidFill>
                  <a:srgbClr val="000000"/>
                </a:solidFill>
                <a:latin typeface="돋움" panose="020B0600000101010101" pitchFamily="50" charset="-127"/>
                <a:ea typeface="돋움" panose="020B0600000101010101" pitchFamily="50" charset="-127"/>
              </a:rPr>
              <a:t>quản </a:t>
            </a:r>
            <a:r>
              <a:rPr lang="vi-VN" altLang="ko-KR" sz="800">
                <a:solidFill>
                  <a:srgbClr val="000000"/>
                </a:solidFill>
                <a:latin typeface="돋움" panose="020B0600000101010101" pitchFamily="50" charset="-127"/>
                <a:ea typeface="돋움" panose="020B0600000101010101" pitchFamily="50" charset="-127"/>
              </a:rPr>
              <a:t>khỏi bị ô nhiễm bởi các chất lạ.</a:t>
            </a:r>
            <a:endParaRPr lang="ko-KR" altLang="en-US" sz="800">
              <a:solidFill>
                <a:srgbClr val="000000"/>
              </a:solidFill>
              <a:latin typeface="돋움" panose="020B0600000101010101" pitchFamily="50" charset="-127"/>
              <a:ea typeface="돋움" panose="020B0600000101010101" pitchFamily="50" charset="-127"/>
            </a:endParaRPr>
          </a:p>
        </p:txBody>
      </p:sp>
      <p:sp>
        <p:nvSpPr>
          <p:cNvPr id="25624" name="Rectangle 78"/>
          <p:cNvSpPr>
            <a:spLocks noChangeArrowheads="1"/>
          </p:cNvSpPr>
          <p:nvPr/>
        </p:nvSpPr>
        <p:spPr bwMode="auto">
          <a:xfrm>
            <a:off x="3419476" y="5346693"/>
            <a:ext cx="3124200" cy="170816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돋움" panose="020B0600000101010101" pitchFamily="50" charset="-127"/>
                <a:ea typeface="돋움" panose="020B0600000101010101" pitchFamily="50" charset="-127"/>
              </a:rPr>
              <a:t>12. </a:t>
            </a:r>
            <a:r>
              <a:rPr lang="vi-VN" altLang="ko-KR" sz="800">
                <a:solidFill>
                  <a:srgbClr val="000000"/>
                </a:solidFill>
                <a:latin typeface="돋움" panose="020B0600000101010101" pitchFamily="50" charset="-127"/>
                <a:ea typeface="돋움" panose="020B0600000101010101" pitchFamily="50" charset="-127"/>
              </a:rPr>
              <a:t>Timing Belt bao gồm 4 thành phần và điều gì không phù hợp với đặc tính và vật liệu của từng thành phần</a:t>
            </a:r>
            <a:r>
              <a:rPr lang="vi-VN" altLang="ko-KR" sz="800" smtClean="0">
                <a:solidFill>
                  <a:srgbClr val="000000"/>
                </a:solidFill>
                <a:latin typeface="돋움" panose="020B0600000101010101" pitchFamily="50" charset="-127"/>
                <a:ea typeface="돋움" panose="020B0600000101010101" pitchFamily="50" charset="-127"/>
              </a:rPr>
              <a:t>?</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spcBef>
                <a:spcPct val="0"/>
              </a:spcBef>
              <a:spcAft>
                <a:spcPct val="0"/>
              </a:spcAft>
            </a:pPr>
            <a:r>
              <a:rPr lang="en-US" altLang="ko-KR" sz="800">
                <a:solidFill>
                  <a:srgbClr val="000000"/>
                </a:solidFill>
                <a:latin typeface="돋움" panose="020B0600000101010101" pitchFamily="50" charset="-127"/>
                <a:ea typeface="돋움" panose="020B0600000101010101" pitchFamily="50" charset="-127"/>
              </a:rPr>
              <a:t> ① </a:t>
            </a:r>
            <a:r>
              <a:rPr lang="vi-VN" altLang="ko-KR" sz="800"/>
              <a:t>Thân kéo: được sử dụng chủ yếu dây sợi thủy tinh, thép, SUS, Kevlar với độ bền cao, độ giãn dài thấp và tính linh hoạt tuyệt vời </a:t>
            </a:r>
            <a:r>
              <a:rPr lang="en-US" altLang="ko-KR" sz="800" smtClean="0">
                <a:solidFill>
                  <a:srgbClr val="000000"/>
                </a:solidFill>
                <a:latin typeface="돋움" panose="020B0600000101010101" pitchFamily="50" charset="-127"/>
                <a:ea typeface="돋움" panose="020B0600000101010101" pitchFamily="50" charset="-127"/>
              </a:rPr>
              <a:t>.</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spcBef>
                <a:spcPct val="0"/>
              </a:spcBef>
              <a:spcAft>
                <a:spcPct val="0"/>
              </a:spcAft>
            </a:pPr>
            <a:r>
              <a:rPr lang="en-US" altLang="ko-KR" sz="800">
                <a:solidFill>
                  <a:srgbClr val="000000"/>
                </a:solidFill>
                <a:latin typeface="돋움" panose="020B0600000101010101" pitchFamily="50" charset="-127"/>
                <a:ea typeface="돋움" panose="020B0600000101010101" pitchFamily="50" charset="-127"/>
              </a:rPr>
              <a:t> </a:t>
            </a:r>
            <a:r>
              <a:rPr lang="ko-KR" altLang="en-US" sz="800">
                <a:solidFill>
                  <a:srgbClr val="000000"/>
                </a:solidFill>
                <a:latin typeface="돋움" panose="020B0600000101010101" pitchFamily="50" charset="-127"/>
                <a:ea typeface="돋움" panose="020B0600000101010101" pitchFamily="50" charset="-127"/>
              </a:rPr>
              <a:t>② </a:t>
            </a:r>
            <a:r>
              <a:rPr lang="vi-VN" altLang="ko-KR" sz="800"/>
              <a:t>Cao su răng: Sử dụng cao su tổng hợp và uretan có độ bền cắt, chịu nhiệt và chống mài mòn tuyệt </a:t>
            </a:r>
            <a:r>
              <a:rPr lang="vi-VN" altLang="ko-KR" sz="800" smtClean="0"/>
              <a:t>vời</a:t>
            </a:r>
            <a:r>
              <a:rPr lang="en-US" altLang="ko-KR" sz="800" smtClean="0">
                <a:solidFill>
                  <a:srgbClr val="000000"/>
                </a:solidFill>
                <a:latin typeface="돋움" panose="020B0600000101010101" pitchFamily="50" charset="-127"/>
                <a:ea typeface="돋움" panose="020B0600000101010101" pitchFamily="50" charset="-127"/>
              </a:rPr>
              <a:t>.  </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spcBef>
                <a:spcPct val="0"/>
              </a:spcBef>
              <a:spcAft>
                <a:spcPct val="0"/>
              </a:spcAft>
            </a:pPr>
            <a:r>
              <a:rPr lang="en-US" altLang="ko-KR" sz="800">
                <a:solidFill>
                  <a:srgbClr val="000000"/>
                </a:solidFill>
                <a:latin typeface="돋움" panose="020B0600000101010101" pitchFamily="50" charset="-127"/>
                <a:ea typeface="돋움" panose="020B0600000101010101" pitchFamily="50" charset="-127"/>
              </a:rPr>
              <a:t> </a:t>
            </a:r>
            <a:r>
              <a:rPr lang="ko-KR" altLang="en-US" sz="800">
                <a:solidFill>
                  <a:srgbClr val="000000"/>
                </a:solidFill>
                <a:latin typeface="돋움" panose="020B0600000101010101" pitchFamily="50" charset="-127"/>
                <a:ea typeface="돋움" panose="020B0600000101010101" pitchFamily="50" charset="-127"/>
              </a:rPr>
              <a:t>③ </a:t>
            </a:r>
            <a:r>
              <a:rPr lang="vi-VN" altLang="ko-KR" sz="800">
                <a:solidFill>
                  <a:srgbClr val="000000"/>
                </a:solidFill>
                <a:latin typeface="돋움" panose="020B0600000101010101" pitchFamily="50" charset="-127"/>
                <a:ea typeface="돋움" panose="020B0600000101010101" pitchFamily="50" charset="-127"/>
              </a:rPr>
              <a:t> Bạt </a:t>
            </a:r>
            <a:r>
              <a:rPr lang="vi-VN" altLang="ko-KR" sz="800" smtClean="0">
                <a:solidFill>
                  <a:srgbClr val="000000"/>
                </a:solidFill>
                <a:latin typeface="돋움" panose="020B0600000101010101" pitchFamily="50" charset="-127"/>
                <a:ea typeface="돋움" panose="020B0600000101010101" pitchFamily="50" charset="-127"/>
              </a:rPr>
              <a:t>bên dưới: </a:t>
            </a:r>
            <a:r>
              <a:rPr lang="vi-VN" altLang="ko-KR" sz="800">
                <a:solidFill>
                  <a:srgbClr val="000000"/>
                </a:solidFill>
                <a:latin typeface="돋움" panose="020B0600000101010101" pitchFamily="50" charset="-127"/>
                <a:ea typeface="돋움" panose="020B0600000101010101" pitchFamily="50" charset="-127"/>
              </a:rPr>
              <a:t>Bảo vệ phần ma sát của dây đai và ròng rọc, sử dụng vải nylon có độ bền cao có khả năng chịu nhiệt, chống mài mòn và chống dầu.</a:t>
            </a:r>
            <a:r>
              <a:rPr lang="en-US" altLang="ko-KR" sz="800" smtClean="0">
                <a:solidFill>
                  <a:srgbClr val="000000"/>
                </a:solidFill>
                <a:latin typeface="돋움" panose="020B0600000101010101" pitchFamily="50" charset="-127"/>
                <a:ea typeface="돋움" panose="020B0600000101010101" pitchFamily="50" charset="-127"/>
              </a:rPr>
              <a:t>.    </a:t>
            </a:r>
          </a:p>
          <a:p>
            <a:pPr eaLnBrk="1" fontAlgn="base" latinLnBrk="1" hangingPunct="1">
              <a:spcBef>
                <a:spcPct val="0"/>
              </a:spcBef>
              <a:spcAft>
                <a:spcPct val="0"/>
              </a:spcAft>
            </a:pPr>
            <a:r>
              <a:rPr lang="en-US" altLang="ko-KR" sz="800" smtClean="0">
                <a:solidFill>
                  <a:srgbClr val="000000"/>
                </a:solidFill>
                <a:latin typeface="돋움" panose="020B0600000101010101" pitchFamily="50" charset="-127"/>
                <a:ea typeface="돋움" panose="020B0600000101010101" pitchFamily="50" charset="-127"/>
              </a:rPr>
              <a:t> ④</a:t>
            </a:r>
            <a:r>
              <a:rPr lang="vi-VN" altLang="ko-KR" sz="800" smtClean="0">
                <a:solidFill>
                  <a:srgbClr val="000000"/>
                </a:solidFill>
                <a:latin typeface="돋움" panose="020B0600000101010101" pitchFamily="50" charset="-127"/>
                <a:ea typeface="돋움" panose="020B0600000101010101" pitchFamily="50" charset="-127"/>
              </a:rPr>
              <a:t>Cao su</a:t>
            </a:r>
            <a:r>
              <a:rPr lang="en-US" altLang="ko-KR" sz="800" smtClean="0">
                <a:solidFill>
                  <a:srgbClr val="000000"/>
                </a:solidFill>
                <a:latin typeface="돋움" panose="020B0600000101010101" pitchFamily="50" charset="-127"/>
                <a:ea typeface="돋움" panose="020B0600000101010101" pitchFamily="50" charset="-127"/>
              </a:rPr>
              <a:t> Cover</a:t>
            </a:r>
            <a:r>
              <a:rPr lang="vi-VN" altLang="ko-KR" sz="800" smtClean="0">
                <a:solidFill>
                  <a:srgbClr val="000000"/>
                </a:solidFill>
                <a:latin typeface="돋움" panose="020B0600000101010101" pitchFamily="50" charset="-127"/>
                <a:ea typeface="돋움" panose="020B0600000101010101" pitchFamily="50" charset="-127"/>
              </a:rPr>
              <a:t>: </a:t>
            </a:r>
            <a:r>
              <a:rPr lang="vi-VN" altLang="ko-KR" sz="800">
                <a:solidFill>
                  <a:srgbClr val="000000"/>
                </a:solidFill>
                <a:latin typeface="돋움" panose="020B0600000101010101" pitchFamily="50" charset="-127"/>
                <a:ea typeface="돋움" panose="020B0600000101010101" pitchFamily="50" charset="-127"/>
              </a:rPr>
              <a:t>bảo vệ tấm bạt bên dưới và chống mài mòn do ma sát trong trường hợp dẫn động cầu </a:t>
            </a:r>
            <a:r>
              <a:rPr lang="vi-VN" altLang="ko-KR" sz="800" smtClean="0">
                <a:solidFill>
                  <a:srgbClr val="000000"/>
                </a:solidFill>
                <a:latin typeface="돋움" panose="020B0600000101010101" pitchFamily="50" charset="-127"/>
                <a:ea typeface="돋움" panose="020B0600000101010101" pitchFamily="50" charset="-127"/>
              </a:rPr>
              <a:t>sau</a:t>
            </a:r>
            <a:r>
              <a:rPr lang="en-US" altLang="ko-KR" sz="800" smtClean="0">
                <a:solidFill>
                  <a:srgbClr val="000000"/>
                </a:solidFill>
                <a:latin typeface="돋움" panose="020B0600000101010101" pitchFamily="50" charset="-127"/>
                <a:ea typeface="돋움" panose="020B0600000101010101" pitchFamily="50" charset="-127"/>
              </a:rPr>
              <a:t>.</a:t>
            </a:r>
            <a:endParaRPr lang="en-US" altLang="ko-KR" sz="800">
              <a:solidFill>
                <a:srgbClr val="000000"/>
              </a:solidFill>
              <a:latin typeface="돋움" panose="020B0600000101010101" pitchFamily="50" charset="-127"/>
              <a:ea typeface="돋움" panose="020B0600000101010101" pitchFamily="50" charset="-127"/>
            </a:endParaRPr>
          </a:p>
          <a:p>
            <a:pPr eaLnBrk="1" fontAlgn="base" latinLnBrk="1" hangingPunct="1">
              <a:spcBef>
                <a:spcPct val="0"/>
              </a:spcBef>
              <a:spcAft>
                <a:spcPct val="0"/>
              </a:spcAft>
            </a:pPr>
            <a:endParaRPr lang="en-US" altLang="ko-KR" sz="900">
              <a:solidFill>
                <a:srgbClr val="000000"/>
              </a:solidFill>
            </a:endParaRPr>
          </a:p>
        </p:txBody>
      </p:sp>
      <p:sp>
        <p:nvSpPr>
          <p:cNvPr id="25625" name="Rectangle 78"/>
          <p:cNvSpPr>
            <a:spLocks noChangeArrowheads="1"/>
          </p:cNvSpPr>
          <p:nvPr/>
        </p:nvSpPr>
        <p:spPr bwMode="auto">
          <a:xfrm>
            <a:off x="3395663" y="7121525"/>
            <a:ext cx="3124200" cy="3693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rPr>
              <a:t>13.</a:t>
            </a:r>
            <a:r>
              <a:rPr lang="vi-VN" altLang="ko-KR" sz="900" smtClean="0">
                <a:solidFill>
                  <a:srgbClr val="000000"/>
                </a:solidFill>
              </a:rPr>
              <a:t>Cái nào là </a:t>
            </a:r>
            <a:r>
              <a:rPr lang="en-US" altLang="ko-KR" sz="900" smtClean="0">
                <a:solidFill>
                  <a:srgbClr val="000000"/>
                </a:solidFill>
              </a:rPr>
              <a:t> </a:t>
            </a:r>
            <a:r>
              <a:rPr lang="en-US" altLang="ko-KR" sz="900">
                <a:solidFill>
                  <a:srgbClr val="000000"/>
                </a:solidFill>
              </a:rPr>
              <a:t>Open End Timing </a:t>
            </a:r>
            <a:r>
              <a:rPr lang="en-US" altLang="ko-KR" sz="900" smtClean="0">
                <a:solidFill>
                  <a:srgbClr val="000000"/>
                </a:solidFill>
              </a:rPr>
              <a:t>Belt?</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①</a:t>
            </a:r>
          </a:p>
        </p:txBody>
      </p:sp>
      <p:sp>
        <p:nvSpPr>
          <p:cNvPr id="25626" name="Rectangle 13"/>
          <p:cNvSpPr>
            <a:spLocks noChangeArrowheads="1"/>
          </p:cNvSpPr>
          <p:nvPr/>
        </p:nvSpPr>
        <p:spPr bwMode="auto">
          <a:xfrm>
            <a:off x="274053" y="2138947"/>
            <a:ext cx="3240087" cy="144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돋움" pitchFamily="50" charset="-127"/>
                <a:ea typeface="돋움" pitchFamily="50" charset="-127"/>
              </a:rPr>
              <a:t>2.Sau </a:t>
            </a:r>
            <a:r>
              <a:rPr lang="en-US" altLang="ko-KR" sz="800">
                <a:solidFill>
                  <a:srgbClr val="000000"/>
                </a:solidFill>
                <a:latin typeface="돋움" pitchFamily="50" charset="-127"/>
                <a:ea typeface="돋움" pitchFamily="50" charset="-127"/>
              </a:rPr>
              <a:t>đây ý kiến </a:t>
            </a:r>
            <a:r>
              <a:rPr lang="en-US" altLang="ko-KR" sz="800" smtClean="0">
                <a:solidFill>
                  <a:srgbClr val="000000"/>
                </a:solidFill>
                <a:latin typeface="돋움" pitchFamily="50" charset="-127"/>
                <a:ea typeface="돋움" pitchFamily="50" charset="-127"/>
              </a:rPr>
              <a:t>nào</a:t>
            </a:r>
            <a:r>
              <a:rPr lang="vi-VN" altLang="ko-KR" sz="800" smtClean="0">
                <a:solidFill>
                  <a:srgbClr val="000000"/>
                </a:solidFill>
                <a:latin typeface="돋움" pitchFamily="50" charset="-127"/>
                <a:ea typeface="돋움" pitchFamily="50" charset="-127"/>
              </a:rPr>
              <a:t> </a:t>
            </a:r>
            <a:r>
              <a:rPr lang="en-US" altLang="ko-KR" sz="800">
                <a:solidFill>
                  <a:srgbClr val="000000"/>
                </a:solidFill>
                <a:latin typeface="돋움" pitchFamily="50" charset="-127"/>
                <a:ea typeface="돋움" pitchFamily="50" charset="-127"/>
              </a:rPr>
              <a:t>giải thích</a:t>
            </a:r>
            <a:r>
              <a:rPr lang="en-US" altLang="ko-KR" sz="800" smtClean="0">
                <a:solidFill>
                  <a:srgbClr val="000000"/>
                </a:solidFill>
                <a:latin typeface="돋움" pitchFamily="50" charset="-127"/>
                <a:ea typeface="돋움" pitchFamily="50" charset="-127"/>
              </a:rPr>
              <a:t> </a:t>
            </a:r>
            <a:r>
              <a:rPr lang="en-US" altLang="ko-KR" sz="800">
                <a:solidFill>
                  <a:srgbClr val="000000"/>
                </a:solidFill>
                <a:latin typeface="돋움" pitchFamily="50" charset="-127"/>
                <a:ea typeface="돋움" pitchFamily="50" charset="-127"/>
              </a:rPr>
              <a:t>không </a:t>
            </a:r>
            <a:r>
              <a:rPr lang="vi-VN" altLang="ko-KR" sz="800" smtClean="0">
                <a:solidFill>
                  <a:srgbClr val="000000"/>
                </a:solidFill>
                <a:latin typeface="돋움" pitchFamily="50" charset="-127"/>
                <a:ea typeface="돋움" pitchFamily="50" charset="-127"/>
              </a:rPr>
              <a:t>phù hợp</a:t>
            </a:r>
            <a:r>
              <a:rPr lang="en-US" altLang="ko-KR" sz="800" smtClean="0">
                <a:solidFill>
                  <a:srgbClr val="000000"/>
                </a:solidFill>
                <a:latin typeface="돋움" pitchFamily="50" charset="-127"/>
                <a:ea typeface="돋움" pitchFamily="50" charset="-127"/>
              </a:rPr>
              <a:t> ?</a:t>
            </a:r>
            <a:endParaRPr lang="en-US" altLang="ko-KR" sz="800">
              <a:solidFill>
                <a:srgbClr val="000000"/>
              </a:solidFill>
              <a:latin typeface="돋움" pitchFamily="50" charset="-127"/>
              <a:ea typeface="돋움" pitchFamily="50" charset="-127"/>
            </a:endParaRPr>
          </a:p>
          <a:p>
            <a:r>
              <a:rPr lang="en-US" altLang="ko-KR" sz="800">
                <a:solidFill>
                  <a:srgbClr val="000000"/>
                </a:solidFill>
                <a:latin typeface="돋움" pitchFamily="50" charset="-127"/>
                <a:ea typeface="돋움" pitchFamily="50" charset="-127"/>
              </a:rPr>
              <a:t>  </a:t>
            </a:r>
            <a:r>
              <a:rPr lang="en-US" altLang="ko-KR" sz="800" smtClean="0">
                <a:solidFill>
                  <a:srgbClr val="000000"/>
                </a:solidFill>
                <a:latin typeface="돋움" pitchFamily="50" charset="-127"/>
                <a:ea typeface="돋움" pitchFamily="50" charset="-127"/>
              </a:rPr>
              <a:t>①</a:t>
            </a:r>
            <a:r>
              <a:rPr lang="vi-VN" altLang="ko-KR" sz="800" smtClean="0">
                <a:solidFill>
                  <a:srgbClr val="000000"/>
                </a:solidFill>
                <a:latin typeface="돋움" pitchFamily="50" charset="-127"/>
                <a:ea typeface="돋움" pitchFamily="50" charset="-127"/>
              </a:rPr>
              <a:t>Mối </a:t>
            </a:r>
            <a:r>
              <a:rPr lang="vi-VN" altLang="ko-KR" sz="800">
                <a:solidFill>
                  <a:srgbClr val="000000"/>
                </a:solidFill>
                <a:latin typeface="돋움" pitchFamily="50" charset="-127"/>
                <a:ea typeface="돋움" pitchFamily="50" charset="-127"/>
              </a:rPr>
              <a:t>quan hệ được tạo ra bởi dung sai kích thước trước khi hai bộ phận được lắp vào nhau được gọi là sự ăn khớp, và nó có một khe hở thích hợp hoặc khe hở buộc </a:t>
            </a:r>
            <a:r>
              <a:rPr lang="vi-VN" altLang="ko-KR" sz="800" smtClean="0">
                <a:solidFill>
                  <a:srgbClr val="000000"/>
                </a:solidFill>
                <a:latin typeface="돋움" pitchFamily="50" charset="-127"/>
                <a:ea typeface="돋움" pitchFamily="50" charset="-127"/>
              </a:rPr>
              <a:t>chặt.</a:t>
            </a:r>
            <a:endParaRPr lang="en-US" altLang="ko-KR" sz="8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smtClean="0">
                <a:solidFill>
                  <a:srgbClr val="000000"/>
                </a:solidFill>
                <a:latin typeface="돋움" pitchFamily="50" charset="-127"/>
                <a:ea typeface="돋움" pitchFamily="50" charset="-127"/>
              </a:rPr>
              <a:t>  ② </a:t>
            </a:r>
            <a:r>
              <a:rPr lang="vi-VN" altLang="ko-KR" sz="800">
                <a:solidFill>
                  <a:srgbClr val="000000"/>
                </a:solidFill>
                <a:latin typeface="돋움" pitchFamily="50" charset="-127"/>
                <a:ea typeface="돋움" pitchFamily="50" charset="-127"/>
              </a:rPr>
              <a:t>Khớp lỏng (A đến H): Luôn khớp với một khe hở, trong đó kích thước nhỏ nhất của lỗ lớn hơn kích thước lớn nhất của </a:t>
            </a:r>
            <a:r>
              <a:rPr lang="vi-VN" altLang="ko-KR" sz="800" smtClean="0">
                <a:solidFill>
                  <a:srgbClr val="000000"/>
                </a:solidFill>
                <a:latin typeface="돋움" pitchFamily="50" charset="-127"/>
                <a:ea typeface="돋움" pitchFamily="50" charset="-127"/>
              </a:rPr>
              <a:t>trục</a:t>
            </a:r>
            <a:r>
              <a:rPr lang="vi-VN" altLang="ko-KR" sz="800">
                <a:solidFill>
                  <a:srgbClr val="000000"/>
                </a:solidFill>
                <a:latin typeface="돋움" pitchFamily="50" charset="-127"/>
                <a:ea typeface="돋움" pitchFamily="50" charset="-127"/>
              </a:rPr>
              <a:t>.</a:t>
            </a:r>
            <a:endParaRPr lang="en-US" altLang="ko-KR" sz="8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smtClean="0">
                <a:solidFill>
                  <a:srgbClr val="000000"/>
                </a:solidFill>
                <a:latin typeface="돋움" pitchFamily="50" charset="-127"/>
                <a:ea typeface="돋움" pitchFamily="50" charset="-127"/>
              </a:rPr>
              <a:t>  ③ </a:t>
            </a:r>
            <a:r>
              <a:rPr lang="en-US" altLang="ko-KR" sz="800">
                <a:solidFill>
                  <a:srgbClr val="000000"/>
                </a:solidFill>
                <a:latin typeface="돋움" pitchFamily="50" charset="-127"/>
                <a:ea typeface="돋움" pitchFamily="50" charset="-127"/>
              </a:rPr>
              <a:t>Phù hợp trung gian (J ~ N): Có một số khoảng trống và một số là các </a:t>
            </a:r>
            <a:r>
              <a:rPr lang="en-US" altLang="ko-KR" sz="800" smtClean="0">
                <a:solidFill>
                  <a:srgbClr val="000000"/>
                </a:solidFill>
                <a:latin typeface="돋움" pitchFamily="50" charset="-127"/>
                <a:ea typeface="돋움" pitchFamily="50" charset="-127"/>
              </a:rPr>
              <a:t>chốt</a:t>
            </a:r>
            <a:r>
              <a:rPr lang="vi-VN" altLang="ko-KR" sz="800">
                <a:solidFill>
                  <a:srgbClr val="000000"/>
                </a:solidFill>
                <a:latin typeface="돋움" pitchFamily="50" charset="-127"/>
                <a:ea typeface="돋움" pitchFamily="50" charset="-127"/>
              </a:rPr>
              <a:t>.</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  ④ </a:t>
            </a:r>
            <a:r>
              <a:rPr lang="vi-VN" altLang="ko-KR" sz="800">
                <a:solidFill>
                  <a:srgbClr val="000000"/>
                </a:solidFill>
                <a:latin typeface="돋움" pitchFamily="50" charset="-127"/>
                <a:ea typeface="돋움" pitchFamily="50" charset="-127"/>
              </a:rPr>
              <a:t>Phù hợp cưỡng bức (P ~ Z): Luôn khớp với một khe hở, trong đó kích thước tối thiểu của trục lớn hơn kích thước lớn nhất của </a:t>
            </a:r>
            <a:r>
              <a:rPr lang="vi-VN" altLang="ko-KR" sz="800" smtClean="0">
                <a:solidFill>
                  <a:srgbClr val="000000"/>
                </a:solidFill>
                <a:latin typeface="돋움" pitchFamily="50" charset="-127"/>
                <a:ea typeface="돋움" pitchFamily="50" charset="-127"/>
              </a:rPr>
              <a:t>lỗ.</a:t>
            </a:r>
            <a:endParaRPr lang="ko-KR" altLang="en-US" sz="800">
              <a:solidFill>
                <a:srgbClr val="000000"/>
              </a:solidFill>
              <a:latin typeface="돋움" pitchFamily="50" charset="-127"/>
              <a:ea typeface="돋움" pitchFamily="50" charset="-127"/>
            </a:endParaRPr>
          </a:p>
        </p:txBody>
      </p:sp>
      <p:sp>
        <p:nvSpPr>
          <p:cNvPr id="25627" name="Rectangle 37"/>
          <p:cNvSpPr>
            <a:spLocks noChangeArrowheads="1"/>
          </p:cNvSpPr>
          <p:nvPr/>
        </p:nvSpPr>
        <p:spPr bwMode="auto">
          <a:xfrm>
            <a:off x="250032" y="4619992"/>
            <a:ext cx="3116262" cy="169277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4.</a:t>
            </a:r>
            <a:r>
              <a:rPr lang="ko-KR" altLang="en-US" sz="800">
                <a:solidFill>
                  <a:srgbClr val="000000"/>
                </a:solidFill>
                <a:latin typeface="돋움" pitchFamily="50" charset="-127"/>
                <a:ea typeface="돋움" pitchFamily="50" charset="-127"/>
              </a:rPr>
              <a:t> </a:t>
            </a:r>
            <a:r>
              <a:rPr lang="vi-VN" altLang="ko-KR" sz="800">
                <a:solidFill>
                  <a:srgbClr val="000000"/>
                </a:solidFill>
                <a:latin typeface="돋움" pitchFamily="50" charset="-127"/>
                <a:ea typeface="돋움" pitchFamily="50" charset="-127"/>
              </a:rPr>
              <a:t>Điều gì không đúng với mô tả về angular ball bearing kết hợp</a:t>
            </a:r>
            <a:r>
              <a:rPr lang="vi-VN" altLang="ko-KR" sz="800" smtClean="0">
                <a:solidFill>
                  <a:srgbClr val="000000"/>
                </a:solidFill>
                <a:latin typeface="돋움" pitchFamily="50" charset="-127"/>
                <a:ea typeface="돋움" pitchFamily="50" charset="-127"/>
              </a:rPr>
              <a:t>?</a:t>
            </a:r>
            <a:endParaRPr lang="en-US" altLang="ko-KR" sz="8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800" smtClean="0">
                <a:solidFill>
                  <a:srgbClr val="000000"/>
                </a:solidFill>
                <a:latin typeface="돋움" pitchFamily="50" charset="-127"/>
                <a:ea typeface="돋움" pitchFamily="50" charset="-127"/>
              </a:rPr>
              <a:t> ① </a:t>
            </a:r>
            <a:r>
              <a:rPr lang="vi-VN" altLang="ko-KR" sz="800">
                <a:solidFill>
                  <a:srgbClr val="000000"/>
                </a:solidFill>
                <a:latin typeface="돋움" pitchFamily="50" charset="-127"/>
                <a:ea typeface="돋움" pitchFamily="50" charset="-127"/>
              </a:rPr>
              <a:t>Một Bearing trong đó hai hoặc nhiều Radial Bearing được kết hợp để tạo thành một cặp được gọi </a:t>
            </a:r>
            <a:r>
              <a:rPr lang="vi-VN" altLang="ko-KR" sz="800" smtClean="0">
                <a:solidFill>
                  <a:srgbClr val="000000"/>
                </a:solidFill>
                <a:latin typeface="돋움" pitchFamily="50" charset="-127"/>
                <a:ea typeface="돋움" pitchFamily="50" charset="-127"/>
              </a:rPr>
              <a:t>là Bearing </a:t>
            </a:r>
            <a:r>
              <a:rPr lang="vi-VN" altLang="ko-KR" sz="800">
                <a:solidFill>
                  <a:srgbClr val="000000"/>
                </a:solidFill>
                <a:latin typeface="돋움" pitchFamily="50" charset="-127"/>
                <a:ea typeface="돋움" pitchFamily="50" charset="-127"/>
              </a:rPr>
              <a:t>kết</a:t>
            </a:r>
            <a:r>
              <a:rPr lang="vi-VN" altLang="ko-KR" sz="800" smtClean="0">
                <a:solidFill>
                  <a:srgbClr val="000000"/>
                </a:solidFill>
                <a:latin typeface="돋움" pitchFamily="50" charset="-127"/>
                <a:ea typeface="돋움" pitchFamily="50" charset="-127"/>
              </a:rPr>
              <a:t> </a:t>
            </a:r>
            <a:r>
              <a:rPr lang="vi-VN" altLang="ko-KR" sz="800">
                <a:solidFill>
                  <a:srgbClr val="000000"/>
                </a:solidFill>
                <a:latin typeface="돋움" pitchFamily="50" charset="-127"/>
                <a:ea typeface="돋움" pitchFamily="50" charset="-127"/>
              </a:rPr>
              <a:t>hợp</a:t>
            </a:r>
            <a:r>
              <a:rPr lang="vi-VN" altLang="ko-KR" sz="800" smtClean="0">
                <a:solidFill>
                  <a:srgbClr val="000000"/>
                </a:solidFill>
                <a:latin typeface="돋움" pitchFamily="50" charset="-127"/>
                <a:ea typeface="돋움" pitchFamily="50" charset="-127"/>
              </a:rPr>
              <a:t>.</a:t>
            </a:r>
            <a:r>
              <a:rPr lang="en-US" altLang="ko-KR" sz="800" smtClean="0">
                <a:solidFill>
                  <a:srgbClr val="000000"/>
                </a:solidFill>
                <a:latin typeface="돋움" pitchFamily="50" charset="-127"/>
                <a:ea typeface="돋움" pitchFamily="50" charset="-127"/>
              </a:rPr>
              <a:t>  </a:t>
            </a: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 ② </a:t>
            </a:r>
            <a:r>
              <a:rPr lang="vi-VN" altLang="ko-KR" sz="800">
                <a:solidFill>
                  <a:srgbClr val="000000"/>
                </a:solidFill>
                <a:latin typeface="돋움" pitchFamily="50" charset="-127"/>
                <a:ea typeface="돋움" pitchFamily="50" charset="-127"/>
              </a:rPr>
              <a:t>Thông thường, có nhiều sự kết hợp giữa </a:t>
            </a:r>
            <a:r>
              <a:rPr lang="en-US" altLang="ko-KR" sz="800" smtClean="0">
                <a:solidFill>
                  <a:srgbClr val="000000"/>
                </a:solidFill>
                <a:latin typeface="돋움" pitchFamily="50" charset="-127"/>
                <a:ea typeface="돋움" pitchFamily="50" charset="-127"/>
              </a:rPr>
              <a:t>Angular </a:t>
            </a:r>
            <a:r>
              <a:rPr lang="en-US" altLang="ko-KR" sz="800">
                <a:solidFill>
                  <a:srgbClr val="000000"/>
                </a:solidFill>
                <a:latin typeface="돋움" pitchFamily="50" charset="-127"/>
                <a:ea typeface="돋움" pitchFamily="50" charset="-127"/>
              </a:rPr>
              <a:t>ball </a:t>
            </a:r>
            <a:r>
              <a:rPr lang="en-US" altLang="ko-KR" sz="800" smtClean="0">
                <a:solidFill>
                  <a:srgbClr val="000000"/>
                </a:solidFill>
                <a:latin typeface="돋움" pitchFamily="50" charset="-127"/>
                <a:ea typeface="돋움" pitchFamily="50" charset="-127"/>
              </a:rPr>
              <a:t>bearing</a:t>
            </a:r>
            <a:r>
              <a:rPr lang="vi-VN" altLang="ko-KR" sz="800" smtClean="0">
                <a:solidFill>
                  <a:srgbClr val="000000"/>
                </a:solidFill>
                <a:latin typeface="돋움" pitchFamily="50" charset="-127"/>
                <a:ea typeface="돋움" pitchFamily="50" charset="-127"/>
              </a:rPr>
              <a:t> và </a:t>
            </a:r>
            <a:r>
              <a:rPr lang="en-US" altLang="ko-KR" sz="800" smtClean="0">
                <a:solidFill>
                  <a:srgbClr val="000000"/>
                </a:solidFill>
                <a:latin typeface="돋움" pitchFamily="50" charset="-127"/>
                <a:ea typeface="돋움" pitchFamily="50" charset="-127"/>
              </a:rPr>
              <a:t>Tapered roller</a:t>
            </a:r>
            <a:r>
              <a:rPr lang="vi-VN" altLang="ko-KR" sz="800" smtClean="0">
                <a:solidFill>
                  <a:srgbClr val="000000"/>
                </a:solidFill>
                <a:latin typeface="돋움" pitchFamily="50" charset="-127"/>
                <a:ea typeface="돋움" pitchFamily="50" charset="-127"/>
              </a:rPr>
              <a:t> </a:t>
            </a:r>
            <a:r>
              <a:rPr lang="en-US" altLang="ko-KR" sz="800" smtClean="0">
                <a:solidFill>
                  <a:srgbClr val="000000"/>
                </a:solidFill>
                <a:latin typeface="돋움" pitchFamily="50" charset="-127"/>
                <a:ea typeface="돋움" pitchFamily="50" charset="-127"/>
              </a:rPr>
              <a:t>bearin</a:t>
            </a:r>
            <a:r>
              <a:rPr lang="vi-VN" altLang="ko-KR" sz="800" smtClean="0">
                <a:solidFill>
                  <a:srgbClr val="000000"/>
                </a:solidFill>
                <a:latin typeface="돋움" pitchFamily="50" charset="-127"/>
                <a:ea typeface="돋움" pitchFamily="50" charset="-127"/>
              </a:rPr>
              <a:t>g</a:t>
            </a:r>
            <a:r>
              <a:rPr lang="en-US" altLang="ko-KR" sz="800" smtClean="0">
                <a:solidFill>
                  <a:srgbClr val="000000"/>
                </a:solidFill>
                <a:latin typeface="돋움" pitchFamily="50" charset="-127"/>
                <a:ea typeface="돋움" pitchFamily="50" charset="-127"/>
              </a:rPr>
              <a:t>.</a:t>
            </a:r>
            <a:r>
              <a:rPr lang="ko-KR" altLang="en-US" sz="800" smtClean="0">
                <a:solidFill>
                  <a:srgbClr val="000000"/>
                </a:solidFill>
                <a:latin typeface="돋움" pitchFamily="50" charset="-127"/>
                <a:ea typeface="돋움" pitchFamily="50" charset="-127"/>
              </a:rPr>
              <a:t> </a:t>
            </a:r>
            <a:endParaRPr lang="en-US" altLang="ko-KR" sz="8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800" smtClean="0">
                <a:solidFill>
                  <a:srgbClr val="000000"/>
                </a:solidFill>
                <a:latin typeface="돋움" pitchFamily="50" charset="-127"/>
                <a:ea typeface="돋움" pitchFamily="50" charset="-127"/>
              </a:rPr>
              <a:t> </a:t>
            </a:r>
            <a:r>
              <a:rPr lang="ko-KR" altLang="en-US" sz="800" smtClean="0">
                <a:solidFill>
                  <a:srgbClr val="000000"/>
                </a:solidFill>
                <a:latin typeface="돋움" pitchFamily="50" charset="-127"/>
                <a:ea typeface="돋움" pitchFamily="50" charset="-127"/>
              </a:rPr>
              <a:t>③ </a:t>
            </a:r>
            <a:r>
              <a:rPr lang="vi-VN" altLang="ko-KR" sz="800">
                <a:solidFill>
                  <a:srgbClr val="000000"/>
                </a:solidFill>
                <a:latin typeface="돋움" pitchFamily="50" charset="-127"/>
                <a:ea typeface="돋움" pitchFamily="50" charset="-127"/>
              </a:rPr>
              <a:t>Gõ tổ hợp DF-Front để khớp với mặt trước của vòng ngoài</a:t>
            </a:r>
          </a:p>
          <a:p>
            <a:pPr eaLnBrk="1" fontAlgn="base" latinLnBrk="1" hangingPunct="1">
              <a:spcBef>
                <a:spcPct val="0"/>
              </a:spcBef>
              <a:spcAft>
                <a:spcPct val="0"/>
              </a:spcAft>
            </a:pPr>
            <a:r>
              <a:rPr lang="vi-VN" altLang="ko-KR" sz="800">
                <a:solidFill>
                  <a:srgbClr val="000000"/>
                </a:solidFill>
                <a:latin typeface="돋움" pitchFamily="50" charset="-127"/>
                <a:ea typeface="돋움" pitchFamily="50" charset="-127"/>
              </a:rPr>
              <a:t>(Tải trọng hướng tâm và tải trọng dọc trục theo cả hai phương)</a:t>
            </a:r>
            <a:r>
              <a:rPr lang="en-US" altLang="ko-KR" sz="800" smtClean="0">
                <a:solidFill>
                  <a:srgbClr val="000000"/>
                </a:solidFill>
                <a:latin typeface="돋움" pitchFamily="50" charset="-127"/>
                <a:ea typeface="돋움" pitchFamily="50" charset="-127"/>
              </a:rPr>
              <a:t>)</a:t>
            </a: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 ④ </a:t>
            </a:r>
            <a:r>
              <a:rPr lang="vi-VN" altLang="ko-KR" sz="800">
                <a:solidFill>
                  <a:srgbClr val="000000"/>
                </a:solidFill>
                <a:latin typeface="돋움" pitchFamily="50" charset="-127"/>
                <a:ea typeface="돋움" pitchFamily="50" charset="-127"/>
              </a:rPr>
              <a:t>Kết hợp song song kiểu DB theo cùng một hướng</a:t>
            </a:r>
          </a:p>
          <a:p>
            <a:pPr eaLnBrk="1" fontAlgn="base" latinLnBrk="1" hangingPunct="1">
              <a:spcBef>
                <a:spcPct val="0"/>
              </a:spcBef>
              <a:spcAft>
                <a:spcPct val="0"/>
              </a:spcAft>
            </a:pPr>
            <a:r>
              <a:rPr lang="vi-VN" altLang="ko-KR" sz="800">
                <a:solidFill>
                  <a:srgbClr val="000000"/>
                </a:solidFill>
                <a:latin typeface="돋움" pitchFamily="50" charset="-127"/>
                <a:ea typeface="돋움" pitchFamily="50" charset="-127"/>
              </a:rPr>
              <a:t> (Khi tải trọng dọc trục theo một phương lớn)</a:t>
            </a:r>
            <a:endParaRPr lang="en-US" altLang="ko-KR" sz="800">
              <a:solidFill>
                <a:srgbClr val="000000"/>
              </a:solidFill>
              <a:latin typeface="돋움" pitchFamily="50" charset="-127"/>
              <a:ea typeface="돋움" pitchFamily="50" charset="-127"/>
            </a:endParaRPr>
          </a:p>
        </p:txBody>
      </p:sp>
      <p:pic>
        <p:nvPicPr>
          <p:cNvPr id="25628" name="Picture 4" descr="41-2"/>
          <p:cNvPicPr>
            <a:picLocks noChangeAspect="1" noChangeArrowheads="1"/>
          </p:cNvPicPr>
          <p:nvPr/>
        </p:nvPicPr>
        <p:blipFill>
          <a:blip r:embed="rId3">
            <a:extLst>
              <a:ext uri="{28A0092B-C50C-407E-A947-70E740481C1C}">
                <a14:useLocalDpi xmlns:a14="http://schemas.microsoft.com/office/drawing/2010/main" val="0"/>
              </a:ext>
            </a:extLst>
          </a:blip>
          <a:srcRect l="54385" t="54095"/>
          <a:stretch>
            <a:fillRect/>
          </a:stretch>
        </p:blipFill>
        <p:spPr bwMode="auto">
          <a:xfrm>
            <a:off x="2372011" y="7054853"/>
            <a:ext cx="879475" cy="574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29" name="Rectangle 51"/>
          <p:cNvSpPr>
            <a:spLocks noChangeArrowheads="1"/>
          </p:cNvSpPr>
          <p:nvPr/>
        </p:nvSpPr>
        <p:spPr bwMode="auto">
          <a:xfrm>
            <a:off x="266700" y="7747070"/>
            <a:ext cx="3124200"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7. </a:t>
            </a:r>
            <a:r>
              <a:rPr lang="vi-VN" altLang="ko-KR" sz="800">
                <a:solidFill>
                  <a:srgbClr val="000000"/>
                </a:solidFill>
              </a:rPr>
              <a:t>“Nó còn được gọi là Saddle </a:t>
            </a:r>
            <a:r>
              <a:rPr lang="vi-VN" altLang="ko-KR" sz="800" smtClean="0">
                <a:solidFill>
                  <a:srgbClr val="000000"/>
                </a:solidFill>
              </a:rPr>
              <a:t>key, </a:t>
            </a:r>
            <a:r>
              <a:rPr lang="vi-VN" altLang="ko-KR" sz="800">
                <a:solidFill>
                  <a:srgbClr val="000000"/>
                </a:solidFill>
              </a:rPr>
              <a:t>và nó được lắp vào bằng cách tạo rãnh then hoa (độ dốc 1/100) chỉ ở mặt trục mà không xử lý ở mặt trục.” Loại </a:t>
            </a:r>
            <a:r>
              <a:rPr lang="vi-VN" altLang="ko-KR" sz="800" smtClean="0">
                <a:solidFill>
                  <a:srgbClr val="000000"/>
                </a:solidFill>
              </a:rPr>
              <a:t>key </a:t>
            </a:r>
            <a:r>
              <a:rPr lang="vi-VN" altLang="ko-KR" sz="800">
                <a:solidFill>
                  <a:srgbClr val="000000"/>
                </a:solidFill>
              </a:rPr>
              <a:t>được mô tả ở trên là gì</a:t>
            </a:r>
            <a:r>
              <a:rPr lang="vi-VN" altLang="ko-KR" sz="800" smtClean="0">
                <a:solidFill>
                  <a:srgbClr val="000000"/>
                </a:solidFill>
              </a:rPr>
              <a:t>?</a:t>
            </a:r>
            <a:endParaRPr lang="en-US" altLang="ko-KR" sz="800">
              <a:solidFill>
                <a:srgbClr val="000000"/>
              </a:solidFill>
            </a:endParaRPr>
          </a:p>
          <a:p>
            <a:pPr eaLnBrk="1" fontAlgn="base" latinLnBrk="1" hangingPunct="1">
              <a:spcBef>
                <a:spcPct val="0"/>
              </a:spcBef>
              <a:spcAft>
                <a:spcPct val="0"/>
              </a:spcAft>
            </a:pPr>
            <a:r>
              <a:rPr lang="en-US" altLang="ko-KR" sz="800">
                <a:solidFill>
                  <a:srgbClr val="000000"/>
                </a:solidFill>
              </a:rPr>
              <a:t> ① Saddle key ② Pyeong key</a:t>
            </a:r>
          </a:p>
          <a:p>
            <a:pPr eaLnBrk="1" fontAlgn="base" latinLnBrk="1" hangingPunct="1">
              <a:spcBef>
                <a:spcPct val="0"/>
              </a:spcBef>
              <a:spcAft>
                <a:spcPct val="0"/>
              </a:spcAft>
            </a:pPr>
            <a:r>
              <a:rPr lang="en-US" altLang="ko-KR" sz="800">
                <a:solidFill>
                  <a:srgbClr val="000000"/>
                </a:solidFill>
              </a:rPr>
              <a:t> ③ round key ④ half moon key</a:t>
            </a:r>
            <a:endParaRPr lang="ko-KR" altLang="en-US" sz="800">
              <a:solidFill>
                <a:srgbClr val="000000"/>
              </a:solidFill>
            </a:endParaRPr>
          </a:p>
        </p:txBody>
      </p:sp>
      <p:pic>
        <p:nvPicPr>
          <p:cNvPr id="2563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57788" y="7342193"/>
            <a:ext cx="958850" cy="638175"/>
          </a:xfrm>
          <a:prstGeom prst="rect">
            <a:avLst/>
          </a:prstGeom>
          <a:noFill/>
          <a:ln w="9525">
            <a:solidFill>
              <a:srgbClr val="777777"/>
            </a:solidFill>
            <a:miter lim="800000"/>
            <a:headEnd/>
            <a:tailEnd/>
          </a:ln>
          <a:extLst>
            <a:ext uri="{909E8E84-426E-40DD-AFC4-6F175D3DCCD1}">
              <a14:hiddenFill xmlns:a14="http://schemas.microsoft.com/office/drawing/2010/main">
                <a:solidFill>
                  <a:srgbClr val="FFFFFF"/>
                </a:solidFill>
              </a14:hiddenFill>
            </a:ext>
          </a:extLst>
        </p:spPr>
      </p:pic>
      <p:pic>
        <p:nvPicPr>
          <p:cNvPr id="25631"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44904" y="7342193"/>
            <a:ext cx="931863" cy="638175"/>
          </a:xfrm>
          <a:prstGeom prst="rect">
            <a:avLst/>
          </a:prstGeom>
          <a:noFill/>
          <a:ln w="9525">
            <a:solidFill>
              <a:srgbClr val="777777"/>
            </a:solidFill>
            <a:miter lim="800000"/>
            <a:headEnd/>
            <a:tailEnd/>
          </a:ln>
          <a:extLst>
            <a:ext uri="{909E8E84-426E-40DD-AFC4-6F175D3DCCD1}">
              <a14:hiddenFill xmlns:a14="http://schemas.microsoft.com/office/drawing/2010/main">
                <a:solidFill>
                  <a:srgbClr val="FFFFFF"/>
                </a:solidFill>
              </a14:hiddenFill>
            </a:ext>
          </a:extLst>
        </p:spPr>
      </p:pic>
      <p:pic>
        <p:nvPicPr>
          <p:cNvPr id="2563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94300" y="8101013"/>
            <a:ext cx="922338" cy="638175"/>
          </a:xfrm>
          <a:prstGeom prst="rect">
            <a:avLst/>
          </a:prstGeom>
          <a:noFill/>
          <a:ln w="9525">
            <a:solidFill>
              <a:srgbClr val="777777"/>
            </a:solidFill>
            <a:miter lim="800000"/>
            <a:headEnd/>
            <a:tailEnd/>
          </a:ln>
          <a:extLst>
            <a:ext uri="{909E8E84-426E-40DD-AFC4-6F175D3DCCD1}">
              <a14:hiddenFill xmlns:a14="http://schemas.microsoft.com/office/drawing/2010/main">
                <a:solidFill>
                  <a:srgbClr val="FFFFFF"/>
                </a:solidFill>
              </a14:hiddenFill>
            </a:ext>
          </a:extLst>
        </p:spPr>
      </p:pic>
      <p:pic>
        <p:nvPicPr>
          <p:cNvPr id="2563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67125" y="8101013"/>
            <a:ext cx="933450" cy="638175"/>
          </a:xfrm>
          <a:prstGeom prst="rect">
            <a:avLst/>
          </a:prstGeom>
          <a:noFill/>
          <a:ln w="9525">
            <a:solidFill>
              <a:srgbClr val="777777"/>
            </a:solidFill>
            <a:miter lim="800000"/>
            <a:headEnd/>
            <a:tailEnd/>
          </a:ln>
          <a:extLst>
            <a:ext uri="{909E8E84-426E-40DD-AFC4-6F175D3DCCD1}">
              <a14:hiddenFill xmlns:a14="http://schemas.microsoft.com/office/drawing/2010/main">
                <a:solidFill>
                  <a:srgbClr val="FFFFFF"/>
                </a:solidFill>
              </a14:hiddenFill>
            </a:ext>
          </a:extLst>
        </p:spPr>
      </p:pic>
      <p:sp>
        <p:nvSpPr>
          <p:cNvPr id="25634" name="Rectangle 78"/>
          <p:cNvSpPr>
            <a:spLocks noChangeArrowheads="1"/>
          </p:cNvSpPr>
          <p:nvPr/>
        </p:nvSpPr>
        <p:spPr bwMode="auto">
          <a:xfrm>
            <a:off x="4911725" y="7251700"/>
            <a:ext cx="31750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②</a:t>
            </a:r>
          </a:p>
        </p:txBody>
      </p:sp>
      <p:sp>
        <p:nvSpPr>
          <p:cNvPr id="25635" name="Rectangle 78"/>
          <p:cNvSpPr>
            <a:spLocks noChangeArrowheads="1"/>
          </p:cNvSpPr>
          <p:nvPr/>
        </p:nvSpPr>
        <p:spPr bwMode="auto">
          <a:xfrm>
            <a:off x="3398838" y="8027988"/>
            <a:ext cx="31750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③</a:t>
            </a:r>
          </a:p>
        </p:txBody>
      </p:sp>
      <p:sp>
        <p:nvSpPr>
          <p:cNvPr id="25636" name="Rectangle 78"/>
          <p:cNvSpPr>
            <a:spLocks noChangeArrowheads="1"/>
          </p:cNvSpPr>
          <p:nvPr/>
        </p:nvSpPr>
        <p:spPr bwMode="auto">
          <a:xfrm>
            <a:off x="4940300" y="8027988"/>
            <a:ext cx="31750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④</a:t>
            </a:r>
          </a:p>
        </p:txBody>
      </p:sp>
      <p:sp>
        <p:nvSpPr>
          <p:cNvPr id="30"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1118062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6627" name="Text Box 3"/>
          <p:cNvSpPr txBox="1">
            <a:spLocks noChangeArrowheads="1"/>
          </p:cNvSpPr>
          <p:nvPr/>
        </p:nvSpPr>
        <p:spPr bwMode="auto">
          <a:xfrm>
            <a:off x="228636" y="679469"/>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6628" name="Rectangle 4"/>
          <p:cNvSpPr>
            <a:spLocks noChangeArrowheads="1"/>
          </p:cNvSpPr>
          <p:nvPr/>
        </p:nvSpPr>
        <p:spPr bwMode="auto">
          <a:xfrm>
            <a:off x="3048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6629" name="Rectangle 5"/>
          <p:cNvSpPr>
            <a:spLocks noChangeArrowheads="1"/>
          </p:cNvSpPr>
          <p:nvPr/>
        </p:nvSpPr>
        <p:spPr bwMode="auto">
          <a:xfrm>
            <a:off x="34290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66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61"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6640" name="Rectangle 14"/>
          <p:cNvSpPr>
            <a:spLocks noChangeArrowheads="1"/>
          </p:cNvSpPr>
          <p:nvPr/>
        </p:nvSpPr>
        <p:spPr bwMode="auto">
          <a:xfrm>
            <a:off x="304800" y="5867400"/>
            <a:ext cx="31242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a:t>
            </a:r>
            <a:r>
              <a:rPr lang="ko-KR" altLang="en-US" sz="900">
                <a:solidFill>
                  <a:srgbClr val="000000"/>
                </a:solidFill>
                <a:latin typeface="돋움" pitchFamily="50" charset="-127"/>
                <a:ea typeface="돋움" pitchFamily="50" charset="-127"/>
              </a:rPr>
              <a:t> </a:t>
            </a:r>
            <a:r>
              <a:rPr lang="vi-VN" altLang="ko-KR" sz="900" smtClean="0">
                <a:solidFill>
                  <a:srgbClr val="000000"/>
                </a:solidFill>
                <a:latin typeface="돋움" pitchFamily="50" charset="-127"/>
                <a:ea typeface="돋움" pitchFamily="50" charset="-127"/>
              </a:rPr>
              <a:t>Máy đo nhịp tim (</a:t>
            </a:r>
            <a:r>
              <a:rPr lang="en-US" altLang="ko-KR" sz="900">
                <a:solidFill>
                  <a:srgbClr val="000000"/>
                </a:solidFill>
                <a:latin typeface="돋움" pitchFamily="50" charset="-127"/>
                <a:ea typeface="돋움" pitchFamily="50" charset="-127"/>
              </a:rPr>
              <a:t>height </a:t>
            </a:r>
            <a:r>
              <a:rPr lang="en-US" altLang="ko-KR" sz="900" smtClean="0">
                <a:solidFill>
                  <a:srgbClr val="000000"/>
                </a:solidFill>
                <a:latin typeface="돋움" pitchFamily="50" charset="-127"/>
                <a:ea typeface="돋움" pitchFamily="50" charset="-127"/>
              </a:rPr>
              <a:t>gauge</a:t>
            </a:r>
            <a:r>
              <a:rPr lang="vi-VN" altLang="ko-KR" sz="900" smtClean="0">
                <a:solidFill>
                  <a:srgbClr val="000000"/>
                </a:solidFill>
                <a:latin typeface="돋움" pitchFamily="50" charset="-127"/>
                <a:ea typeface="돋움" pitchFamily="50" charset="-127"/>
              </a:rPr>
              <a:t>) là thông qua phần mô tả sau:</a:t>
            </a:r>
            <a:r>
              <a:rPr lang="en-US" altLang="ko-KR" sz="90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a:t>
            </a:r>
            <a:r>
              <a:rPr lang="vi-VN" altLang="ko-KR" sz="900">
                <a:solidFill>
                  <a:srgbClr val="000000"/>
                </a:solidFill>
                <a:latin typeface="돋움" pitchFamily="50" charset="-127"/>
                <a:ea typeface="돋움" pitchFamily="50" charset="-127"/>
              </a:rPr>
              <a:t>Nó nhẹ và phù hợp cho việc đo lường, thanh trượt có hình hộp và có thể điều chỉnh độ cao. Phần dưới cùng của Scriber không thể đi xuống phần dưới cùng của base  (0 điểm)</a:t>
            </a:r>
            <a:r>
              <a:rPr lang="en-US" altLang="ko-KR" sz="900" smtClean="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HM type height gauge ② HB type height gauge</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HT type height gauge ④ Dial type height gauge</a:t>
            </a:r>
          </a:p>
        </p:txBody>
      </p:sp>
      <p:sp>
        <p:nvSpPr>
          <p:cNvPr id="26641" name="Rectangle 14"/>
          <p:cNvSpPr>
            <a:spLocks noChangeArrowheads="1"/>
          </p:cNvSpPr>
          <p:nvPr/>
        </p:nvSpPr>
        <p:spPr bwMode="auto">
          <a:xfrm>
            <a:off x="304800" y="7466033"/>
            <a:ext cx="33401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a:t>
            </a:r>
            <a:r>
              <a:rPr lang="ko-KR" altLang="en-US" sz="900">
                <a:solidFill>
                  <a:srgbClr val="000000"/>
                </a:solidFill>
                <a:latin typeface="돋움" pitchFamily="50" charset="-127"/>
                <a:ea typeface="돋움" pitchFamily="50" charset="-127"/>
              </a:rPr>
              <a:t> </a:t>
            </a:r>
            <a:r>
              <a:rPr lang="vi-VN" altLang="ko-KR" sz="900">
                <a:solidFill>
                  <a:srgbClr val="000000"/>
                </a:solidFill>
                <a:latin typeface="돋움" pitchFamily="50" charset="-127"/>
                <a:ea typeface="돋움" pitchFamily="50" charset="-127"/>
              </a:rPr>
              <a:t>Để siết bearing nut-Ball screw hoặc vít đầu trục dụng cụ nào được sử dụng để tháo và lắp ráp Bearing Nut</a:t>
            </a:r>
            <a:r>
              <a:rPr lang="en-US" altLang="ko-KR" sz="900" smtClean="0">
                <a:solidFill>
                  <a:srgbClr val="000000"/>
                </a:solidFill>
                <a:latin typeface="돋움" pitchFamily="50" charset="-127"/>
                <a:ea typeface="돋움" pitchFamily="50" charset="-127"/>
              </a:rPr>
              <a:t>?</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vi-VN" altLang="ko-KR" sz="900" smtClean="0">
                <a:solidFill>
                  <a:srgbClr val="000000"/>
                </a:solidFill>
                <a:latin typeface="돋움" pitchFamily="50" charset="-127"/>
                <a:ea typeface="돋움" pitchFamily="50" charset="-127"/>
              </a:rPr>
              <a:t>lục lăng Box</a:t>
            </a: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②</a:t>
            </a:r>
            <a:r>
              <a:rPr lang="vi-VN" altLang="ko-KR" sz="900" smtClean="0">
                <a:solidFill>
                  <a:srgbClr val="000000"/>
                </a:solidFill>
                <a:latin typeface="돋움" pitchFamily="50" charset="-127"/>
                <a:ea typeface="돋움" pitchFamily="50" charset="-127"/>
              </a:rPr>
              <a:t>Snapring pliers</a:t>
            </a:r>
            <a:r>
              <a:rPr lang="ko-KR" altLang="en-US" sz="900" smtClean="0">
                <a:solidFill>
                  <a:srgbClr val="000000"/>
                </a:solidFill>
                <a:latin typeface="돋움" pitchFamily="50" charset="-127"/>
                <a:ea typeface="돋움" pitchFamily="50" charset="-127"/>
              </a:rPr>
              <a:t> </a:t>
            </a:r>
            <a:endParaRPr lang="en-US" altLang="ko-KR" sz="900" smtClean="0">
              <a:solidFill>
                <a:srgbClr val="000000"/>
              </a:solidFill>
              <a:latin typeface="돋움" pitchFamily="50" charset="-127"/>
              <a:ea typeface="돋움" pitchFamily="50" charset="-127"/>
            </a:endParaRPr>
          </a:p>
          <a:p>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③ </a:t>
            </a:r>
            <a:r>
              <a:rPr lang="vi-VN" altLang="ko-KR" sz="900">
                <a:solidFill>
                  <a:srgbClr val="000000"/>
                </a:solidFill>
                <a:latin typeface="돋움" pitchFamily="50" charset="-127"/>
                <a:ea typeface="돋움" pitchFamily="50" charset="-127"/>
              </a:rPr>
              <a:t>lục lăng </a:t>
            </a:r>
            <a:r>
              <a:rPr lang="vi-VN" altLang="ko-KR" sz="900" smtClean="0">
                <a:solidFill>
                  <a:srgbClr val="000000"/>
                </a:solidFill>
                <a:latin typeface="돋움" pitchFamily="50" charset="-127"/>
                <a:ea typeface="돋움" pitchFamily="50" charset="-127"/>
              </a:rPr>
              <a:t>Skates</a:t>
            </a:r>
            <a:r>
              <a:rPr lang="ko-KR" altLang="en-US" sz="900" smtClean="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④ </a:t>
            </a:r>
            <a:r>
              <a:rPr lang="vi-VN" altLang="ko-KR" sz="900" smtClean="0">
                <a:solidFill>
                  <a:srgbClr val="000000"/>
                </a:solidFill>
                <a:latin typeface="돋움" pitchFamily="50" charset="-127"/>
                <a:ea typeface="돋움" pitchFamily="50" charset="-127"/>
              </a:rPr>
              <a:t>Cờ lê Hook</a:t>
            </a:r>
            <a:endParaRPr lang="ko-KR" altLang="en-US" sz="900">
              <a:solidFill>
                <a:srgbClr val="000000"/>
              </a:solidFill>
              <a:latin typeface="돋움" pitchFamily="50" charset="-127"/>
              <a:ea typeface="돋움" pitchFamily="50" charset="-127"/>
            </a:endParaRPr>
          </a:p>
        </p:txBody>
      </p:sp>
      <p:sp>
        <p:nvSpPr>
          <p:cNvPr id="26642" name="Rectangle 74"/>
          <p:cNvSpPr>
            <a:spLocks noChangeArrowheads="1"/>
          </p:cNvSpPr>
          <p:nvPr/>
        </p:nvSpPr>
        <p:spPr bwMode="auto">
          <a:xfrm>
            <a:off x="292434" y="1638527"/>
            <a:ext cx="31242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vi-VN" altLang="ko-KR" sz="900" smtClean="0">
                <a:solidFill>
                  <a:srgbClr val="000000"/>
                </a:solidFill>
                <a:latin typeface="돋움" pitchFamily="50" charset="-127"/>
                <a:ea typeface="돋움" pitchFamily="50" charset="-127"/>
              </a:rPr>
              <a:t>Phương án nào sau đây sai ở phương pháp hướng trượt</a:t>
            </a:r>
            <a:r>
              <a:rPr lang="en-US" altLang="ko-KR" sz="900" smtClean="0">
                <a:solidFill>
                  <a:srgbClr val="000000"/>
                </a:solidFill>
                <a:latin typeface="돋움" pitchFamily="50" charset="-127"/>
                <a:ea typeface="돋움" pitchFamily="50" charset="-127"/>
              </a:rPr>
              <a:t>?</a:t>
            </a:r>
            <a:endParaRPr lang="en-US" altLang="ko-KR" sz="900">
              <a:solidFill>
                <a:srgbClr val="000000"/>
              </a:solidFill>
              <a:latin typeface="돋움" pitchFamily="50" charset="-127"/>
              <a:ea typeface="돋움" pitchFamily="50" charset="-127"/>
            </a:endParaRPr>
          </a:p>
          <a:p>
            <a:pPr fontAlgn="ctr"/>
            <a:r>
              <a:rPr lang="ko-KR" altLang="en-US" sz="900">
                <a:solidFill>
                  <a:srgbClr val="000000"/>
                </a:solidFill>
                <a:latin typeface="돋움" pitchFamily="50" charset="-127"/>
                <a:ea typeface="돋움" pitchFamily="50" charset="-127"/>
              </a:rPr>
              <a:t> ① </a:t>
            </a:r>
            <a:r>
              <a:rPr lang="vi-VN" altLang="ko-KR" sz="900"/>
              <a:t>Hiệu suất cơ học thấp vì hệ số ma sát lớn từ 0,15 đến 0,3</a:t>
            </a:r>
            <a:r>
              <a:rPr lang="vi-VN" altLang="ko-KR" sz="900" smtClean="0"/>
              <a:t>.</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a:t>
            </a:r>
            <a:r>
              <a:rPr lang="vi-VN" altLang="ko-KR" sz="900"/>
              <a:t>Tiến hành trượt bề mặt dẫn </a:t>
            </a:r>
            <a:r>
              <a:rPr lang="vi-VN" altLang="ko-KR" sz="900" smtClean="0"/>
              <a:t>hướng</a:t>
            </a:r>
            <a:endParaRPr lang="ko-KR" altLang="en-US" sz="900">
              <a:solidFill>
                <a:srgbClr val="000000"/>
              </a:solidFill>
              <a:latin typeface="돋움" pitchFamily="50" charset="-127"/>
              <a:ea typeface="돋움" pitchFamily="50" charset="-127"/>
            </a:endParaRPr>
          </a:p>
          <a:p>
            <a:pPr fontAlgn="ctr"/>
            <a:r>
              <a:rPr lang="ko-KR" altLang="en-US" sz="900">
                <a:solidFill>
                  <a:srgbClr val="000000"/>
                </a:solidFill>
                <a:latin typeface="돋움" pitchFamily="50" charset="-127"/>
                <a:ea typeface="돋움" pitchFamily="50" charset="-127"/>
              </a:rPr>
              <a:t> ③ </a:t>
            </a:r>
            <a:r>
              <a:rPr lang="vi-VN" altLang="ko-KR" sz="900"/>
              <a:t>Khi viên bi tiếp xúc với trục tròn được nhiệt luyện nên hệ số ma sát </a:t>
            </a:r>
            <a:r>
              <a:rPr lang="vi-VN" altLang="ko-KR" sz="900" smtClean="0"/>
              <a:t>nhỏ</a:t>
            </a:r>
            <a:r>
              <a:rPr lang="vi-VN" altLang="ko-KR" sz="900"/>
              <a:t>.</a:t>
            </a:r>
            <a:endParaRPr lang="ko-KR" altLang="en-US" sz="900">
              <a:solidFill>
                <a:srgbClr val="000000"/>
              </a:solidFill>
              <a:latin typeface="돋움" pitchFamily="50" charset="-127"/>
              <a:ea typeface="돋움" pitchFamily="50" charset="-127"/>
            </a:endParaRPr>
          </a:p>
          <a:p>
            <a:pPr fontAlgn="ctr"/>
            <a:r>
              <a:rPr lang="ko-KR" altLang="en-US" sz="900">
                <a:solidFill>
                  <a:srgbClr val="000000"/>
                </a:solidFill>
                <a:latin typeface="돋움" pitchFamily="50" charset="-127"/>
                <a:ea typeface="돋움" pitchFamily="50" charset="-127"/>
              </a:rPr>
              <a:t> ④ </a:t>
            </a:r>
            <a:r>
              <a:rPr lang="vi-VN" altLang="ko-KR" sz="900"/>
              <a:t>Cần tiếp nhiên liệu tốc độ thấp và cưỡng </a:t>
            </a:r>
            <a:r>
              <a:rPr lang="vi-VN" altLang="ko-KR" sz="900" smtClean="0"/>
              <a:t>chế</a:t>
            </a:r>
            <a:endParaRPr lang="vi-VN" altLang="ko-KR" sz="900">
              <a:solidFill>
                <a:srgbClr val="000000"/>
              </a:solidFill>
              <a:latin typeface="돋움"/>
            </a:endParaRPr>
          </a:p>
        </p:txBody>
      </p:sp>
      <p:sp>
        <p:nvSpPr>
          <p:cNvPr id="26643" name="Rectangle 44"/>
          <p:cNvSpPr>
            <a:spLocks noChangeArrowheads="1"/>
          </p:cNvSpPr>
          <p:nvPr/>
        </p:nvSpPr>
        <p:spPr bwMode="auto">
          <a:xfrm>
            <a:off x="284747" y="2819400"/>
            <a:ext cx="3132138" cy="147732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a:t>
            </a:r>
            <a:r>
              <a:rPr lang="en-US" altLang="ko-KR" sz="900" smtClean="0">
                <a:solidFill>
                  <a:srgbClr val="000000"/>
                </a:solidFill>
                <a:latin typeface="돋움" pitchFamily="50" charset="-127"/>
                <a:ea typeface="돋움" pitchFamily="50" charset="-127"/>
              </a:rPr>
              <a:t>.</a:t>
            </a:r>
            <a:r>
              <a:rPr lang="vi-VN" altLang="ko-KR" sz="900">
                <a:solidFill>
                  <a:srgbClr val="000000"/>
                </a:solidFill>
                <a:latin typeface="돋움" pitchFamily="50" charset="-127"/>
                <a:ea typeface="돋움" pitchFamily="50" charset="-127"/>
              </a:rPr>
              <a:t> Phương án </a:t>
            </a:r>
            <a:r>
              <a:rPr lang="vi-VN" altLang="ko-KR" sz="900" smtClean="0">
                <a:solidFill>
                  <a:srgbClr val="000000"/>
                </a:solidFill>
                <a:latin typeface="돋움" pitchFamily="50" charset="-127"/>
                <a:ea typeface="돋움" pitchFamily="50" charset="-127"/>
              </a:rPr>
              <a:t>nào </a:t>
            </a:r>
            <a:r>
              <a:rPr lang="vi-VN" altLang="ko-KR" sz="900">
                <a:solidFill>
                  <a:srgbClr val="000000"/>
                </a:solidFill>
                <a:latin typeface="돋움" pitchFamily="50" charset="-127"/>
                <a:ea typeface="돋움" pitchFamily="50" charset="-127"/>
              </a:rPr>
              <a:t>sau đây </a:t>
            </a:r>
            <a:r>
              <a:rPr lang="vi-VN" altLang="ko-KR" sz="900" smtClean="0">
                <a:solidFill>
                  <a:srgbClr val="000000"/>
                </a:solidFill>
                <a:latin typeface="돋움" pitchFamily="50" charset="-127"/>
                <a:ea typeface="돋움" pitchFamily="50" charset="-127"/>
              </a:rPr>
              <a:t>giải thích sai phương pháp hưỡng dẫn của </a:t>
            </a:r>
            <a:r>
              <a:rPr lang="en-US" altLang="ko-KR" sz="900" smtClean="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Ball </a:t>
            </a:r>
            <a:r>
              <a:rPr lang="en-US" altLang="ko-KR" sz="900" smtClean="0">
                <a:solidFill>
                  <a:srgbClr val="000000"/>
                </a:solidFill>
                <a:latin typeface="돋움" pitchFamily="50" charset="-127"/>
                <a:ea typeface="돋움" pitchFamily="50" charset="-127"/>
              </a:rPr>
              <a:t>Screw?</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vi-VN" altLang="ko-KR" sz="900">
                <a:solidFill>
                  <a:srgbClr val="000000"/>
                </a:solidFill>
                <a:latin typeface="돋움" pitchFamily="50" charset="-127"/>
                <a:ea typeface="돋움" pitchFamily="50" charset="-127"/>
              </a:rPr>
              <a:t>Hiệu quả cao do một viên bi thép được lắp vào giữa rãnh của trục </a:t>
            </a:r>
            <a:r>
              <a:rPr lang="en-US" altLang="ko-KR" sz="900">
                <a:solidFill>
                  <a:srgbClr val="000000"/>
                </a:solidFill>
                <a:latin typeface="돋움" pitchFamily="50" charset="-127"/>
                <a:ea typeface="돋움" pitchFamily="50" charset="-127"/>
              </a:rPr>
              <a:t>Ball Screw</a:t>
            </a:r>
            <a:r>
              <a:rPr lang="vi-VN" altLang="ko-KR" sz="900" smtClean="0">
                <a:solidFill>
                  <a:srgbClr val="000000"/>
                </a:solidFill>
                <a:latin typeface="돋움" pitchFamily="50" charset="-127"/>
                <a:ea typeface="돋움" pitchFamily="50" charset="-127"/>
              </a:rPr>
              <a:t> </a:t>
            </a:r>
            <a:r>
              <a:rPr lang="vi-VN" altLang="ko-KR" sz="900">
                <a:solidFill>
                  <a:srgbClr val="000000"/>
                </a:solidFill>
                <a:latin typeface="돋움" pitchFamily="50" charset="-127"/>
                <a:ea typeface="돋움" pitchFamily="50" charset="-127"/>
              </a:rPr>
              <a:t>và đai ốc và truyền qua ma sát lăn</a:t>
            </a:r>
            <a:r>
              <a:rPr lang="vi-VN" altLang="ko-KR" sz="900" smtClean="0">
                <a:solidFill>
                  <a:srgbClr val="000000"/>
                </a:solidFill>
                <a:latin typeface="돋움" pitchFamily="50" charset="-127"/>
                <a:ea typeface="돋움" pitchFamily="50" charset="-127"/>
              </a:rPr>
              <a:t>.</a:t>
            </a:r>
            <a:r>
              <a:rPr lang="ko-KR" altLang="en-US" sz="900" smtClean="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② </a:t>
            </a:r>
            <a:r>
              <a:rPr lang="vi-VN" altLang="ko-KR" sz="900" smtClean="0">
                <a:solidFill>
                  <a:srgbClr val="000000"/>
                </a:solidFill>
                <a:latin typeface="돋움" pitchFamily="50" charset="-127"/>
                <a:ea typeface="돋움" pitchFamily="50" charset="-127"/>
              </a:rPr>
              <a:t>Có </a:t>
            </a:r>
            <a:r>
              <a:rPr lang="vi-VN" altLang="ko-KR" sz="900">
                <a:solidFill>
                  <a:srgbClr val="000000"/>
                </a:solidFill>
                <a:latin typeface="돋움" pitchFamily="50" charset="-127"/>
                <a:ea typeface="돋움" pitchFamily="50" charset="-127"/>
              </a:rPr>
              <a:t>thể nhận ra độ chính xác cao và độ cứng cao vì có thể giảm </a:t>
            </a:r>
            <a:r>
              <a:rPr lang="vi-VN" altLang="ko-KR" sz="900" smtClean="0">
                <a:solidFill>
                  <a:srgbClr val="000000"/>
                </a:solidFill>
                <a:latin typeface="돋움" pitchFamily="50" charset="-127"/>
                <a:ea typeface="돋움" pitchFamily="50" charset="-127"/>
              </a:rPr>
              <a:t>thiểu Backlash.</a:t>
            </a:r>
            <a:endParaRPr lang="en-US" altLang="ko-KR" sz="9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③ </a:t>
            </a:r>
            <a:r>
              <a:rPr lang="vi-VN" altLang="ko-KR" sz="900">
                <a:solidFill>
                  <a:srgbClr val="000000"/>
                </a:solidFill>
                <a:latin typeface="돋움" pitchFamily="50" charset="-127"/>
                <a:ea typeface="돋움" pitchFamily="50" charset="-127"/>
              </a:rPr>
              <a:t>Có thể hấp thụ lỗi trong phần lắp đặt do </a:t>
            </a:r>
            <a:r>
              <a:rPr lang="vi-VN" altLang="ko-KR" sz="900" smtClean="0">
                <a:solidFill>
                  <a:srgbClr val="000000"/>
                </a:solidFill>
                <a:latin typeface="돋움" pitchFamily="50" charset="-127"/>
                <a:ea typeface="돋움" pitchFamily="50" charset="-127"/>
              </a:rPr>
              <a:t>có khả </a:t>
            </a:r>
            <a:r>
              <a:rPr lang="vi-VN" altLang="ko-KR" sz="900">
                <a:solidFill>
                  <a:srgbClr val="000000"/>
                </a:solidFill>
                <a:latin typeface="돋움" pitchFamily="50" charset="-127"/>
                <a:ea typeface="돋움" pitchFamily="50" charset="-127"/>
              </a:rPr>
              <a:t>năng điều chỉnh tự </a:t>
            </a:r>
            <a:r>
              <a:rPr lang="vi-VN" altLang="ko-KR" sz="900" smtClean="0">
                <a:solidFill>
                  <a:srgbClr val="000000"/>
                </a:solidFill>
                <a:latin typeface="돋움" pitchFamily="50" charset="-127"/>
                <a:ea typeface="돋움" pitchFamily="50" charset="-127"/>
              </a:rPr>
              <a:t>động</a:t>
            </a:r>
            <a:r>
              <a:rPr lang="vi-VN" altLang="ko-KR" sz="900">
                <a:solidFill>
                  <a:srgbClr val="000000"/>
                </a:solidFill>
                <a:latin typeface="돋움" pitchFamily="50" charset="-127"/>
                <a:ea typeface="돋움" pitchFamily="50" charset="-127"/>
              </a:rPr>
              <a:t>.</a:t>
            </a:r>
            <a:r>
              <a:rPr lang="en-US" altLang="ko-KR" sz="900" smtClean="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a:t>
            </a:r>
            <a:r>
              <a:rPr lang="ko-KR" altLang="en-US" sz="900" smtClean="0">
                <a:solidFill>
                  <a:srgbClr val="000000"/>
                </a:solidFill>
                <a:latin typeface="돋움" pitchFamily="50" charset="-127"/>
                <a:ea typeface="돋움" pitchFamily="50" charset="-127"/>
              </a:rPr>
              <a:t>④ </a:t>
            </a:r>
            <a:r>
              <a:rPr lang="vi-VN" altLang="ko-KR" sz="900">
                <a:solidFill>
                  <a:srgbClr val="000000"/>
                </a:solidFill>
                <a:latin typeface="돋움" pitchFamily="50" charset="-127"/>
                <a:ea typeface="돋움" pitchFamily="50" charset="-127"/>
              </a:rPr>
              <a:t>Tuổi thọ cao hơn ma sát trượt</a:t>
            </a:r>
            <a:r>
              <a:rPr lang="en-US" altLang="ko-KR" sz="900" smtClean="0">
                <a:solidFill>
                  <a:srgbClr val="000000"/>
                </a:solidFill>
                <a:latin typeface="돋움" pitchFamily="50" charset="-127"/>
                <a:ea typeface="돋움" pitchFamily="50" charset="-127"/>
              </a:rPr>
              <a:t>.</a:t>
            </a:r>
            <a:endParaRPr lang="en-US" altLang="ko-KR" sz="900">
              <a:solidFill>
                <a:srgbClr val="000000"/>
              </a:solidFill>
              <a:latin typeface="돋움" pitchFamily="50" charset="-127"/>
              <a:ea typeface="돋움" pitchFamily="50" charset="-127"/>
            </a:endParaRPr>
          </a:p>
        </p:txBody>
      </p:sp>
      <p:sp>
        <p:nvSpPr>
          <p:cNvPr id="26644" name="Rectangle 44"/>
          <p:cNvSpPr>
            <a:spLocks noChangeArrowheads="1"/>
          </p:cNvSpPr>
          <p:nvPr/>
        </p:nvSpPr>
        <p:spPr bwMode="auto">
          <a:xfrm>
            <a:off x="292434" y="4296728"/>
            <a:ext cx="3132138"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vi-VN" altLang="ko-KR" sz="900">
                <a:solidFill>
                  <a:srgbClr val="000000"/>
                </a:solidFill>
                <a:latin typeface="돋움" pitchFamily="50" charset="-127"/>
                <a:ea typeface="돋움" pitchFamily="50" charset="-127"/>
              </a:rPr>
              <a:t>Khi lắp nhiều máy vào một nhà máy, bản vẽ chỉ rõ vị trí của từng máy như thế </a:t>
            </a:r>
            <a:r>
              <a:rPr lang="vi-VN" altLang="ko-KR" sz="900" smtClean="0">
                <a:solidFill>
                  <a:srgbClr val="000000"/>
                </a:solidFill>
                <a:latin typeface="돋움" pitchFamily="50" charset="-127"/>
                <a:ea typeface="돋움" pitchFamily="50" charset="-127"/>
              </a:rPr>
              <a:t>nào</a:t>
            </a:r>
            <a:r>
              <a:rPr lang="en-US" altLang="ko-KR" sz="900" smtClean="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smtClean="0">
                <a:solidFill>
                  <a:srgbClr val="000000"/>
                </a:solidFill>
                <a:latin typeface="돋움" pitchFamily="50" charset="-127"/>
                <a:ea typeface="돋움" pitchFamily="50" charset="-127"/>
              </a:rPr>
              <a:t>① </a:t>
            </a:r>
            <a:r>
              <a:rPr lang="vi-VN" altLang="ko-KR" sz="900">
                <a:solidFill>
                  <a:srgbClr val="000000"/>
                </a:solidFill>
                <a:latin typeface="돋움" pitchFamily="50" charset="-127"/>
                <a:ea typeface="돋움" pitchFamily="50" charset="-127"/>
              </a:rPr>
              <a:t>Bản vẽ </a:t>
            </a:r>
            <a:r>
              <a:rPr lang="vi-VN" altLang="ko-KR" sz="900" smtClean="0">
                <a:solidFill>
                  <a:srgbClr val="000000"/>
                </a:solidFill>
                <a:latin typeface="돋움" pitchFamily="50" charset="-127"/>
                <a:ea typeface="돋움" pitchFamily="50" charset="-127"/>
              </a:rPr>
              <a:t>công đoạn ② </a:t>
            </a:r>
            <a:r>
              <a:rPr lang="vi-VN" altLang="ko-KR" sz="900">
                <a:solidFill>
                  <a:srgbClr val="000000"/>
                </a:solidFill>
                <a:latin typeface="돋움" pitchFamily="50" charset="-127"/>
                <a:ea typeface="돋움" pitchFamily="50" charset="-127"/>
              </a:rPr>
              <a:t>Bản vẽ </a:t>
            </a:r>
            <a:r>
              <a:rPr lang="vi-VN" altLang="ko-KR" sz="900" smtClean="0">
                <a:solidFill>
                  <a:srgbClr val="000000"/>
                </a:solidFill>
                <a:latin typeface="돋움" pitchFamily="50" charset="-127"/>
                <a:ea typeface="돋움" pitchFamily="50" charset="-127"/>
              </a:rPr>
              <a:t> bộ </a:t>
            </a:r>
            <a:r>
              <a:rPr lang="vi-VN" altLang="ko-KR" sz="900">
                <a:solidFill>
                  <a:srgbClr val="000000"/>
                </a:solidFill>
                <a:latin typeface="돋움" pitchFamily="50" charset="-127"/>
                <a:ea typeface="돋움" pitchFamily="50" charset="-127"/>
              </a:rPr>
              <a:t>phận</a:t>
            </a:r>
          </a:p>
          <a:p>
            <a:pPr eaLnBrk="1" fontAlgn="base" latinLnBrk="1" hangingPunct="1">
              <a:spcBef>
                <a:spcPct val="0"/>
              </a:spcBef>
              <a:spcAft>
                <a:spcPct val="0"/>
              </a:spcAft>
            </a:pPr>
            <a:r>
              <a:rPr lang="vi-VN" altLang="ko-KR" sz="900">
                <a:solidFill>
                  <a:srgbClr val="000000"/>
                </a:solidFill>
                <a:latin typeface="돋움" pitchFamily="50" charset="-127"/>
                <a:ea typeface="돋움" pitchFamily="50" charset="-127"/>
              </a:rPr>
              <a:t>③ Bản vẽ cơ </a:t>
            </a:r>
            <a:r>
              <a:rPr lang="vi-VN" altLang="ko-KR" sz="900" smtClean="0">
                <a:solidFill>
                  <a:srgbClr val="000000"/>
                </a:solidFill>
                <a:latin typeface="돋움" pitchFamily="50" charset="-127"/>
                <a:ea typeface="돋움" pitchFamily="50" charset="-127"/>
              </a:rPr>
              <a:t>bản      </a:t>
            </a:r>
            <a:r>
              <a:rPr lang="vi-VN" altLang="ko-KR" sz="900">
                <a:solidFill>
                  <a:srgbClr val="000000"/>
                </a:solidFill>
                <a:latin typeface="돋움" pitchFamily="50" charset="-127"/>
                <a:ea typeface="돋움" pitchFamily="50" charset="-127"/>
              </a:rPr>
              <a:t>④ Bản vẽ bố cục</a:t>
            </a:r>
            <a:endParaRPr lang="en-US" altLang="ko-KR" sz="900">
              <a:solidFill>
                <a:srgbClr val="000000"/>
              </a:solidFill>
              <a:latin typeface="돋움" pitchFamily="50" charset="-127"/>
              <a:ea typeface="돋움" pitchFamily="50" charset="-127"/>
            </a:endParaRPr>
          </a:p>
        </p:txBody>
      </p:sp>
      <p:sp>
        <p:nvSpPr>
          <p:cNvPr id="26645" name="Rectangle 78"/>
          <p:cNvSpPr>
            <a:spLocks noChangeArrowheads="1"/>
          </p:cNvSpPr>
          <p:nvPr/>
        </p:nvSpPr>
        <p:spPr bwMode="auto">
          <a:xfrm>
            <a:off x="304800" y="984270"/>
            <a:ext cx="31242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14. </a:t>
            </a:r>
            <a:r>
              <a:rPr lang="vi-VN" altLang="ko-KR" sz="900" smtClean="0">
                <a:solidFill>
                  <a:srgbClr val="000000"/>
                </a:solidFill>
              </a:rPr>
              <a:t>Loại belt nào sau đây là loại belt có nhược điểm lớn nhất có hiệu quả rung</a:t>
            </a:r>
            <a:r>
              <a:rPr lang="en-US" altLang="ko-KR" sz="900" smtClean="0">
                <a:solidFill>
                  <a:srgbClr val="000000"/>
                </a:solidFill>
              </a:rPr>
              <a:t>?</a:t>
            </a:r>
            <a:endParaRPr lang="en-US" altLang="ko-KR" sz="900">
              <a:solidFill>
                <a:srgbClr val="000000"/>
              </a:solidFill>
            </a:endParaRPr>
          </a:p>
          <a:p>
            <a:pPr eaLnBrk="1" fontAlgn="base" latinLnBrk="1" hangingPunct="1">
              <a:spcBef>
                <a:spcPct val="0"/>
              </a:spcBef>
              <a:spcAft>
                <a:spcPct val="0"/>
              </a:spcAft>
            </a:pPr>
            <a:r>
              <a:rPr lang="en-US" altLang="ko-KR" sz="900" smtClean="0">
                <a:solidFill>
                  <a:srgbClr val="000000"/>
                </a:solidFill>
              </a:rPr>
              <a:t>   ① </a:t>
            </a:r>
            <a:r>
              <a:rPr lang="vi-VN" altLang="ko-KR" sz="900" smtClean="0">
                <a:solidFill>
                  <a:srgbClr val="000000"/>
                </a:solidFill>
              </a:rPr>
              <a:t>Timing Belt</a:t>
            </a:r>
            <a:r>
              <a:rPr lang="en-US" altLang="ko-KR" sz="900" smtClean="0">
                <a:solidFill>
                  <a:srgbClr val="000000"/>
                </a:solidFill>
              </a:rPr>
              <a:t>        ② V </a:t>
            </a:r>
            <a:r>
              <a:rPr lang="vi-VN" altLang="ko-KR" sz="900" smtClean="0">
                <a:solidFill>
                  <a:srgbClr val="000000"/>
                </a:solidFill>
              </a:rPr>
              <a:t>belt</a:t>
            </a:r>
            <a:endParaRPr lang="en-US" altLang="ko-KR" sz="900" smtClean="0">
              <a:solidFill>
                <a:srgbClr val="000000"/>
              </a:solidFill>
            </a:endParaRPr>
          </a:p>
          <a:p>
            <a:r>
              <a:rPr lang="en-US" altLang="ko-KR" sz="900" smtClean="0">
                <a:solidFill>
                  <a:srgbClr val="000000"/>
                </a:solidFill>
              </a:rPr>
              <a:t>   ③ </a:t>
            </a:r>
            <a:r>
              <a:rPr lang="vi-VN" altLang="ko-KR" sz="900" smtClean="0">
                <a:solidFill>
                  <a:srgbClr val="000000"/>
                </a:solidFill>
              </a:rPr>
              <a:t>Roller chain</a:t>
            </a:r>
            <a:r>
              <a:rPr lang="ko-KR" altLang="en-US" sz="900" smtClean="0">
                <a:solidFill>
                  <a:srgbClr val="000000"/>
                </a:solidFill>
              </a:rPr>
              <a:t>      </a:t>
            </a:r>
            <a:r>
              <a:rPr lang="en-US" altLang="ko-KR" sz="900" smtClean="0">
                <a:solidFill>
                  <a:srgbClr val="000000"/>
                </a:solidFill>
              </a:rPr>
              <a:t> ④ </a:t>
            </a:r>
            <a:r>
              <a:rPr lang="vi-VN" altLang="ko-KR" sz="900" smtClean="0">
                <a:solidFill>
                  <a:srgbClr val="000000"/>
                </a:solidFill>
              </a:rPr>
              <a:t>Gear</a:t>
            </a:r>
            <a:endParaRPr lang="ko-KR" altLang="en-US" sz="900" baseline="30000"/>
          </a:p>
        </p:txBody>
      </p:sp>
      <p:sp>
        <p:nvSpPr>
          <p:cNvPr id="26646" name="Rectangle 44"/>
          <p:cNvSpPr>
            <a:spLocks noChangeArrowheads="1"/>
          </p:cNvSpPr>
          <p:nvPr/>
        </p:nvSpPr>
        <p:spPr bwMode="auto">
          <a:xfrm>
            <a:off x="320675" y="5076845"/>
            <a:ext cx="3132138"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a:t>
            </a:r>
            <a:r>
              <a:rPr lang="vi-VN" altLang="ko-KR" sz="900">
                <a:solidFill>
                  <a:srgbClr val="000000"/>
                </a:solidFill>
                <a:latin typeface="돋움" pitchFamily="50" charset="-127"/>
                <a:ea typeface="돋움" pitchFamily="50" charset="-127"/>
              </a:rPr>
              <a:t>Bản vẽ </a:t>
            </a:r>
            <a:r>
              <a:rPr lang="vi-VN" altLang="ko-KR" sz="900" smtClean="0">
                <a:solidFill>
                  <a:srgbClr val="000000"/>
                </a:solidFill>
                <a:latin typeface="돋움" pitchFamily="50" charset="-127"/>
                <a:ea typeface="돋움" pitchFamily="50" charset="-127"/>
              </a:rPr>
              <a:t>mà sao </a:t>
            </a:r>
            <a:r>
              <a:rPr lang="vi-VN" altLang="ko-KR" sz="900">
                <a:solidFill>
                  <a:srgbClr val="000000"/>
                </a:solidFill>
                <a:latin typeface="돋움" pitchFamily="50" charset="-127"/>
                <a:ea typeface="돋움" pitchFamily="50" charset="-127"/>
              </a:rPr>
              <a:t>chép được gọi </a:t>
            </a:r>
            <a:r>
              <a:rPr lang="vi-VN" altLang="ko-KR" sz="900" smtClean="0">
                <a:solidFill>
                  <a:srgbClr val="000000"/>
                </a:solidFill>
                <a:latin typeface="돋움" pitchFamily="50" charset="-127"/>
                <a:ea typeface="돋움" pitchFamily="50" charset="-127"/>
              </a:rPr>
              <a:t>là bản vẽ  </a:t>
            </a:r>
            <a:r>
              <a:rPr lang="vi-VN" altLang="ko-KR" sz="900">
                <a:solidFill>
                  <a:srgbClr val="000000"/>
                </a:solidFill>
                <a:latin typeface="돋움" pitchFamily="50" charset="-127"/>
                <a:ea typeface="돋움" pitchFamily="50" charset="-127"/>
              </a:rPr>
              <a:t>gì</a:t>
            </a:r>
            <a:r>
              <a:rPr lang="ko-KR" altLang="en-US" sz="900" smtClean="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a:t>
            </a:r>
            <a:r>
              <a:rPr lang="vi-VN" altLang="ko-KR" sz="900" smtClean="0">
                <a:solidFill>
                  <a:srgbClr val="000000"/>
                </a:solidFill>
                <a:latin typeface="돋움" pitchFamily="50" charset="-127"/>
                <a:ea typeface="돋움" pitchFamily="50" charset="-127"/>
              </a:rPr>
              <a:t>Bản vẽ phân </a:t>
            </a:r>
            <a:r>
              <a:rPr lang="vi-VN" altLang="ko-KR" sz="900">
                <a:solidFill>
                  <a:srgbClr val="000000"/>
                </a:solidFill>
                <a:latin typeface="돋움" pitchFamily="50" charset="-127"/>
                <a:ea typeface="돋움" pitchFamily="50" charset="-127"/>
              </a:rPr>
              <a:t>phối ② Bản vẽ </a:t>
            </a:r>
            <a:r>
              <a:rPr lang="vi-VN" altLang="ko-KR" sz="900" smtClean="0">
                <a:solidFill>
                  <a:srgbClr val="000000"/>
                </a:solidFill>
                <a:latin typeface="돋움" pitchFamily="50" charset="-127"/>
                <a:ea typeface="돋움" pitchFamily="50" charset="-127"/>
              </a:rPr>
              <a:t>phân </a:t>
            </a:r>
            <a:r>
              <a:rPr lang="vi-VN" altLang="ko-KR" sz="900">
                <a:solidFill>
                  <a:srgbClr val="000000"/>
                </a:solidFill>
                <a:latin typeface="돋움" pitchFamily="50" charset="-127"/>
                <a:ea typeface="돋움" pitchFamily="50" charset="-127"/>
              </a:rPr>
              <a:t>phối</a:t>
            </a:r>
          </a:p>
          <a:p>
            <a:pPr eaLnBrk="1" fontAlgn="base" latinLnBrk="1" hangingPunct="1">
              <a:spcBef>
                <a:spcPct val="0"/>
              </a:spcBef>
              <a:spcAft>
                <a:spcPct val="0"/>
              </a:spcAft>
            </a:pPr>
            <a:r>
              <a:rPr lang="vi-VN" altLang="ko-KR" sz="900">
                <a:solidFill>
                  <a:srgbClr val="000000"/>
                </a:solidFill>
                <a:latin typeface="돋움" pitchFamily="50" charset="-127"/>
                <a:ea typeface="돋움" pitchFamily="50" charset="-127"/>
              </a:rPr>
              <a:t>③ Bản vẽ </a:t>
            </a:r>
            <a:r>
              <a:rPr lang="vi-VN" altLang="ko-KR" sz="900" smtClean="0">
                <a:solidFill>
                  <a:srgbClr val="000000"/>
                </a:solidFill>
                <a:latin typeface="돋움" pitchFamily="50" charset="-127"/>
                <a:ea typeface="돋움" pitchFamily="50" charset="-127"/>
              </a:rPr>
              <a:t>của </a:t>
            </a:r>
            <a:r>
              <a:rPr lang="vi-VN" altLang="ko-KR" sz="900">
                <a:solidFill>
                  <a:srgbClr val="000000"/>
                </a:solidFill>
                <a:latin typeface="돋움" pitchFamily="50" charset="-127"/>
                <a:ea typeface="돋움" pitchFamily="50" charset="-127"/>
              </a:rPr>
              <a:t>công ty ④ Bản vẽ </a:t>
            </a:r>
            <a:r>
              <a:rPr lang="vi-VN" altLang="ko-KR" sz="900" smtClean="0">
                <a:solidFill>
                  <a:srgbClr val="000000"/>
                </a:solidFill>
                <a:latin typeface="돋움" pitchFamily="50" charset="-127"/>
                <a:ea typeface="돋움" pitchFamily="50" charset="-127"/>
              </a:rPr>
              <a:t>vòng </a:t>
            </a:r>
            <a:r>
              <a:rPr lang="vi-VN" altLang="ko-KR" sz="900">
                <a:solidFill>
                  <a:srgbClr val="000000"/>
                </a:solidFill>
                <a:latin typeface="돋움" pitchFamily="50" charset="-127"/>
                <a:ea typeface="돋움" pitchFamily="50" charset="-127"/>
              </a:rPr>
              <a:t>tròn</a:t>
            </a:r>
            <a:endParaRPr lang="ko-KR" altLang="en-US" sz="900">
              <a:solidFill>
                <a:srgbClr val="000000"/>
              </a:solidFill>
              <a:latin typeface="돋움" pitchFamily="50" charset="-127"/>
              <a:ea typeface="돋움" pitchFamily="50" charset="-127"/>
            </a:endParaRPr>
          </a:p>
        </p:txBody>
      </p:sp>
      <p:sp>
        <p:nvSpPr>
          <p:cNvPr id="16"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19874137"/>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765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11"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4"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0803288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8675" name="Text Box 3"/>
          <p:cNvSpPr txBox="1">
            <a:spLocks noChangeArrowheads="1"/>
          </p:cNvSpPr>
          <p:nvPr/>
        </p:nvSpPr>
        <p:spPr bwMode="auto">
          <a:xfrm>
            <a:off x="228636" y="679469"/>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8676" name="Rectangle 4"/>
          <p:cNvSpPr>
            <a:spLocks noChangeArrowheads="1"/>
          </p:cNvSpPr>
          <p:nvPr/>
        </p:nvSpPr>
        <p:spPr bwMode="auto">
          <a:xfrm>
            <a:off x="3048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8677" name="Rectangle 5"/>
          <p:cNvSpPr>
            <a:spLocks noChangeArrowheads="1"/>
          </p:cNvSpPr>
          <p:nvPr/>
        </p:nvSpPr>
        <p:spPr bwMode="auto">
          <a:xfrm>
            <a:off x="34290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867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61"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8688" name="Rectangle 14"/>
          <p:cNvSpPr>
            <a:spLocks noChangeArrowheads="1"/>
          </p:cNvSpPr>
          <p:nvPr/>
        </p:nvSpPr>
        <p:spPr bwMode="auto">
          <a:xfrm>
            <a:off x="246063" y="1000127"/>
            <a:ext cx="3124200" cy="8463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rPr>
              <a:t>1. </a:t>
            </a:r>
            <a:r>
              <a:rPr lang="vi-VN" altLang="ko-KR" sz="700" smtClean="0">
                <a:solidFill>
                  <a:srgbClr val="000000"/>
                </a:solidFill>
              </a:rPr>
              <a:t>Hình </a:t>
            </a:r>
            <a:r>
              <a:rPr lang="vi-VN" altLang="ko-KR" sz="700">
                <a:solidFill>
                  <a:srgbClr val="000000"/>
                </a:solidFill>
              </a:rPr>
              <a:t>ảnh sau cho thấy sự tiếp xúc của thành phần cơ khí. </a:t>
            </a:r>
            <a:endParaRPr lang="vi-VN" altLang="ko-KR" sz="700" smtClean="0">
              <a:solidFill>
                <a:srgbClr val="000000"/>
              </a:solidFill>
            </a:endParaRPr>
          </a:p>
          <a:p>
            <a:pPr eaLnBrk="1" fontAlgn="base" latinLnBrk="1" hangingPunct="1">
              <a:spcBef>
                <a:spcPct val="0"/>
              </a:spcBef>
              <a:spcAft>
                <a:spcPct val="0"/>
              </a:spcAft>
            </a:pPr>
            <a:r>
              <a:rPr lang="vi-VN" altLang="ko-KR" sz="700" smtClean="0">
                <a:solidFill>
                  <a:srgbClr val="000000"/>
                </a:solidFill>
              </a:rPr>
              <a:t>Tên </a:t>
            </a:r>
            <a:r>
              <a:rPr lang="vi-VN" altLang="ko-KR" sz="700">
                <a:solidFill>
                  <a:srgbClr val="000000"/>
                </a:solidFill>
              </a:rPr>
              <a:t>của </a:t>
            </a:r>
            <a:r>
              <a:rPr lang="vi-VN" altLang="ko-KR" sz="700" smtClean="0">
                <a:solidFill>
                  <a:srgbClr val="000000"/>
                </a:solidFill>
              </a:rPr>
              <a:t>sự tiếp </a:t>
            </a:r>
            <a:r>
              <a:rPr lang="vi-VN" altLang="ko-KR" sz="700">
                <a:solidFill>
                  <a:srgbClr val="000000"/>
                </a:solidFill>
              </a:rPr>
              <a:t>xúc trong hình là gì?</a:t>
            </a:r>
            <a:endParaRPr lang="en-US" altLang="ko-KR" sz="700" smtClean="0">
              <a:solidFill>
                <a:srgbClr val="000000"/>
              </a:solidFill>
            </a:endParaRPr>
          </a:p>
          <a:p>
            <a:pPr eaLnBrk="1" fontAlgn="base" latinLnBrk="1" hangingPunct="1">
              <a:spcBef>
                <a:spcPct val="0"/>
              </a:spcBef>
              <a:spcAft>
                <a:spcPct val="0"/>
              </a:spcAft>
            </a:pPr>
            <a:endParaRPr lang="en-US" altLang="ko-KR" sz="700">
              <a:solidFill>
                <a:srgbClr val="000000"/>
              </a:solidFill>
            </a:endParaRPr>
          </a:p>
          <a:p>
            <a:pPr eaLnBrk="1" fontAlgn="base" latinLnBrk="1" hangingPunct="1">
              <a:spcBef>
                <a:spcPct val="0"/>
              </a:spcBef>
              <a:spcAft>
                <a:spcPct val="0"/>
              </a:spcAft>
            </a:pPr>
            <a:r>
              <a:rPr lang="ko-KR" altLang="ko-KR" sz="700">
                <a:solidFill>
                  <a:srgbClr val="000000"/>
                </a:solidFill>
              </a:rPr>
              <a:t>① 선 </a:t>
            </a:r>
            <a:r>
              <a:rPr lang="ko-KR" altLang="ko-KR" sz="700" smtClean="0">
                <a:solidFill>
                  <a:srgbClr val="000000"/>
                </a:solidFill>
              </a:rPr>
              <a:t>짝</a:t>
            </a:r>
            <a:r>
              <a:rPr lang="vi-VN" altLang="ko-KR" sz="700" smtClean="0">
                <a:solidFill>
                  <a:srgbClr val="000000"/>
                </a:solidFill>
              </a:rPr>
              <a:t> dạng đường</a:t>
            </a:r>
            <a:endParaRPr lang="ko-KR" altLang="ko-KR" sz="700">
              <a:solidFill>
                <a:srgbClr val="000000"/>
              </a:solidFill>
            </a:endParaRPr>
          </a:p>
          <a:p>
            <a:pPr eaLnBrk="1" fontAlgn="base" latinLnBrk="1" hangingPunct="1">
              <a:spcBef>
                <a:spcPct val="0"/>
              </a:spcBef>
              <a:spcAft>
                <a:spcPct val="0"/>
              </a:spcAft>
            </a:pPr>
            <a:r>
              <a:rPr lang="ko-KR" altLang="ko-KR" sz="700">
                <a:solidFill>
                  <a:srgbClr val="000000"/>
                </a:solidFill>
              </a:rPr>
              <a:t>②</a:t>
            </a:r>
            <a:r>
              <a:rPr lang="en-US" altLang="ko-KR" sz="700">
                <a:solidFill>
                  <a:srgbClr val="000000"/>
                </a:solidFill>
              </a:rPr>
              <a:t> </a:t>
            </a:r>
            <a:r>
              <a:rPr lang="ko-KR" altLang="en-US" sz="700">
                <a:solidFill>
                  <a:srgbClr val="000000"/>
                </a:solidFill>
              </a:rPr>
              <a:t>면</a:t>
            </a:r>
            <a:r>
              <a:rPr lang="ko-KR" altLang="ko-KR" sz="700">
                <a:solidFill>
                  <a:srgbClr val="000000"/>
                </a:solidFill>
              </a:rPr>
              <a:t> </a:t>
            </a:r>
            <a:r>
              <a:rPr lang="ko-KR" altLang="ko-KR" sz="700" smtClean="0">
                <a:solidFill>
                  <a:srgbClr val="000000"/>
                </a:solidFill>
              </a:rPr>
              <a:t>짝</a:t>
            </a:r>
            <a:r>
              <a:rPr lang="vi-VN" altLang="ko-KR" sz="700" smtClean="0">
                <a:solidFill>
                  <a:srgbClr val="000000"/>
                </a:solidFill>
              </a:rPr>
              <a:t> </a:t>
            </a:r>
            <a:endParaRPr lang="ko-KR" altLang="ko-KR" sz="700">
              <a:solidFill>
                <a:srgbClr val="000000"/>
              </a:solidFill>
            </a:endParaRPr>
          </a:p>
          <a:p>
            <a:pPr eaLnBrk="1" fontAlgn="base" latinLnBrk="1" hangingPunct="1">
              <a:spcBef>
                <a:spcPct val="0"/>
              </a:spcBef>
              <a:spcAft>
                <a:spcPct val="0"/>
              </a:spcAft>
            </a:pPr>
            <a:r>
              <a:rPr lang="ko-KR" altLang="ko-KR" sz="700">
                <a:solidFill>
                  <a:srgbClr val="000000"/>
                </a:solidFill>
              </a:rPr>
              <a:t>③ 점 </a:t>
            </a:r>
            <a:r>
              <a:rPr lang="ko-KR" altLang="ko-KR" sz="700" smtClean="0">
                <a:solidFill>
                  <a:srgbClr val="000000"/>
                </a:solidFill>
              </a:rPr>
              <a:t>짝</a:t>
            </a:r>
            <a:r>
              <a:rPr lang="vi-VN" altLang="ko-KR" sz="700" smtClean="0">
                <a:solidFill>
                  <a:srgbClr val="000000"/>
                </a:solidFill>
              </a:rPr>
              <a:t> dạng điểm</a:t>
            </a:r>
            <a:endParaRPr lang="ko-KR" altLang="ko-KR" sz="700">
              <a:solidFill>
                <a:srgbClr val="000000"/>
              </a:solidFill>
            </a:endParaRPr>
          </a:p>
          <a:p>
            <a:pPr eaLnBrk="1" fontAlgn="base" latinLnBrk="1" hangingPunct="1">
              <a:spcBef>
                <a:spcPct val="0"/>
              </a:spcBef>
              <a:spcAft>
                <a:spcPct val="0"/>
              </a:spcAft>
            </a:pPr>
            <a:r>
              <a:rPr lang="ko-KR" altLang="ko-KR" sz="700">
                <a:solidFill>
                  <a:srgbClr val="000000"/>
                </a:solidFill>
              </a:rPr>
              <a:t>④</a:t>
            </a:r>
            <a:r>
              <a:rPr lang="en-US" altLang="ko-KR" sz="700">
                <a:solidFill>
                  <a:srgbClr val="000000"/>
                </a:solidFill>
              </a:rPr>
              <a:t> </a:t>
            </a:r>
            <a:r>
              <a:rPr lang="ko-KR" altLang="en-US" sz="700">
                <a:solidFill>
                  <a:srgbClr val="000000"/>
                </a:solidFill>
              </a:rPr>
              <a:t>회전</a:t>
            </a:r>
            <a:r>
              <a:rPr lang="ko-KR" altLang="ko-KR" sz="700">
                <a:solidFill>
                  <a:srgbClr val="000000"/>
                </a:solidFill>
              </a:rPr>
              <a:t> 짝</a:t>
            </a:r>
            <a:r>
              <a:rPr lang="en-US" altLang="ko-KR" sz="700">
                <a:solidFill>
                  <a:srgbClr val="000000"/>
                </a:solidFill>
              </a:rPr>
              <a:t> </a:t>
            </a:r>
            <a:r>
              <a:rPr lang="vi-VN" altLang="ko-KR" sz="700" smtClean="0">
                <a:solidFill>
                  <a:srgbClr val="000000"/>
                </a:solidFill>
              </a:rPr>
              <a:t>dạng quay</a:t>
            </a:r>
            <a:r>
              <a:rPr lang="en-US" altLang="ko-KR" sz="700" smtClean="0">
                <a:solidFill>
                  <a:srgbClr val="000000"/>
                </a:solidFill>
              </a:rPr>
              <a:t>   </a:t>
            </a:r>
            <a:endParaRPr lang="ko-KR" altLang="en-US" sz="700">
              <a:solidFill>
                <a:srgbClr val="000000"/>
              </a:solidFill>
            </a:endParaRPr>
          </a:p>
        </p:txBody>
      </p:sp>
      <p:sp>
        <p:nvSpPr>
          <p:cNvPr id="28689" name="Rectangle 13"/>
          <p:cNvSpPr>
            <a:spLocks noChangeArrowheads="1"/>
          </p:cNvSpPr>
          <p:nvPr/>
        </p:nvSpPr>
        <p:spPr bwMode="auto">
          <a:xfrm>
            <a:off x="246064" y="3282951"/>
            <a:ext cx="32400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en-US" altLang="ko-KR" sz="900" smtClean="0">
                <a:solidFill>
                  <a:srgbClr val="000000"/>
                </a:solidFill>
                <a:latin typeface="돋움" pitchFamily="50" charset="-127"/>
                <a:ea typeface="돋움" pitchFamily="50" charset="-127"/>
              </a:rPr>
              <a:t>Vít exercise và vít coupling là gì?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 ① </a:t>
            </a:r>
            <a:r>
              <a:rPr lang="ko-KR" altLang="en-US" sz="900" smtClean="0">
                <a:solidFill>
                  <a:srgbClr val="000000"/>
                </a:solidFill>
                <a:latin typeface="돋움" pitchFamily="50" charset="-127"/>
                <a:ea typeface="돋움" pitchFamily="50" charset="-127"/>
              </a:rPr>
              <a:t>사각나사</a:t>
            </a:r>
            <a:r>
              <a:rPr lang="vi-VN" altLang="ko-KR" sz="900">
                <a:solidFill>
                  <a:srgbClr val="000000"/>
                </a:solidFill>
                <a:latin typeface="돋움" pitchFamily="50" charset="-127"/>
                <a:ea typeface="돋움" pitchFamily="50" charset="-127"/>
              </a:rPr>
              <a:t> Vít </a:t>
            </a:r>
            <a:r>
              <a:rPr lang="vi-VN" altLang="ko-KR" sz="900" smtClean="0">
                <a:solidFill>
                  <a:srgbClr val="000000"/>
                </a:solidFill>
                <a:latin typeface="돋움" pitchFamily="50" charset="-127"/>
                <a:ea typeface="돋움" pitchFamily="50" charset="-127"/>
              </a:rPr>
              <a:t>hình vuông</a:t>
            </a:r>
            <a:endParaRPr lang="en-US" altLang="ko-KR" sz="900" smtClean="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smtClean="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사다리꼴 </a:t>
            </a:r>
            <a:r>
              <a:rPr lang="ko-KR" altLang="en-US" sz="900" smtClean="0">
                <a:solidFill>
                  <a:srgbClr val="000000"/>
                </a:solidFill>
                <a:latin typeface="돋움" pitchFamily="50" charset="-127"/>
                <a:ea typeface="돋움" pitchFamily="50" charset="-127"/>
              </a:rPr>
              <a:t>나사</a:t>
            </a:r>
            <a:r>
              <a:rPr lang="vi-VN" altLang="ko-KR" sz="900">
                <a:solidFill>
                  <a:srgbClr val="000000"/>
                </a:solidFill>
                <a:latin typeface="돋움" pitchFamily="50" charset="-127"/>
                <a:ea typeface="돋움" pitchFamily="50" charset="-127"/>
              </a:rPr>
              <a:t> Vít hình thang</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너클 </a:t>
            </a:r>
            <a:r>
              <a:rPr lang="ko-KR" altLang="en-US" sz="900" smtClean="0">
                <a:solidFill>
                  <a:srgbClr val="000000"/>
                </a:solidFill>
                <a:latin typeface="돋움" pitchFamily="50" charset="-127"/>
                <a:ea typeface="돋움" pitchFamily="50" charset="-127"/>
              </a:rPr>
              <a:t>나사</a:t>
            </a:r>
            <a:r>
              <a:rPr lang="vi-VN" altLang="ko-KR" sz="900">
                <a:solidFill>
                  <a:srgbClr val="000000"/>
                </a:solidFill>
                <a:latin typeface="돋움" pitchFamily="50" charset="-127"/>
                <a:ea typeface="돋움" pitchFamily="50" charset="-127"/>
              </a:rPr>
              <a:t> </a:t>
            </a:r>
            <a:r>
              <a:rPr lang="vi-VN" altLang="ko-KR" sz="900" smtClean="0">
                <a:solidFill>
                  <a:srgbClr val="000000"/>
                </a:solidFill>
                <a:latin typeface="돋움" pitchFamily="50" charset="-127"/>
                <a:ea typeface="돋움" pitchFamily="50" charset="-127"/>
              </a:rPr>
              <a:t>Vít Knuckle</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유니파이 </a:t>
            </a:r>
            <a:r>
              <a:rPr lang="ko-KR" altLang="en-US" sz="900" smtClean="0">
                <a:solidFill>
                  <a:srgbClr val="000000"/>
                </a:solidFill>
                <a:latin typeface="돋움" pitchFamily="50" charset="-127"/>
                <a:ea typeface="돋움" pitchFamily="50" charset="-127"/>
              </a:rPr>
              <a:t>나사</a:t>
            </a:r>
            <a:r>
              <a:rPr lang="vi-VN" altLang="ko-KR" sz="900">
                <a:solidFill>
                  <a:srgbClr val="000000"/>
                </a:solidFill>
                <a:latin typeface="돋움" pitchFamily="50" charset="-127"/>
                <a:ea typeface="돋움" pitchFamily="50" charset="-127"/>
              </a:rPr>
              <a:t> vít Unify</a:t>
            </a:r>
            <a:endParaRPr lang="en-US" altLang="ko-KR" sz="900">
              <a:solidFill>
                <a:srgbClr val="000000"/>
              </a:solidFill>
              <a:latin typeface="돋움" pitchFamily="50" charset="-127"/>
              <a:ea typeface="돋움" pitchFamily="50" charset="-127"/>
            </a:endParaRPr>
          </a:p>
        </p:txBody>
      </p:sp>
      <p:sp>
        <p:nvSpPr>
          <p:cNvPr id="28690" name="Rectangle 52"/>
          <p:cNvSpPr>
            <a:spLocks noChangeArrowheads="1"/>
          </p:cNvSpPr>
          <p:nvPr/>
        </p:nvSpPr>
        <p:spPr bwMode="auto">
          <a:xfrm>
            <a:off x="246063" y="5651518"/>
            <a:ext cx="33274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rPr>
              <a:t>5.Khi gia công vít female M30 </a:t>
            </a:r>
            <a:r>
              <a:rPr lang="en-US" altLang="ko-KR" sz="900">
                <a:solidFill>
                  <a:srgbClr val="000000"/>
                </a:solidFill>
              </a:rPr>
              <a:t>* </a:t>
            </a:r>
            <a:r>
              <a:rPr lang="en-US" altLang="ko-KR" sz="900" smtClean="0">
                <a:solidFill>
                  <a:srgbClr val="000000"/>
                </a:solidFill>
              </a:rPr>
              <a:t>3.5 thì đường Φ là bao nhiêu mm?</a:t>
            </a: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 ①</a:t>
            </a:r>
            <a:r>
              <a:rPr lang="en-US" altLang="ko-KR" sz="900">
                <a:solidFill>
                  <a:srgbClr val="000000"/>
                </a:solidFill>
              </a:rPr>
              <a:t> Φ 30</a:t>
            </a:r>
            <a:r>
              <a:rPr lang="ko-KR" altLang="en-US" sz="900">
                <a:solidFill>
                  <a:srgbClr val="000000"/>
                </a:solidFill>
              </a:rPr>
              <a:t>㎜</a:t>
            </a:r>
            <a:r>
              <a:rPr lang="en-US" altLang="ko-KR" sz="900">
                <a:solidFill>
                  <a:srgbClr val="000000"/>
                </a:solidFill>
              </a:rPr>
              <a:t> </a:t>
            </a:r>
            <a:r>
              <a:rPr lang="ko-KR" altLang="en-US" sz="900">
                <a:solidFill>
                  <a:srgbClr val="000000"/>
                </a:solidFill>
              </a:rPr>
              <a:t>② </a:t>
            </a:r>
            <a:r>
              <a:rPr lang="en-US" altLang="ko-KR" sz="900">
                <a:solidFill>
                  <a:srgbClr val="000000"/>
                </a:solidFill>
              </a:rPr>
              <a:t>Φ 29</a:t>
            </a:r>
            <a:r>
              <a:rPr lang="ko-KR" altLang="en-US" sz="900">
                <a:solidFill>
                  <a:srgbClr val="000000"/>
                </a:solidFill>
              </a:rPr>
              <a:t>㎜</a:t>
            </a:r>
            <a:r>
              <a:rPr lang="en-US" altLang="ko-KR" sz="900">
                <a:solidFill>
                  <a:srgbClr val="000000"/>
                </a:solidFill>
              </a:rPr>
              <a:t> ③ Φ 27.5</a:t>
            </a:r>
            <a:r>
              <a:rPr lang="ko-KR" altLang="en-US" sz="900">
                <a:solidFill>
                  <a:srgbClr val="000000"/>
                </a:solidFill>
              </a:rPr>
              <a:t>㎜</a:t>
            </a:r>
            <a:r>
              <a:rPr lang="en-US" altLang="ko-KR" sz="900">
                <a:solidFill>
                  <a:srgbClr val="000000"/>
                </a:solidFill>
              </a:rPr>
              <a:t> ④ Φ 26.5</a:t>
            </a:r>
            <a:r>
              <a:rPr lang="ko-KR" altLang="en-US" sz="900">
                <a:solidFill>
                  <a:srgbClr val="000000"/>
                </a:solidFill>
              </a:rPr>
              <a:t>㎜</a:t>
            </a:r>
            <a:r>
              <a:rPr lang="en-US" altLang="ko-KR" sz="900">
                <a:solidFill>
                  <a:srgbClr val="000000"/>
                </a:solidFill>
              </a:rPr>
              <a:t>	</a:t>
            </a:r>
          </a:p>
          <a:p>
            <a:pPr eaLnBrk="1" fontAlgn="base" latinLnBrk="1" hangingPunct="1">
              <a:spcBef>
                <a:spcPct val="0"/>
              </a:spcBef>
              <a:spcAft>
                <a:spcPct val="0"/>
              </a:spcAft>
            </a:pPr>
            <a:endParaRPr lang="ko-KR" altLang="en-US" sz="900">
              <a:solidFill>
                <a:srgbClr val="000000"/>
              </a:solidFill>
            </a:endParaRPr>
          </a:p>
        </p:txBody>
      </p:sp>
      <p:sp>
        <p:nvSpPr>
          <p:cNvPr id="28691" name="Rectangle 47"/>
          <p:cNvSpPr>
            <a:spLocks noChangeArrowheads="1"/>
          </p:cNvSpPr>
          <p:nvPr/>
        </p:nvSpPr>
        <p:spPr bwMode="auto">
          <a:xfrm>
            <a:off x="260350" y="6227763"/>
            <a:ext cx="3168650" cy="192975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6</a:t>
            </a:r>
            <a:r>
              <a:rPr lang="en-US" altLang="ko-KR" sz="800">
                <a:solidFill>
                  <a:srgbClr val="000000"/>
                </a:solidFill>
              </a:rPr>
              <a:t>. “ Thế nào là một gear biến chuyển động quay thành chuyển động thẳng , khi kết hợp với Gear Pinion và ngược lại biến </a:t>
            </a:r>
            <a:r>
              <a:rPr lang="en-US" altLang="ko-KR" sz="800" smtClean="0">
                <a:solidFill>
                  <a:srgbClr val="000000"/>
                </a:solidFill>
              </a:rPr>
              <a:t>từ chuyển </a:t>
            </a:r>
            <a:r>
              <a:rPr lang="en-US" altLang="ko-KR" sz="800">
                <a:solidFill>
                  <a:srgbClr val="000000"/>
                </a:solidFill>
              </a:rPr>
              <a:t>động </a:t>
            </a:r>
            <a:r>
              <a:rPr lang="en-US" altLang="ko-KR" sz="800" smtClean="0">
                <a:solidFill>
                  <a:srgbClr val="000000"/>
                </a:solidFill>
              </a:rPr>
              <a:t>thẳng </a:t>
            </a:r>
            <a:r>
              <a:rPr lang="en-US" altLang="ko-KR" sz="800">
                <a:solidFill>
                  <a:srgbClr val="000000"/>
                </a:solidFill>
              </a:rPr>
              <a:t>thành chuyển động </a:t>
            </a:r>
            <a:r>
              <a:rPr lang="en-US" altLang="ko-KR" sz="800" smtClean="0">
                <a:solidFill>
                  <a:srgbClr val="000000"/>
                </a:solidFill>
              </a:rPr>
              <a:t>quay” .Hỏi là loại bánh răng nào dưới đây? </a:t>
            </a:r>
            <a:endParaRPr lang="ko-KR" altLang="en-US" sz="800">
              <a:solidFill>
                <a:srgbClr val="000000"/>
              </a:solidFill>
            </a:endParaRPr>
          </a:p>
          <a:p>
            <a:pPr eaLnBrk="1" fontAlgn="base" latinLnBrk="1" hangingPunct="1">
              <a:lnSpc>
                <a:spcPct val="120000"/>
              </a:lnSpc>
              <a:spcBef>
                <a:spcPct val="0"/>
              </a:spcBef>
              <a:spcAft>
                <a:spcPct val="0"/>
              </a:spcAft>
            </a:pPr>
            <a:r>
              <a:rPr lang="en-US" altLang="ko-KR" sz="900">
                <a:solidFill>
                  <a:srgbClr val="000000"/>
                </a:solidFill>
              </a:rPr>
              <a:t> </a:t>
            </a:r>
          </a:p>
          <a:p>
            <a:pPr eaLnBrk="1" fontAlgn="base" latinLnBrk="1" hangingPunct="1">
              <a:lnSpc>
                <a:spcPct val="120000"/>
              </a:lnSpc>
              <a:spcBef>
                <a:spcPct val="0"/>
              </a:spcBef>
              <a:spcAft>
                <a:spcPct val="0"/>
              </a:spcAft>
            </a:pPr>
            <a:r>
              <a:rPr lang="en-US" altLang="ko-KR" sz="900">
                <a:solidFill>
                  <a:srgbClr val="000000"/>
                </a:solidFill>
              </a:rPr>
              <a:t>① </a:t>
            </a:r>
            <a:r>
              <a:rPr lang="ko-KR" altLang="en-US" sz="900">
                <a:solidFill>
                  <a:srgbClr val="000000"/>
                </a:solidFill>
              </a:rPr>
              <a:t>                           </a:t>
            </a:r>
            <a:r>
              <a:rPr lang="en-US" altLang="ko-KR" sz="900">
                <a:solidFill>
                  <a:srgbClr val="000000"/>
                </a:solidFill>
              </a:rPr>
              <a:t>② </a:t>
            </a:r>
          </a:p>
          <a:p>
            <a:pPr eaLnBrk="1" fontAlgn="base" latinLnBrk="1" hangingPunct="1">
              <a:lnSpc>
                <a:spcPct val="120000"/>
              </a:lnSpc>
              <a:spcBef>
                <a:spcPct val="0"/>
              </a:spcBef>
              <a:spcAft>
                <a:spcPct val="0"/>
              </a:spcAft>
            </a:pPr>
            <a:r>
              <a:rPr lang="en-US" altLang="ko-KR" sz="900">
                <a:solidFill>
                  <a:srgbClr val="000000"/>
                </a:solidFill>
              </a:rPr>
              <a:t> </a:t>
            </a:r>
          </a:p>
          <a:p>
            <a:pPr eaLnBrk="1" fontAlgn="base" latinLnBrk="1" hangingPunct="1">
              <a:lnSpc>
                <a:spcPct val="120000"/>
              </a:lnSpc>
              <a:spcBef>
                <a:spcPct val="0"/>
              </a:spcBef>
              <a:spcAft>
                <a:spcPct val="0"/>
              </a:spcAft>
            </a:pPr>
            <a:endParaRPr lang="en-US" altLang="ko-KR" sz="900">
              <a:solidFill>
                <a:srgbClr val="000000"/>
              </a:solidFill>
            </a:endParaRPr>
          </a:p>
          <a:p>
            <a:pPr eaLnBrk="1" fontAlgn="base" latinLnBrk="1" hangingPunct="1">
              <a:lnSpc>
                <a:spcPct val="120000"/>
              </a:lnSpc>
              <a:spcBef>
                <a:spcPct val="0"/>
              </a:spcBef>
              <a:spcAft>
                <a:spcPct val="0"/>
              </a:spcAft>
            </a:pPr>
            <a:endParaRPr lang="en-US" altLang="ko-KR" sz="900">
              <a:solidFill>
                <a:srgbClr val="000000"/>
              </a:solidFill>
            </a:endParaRPr>
          </a:p>
          <a:p>
            <a:pPr eaLnBrk="1" fontAlgn="base" latinLnBrk="1" hangingPunct="1">
              <a:lnSpc>
                <a:spcPct val="120000"/>
              </a:lnSpc>
              <a:spcBef>
                <a:spcPct val="0"/>
              </a:spcBef>
              <a:spcAft>
                <a:spcPct val="0"/>
              </a:spcAft>
            </a:pPr>
            <a:endParaRPr lang="en-US" altLang="ko-KR" sz="900">
              <a:solidFill>
                <a:srgbClr val="000000"/>
              </a:solidFill>
            </a:endParaRPr>
          </a:p>
          <a:p>
            <a:pPr eaLnBrk="1" fontAlgn="base" latinLnBrk="1" hangingPunct="1">
              <a:lnSpc>
                <a:spcPct val="120000"/>
              </a:lnSpc>
              <a:spcBef>
                <a:spcPct val="0"/>
              </a:spcBef>
              <a:spcAft>
                <a:spcPct val="0"/>
              </a:spcAft>
            </a:pPr>
            <a:endParaRPr lang="en-US" altLang="ko-KR" sz="900">
              <a:solidFill>
                <a:srgbClr val="000000"/>
              </a:solidFill>
            </a:endParaRPr>
          </a:p>
          <a:p>
            <a:pPr eaLnBrk="1" fontAlgn="base" latinLnBrk="1" hangingPunct="1">
              <a:lnSpc>
                <a:spcPct val="120000"/>
              </a:lnSpc>
              <a:spcBef>
                <a:spcPct val="0"/>
              </a:spcBef>
              <a:spcAft>
                <a:spcPct val="0"/>
              </a:spcAft>
            </a:pPr>
            <a:r>
              <a:rPr lang="en-US" altLang="ko-KR" sz="900">
                <a:solidFill>
                  <a:srgbClr val="000000"/>
                </a:solidFill>
              </a:rPr>
              <a:t>③ </a:t>
            </a:r>
            <a:r>
              <a:rPr lang="ko-KR" altLang="en-US" sz="900">
                <a:solidFill>
                  <a:srgbClr val="000000"/>
                </a:solidFill>
              </a:rPr>
              <a:t> </a:t>
            </a:r>
            <a:r>
              <a:rPr lang="en-US" altLang="ko-KR" sz="900">
                <a:solidFill>
                  <a:srgbClr val="000000"/>
                </a:solidFill>
              </a:rPr>
              <a:t>                          ④ </a:t>
            </a:r>
          </a:p>
        </p:txBody>
      </p:sp>
      <p:sp>
        <p:nvSpPr>
          <p:cNvPr id="28692" name="Rectangle 80"/>
          <p:cNvSpPr>
            <a:spLocks noChangeArrowheads="1"/>
          </p:cNvSpPr>
          <p:nvPr/>
        </p:nvSpPr>
        <p:spPr bwMode="auto">
          <a:xfrm>
            <a:off x="3429000" y="971569"/>
            <a:ext cx="3125788"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“khi sử dụng spur gear hoặc là helical gear để có được tỷ lệ giảm tốc 10:1 thì compound gear train là bộ truyền bánh răng dẫn động và có ít nhất 1 gear trên trục. Nó bao gồm song song hoặc nối tiếp song song và khác sự kết </a:t>
            </a:r>
            <a:r>
              <a:rPr lang="en-US" altLang="ko-KR" sz="900" smtClean="0">
                <a:solidFill>
                  <a:srgbClr val="000000"/>
                </a:solidFill>
                <a:latin typeface="돋움" pitchFamily="50" charset="-127"/>
                <a:ea typeface="돋움" pitchFamily="50" charset="-127"/>
              </a:rPr>
              <a:t>với simple </a:t>
            </a:r>
            <a:r>
              <a:rPr lang="en-US" altLang="ko-KR" sz="900">
                <a:solidFill>
                  <a:srgbClr val="000000"/>
                </a:solidFill>
                <a:latin typeface="돋움" pitchFamily="50" charset="-127"/>
                <a:ea typeface="돋움" pitchFamily="50" charset="-127"/>
              </a:rPr>
              <a:t>gear </a:t>
            </a:r>
            <a:r>
              <a:rPr lang="en-US" altLang="ko-KR" sz="900" smtClean="0">
                <a:solidFill>
                  <a:srgbClr val="000000"/>
                </a:solidFill>
                <a:latin typeface="돋움" pitchFamily="50" charset="-127"/>
                <a:ea typeface="돋움" pitchFamily="50" charset="-127"/>
              </a:rPr>
              <a:t>train.”.Loại giảm tốc nào được sử dụng? </a:t>
            </a:r>
            <a:r>
              <a:rPr lang="ko-KR" altLang="en-US" sz="900" smtClean="0">
                <a:solidFill>
                  <a:srgbClr val="000000"/>
                </a:solidFill>
              </a:rPr>
              <a:t>①</a:t>
            </a:r>
            <a:r>
              <a:rPr lang="en-US" altLang="ko-KR" sz="900" smtClean="0">
                <a:solidFill>
                  <a:srgbClr val="000000"/>
                </a:solidFill>
              </a:rPr>
              <a:t> </a:t>
            </a:r>
            <a:r>
              <a:rPr lang="ko-KR" altLang="en-US" sz="900">
                <a:solidFill>
                  <a:srgbClr val="000000"/>
                </a:solidFill>
              </a:rPr>
              <a:t>사이크로 감속기</a:t>
            </a:r>
            <a:r>
              <a:rPr lang="en-US" altLang="ko-KR" sz="900">
                <a:solidFill>
                  <a:srgbClr val="000000"/>
                </a:solidFill>
              </a:rPr>
              <a:t>                  </a:t>
            </a:r>
            <a:r>
              <a:rPr lang="ko-KR" altLang="en-US" sz="900">
                <a:solidFill>
                  <a:srgbClr val="000000"/>
                </a:solidFill>
              </a:rPr>
              <a:t>② 웜기어 감속기</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③ </a:t>
            </a:r>
            <a:r>
              <a:rPr lang="ko-KR" altLang="en-US" sz="900">
                <a:solidFill>
                  <a:srgbClr val="000000"/>
                </a:solidFill>
              </a:rPr>
              <a:t>유성기어 감속기                 </a:t>
            </a:r>
            <a:r>
              <a:rPr lang="en-US" altLang="ko-KR" sz="900">
                <a:solidFill>
                  <a:srgbClr val="000000"/>
                </a:solidFill>
              </a:rPr>
              <a:t> ④ </a:t>
            </a:r>
            <a:r>
              <a:rPr lang="ko-KR" altLang="en-US" sz="900">
                <a:solidFill>
                  <a:srgbClr val="000000"/>
                </a:solidFill>
              </a:rPr>
              <a:t>다단기어 감속기</a:t>
            </a:r>
            <a:endParaRPr lang="en-US" altLang="ko-KR" sz="900">
              <a:solidFill>
                <a:srgbClr val="000000"/>
              </a:solidFill>
              <a:latin typeface="돋움" pitchFamily="50" charset="-127"/>
              <a:ea typeface="돋움" pitchFamily="50" charset="-127"/>
            </a:endParaRPr>
          </a:p>
        </p:txBody>
      </p:sp>
      <p:sp>
        <p:nvSpPr>
          <p:cNvPr id="28693" name="Rectangle 82"/>
          <p:cNvSpPr>
            <a:spLocks noChangeArrowheads="1"/>
          </p:cNvSpPr>
          <p:nvPr/>
        </p:nvSpPr>
        <p:spPr bwMode="auto">
          <a:xfrm>
            <a:off x="3419475" y="2195513"/>
            <a:ext cx="3322638" cy="143577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8. </a:t>
            </a:r>
            <a:r>
              <a:rPr lang="ko-KR" altLang="en-US" sz="900">
                <a:solidFill>
                  <a:srgbClr val="000000"/>
                </a:solidFill>
              </a:rPr>
              <a:t>인벌류트 스플라인은 잇면이 인벌류트 곡선을 이루는</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스플라인이며 각형 스플라인에 비하여 장점은 아닌것은</a:t>
            </a:r>
            <a:r>
              <a:rPr lang="en-US" altLang="ko-KR" sz="900">
                <a:solidFill>
                  <a:srgbClr val="000000"/>
                </a:solidFill>
              </a:rPr>
              <a:t>?</a:t>
            </a:r>
            <a:endParaRPr lang="en-US" altLang="ko-KR" sz="500">
              <a:solidFill>
                <a:srgbClr val="000000"/>
              </a:solidFill>
            </a:endParaRPr>
          </a:p>
          <a:p>
            <a:pPr eaLnBrk="1" fontAlgn="base" latinLnBrk="1" hangingPunct="1">
              <a:lnSpc>
                <a:spcPct val="110000"/>
              </a:lnSpc>
              <a:spcBef>
                <a:spcPct val="0"/>
              </a:spcBef>
              <a:spcAft>
                <a:spcPct val="0"/>
              </a:spcAft>
            </a:pPr>
            <a:endParaRPr lang="en-US" altLang="ko-KR" sz="900">
              <a:solidFill>
                <a:srgbClr val="000000"/>
              </a:solidFill>
            </a:endParaRPr>
          </a:p>
          <a:p>
            <a:pPr eaLnBrk="1" fontAlgn="base" latinLnBrk="1" hangingPunct="1">
              <a:lnSpc>
                <a:spcPct val="110000"/>
              </a:lnSpc>
              <a:spcBef>
                <a:spcPct val="0"/>
              </a:spcBef>
              <a:spcAft>
                <a:spcPct val="0"/>
              </a:spcAft>
            </a:pPr>
            <a:r>
              <a:rPr lang="en-US" altLang="ko-KR" sz="900">
                <a:solidFill>
                  <a:srgbClr val="000000"/>
                </a:solidFill>
              </a:rPr>
              <a:t>① </a:t>
            </a:r>
            <a:r>
              <a:rPr lang="ko-KR" altLang="en-US" sz="900">
                <a:solidFill>
                  <a:srgbClr val="000000"/>
                </a:solidFill>
              </a:rPr>
              <a:t>치형이나 피치의 정밀도를 높이기 쉬우므로 원활한 </a:t>
            </a:r>
            <a:endParaRPr lang="en-US" altLang="ko-KR" sz="900">
              <a:solidFill>
                <a:srgbClr val="000000"/>
              </a:solidFill>
            </a:endParaRPr>
          </a:p>
          <a:p>
            <a:pPr eaLnBrk="1" fontAlgn="base" latinLnBrk="1" hangingPunct="1">
              <a:lnSpc>
                <a:spcPct val="110000"/>
              </a:lnSpc>
              <a:spcBef>
                <a:spcPct val="0"/>
              </a:spcBef>
              <a:spcAft>
                <a:spcPct val="0"/>
              </a:spcAft>
            </a:pPr>
            <a:r>
              <a:rPr lang="en-US" altLang="ko-KR" sz="900">
                <a:solidFill>
                  <a:srgbClr val="000000"/>
                </a:solidFill>
              </a:rPr>
              <a:t>    </a:t>
            </a:r>
            <a:r>
              <a:rPr lang="ko-KR" altLang="en-US" sz="900">
                <a:solidFill>
                  <a:srgbClr val="000000"/>
                </a:solidFill>
              </a:rPr>
              <a:t>회전력을 전달할 수 있다 </a:t>
            </a:r>
            <a:endParaRPr lang="en-US" altLang="ko-KR" sz="900">
              <a:solidFill>
                <a:srgbClr val="000000"/>
              </a:solidFill>
            </a:endParaRPr>
          </a:p>
          <a:p>
            <a:pPr eaLnBrk="1" fontAlgn="base" latinLnBrk="1" hangingPunct="1">
              <a:lnSpc>
                <a:spcPct val="110000"/>
              </a:lnSpc>
              <a:spcBef>
                <a:spcPct val="0"/>
              </a:spcBef>
              <a:spcAft>
                <a:spcPct val="0"/>
              </a:spcAft>
            </a:pPr>
            <a:r>
              <a:rPr lang="ko-KR" altLang="en-US" sz="900">
                <a:solidFill>
                  <a:srgbClr val="000000"/>
                </a:solidFill>
              </a:rPr>
              <a:t>② 축의 이뿌리 강도가 커서 동력전달능력이 크다</a:t>
            </a:r>
            <a:r>
              <a:rPr lang="en-US" altLang="ko-KR" sz="900">
                <a:solidFill>
                  <a:srgbClr val="000000"/>
                </a:solidFill>
              </a:rPr>
              <a:t>.</a:t>
            </a:r>
          </a:p>
          <a:p>
            <a:pPr eaLnBrk="1" fontAlgn="base" latinLnBrk="1" hangingPunct="1">
              <a:lnSpc>
                <a:spcPct val="110000"/>
              </a:lnSpc>
              <a:spcBef>
                <a:spcPct val="0"/>
              </a:spcBef>
              <a:spcAft>
                <a:spcPct val="0"/>
              </a:spcAft>
            </a:pPr>
            <a:r>
              <a:rPr lang="ko-KR" altLang="en-US" sz="900">
                <a:solidFill>
                  <a:srgbClr val="000000"/>
                </a:solidFill>
              </a:rPr>
              <a:t>③</a:t>
            </a:r>
            <a:r>
              <a:rPr lang="en-US" altLang="ko-KR" sz="900">
                <a:solidFill>
                  <a:srgbClr val="000000"/>
                </a:solidFill>
              </a:rPr>
              <a:t> </a:t>
            </a:r>
            <a:r>
              <a:rPr lang="ko-KR" altLang="en-US" sz="900">
                <a:solidFill>
                  <a:srgbClr val="000000"/>
                </a:solidFill>
              </a:rPr>
              <a:t>회전력이 작용하면 자동적으로 동심원이 된다</a:t>
            </a:r>
            <a:r>
              <a:rPr lang="en-US" altLang="ko-KR" sz="900">
                <a:solidFill>
                  <a:srgbClr val="000000"/>
                </a:solidFill>
              </a:rPr>
              <a:t>.</a:t>
            </a:r>
          </a:p>
          <a:p>
            <a:pPr eaLnBrk="1" fontAlgn="base" latinLnBrk="1" hangingPunct="1">
              <a:lnSpc>
                <a:spcPct val="110000"/>
              </a:lnSpc>
              <a:spcBef>
                <a:spcPct val="0"/>
              </a:spcBef>
              <a:spcAft>
                <a:spcPct val="0"/>
              </a:spcAft>
            </a:pPr>
            <a:r>
              <a:rPr lang="ko-KR" altLang="en-US" sz="900">
                <a:solidFill>
                  <a:srgbClr val="000000"/>
                </a:solidFill>
              </a:rPr>
              <a:t>④</a:t>
            </a:r>
            <a:r>
              <a:rPr lang="en-US" altLang="ko-KR" sz="900">
                <a:solidFill>
                  <a:srgbClr val="000000"/>
                </a:solidFill>
              </a:rPr>
              <a:t> </a:t>
            </a:r>
            <a:r>
              <a:rPr lang="ko-KR" altLang="en-US" sz="900">
                <a:solidFill>
                  <a:srgbClr val="000000"/>
                </a:solidFill>
              </a:rPr>
              <a:t>정확한 각속도비로 전달</a:t>
            </a:r>
          </a:p>
          <a:p>
            <a:pPr eaLnBrk="1" fontAlgn="base" latinLnBrk="1" hangingPunct="1">
              <a:lnSpc>
                <a:spcPct val="110000"/>
              </a:lnSpc>
              <a:spcBef>
                <a:spcPct val="0"/>
              </a:spcBef>
              <a:spcAft>
                <a:spcPct val="0"/>
              </a:spcAft>
            </a:pPr>
            <a:endParaRPr lang="ko-KR" altLang="en-US" sz="900">
              <a:solidFill>
                <a:srgbClr val="000000"/>
              </a:solidFill>
            </a:endParaRPr>
          </a:p>
        </p:txBody>
      </p:sp>
      <p:sp>
        <p:nvSpPr>
          <p:cNvPr id="28694" name="Rectangle 74"/>
          <p:cNvSpPr>
            <a:spLocks noChangeArrowheads="1"/>
          </p:cNvSpPr>
          <p:nvPr/>
        </p:nvSpPr>
        <p:spPr bwMode="auto">
          <a:xfrm>
            <a:off x="3395699" y="3647748"/>
            <a:ext cx="3095625" cy="63248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60000"/>
              </a:lnSpc>
              <a:spcBef>
                <a:spcPct val="50000"/>
              </a:spcBef>
              <a:spcAft>
                <a:spcPct val="0"/>
              </a:spcAft>
            </a:pPr>
            <a:r>
              <a:rPr lang="en-US" altLang="ko-KR" sz="900">
                <a:solidFill>
                  <a:srgbClr val="000000"/>
                </a:solidFill>
              </a:rPr>
              <a:t>9. </a:t>
            </a:r>
            <a:r>
              <a:rPr lang="en-US" altLang="ko-KR" sz="900" smtClean="0">
                <a:solidFill>
                  <a:srgbClr val="000000"/>
                </a:solidFill>
              </a:rPr>
              <a:t>Độ rộng của Timing Belt là bao nhiêu</a:t>
            </a:r>
            <a:endParaRPr lang="en-US" altLang="ko-KR" sz="900">
              <a:solidFill>
                <a:srgbClr val="000000"/>
              </a:solidFill>
            </a:endParaRPr>
          </a:p>
          <a:p>
            <a:pPr eaLnBrk="1" fontAlgn="base" latinLnBrk="1" hangingPunct="1">
              <a:lnSpc>
                <a:spcPct val="60000"/>
              </a:lnSpc>
              <a:spcBef>
                <a:spcPct val="50000"/>
              </a:spcBef>
              <a:spcAft>
                <a:spcPct val="0"/>
              </a:spcAft>
            </a:pPr>
            <a:r>
              <a:rPr lang="en-US" altLang="ko-KR" sz="900">
                <a:solidFill>
                  <a:srgbClr val="000000"/>
                </a:solidFill>
              </a:rPr>
              <a:t>    “ 120 (D) XL 50 “</a:t>
            </a:r>
          </a:p>
          <a:p>
            <a:pPr eaLnBrk="1" fontAlgn="base" latinLnBrk="1" hangingPunct="1">
              <a:lnSpc>
                <a:spcPct val="60000"/>
              </a:lnSpc>
              <a:spcBef>
                <a:spcPct val="50000"/>
              </a:spcBef>
              <a:spcAft>
                <a:spcPct val="0"/>
              </a:spcAft>
            </a:pPr>
            <a:endParaRPr lang="en-US" altLang="ko-KR" sz="900">
              <a:solidFill>
                <a:srgbClr val="000000"/>
              </a:solidFill>
            </a:endParaRPr>
          </a:p>
          <a:p>
            <a:pPr eaLnBrk="1" fontAlgn="base" latinLnBrk="1" hangingPunct="1">
              <a:lnSpc>
                <a:spcPct val="60000"/>
              </a:lnSpc>
              <a:spcBef>
                <a:spcPct val="50000"/>
              </a:spcBef>
              <a:spcAft>
                <a:spcPct val="0"/>
              </a:spcAft>
            </a:pPr>
            <a:r>
              <a:rPr lang="en-US" altLang="ko-KR" sz="900">
                <a:solidFill>
                  <a:srgbClr val="000000"/>
                </a:solidFill>
              </a:rPr>
              <a:t>① 50</a:t>
            </a:r>
            <a:r>
              <a:rPr lang="ko-KR" altLang="en-US" sz="900">
                <a:solidFill>
                  <a:srgbClr val="000000"/>
                </a:solidFill>
              </a:rPr>
              <a:t>㎜ </a:t>
            </a:r>
            <a:r>
              <a:rPr lang="en-US" altLang="ko-KR" sz="900">
                <a:solidFill>
                  <a:srgbClr val="000000"/>
                </a:solidFill>
              </a:rPr>
              <a:t> ② 12.7</a:t>
            </a:r>
            <a:r>
              <a:rPr lang="ko-KR" altLang="en-US" sz="900">
                <a:solidFill>
                  <a:srgbClr val="000000"/>
                </a:solidFill>
              </a:rPr>
              <a:t>㎜  </a:t>
            </a:r>
            <a:r>
              <a:rPr lang="en-US" altLang="ko-KR" sz="900">
                <a:solidFill>
                  <a:srgbClr val="000000"/>
                </a:solidFill>
              </a:rPr>
              <a:t>③ 120</a:t>
            </a:r>
            <a:r>
              <a:rPr lang="ko-KR" altLang="en-US" sz="900">
                <a:solidFill>
                  <a:srgbClr val="000000"/>
                </a:solidFill>
              </a:rPr>
              <a:t>㎜</a:t>
            </a:r>
            <a:r>
              <a:rPr lang="en-US" altLang="ko-KR" sz="900">
                <a:solidFill>
                  <a:srgbClr val="000000"/>
                </a:solidFill>
              </a:rPr>
              <a:t>  </a:t>
            </a:r>
            <a:r>
              <a:rPr lang="ko-KR" altLang="en-US" sz="900">
                <a:solidFill>
                  <a:srgbClr val="000000"/>
                </a:solidFill>
              </a:rPr>
              <a:t>④ </a:t>
            </a:r>
            <a:r>
              <a:rPr lang="en-US" altLang="ko-KR" sz="900">
                <a:solidFill>
                  <a:srgbClr val="000000"/>
                </a:solidFill>
              </a:rPr>
              <a:t>5.08</a:t>
            </a:r>
            <a:r>
              <a:rPr lang="ko-KR" altLang="en-US" sz="900">
                <a:solidFill>
                  <a:srgbClr val="000000"/>
                </a:solidFill>
              </a:rPr>
              <a:t>㎜ </a:t>
            </a:r>
          </a:p>
        </p:txBody>
      </p:sp>
      <p:sp>
        <p:nvSpPr>
          <p:cNvPr id="28695" name="Rectangle 78"/>
          <p:cNvSpPr>
            <a:spLocks noChangeArrowheads="1"/>
          </p:cNvSpPr>
          <p:nvPr/>
        </p:nvSpPr>
        <p:spPr bwMode="auto">
          <a:xfrm>
            <a:off x="3395663" y="4356107"/>
            <a:ext cx="31242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rPr>
              <a:t>10. Đâu không phải là đặc trưng của HSR theo tiêu chuẩn quốc tế của LM Guide?</a:t>
            </a: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볼 열의 접촉 각 </a:t>
            </a:r>
            <a:r>
              <a:rPr lang="en-US" altLang="ko-KR" sz="900">
                <a:solidFill>
                  <a:srgbClr val="000000"/>
                </a:solidFill>
              </a:rPr>
              <a:t>45</a:t>
            </a:r>
            <a:r>
              <a:rPr lang="ko-KR" altLang="en-US" sz="900">
                <a:solidFill>
                  <a:srgbClr val="000000"/>
                </a:solidFill>
              </a:rPr>
              <a:t>도 이다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② 총볼 타입이다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③ 앤드 플레이트로 지지 되어 볼이 탈락하지 않는다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④ 균형 있게 예압이 걸려지므로 일정한 낮은 마찰계수를</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 유지하면서 </a:t>
            </a:r>
            <a:r>
              <a:rPr lang="en-US" altLang="ko-KR" sz="900">
                <a:solidFill>
                  <a:srgbClr val="000000"/>
                </a:solidFill>
              </a:rPr>
              <a:t>4 </a:t>
            </a:r>
            <a:r>
              <a:rPr lang="ko-KR" altLang="en-US" sz="900">
                <a:solidFill>
                  <a:srgbClr val="000000"/>
                </a:solidFill>
              </a:rPr>
              <a:t>방향의 강성을 높일 수가 있다</a:t>
            </a:r>
            <a:r>
              <a:rPr lang="en-US" altLang="ko-KR" sz="900">
                <a:solidFill>
                  <a:srgbClr val="000000"/>
                </a:solidFill>
              </a:rPr>
              <a:t>.</a:t>
            </a:r>
            <a:r>
              <a:rPr lang="ko-KR" altLang="en-US" sz="900">
                <a:solidFill>
                  <a:srgbClr val="000000"/>
                </a:solidFill>
              </a:rPr>
              <a:t> </a:t>
            </a:r>
            <a:endParaRPr lang="en-US" altLang="ko-KR" sz="900">
              <a:solidFill>
                <a:srgbClr val="000000"/>
              </a:solidFill>
            </a:endParaRPr>
          </a:p>
        </p:txBody>
      </p:sp>
      <p:sp>
        <p:nvSpPr>
          <p:cNvPr id="28696" name="Rectangle 13"/>
          <p:cNvSpPr>
            <a:spLocks noChangeArrowheads="1"/>
          </p:cNvSpPr>
          <p:nvPr/>
        </p:nvSpPr>
        <p:spPr bwMode="auto">
          <a:xfrm>
            <a:off x="246064" y="2085993"/>
            <a:ext cx="3240087"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2. </a:t>
            </a:r>
            <a:r>
              <a:rPr lang="vi-VN" altLang="ko-KR" sz="800" smtClean="0">
                <a:solidFill>
                  <a:srgbClr val="000000"/>
                </a:solidFill>
              </a:rPr>
              <a:t>Khi giữ bề </a:t>
            </a:r>
            <a:r>
              <a:rPr lang="vi-VN" altLang="ko-KR" sz="800">
                <a:solidFill>
                  <a:srgbClr val="000000"/>
                </a:solidFill>
              </a:rPr>
              <a:t>mặt đo của thước </a:t>
            </a:r>
            <a:r>
              <a:rPr lang="vi-VN" altLang="ko-KR" sz="800" smtClean="0">
                <a:solidFill>
                  <a:srgbClr val="000000"/>
                </a:solidFill>
              </a:rPr>
              <a:t>vernier </a:t>
            </a:r>
            <a:r>
              <a:rPr lang="en-US" altLang="ko-KR" sz="800" smtClean="0">
                <a:solidFill>
                  <a:srgbClr val="000000"/>
                </a:solidFill>
              </a:rPr>
              <a:t>callipers  </a:t>
            </a:r>
            <a:r>
              <a:rPr lang="vi-VN" altLang="ko-KR" sz="800" smtClean="0">
                <a:solidFill>
                  <a:srgbClr val="000000"/>
                </a:solidFill>
              </a:rPr>
              <a:t>ở phía có ánh sáng, nếu có ánh sáng đi vào thì có khoảng cách là bao nhiêu? </a:t>
            </a:r>
            <a:endParaRPr lang="en-US" altLang="ko-KR" sz="800" smtClean="0">
              <a:solidFill>
                <a:srgbClr val="000000"/>
              </a:solidFill>
            </a:endParaRPr>
          </a:p>
          <a:p>
            <a:pPr eaLnBrk="1" fontAlgn="base" latinLnBrk="1" hangingPunct="1">
              <a:spcBef>
                <a:spcPct val="0"/>
              </a:spcBef>
              <a:spcAft>
                <a:spcPct val="0"/>
              </a:spcAft>
            </a:pPr>
            <a:r>
              <a:rPr lang="en-US" altLang="ko-KR" sz="800" smtClean="0">
                <a:solidFill>
                  <a:srgbClr val="000000"/>
                </a:solidFill>
              </a:rPr>
              <a:t>①  </a:t>
            </a:r>
            <a:r>
              <a:rPr lang="en-US" altLang="ko-KR" sz="800">
                <a:solidFill>
                  <a:srgbClr val="000000"/>
                </a:solidFill>
              </a:rPr>
              <a:t>0.05 ㎜</a:t>
            </a:r>
          </a:p>
          <a:p>
            <a:pPr eaLnBrk="1" fontAlgn="base" latinLnBrk="1" hangingPunct="1">
              <a:spcBef>
                <a:spcPct val="0"/>
              </a:spcBef>
              <a:spcAft>
                <a:spcPct val="0"/>
              </a:spcAft>
            </a:pPr>
            <a:r>
              <a:rPr lang="en-US" altLang="ko-KR" sz="800">
                <a:solidFill>
                  <a:srgbClr val="000000"/>
                </a:solidFill>
              </a:rPr>
              <a:t>②  0.03 ㎜</a:t>
            </a:r>
          </a:p>
          <a:p>
            <a:pPr eaLnBrk="1" fontAlgn="base" latinLnBrk="1" hangingPunct="1">
              <a:spcBef>
                <a:spcPct val="0"/>
              </a:spcBef>
              <a:spcAft>
                <a:spcPct val="0"/>
              </a:spcAft>
            </a:pPr>
            <a:r>
              <a:rPr lang="en-US" altLang="ko-KR" sz="800">
                <a:solidFill>
                  <a:srgbClr val="000000"/>
                </a:solidFill>
              </a:rPr>
              <a:t>③  0.005 ㎜</a:t>
            </a:r>
          </a:p>
          <a:p>
            <a:pPr eaLnBrk="1" fontAlgn="base" latinLnBrk="1" hangingPunct="1">
              <a:spcBef>
                <a:spcPct val="0"/>
              </a:spcBef>
              <a:spcAft>
                <a:spcPct val="0"/>
              </a:spcAft>
            </a:pPr>
            <a:r>
              <a:rPr lang="en-US" altLang="ko-KR" sz="800">
                <a:solidFill>
                  <a:srgbClr val="000000"/>
                </a:solidFill>
              </a:rPr>
              <a:t>④  0.01 ㎜</a:t>
            </a:r>
          </a:p>
        </p:txBody>
      </p:sp>
      <p:sp>
        <p:nvSpPr>
          <p:cNvPr id="28697" name="Rectangle 37"/>
          <p:cNvSpPr>
            <a:spLocks noChangeArrowheads="1"/>
          </p:cNvSpPr>
          <p:nvPr/>
        </p:nvSpPr>
        <p:spPr bwMode="auto">
          <a:xfrm>
            <a:off x="246063" y="4140220"/>
            <a:ext cx="3116262"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a:t>
            </a:r>
            <a:r>
              <a:rPr lang="ko-KR" altLang="en-US" sz="90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Hình nào sau đây là sự kết hợp đúng của angular ball bearing?</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DT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pic>
        <p:nvPicPr>
          <p:cNvPr id="28698" name="Picture 11" descr="2-6"/>
          <p:cNvPicPr>
            <a:picLocks noChangeAspect="1" noChangeArrowheads="1"/>
          </p:cNvPicPr>
          <p:nvPr/>
        </p:nvPicPr>
        <p:blipFill>
          <a:blip r:embed="rId3">
            <a:extLst>
              <a:ext uri="{28A0092B-C50C-407E-A947-70E740481C1C}">
                <a14:useLocalDpi xmlns:a14="http://schemas.microsoft.com/office/drawing/2010/main" val="0"/>
              </a:ext>
            </a:extLst>
          </a:blip>
          <a:srcRect t="41466" r="57510" b="5331"/>
          <a:stretch>
            <a:fillRect/>
          </a:stretch>
        </p:blipFill>
        <p:spPr bwMode="auto">
          <a:xfrm>
            <a:off x="1906709" y="1389116"/>
            <a:ext cx="144145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9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5338" y="4500563"/>
            <a:ext cx="577850"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700" name="직사각형 9"/>
          <p:cNvSpPr>
            <a:spLocks noChangeArrowheads="1"/>
          </p:cNvSpPr>
          <p:nvPr/>
        </p:nvSpPr>
        <p:spPr bwMode="auto">
          <a:xfrm>
            <a:off x="1866901" y="4446588"/>
            <a:ext cx="49084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DF</a:t>
            </a:r>
          </a:p>
        </p:txBody>
      </p:sp>
      <p:pic>
        <p:nvPicPr>
          <p:cNvPr id="2870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1124" y="4500563"/>
            <a:ext cx="579437"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702" name="직사각형 11"/>
          <p:cNvSpPr>
            <a:spLocks noChangeArrowheads="1"/>
          </p:cNvSpPr>
          <p:nvPr/>
        </p:nvSpPr>
        <p:spPr bwMode="auto">
          <a:xfrm>
            <a:off x="217488" y="5075238"/>
            <a:ext cx="57740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 ③ DB </a:t>
            </a:r>
            <a:endParaRPr lang="ko-KR" altLang="en-US">
              <a:solidFill>
                <a:srgbClr val="000000"/>
              </a:solidFill>
            </a:endParaRPr>
          </a:p>
        </p:txBody>
      </p:sp>
      <p:pic>
        <p:nvPicPr>
          <p:cNvPr id="28703"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7436" y="5138756"/>
            <a:ext cx="574675" cy="47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704" name="직사각형 45"/>
          <p:cNvSpPr>
            <a:spLocks noChangeArrowheads="1"/>
          </p:cNvSpPr>
          <p:nvPr/>
        </p:nvSpPr>
        <p:spPr bwMode="auto">
          <a:xfrm>
            <a:off x="1814513" y="5075238"/>
            <a:ext cx="57740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④</a:t>
            </a:r>
            <a:r>
              <a:rPr lang="en-US" altLang="ko-KR" sz="900">
                <a:solidFill>
                  <a:srgbClr val="000000"/>
                </a:solidFill>
              </a:rPr>
              <a:t> DB </a:t>
            </a:r>
            <a:endParaRPr lang="ko-KR" altLang="en-US">
              <a:solidFill>
                <a:srgbClr val="000000"/>
              </a:solidFill>
            </a:endParaRPr>
          </a:p>
        </p:txBody>
      </p:sp>
      <p:pic>
        <p:nvPicPr>
          <p:cNvPr id="2870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1124" y="5122863"/>
            <a:ext cx="579437"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706" name="Picture 16" descr="26$1$4">
            <a:hlinkClick r:id="rId6"/>
          </p:cNvPr>
          <p:cNvPicPr>
            <a:picLocks noChangeAspect="1" noChangeArrowheads="1"/>
          </p:cNvPicPr>
          <p:nvPr/>
        </p:nvPicPr>
        <p:blipFill>
          <a:blip r:embed="rId7" cstate="print">
            <a:extLst>
              <a:ext uri="{28A0092B-C50C-407E-A947-70E740481C1C}">
                <a14:useLocalDpi xmlns:a14="http://schemas.microsoft.com/office/drawing/2010/main" val="0"/>
              </a:ext>
            </a:extLst>
          </a:blip>
          <a:srcRect r="-52" b="69"/>
          <a:stretch>
            <a:fillRect/>
          </a:stretch>
        </p:blipFill>
        <p:spPr bwMode="auto">
          <a:xfrm>
            <a:off x="552450" y="6788150"/>
            <a:ext cx="80010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07" name="Picture 7" descr="원통 웜기어"/>
          <p:cNvPicPr>
            <a:picLocks noChangeAspect="1" noChangeArrowheads="1"/>
          </p:cNvPicPr>
          <p:nvPr/>
        </p:nvPicPr>
        <p:blipFill>
          <a:blip r:embed="rId8">
            <a:extLst>
              <a:ext uri="{28A0092B-C50C-407E-A947-70E740481C1C}">
                <a14:useLocalDpi xmlns:a14="http://schemas.microsoft.com/office/drawing/2010/main" val="0"/>
              </a:ext>
            </a:extLst>
          </a:blip>
          <a:srcRect r="-117" b="127"/>
          <a:stretch>
            <a:fillRect/>
          </a:stretch>
        </p:blipFill>
        <p:spPr bwMode="auto">
          <a:xfrm>
            <a:off x="1706599" y="6788150"/>
            <a:ext cx="962025" cy="81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08" name="Picture 6" descr=" 나사 기어"/>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6575" y="7856556"/>
            <a:ext cx="820738" cy="815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09" name="Picture 13" descr=" 랙 기어"/>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35174" y="7840669"/>
            <a:ext cx="9032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10" name="Rectangle 78"/>
          <p:cNvSpPr>
            <a:spLocks noChangeArrowheads="1"/>
          </p:cNvSpPr>
          <p:nvPr/>
        </p:nvSpPr>
        <p:spPr bwMode="auto">
          <a:xfrm>
            <a:off x="3395663" y="5526108"/>
            <a:ext cx="31242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rPr>
              <a:t>11.Loại nào không phải là Type Ball Retainer của LM Guide?</a:t>
            </a: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① </a:t>
            </a:r>
            <a:r>
              <a:rPr lang="en-US" altLang="ko-KR" sz="900" smtClean="0">
                <a:solidFill>
                  <a:srgbClr val="000000"/>
                </a:solidFill>
              </a:rPr>
              <a:t>SHS </a:t>
            </a:r>
            <a:r>
              <a:rPr lang="ko-KR" altLang="en-US" sz="900">
                <a:solidFill>
                  <a:srgbClr val="000000"/>
                </a:solidFill>
              </a:rPr>
              <a:t>② </a:t>
            </a:r>
            <a:r>
              <a:rPr lang="en-US" altLang="ko-KR" sz="900" smtClean="0">
                <a:solidFill>
                  <a:srgbClr val="000000"/>
                </a:solidFill>
              </a:rPr>
              <a:t>SNR</a:t>
            </a:r>
            <a:r>
              <a:rPr lang="ko-KR" altLang="en-US" sz="900" smtClean="0">
                <a:solidFill>
                  <a:srgbClr val="000000"/>
                </a:solidFill>
              </a:rPr>
              <a:t> </a:t>
            </a:r>
            <a:r>
              <a:rPr lang="ko-KR" altLang="en-US" sz="900">
                <a:solidFill>
                  <a:srgbClr val="000000"/>
                </a:solidFill>
              </a:rPr>
              <a:t>③ </a:t>
            </a:r>
            <a:r>
              <a:rPr lang="en-US" altLang="ko-KR" sz="900" smtClean="0">
                <a:solidFill>
                  <a:srgbClr val="000000"/>
                </a:solidFill>
              </a:rPr>
              <a:t>SRS</a:t>
            </a:r>
            <a:r>
              <a:rPr lang="ko-KR" altLang="en-US" sz="900" smtClean="0">
                <a:solidFill>
                  <a:srgbClr val="000000"/>
                </a:solidFill>
              </a:rPr>
              <a:t> </a:t>
            </a:r>
            <a:r>
              <a:rPr lang="ko-KR" altLang="en-US" sz="900">
                <a:solidFill>
                  <a:srgbClr val="000000"/>
                </a:solidFill>
              </a:rPr>
              <a:t>④ </a:t>
            </a:r>
            <a:r>
              <a:rPr lang="en-US" altLang="ko-KR" sz="900" smtClean="0">
                <a:solidFill>
                  <a:srgbClr val="000000"/>
                </a:solidFill>
              </a:rPr>
              <a:t>SR</a:t>
            </a:r>
            <a:endParaRPr lang="en-US" altLang="ko-KR" sz="900">
              <a:solidFill>
                <a:srgbClr val="000000"/>
              </a:solidFill>
            </a:endParaRPr>
          </a:p>
        </p:txBody>
      </p:sp>
      <p:sp>
        <p:nvSpPr>
          <p:cNvPr id="62" name="Rectangle 78"/>
          <p:cNvSpPr>
            <a:spLocks noChangeArrowheads="1"/>
          </p:cNvSpPr>
          <p:nvPr/>
        </p:nvSpPr>
        <p:spPr bwMode="auto">
          <a:xfrm>
            <a:off x="3395663" y="6153151"/>
            <a:ext cx="3124200" cy="144655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indent="-457200" fontAlgn="base" latinLnBrk="1">
              <a:spcBef>
                <a:spcPct val="0"/>
              </a:spcBef>
              <a:spcAft>
                <a:spcPct val="0"/>
              </a:spcAft>
              <a:defRPr/>
            </a:pPr>
            <a:r>
              <a:rPr kumimoji="1" lang="en-US" altLang="ko-KR" sz="800">
                <a:solidFill>
                  <a:srgbClr val="000000"/>
                </a:solidFill>
              </a:rPr>
              <a:t>12. </a:t>
            </a:r>
            <a:r>
              <a:rPr kumimoji="1" lang="vi-VN" altLang="ko-KR" sz="800" smtClean="0">
                <a:solidFill>
                  <a:srgbClr val="000000"/>
                </a:solidFill>
              </a:rPr>
              <a:t>Điều </a:t>
            </a:r>
            <a:r>
              <a:rPr kumimoji="1" lang="vi-VN" altLang="ko-KR" sz="800">
                <a:solidFill>
                  <a:srgbClr val="000000"/>
                </a:solidFill>
              </a:rPr>
              <a:t>nào không đúng với giải thích của phương thức end Cap trong phân loại theo phương thức Ball tuần hoàn của Ball Screw?</a:t>
            </a:r>
            <a:endParaRPr kumimoji="1" lang="en-US" altLang="ko-KR" sz="800">
              <a:solidFill>
                <a:srgbClr val="000000"/>
              </a:solidFill>
            </a:endParaRPr>
          </a:p>
          <a:p>
            <a:pPr marL="457200" indent="-457200" fontAlgn="base" latinLnBrk="1">
              <a:spcBef>
                <a:spcPct val="0"/>
              </a:spcBef>
              <a:spcAft>
                <a:spcPct val="0"/>
              </a:spcAft>
              <a:defRPr/>
            </a:pPr>
            <a:endParaRPr kumimoji="1" lang="en-US" altLang="ko-KR" sz="800">
              <a:solidFill>
                <a:srgbClr val="000000"/>
              </a:solidFill>
            </a:endParaRPr>
          </a:p>
          <a:p>
            <a:pPr marL="457200" indent="-457200" fontAlgn="base" latinLnBrk="1">
              <a:spcBef>
                <a:spcPct val="0"/>
              </a:spcBef>
              <a:spcAft>
                <a:spcPct val="0"/>
              </a:spcAft>
              <a:defRPr/>
            </a:pPr>
            <a:r>
              <a:rPr kumimoji="1" lang="en-US" altLang="ko-KR" sz="800">
                <a:solidFill>
                  <a:srgbClr val="000000"/>
                </a:solidFill>
              </a:rPr>
              <a:t> ① </a:t>
            </a:r>
            <a:r>
              <a:rPr kumimoji="1" lang="ko-KR" altLang="en-US" sz="800">
                <a:solidFill>
                  <a:srgbClr val="000000"/>
                </a:solidFill>
              </a:rPr>
              <a:t>고속 이송에 가장 적합한 </a:t>
            </a:r>
            <a:r>
              <a:rPr kumimoji="1" lang="en-US" altLang="ko-KR" sz="800">
                <a:solidFill>
                  <a:srgbClr val="000000"/>
                </a:solidFill>
              </a:rPr>
              <a:t>Nut </a:t>
            </a:r>
            <a:r>
              <a:rPr kumimoji="1" lang="ko-KR" altLang="en-US" sz="800">
                <a:solidFill>
                  <a:srgbClr val="000000"/>
                </a:solidFill>
              </a:rPr>
              <a:t>타입이다</a:t>
            </a:r>
            <a:r>
              <a:rPr kumimoji="1" lang="en-US" altLang="ko-KR" sz="800">
                <a:solidFill>
                  <a:srgbClr val="000000"/>
                </a:solidFill>
              </a:rPr>
              <a:t>.</a:t>
            </a:r>
          </a:p>
          <a:p>
            <a:pPr marL="457200" indent="-457200" fontAlgn="base" latinLnBrk="1">
              <a:spcBef>
                <a:spcPct val="0"/>
              </a:spcBef>
              <a:spcAft>
                <a:spcPct val="0"/>
              </a:spcAft>
              <a:defRPr/>
            </a:pPr>
            <a:r>
              <a:rPr kumimoji="1" lang="en-US" altLang="ko-KR" sz="800">
                <a:solidFill>
                  <a:srgbClr val="000000"/>
                </a:solidFill>
              </a:rPr>
              <a:t> </a:t>
            </a:r>
            <a:r>
              <a:rPr kumimoji="1" lang="ko-KR" altLang="en-US" sz="800">
                <a:solidFill>
                  <a:srgbClr val="000000"/>
                </a:solidFill>
              </a:rPr>
              <a:t>② 나사 축의 원호를 지나서 원래의 위치로 되돌아가서</a:t>
            </a:r>
            <a:endParaRPr kumimoji="1" lang="en-US" altLang="ko-KR" sz="800">
              <a:solidFill>
                <a:srgbClr val="000000"/>
              </a:solidFill>
            </a:endParaRPr>
          </a:p>
          <a:p>
            <a:pPr marL="457200" indent="-457200" fontAlgn="base" latinLnBrk="1">
              <a:spcBef>
                <a:spcPct val="0"/>
              </a:spcBef>
              <a:spcAft>
                <a:spcPct val="0"/>
              </a:spcAft>
              <a:defRPr/>
            </a:pPr>
            <a:r>
              <a:rPr kumimoji="1" lang="en-US" altLang="ko-KR" sz="800">
                <a:solidFill>
                  <a:srgbClr val="000000"/>
                </a:solidFill>
              </a:rPr>
              <a:t>     </a:t>
            </a:r>
            <a:r>
              <a:rPr kumimoji="1" lang="ko-KR" altLang="en-US" sz="800">
                <a:solidFill>
                  <a:srgbClr val="000000"/>
                </a:solidFill>
              </a:rPr>
              <a:t>무한 운동을 한다</a:t>
            </a:r>
            <a:r>
              <a:rPr kumimoji="1" lang="en-US" altLang="ko-KR" sz="800">
                <a:solidFill>
                  <a:srgbClr val="000000"/>
                </a:solidFill>
              </a:rPr>
              <a:t>.</a:t>
            </a:r>
          </a:p>
          <a:p>
            <a:pPr marL="457200" indent="-457200" fontAlgn="base" latinLnBrk="1">
              <a:spcBef>
                <a:spcPct val="0"/>
              </a:spcBef>
              <a:spcAft>
                <a:spcPct val="0"/>
              </a:spcAft>
              <a:defRPr/>
            </a:pPr>
            <a:r>
              <a:rPr kumimoji="1" lang="en-US" altLang="ko-KR" sz="800">
                <a:solidFill>
                  <a:srgbClr val="000000"/>
                </a:solidFill>
              </a:rPr>
              <a:t> </a:t>
            </a:r>
            <a:r>
              <a:rPr kumimoji="1" lang="ko-KR" altLang="en-US" sz="800">
                <a:solidFill>
                  <a:srgbClr val="000000"/>
                </a:solidFill>
              </a:rPr>
              <a:t>③ 볼은 엔드 </a:t>
            </a:r>
            <a:r>
              <a:rPr kumimoji="1" lang="en-US" altLang="ko-KR" sz="800">
                <a:solidFill>
                  <a:srgbClr val="000000"/>
                </a:solidFill>
              </a:rPr>
              <a:t>Cap</a:t>
            </a:r>
            <a:r>
              <a:rPr kumimoji="1" lang="ko-KR" altLang="en-US" sz="800">
                <a:solidFill>
                  <a:srgbClr val="000000"/>
                </a:solidFill>
              </a:rPr>
              <a:t>에 의해 안내 된다</a:t>
            </a:r>
            <a:r>
              <a:rPr kumimoji="1" lang="en-US" altLang="ko-KR" sz="800">
                <a:solidFill>
                  <a:srgbClr val="000000"/>
                </a:solidFill>
              </a:rPr>
              <a:t>.</a:t>
            </a:r>
          </a:p>
          <a:p>
            <a:pPr fontAlgn="base" latinLnBrk="1">
              <a:spcBef>
                <a:spcPct val="0"/>
              </a:spcBef>
              <a:spcAft>
                <a:spcPct val="0"/>
              </a:spcAft>
              <a:defRPr/>
            </a:pPr>
            <a:r>
              <a:rPr kumimoji="1" lang="en-US" altLang="ko-KR" sz="800">
                <a:solidFill>
                  <a:srgbClr val="000000"/>
                </a:solidFill>
              </a:rPr>
              <a:t> </a:t>
            </a:r>
            <a:r>
              <a:rPr kumimoji="1" lang="ko-KR" altLang="en-US" sz="800">
                <a:solidFill>
                  <a:srgbClr val="000000"/>
                </a:solidFill>
              </a:rPr>
              <a:t>④</a:t>
            </a:r>
            <a:r>
              <a:rPr kumimoji="1" lang="en-US" altLang="ko-KR" sz="800">
                <a:solidFill>
                  <a:srgbClr val="000000"/>
                </a:solidFill>
              </a:rPr>
              <a:t> Nut</a:t>
            </a:r>
            <a:r>
              <a:rPr kumimoji="1" lang="ko-KR" altLang="en-US" sz="800">
                <a:solidFill>
                  <a:srgbClr val="000000"/>
                </a:solidFill>
              </a:rPr>
              <a:t>의 관통 구멍을 통과해서 원래의 위치로 돌아가</a:t>
            </a:r>
            <a:endParaRPr kumimoji="1" lang="en-US" altLang="ko-KR" sz="800">
              <a:solidFill>
                <a:srgbClr val="000000"/>
              </a:solidFill>
            </a:endParaRPr>
          </a:p>
          <a:p>
            <a:pPr fontAlgn="base" latinLnBrk="1">
              <a:spcBef>
                <a:spcPct val="0"/>
              </a:spcBef>
              <a:spcAft>
                <a:spcPct val="0"/>
              </a:spcAft>
              <a:defRPr/>
            </a:pPr>
            <a:r>
              <a:rPr kumimoji="1" lang="en-US" altLang="ko-KR" sz="800">
                <a:solidFill>
                  <a:srgbClr val="000000"/>
                </a:solidFill>
              </a:rPr>
              <a:t>     </a:t>
            </a:r>
            <a:r>
              <a:rPr kumimoji="1" lang="ko-KR" altLang="en-US" sz="800">
                <a:solidFill>
                  <a:srgbClr val="000000"/>
                </a:solidFill>
              </a:rPr>
              <a:t>무한 운동을 합니다</a:t>
            </a:r>
            <a:r>
              <a:rPr kumimoji="1" lang="en-US" altLang="ko-KR" sz="800">
                <a:solidFill>
                  <a:srgbClr val="000000"/>
                </a:solidFill>
              </a:rPr>
              <a:t>.</a:t>
            </a:r>
          </a:p>
          <a:p>
            <a:pPr marL="457200" indent="-457200" fontAlgn="base" latinLnBrk="1">
              <a:spcBef>
                <a:spcPct val="0"/>
              </a:spcBef>
              <a:spcAft>
                <a:spcPct val="0"/>
              </a:spcAft>
              <a:defRPr/>
            </a:pPr>
            <a:endParaRPr kumimoji="1" lang="en-US" altLang="ko-KR" sz="800">
              <a:solidFill>
                <a:srgbClr val="000000"/>
              </a:solidFill>
            </a:endParaRPr>
          </a:p>
        </p:txBody>
      </p:sp>
      <p:sp>
        <p:nvSpPr>
          <p:cNvPr id="28712" name="Rectangle 78"/>
          <p:cNvSpPr>
            <a:spLocks noChangeArrowheads="1"/>
          </p:cNvSpPr>
          <p:nvPr/>
        </p:nvSpPr>
        <p:spPr bwMode="auto">
          <a:xfrm>
            <a:off x="3395663" y="7640639"/>
            <a:ext cx="31242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13. </a:t>
            </a:r>
            <a:r>
              <a:rPr lang="ko-KR" altLang="en-US" sz="900">
                <a:solidFill>
                  <a:srgbClr val="000000"/>
                </a:solidFill>
              </a:rPr>
              <a:t>다음 나사의 호칭을 보고 설명이 잘못된 것을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고르시오</a:t>
            </a:r>
            <a:r>
              <a:rPr lang="ko-KR" altLang="ko-KR" sz="900">
                <a:solidFill>
                  <a:srgbClr val="000000"/>
                </a:solidFill>
              </a:rPr>
              <a:t>? </a:t>
            </a:r>
            <a:r>
              <a:rPr lang="en-US" altLang="ko-KR" sz="900">
                <a:solidFill>
                  <a:srgbClr val="000000"/>
                </a:solidFill>
              </a:rPr>
              <a:t>[ “ M50 -2”  ]</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en-US" altLang="en-US" sz="900">
                <a:solidFill>
                  <a:srgbClr val="000000"/>
                </a:solidFill>
              </a:rPr>
              <a:t>①  </a:t>
            </a:r>
            <a:r>
              <a:rPr lang="ko-KR" altLang="en-US" sz="900">
                <a:solidFill>
                  <a:srgbClr val="000000"/>
                </a:solidFill>
              </a:rPr>
              <a:t>우 </a:t>
            </a:r>
            <a:r>
              <a:rPr lang="en-US" altLang="ko-KR" sz="900">
                <a:solidFill>
                  <a:srgbClr val="000000"/>
                </a:solidFill>
              </a:rPr>
              <a:t>1</a:t>
            </a:r>
            <a:r>
              <a:rPr lang="ko-KR" altLang="en-US" sz="900">
                <a:solidFill>
                  <a:srgbClr val="000000"/>
                </a:solidFill>
              </a:rPr>
              <a:t>줄 나사다</a:t>
            </a:r>
            <a:endParaRPr lang="en-US" altLang="en-US"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en-US" altLang="en-US" sz="900">
                <a:solidFill>
                  <a:srgbClr val="000000"/>
                </a:solidFill>
              </a:rPr>
              <a:t>②  </a:t>
            </a:r>
            <a:r>
              <a:rPr lang="ko-KR" altLang="en-US" sz="900">
                <a:solidFill>
                  <a:srgbClr val="000000"/>
                </a:solidFill>
              </a:rPr>
              <a:t>보통 나사다</a:t>
            </a:r>
            <a:endParaRPr lang="en-US" altLang="en-US"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en-US" altLang="en-US" sz="900">
                <a:solidFill>
                  <a:srgbClr val="000000"/>
                </a:solidFill>
              </a:rPr>
              <a:t>③  </a:t>
            </a:r>
            <a:r>
              <a:rPr lang="ko-KR" altLang="en-US" sz="900">
                <a:solidFill>
                  <a:srgbClr val="000000"/>
                </a:solidFill>
              </a:rPr>
              <a:t>가는 나사다</a:t>
            </a:r>
            <a:endParaRPr lang="en-US" altLang="en-US"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en-US" altLang="en-US" sz="900">
                <a:solidFill>
                  <a:srgbClr val="000000"/>
                </a:solidFill>
              </a:rPr>
              <a:t>④  </a:t>
            </a:r>
            <a:r>
              <a:rPr lang="ko-KR" altLang="en-US" sz="900">
                <a:solidFill>
                  <a:srgbClr val="000000"/>
                </a:solidFill>
              </a:rPr>
              <a:t>나사의 바깥 지름은 </a:t>
            </a:r>
            <a:r>
              <a:rPr lang="en-US" altLang="ko-KR" sz="900">
                <a:solidFill>
                  <a:srgbClr val="000000"/>
                </a:solidFill>
              </a:rPr>
              <a:t>50mm</a:t>
            </a:r>
            <a:r>
              <a:rPr lang="ko-KR" altLang="en-US" sz="900">
                <a:solidFill>
                  <a:srgbClr val="000000"/>
                </a:solidFill>
              </a:rPr>
              <a:t>이다</a:t>
            </a:r>
            <a:endParaRPr lang="en-US" altLang="en-US" sz="900">
              <a:solidFill>
                <a:srgbClr val="000000"/>
              </a:solidFill>
            </a:endParaRPr>
          </a:p>
        </p:txBody>
      </p:sp>
      <p:sp>
        <p:nvSpPr>
          <p:cNvPr id="34"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88164200"/>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9699" name="Text Box 3"/>
          <p:cNvSpPr txBox="1">
            <a:spLocks noChangeArrowheads="1"/>
          </p:cNvSpPr>
          <p:nvPr/>
        </p:nvSpPr>
        <p:spPr bwMode="auto">
          <a:xfrm>
            <a:off x="228636" y="679469"/>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9700" name="Rectangle 4"/>
          <p:cNvSpPr>
            <a:spLocks noChangeArrowheads="1"/>
          </p:cNvSpPr>
          <p:nvPr/>
        </p:nvSpPr>
        <p:spPr bwMode="auto">
          <a:xfrm>
            <a:off x="3048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9701" name="Rectangle 5"/>
          <p:cNvSpPr>
            <a:spLocks noChangeArrowheads="1"/>
          </p:cNvSpPr>
          <p:nvPr/>
        </p:nvSpPr>
        <p:spPr bwMode="auto">
          <a:xfrm>
            <a:off x="3429000" y="98426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97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61"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9712" name="Rectangle 14"/>
          <p:cNvSpPr>
            <a:spLocks noChangeArrowheads="1"/>
          </p:cNvSpPr>
          <p:nvPr/>
        </p:nvSpPr>
        <p:spPr bwMode="auto">
          <a:xfrm>
            <a:off x="304800" y="6084906"/>
            <a:ext cx="31242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불꽃에 의해 폭발을 일으킬 우려가 있는 광산</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공장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등에서 사용 된다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해당 되는 망치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철공용 손망치          </a:t>
            </a: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방폭용 베릴륨 동합금 손망치</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고무 망치                </a:t>
            </a: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합성 수지 망치</a:t>
            </a:r>
            <a:endParaRPr lang="en-US" altLang="ko-KR" sz="900">
              <a:solidFill>
                <a:srgbClr val="000000"/>
              </a:solidFill>
              <a:latin typeface="돋움" pitchFamily="50" charset="-127"/>
              <a:ea typeface="돋움" pitchFamily="50" charset="-127"/>
            </a:endParaRPr>
          </a:p>
        </p:txBody>
      </p:sp>
      <p:sp>
        <p:nvSpPr>
          <p:cNvPr id="29713" name="Rectangle 14"/>
          <p:cNvSpPr>
            <a:spLocks noChangeArrowheads="1"/>
          </p:cNvSpPr>
          <p:nvPr/>
        </p:nvSpPr>
        <p:spPr bwMode="auto">
          <a:xfrm>
            <a:off x="304800" y="6723081"/>
            <a:ext cx="33401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a:t>
            </a:r>
            <a:r>
              <a:rPr lang="ko-KR" altLang="en-US" sz="900">
                <a:solidFill>
                  <a:srgbClr val="000000"/>
                </a:solidFill>
                <a:latin typeface="돋움" pitchFamily="50" charset="-127"/>
                <a:ea typeface="돋움" pitchFamily="50" charset="-127"/>
              </a:rPr>
              <a:t> 옵셋 예압 방식에 해당 되지 않는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endParaRPr lang="ko-KR" altLang="en-US" sz="900">
              <a:solidFill>
                <a:srgbClr val="000000"/>
              </a:solidFill>
              <a:latin typeface="돋움" pitchFamily="50" charset="-127"/>
              <a:ea typeface="돋움" pitchFamily="50" charset="-127"/>
            </a:endParaRPr>
          </a:p>
        </p:txBody>
      </p:sp>
      <p:sp>
        <p:nvSpPr>
          <p:cNvPr id="29714" name="Rectangle 74"/>
          <p:cNvSpPr>
            <a:spLocks noChangeArrowheads="1"/>
          </p:cNvSpPr>
          <p:nvPr/>
        </p:nvSpPr>
        <p:spPr bwMode="auto">
          <a:xfrm>
            <a:off x="304800" y="1547814"/>
            <a:ext cx="33401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직동 안내 방식의 보기 빈칸의 알맞은 것은</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순서대로</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① </a:t>
            </a:r>
            <a:r>
              <a:rPr lang="en-US" altLang="ko-KR" sz="900">
                <a:solidFill>
                  <a:srgbClr val="000000"/>
                </a:solidFill>
                <a:latin typeface="돋움" pitchFamily="50" charset="-127"/>
                <a:ea typeface="돋움" pitchFamily="50" charset="-127"/>
              </a:rPr>
              <a:t>LM</a:t>
            </a:r>
            <a:r>
              <a:rPr lang="ko-KR" altLang="en-US" sz="900">
                <a:solidFill>
                  <a:srgbClr val="000000"/>
                </a:solidFill>
                <a:latin typeface="돋움" pitchFamily="50" charset="-127"/>
                <a:ea typeface="돋움" pitchFamily="50" charset="-127"/>
              </a:rPr>
              <a:t>레일</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스플라인 축</a:t>
            </a:r>
            <a:r>
              <a:rPr lang="en-US" altLang="ko-KR" sz="900">
                <a:solidFill>
                  <a:srgbClr val="000000"/>
                </a:solidFill>
                <a:latin typeface="돋움" pitchFamily="50" charset="-127"/>
                <a:ea typeface="돋움" pitchFamily="50" charset="-127"/>
              </a:rPr>
              <a:t>, LM Shaft, </a:t>
            </a:r>
            <a:r>
              <a:rPr lang="ko-KR" altLang="en-US" sz="900">
                <a:solidFill>
                  <a:srgbClr val="000000"/>
                </a:solidFill>
                <a:latin typeface="돋움" pitchFamily="50" charset="-127"/>
                <a:ea typeface="돋움" pitchFamily="50" charset="-127"/>
              </a:rPr>
              <a:t>나사축</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a:t>
            </a:r>
            <a:r>
              <a:rPr lang="en-US" altLang="ko-KR" sz="900">
                <a:solidFill>
                  <a:srgbClr val="000000"/>
                </a:solidFill>
                <a:latin typeface="돋움" pitchFamily="50" charset="-127"/>
                <a:ea typeface="돋움" pitchFamily="50" charset="-127"/>
              </a:rPr>
              <a:t>LM</a:t>
            </a:r>
            <a:r>
              <a:rPr lang="ko-KR" altLang="en-US" sz="900">
                <a:solidFill>
                  <a:srgbClr val="000000"/>
                </a:solidFill>
                <a:latin typeface="돋움" pitchFamily="50" charset="-127"/>
                <a:ea typeface="돋움" pitchFamily="50" charset="-127"/>
              </a:rPr>
              <a:t>레일</a:t>
            </a:r>
            <a:r>
              <a:rPr lang="en-US" altLang="ko-KR" sz="900">
                <a:solidFill>
                  <a:srgbClr val="000000"/>
                </a:solidFill>
                <a:latin typeface="돋움" pitchFamily="50" charset="-127"/>
                <a:ea typeface="돋움" pitchFamily="50" charset="-127"/>
              </a:rPr>
              <a:t>, LM Shaft, </a:t>
            </a:r>
            <a:r>
              <a:rPr lang="ko-KR" altLang="en-US" sz="900">
                <a:solidFill>
                  <a:srgbClr val="000000"/>
                </a:solidFill>
                <a:latin typeface="돋움" pitchFamily="50" charset="-127"/>
                <a:ea typeface="돋움" pitchFamily="50" charset="-127"/>
              </a:rPr>
              <a:t>스플라인 축</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나사축</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LM Shaft, LM</a:t>
            </a:r>
            <a:r>
              <a:rPr lang="ko-KR" altLang="en-US" sz="900">
                <a:solidFill>
                  <a:srgbClr val="000000"/>
                </a:solidFill>
                <a:latin typeface="돋움" pitchFamily="50" charset="-127"/>
                <a:ea typeface="돋움" pitchFamily="50" charset="-127"/>
              </a:rPr>
              <a:t>레일</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스플라인 축</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나사축</a:t>
            </a:r>
            <a:r>
              <a:rPr lang="en-US" altLang="ko-KR" sz="900">
                <a:solidFill>
                  <a:srgbClr val="000000"/>
                </a:solidFill>
                <a:latin typeface="돋움" pitchFamily="50" charset="-127"/>
                <a:ea typeface="돋움" pitchFamily="50" charset="-127"/>
              </a:rPr>
              <a:t> </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LM</a:t>
            </a:r>
            <a:r>
              <a:rPr lang="ko-KR" altLang="en-US" sz="900">
                <a:solidFill>
                  <a:srgbClr val="000000"/>
                </a:solidFill>
                <a:latin typeface="돋움" pitchFamily="50" charset="-127"/>
                <a:ea typeface="돋움" pitchFamily="50" charset="-127"/>
              </a:rPr>
              <a:t>레일</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나사축</a:t>
            </a:r>
            <a:r>
              <a:rPr lang="en-US" altLang="ko-KR" sz="900">
                <a:solidFill>
                  <a:srgbClr val="000000"/>
                </a:solidFill>
                <a:latin typeface="돋움" pitchFamily="50" charset="-127"/>
                <a:ea typeface="돋움" pitchFamily="50" charset="-127"/>
              </a:rPr>
              <a:t>, LM Shaft, </a:t>
            </a:r>
            <a:r>
              <a:rPr lang="ko-KR" altLang="en-US" sz="900">
                <a:solidFill>
                  <a:srgbClr val="000000"/>
                </a:solidFill>
                <a:latin typeface="돋움" pitchFamily="50" charset="-127"/>
                <a:ea typeface="돋움" pitchFamily="50" charset="-127"/>
              </a:rPr>
              <a:t>스플라인 축</a:t>
            </a:r>
            <a:endParaRPr lang="en-US" altLang="ko-KR" sz="900">
              <a:solidFill>
                <a:srgbClr val="000000"/>
              </a:solidFill>
              <a:latin typeface="돋움" pitchFamily="50" charset="-127"/>
              <a:ea typeface="돋움" pitchFamily="50" charset="-127"/>
            </a:endParaRPr>
          </a:p>
        </p:txBody>
      </p:sp>
      <p:sp>
        <p:nvSpPr>
          <p:cNvPr id="29715" name="Rectangle 44"/>
          <p:cNvSpPr>
            <a:spLocks noChangeArrowheads="1"/>
          </p:cNvSpPr>
          <p:nvPr/>
        </p:nvSpPr>
        <p:spPr bwMode="auto">
          <a:xfrm>
            <a:off x="301625" y="4019551"/>
            <a:ext cx="3132138"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윤활 관리의 기초 </a:t>
            </a:r>
            <a:r>
              <a:rPr lang="en-US" altLang="ko-KR" sz="900">
                <a:solidFill>
                  <a:srgbClr val="000000"/>
                </a:solidFill>
                <a:latin typeface="돋움" pitchFamily="50" charset="-127"/>
                <a:ea typeface="돋움" pitchFamily="50" charset="-127"/>
              </a:rPr>
              <a:t>5</a:t>
            </a:r>
            <a:r>
              <a:rPr lang="ko-KR" altLang="en-US" sz="900">
                <a:solidFill>
                  <a:srgbClr val="000000"/>
                </a:solidFill>
                <a:latin typeface="돋움" pitchFamily="50" charset="-127"/>
                <a:ea typeface="돋움" pitchFamily="50" charset="-127"/>
              </a:rPr>
              <a:t>적 내용으로 맞지 않는 것은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적법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적합한 공급 방법</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적량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적정량을 결정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적소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적합한 마찰부에 급유</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적기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기계가 필요로 하는 적정한 윤활제를 선정</a:t>
            </a:r>
            <a:endParaRPr lang="en-US" altLang="ko-KR" sz="900">
              <a:solidFill>
                <a:srgbClr val="000000"/>
              </a:solidFill>
              <a:latin typeface="돋움" pitchFamily="50" charset="-127"/>
              <a:ea typeface="돋움" pitchFamily="50" charset="-127"/>
            </a:endParaRPr>
          </a:p>
        </p:txBody>
      </p:sp>
      <p:sp>
        <p:nvSpPr>
          <p:cNvPr id="29716" name="Rectangle 44"/>
          <p:cNvSpPr>
            <a:spLocks noChangeArrowheads="1"/>
          </p:cNvSpPr>
          <p:nvPr/>
        </p:nvSpPr>
        <p:spPr bwMode="auto">
          <a:xfrm>
            <a:off x="320675" y="4787920"/>
            <a:ext cx="3132138"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a:t>
            </a:r>
            <a:r>
              <a:rPr lang="ko-KR" altLang="en-US" sz="900">
                <a:solidFill>
                  <a:srgbClr val="000000"/>
                </a:solidFill>
                <a:latin typeface="돋움" pitchFamily="50" charset="-127"/>
                <a:ea typeface="돋움" pitchFamily="50" charset="-127"/>
              </a:rPr>
              <a:t>열 크기 제도 용지로 맞는 것은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a:t>
            </a:r>
            <a:r>
              <a:rPr lang="en-US" altLang="ko-KR" sz="900">
                <a:solidFill>
                  <a:srgbClr val="000000"/>
                </a:solidFill>
                <a:latin typeface="돋움" pitchFamily="50" charset="-127"/>
                <a:ea typeface="돋움" pitchFamily="50" charset="-127"/>
              </a:rPr>
              <a:t>A0 841 * 1089</a:t>
            </a: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A1 594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841</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en-US" altLang="ko-KR" sz="900">
                <a:solidFill>
                  <a:srgbClr val="000000"/>
                </a:solidFill>
                <a:latin typeface="돋움" pitchFamily="50" charset="-127"/>
                <a:ea typeface="돋움" pitchFamily="50" charset="-127"/>
              </a:rPr>
              <a:t>A4 210 * 287</a:t>
            </a: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A3 594 * 420</a:t>
            </a:r>
          </a:p>
        </p:txBody>
      </p:sp>
      <p:sp>
        <p:nvSpPr>
          <p:cNvPr id="29717" name="Rectangle 78"/>
          <p:cNvSpPr>
            <a:spLocks noChangeArrowheads="1"/>
          </p:cNvSpPr>
          <p:nvPr/>
        </p:nvSpPr>
        <p:spPr bwMode="auto">
          <a:xfrm>
            <a:off x="304800" y="984270"/>
            <a:ext cx="31242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14. </a:t>
            </a:r>
            <a:r>
              <a:rPr lang="ko-KR" altLang="en-US" sz="900">
                <a:solidFill>
                  <a:srgbClr val="000000"/>
                </a:solidFill>
              </a:rPr>
              <a:t>그리스 주도로 가장 부드러운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① NLGI 0 (355~385)       ② NLGI 2 (265~295)   </a:t>
            </a:r>
          </a:p>
          <a:p>
            <a:pPr eaLnBrk="1" fontAlgn="base" latinLnBrk="1" hangingPunct="1">
              <a:spcBef>
                <a:spcPct val="0"/>
              </a:spcBef>
              <a:spcAft>
                <a:spcPct val="0"/>
              </a:spcAft>
            </a:pPr>
            <a:r>
              <a:rPr lang="en-US" altLang="ko-KR" sz="900">
                <a:solidFill>
                  <a:srgbClr val="000000"/>
                </a:solidFill>
              </a:rPr>
              <a:t>   ③ NLGI 3 (220~250)</a:t>
            </a:r>
            <a:r>
              <a:rPr lang="ko-KR" altLang="en-US" sz="900">
                <a:solidFill>
                  <a:srgbClr val="000000"/>
                </a:solidFill>
              </a:rPr>
              <a:t>       </a:t>
            </a:r>
            <a:r>
              <a:rPr lang="en-US" altLang="ko-KR" sz="900">
                <a:solidFill>
                  <a:srgbClr val="000000"/>
                </a:solidFill>
              </a:rPr>
              <a:t>④ NLGI 1 (310~340)</a:t>
            </a:r>
            <a:endParaRPr lang="ko-KR" altLang="en-US" sz="900">
              <a:solidFill>
                <a:srgbClr val="000000"/>
              </a:solidFill>
            </a:endParaRPr>
          </a:p>
        </p:txBody>
      </p:sp>
      <p:sp>
        <p:nvSpPr>
          <p:cNvPr id="29718" name="Rectangle 44"/>
          <p:cNvSpPr>
            <a:spLocks noChangeArrowheads="1"/>
          </p:cNvSpPr>
          <p:nvPr/>
        </p:nvSpPr>
        <p:spPr bwMode="auto">
          <a:xfrm>
            <a:off x="320675" y="5364182"/>
            <a:ext cx="3132138"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a:t>
            </a:r>
            <a:r>
              <a:rPr lang="ko-KR" altLang="en-US" sz="900">
                <a:solidFill>
                  <a:srgbClr val="000000"/>
                </a:solidFill>
                <a:latin typeface="돋움" pitchFamily="50" charset="-127"/>
                <a:ea typeface="돋움" pitchFamily="50" charset="-127"/>
              </a:rPr>
              <a:t>부분 생략 또는 부분 단면의 경계를 나타내는 선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또는 중간을 생략하는 선은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표면처리선            ② 파단선</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절단선                  ④ 숨은선</a:t>
            </a:r>
          </a:p>
        </p:txBody>
      </p:sp>
      <p:pic>
        <p:nvPicPr>
          <p:cNvPr id="2971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7699" y="2411413"/>
            <a:ext cx="3925887" cy="156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직사각형 2"/>
          <p:cNvSpPr/>
          <p:nvPr/>
        </p:nvSpPr>
        <p:spPr>
          <a:xfrm>
            <a:off x="971586" y="3192481"/>
            <a:ext cx="3343275" cy="198437"/>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noFill/>
            </a:endParaRPr>
          </a:p>
        </p:txBody>
      </p:sp>
      <p:pic>
        <p:nvPicPr>
          <p:cNvPr id="2972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0261" y="6959600"/>
            <a:ext cx="1108075" cy="976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22" name="직사각형 4"/>
          <p:cNvSpPr>
            <a:spLocks noChangeArrowheads="1"/>
          </p:cNvSpPr>
          <p:nvPr/>
        </p:nvSpPr>
        <p:spPr bwMode="auto">
          <a:xfrm>
            <a:off x="1803401" y="7000876"/>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endParaRPr lang="ko-KR" altLang="en-US">
              <a:solidFill>
                <a:srgbClr val="000000"/>
              </a:solidFill>
            </a:endParaRPr>
          </a:p>
        </p:txBody>
      </p:sp>
      <p:pic>
        <p:nvPicPr>
          <p:cNvPr id="2972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8861" y="6973906"/>
            <a:ext cx="1133475" cy="966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24" name="직사각형 22"/>
          <p:cNvSpPr>
            <a:spLocks noChangeArrowheads="1"/>
          </p:cNvSpPr>
          <p:nvPr/>
        </p:nvSpPr>
        <p:spPr bwMode="auto">
          <a:xfrm>
            <a:off x="300038" y="8101012"/>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p>
        </p:txBody>
      </p:sp>
      <p:pic>
        <p:nvPicPr>
          <p:cNvPr id="29725" name="Picture 6"/>
          <p:cNvPicPr>
            <a:picLocks noChangeAspect="1" noChangeArrowheads="1"/>
          </p:cNvPicPr>
          <p:nvPr/>
        </p:nvPicPr>
        <p:blipFill>
          <a:blip r:embed="rId6">
            <a:extLst>
              <a:ext uri="{28A0092B-C50C-407E-A947-70E740481C1C}">
                <a14:useLocalDpi xmlns:a14="http://schemas.microsoft.com/office/drawing/2010/main" val="0"/>
              </a:ext>
            </a:extLst>
          </a:blip>
          <a:srcRect b="16829"/>
          <a:stretch>
            <a:fillRect/>
          </a:stretch>
        </p:blipFill>
        <p:spPr bwMode="auto">
          <a:xfrm>
            <a:off x="525466" y="8027993"/>
            <a:ext cx="903287" cy="649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26"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8988" y="8686805"/>
            <a:ext cx="457200" cy="18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27" name="직사각형 26"/>
          <p:cNvSpPr>
            <a:spLocks noChangeArrowheads="1"/>
          </p:cNvSpPr>
          <p:nvPr/>
        </p:nvSpPr>
        <p:spPr bwMode="auto">
          <a:xfrm>
            <a:off x="1765301" y="8101012"/>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p>
        </p:txBody>
      </p:sp>
      <p:pic>
        <p:nvPicPr>
          <p:cNvPr id="2972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32000" y="8039105"/>
            <a:ext cx="971550" cy="866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169315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072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11"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4"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838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Máy</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2194941"/>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4099" name="Text Box 3"/>
          <p:cNvSpPr txBox="1">
            <a:spLocks noChangeArrowheads="1"/>
          </p:cNvSpPr>
          <p:nvPr/>
        </p:nvSpPr>
        <p:spPr bwMode="auto">
          <a:xfrm>
            <a:off x="228600" y="679450"/>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4100"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01"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551598458"/>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4112" name="Rectangle 99"/>
          <p:cNvSpPr>
            <a:spLocks noChangeArrowheads="1"/>
          </p:cNvSpPr>
          <p:nvPr/>
        </p:nvSpPr>
        <p:spPr bwMode="auto">
          <a:xfrm>
            <a:off x="227013" y="1043006"/>
            <a:ext cx="342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1.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ngôn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ngữ</a:t>
            </a:r>
            <a:r>
              <a:rPr lang="en-US" altLang="ko-KR" sz="800" smtClean="0">
                <a:solidFill>
                  <a:srgbClr val="000000"/>
                </a:solidFill>
                <a:latin typeface="Arial" panose="020B0604020202020204" pitchFamily="34" charset="0"/>
                <a:cs typeface="Arial" panose="020B0604020202020204" pitchFamily="34" charset="0"/>
              </a:rPr>
              <a:t> PLC </a:t>
            </a:r>
            <a:r>
              <a:rPr lang="en-US" altLang="ko-KR" sz="800" err="1" smtClean="0">
                <a:solidFill>
                  <a:srgbClr val="000000"/>
                </a:solidFill>
                <a:latin typeface="Arial" panose="020B0604020202020204" pitchFamily="34" charset="0"/>
                <a:cs typeface="Arial" panose="020B0604020202020204" pitchFamily="34" charset="0"/>
              </a:rPr>
              <a:t>tiêu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quốc</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tế</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①.LD   ②.IL   ③.SFC ④. SBC  ⑤.FBD ⑥.ST</a:t>
            </a:r>
          </a:p>
        </p:txBody>
      </p:sp>
      <p:sp>
        <p:nvSpPr>
          <p:cNvPr id="4113" name="Rectangle 100"/>
          <p:cNvSpPr>
            <a:spLocks noChangeArrowheads="1"/>
          </p:cNvSpPr>
          <p:nvPr/>
        </p:nvSpPr>
        <p:spPr bwMode="auto">
          <a:xfrm>
            <a:off x="233363" y="1592340"/>
            <a:ext cx="342900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thuật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ngữ</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nói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chia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sẻ</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bởi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còn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Transfer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Contact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ý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nghĩa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14" name="Rectangle 101"/>
          <p:cNvSpPr>
            <a:spLocks noChangeArrowheads="1"/>
          </p:cNvSpPr>
          <p:nvPr/>
        </p:nvSpPr>
        <p:spPr bwMode="auto">
          <a:xfrm>
            <a:off x="238125" y="4356117"/>
            <a:ext cx="342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4.</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Control Panel Relay?</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thống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Dễ</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chữa</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15" name="Rectangle 102"/>
          <p:cNvSpPr>
            <a:spLocks noChangeArrowheads="1"/>
          </p:cNvSpPr>
          <p:nvPr/>
        </p:nvSpPr>
        <p:spPr bwMode="auto">
          <a:xfrm>
            <a:off x="254000" y="4859338"/>
            <a:ext cx="34290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PLC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ứng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ô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16" name="Rectangle 103"/>
          <p:cNvSpPr>
            <a:spLocks noChangeArrowheads="1"/>
          </p:cNvSpPr>
          <p:nvPr/>
        </p:nvSpPr>
        <p:spPr bwMode="auto">
          <a:xfrm>
            <a:off x="260350" y="8240731"/>
            <a:ext cx="3398838" cy="5847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8.</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thuộc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Device??</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 1. Program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2. Device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3. file register</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4. Parameter</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17" name="Rectangle 107"/>
          <p:cNvSpPr>
            <a:spLocks noChangeArrowheads="1"/>
          </p:cNvSpPr>
          <p:nvPr/>
        </p:nvSpPr>
        <p:spPr bwMode="auto">
          <a:xfrm>
            <a:off x="3403600" y="949342"/>
            <a:ext cx="3429000"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những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Pin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CPU,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thời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Backup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nhờ</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pin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phút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4</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phút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phút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10</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phút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18" name="Rectangle 44"/>
          <p:cNvSpPr>
            <a:spLocks noChangeArrowheads="1"/>
          </p:cNvSpPr>
          <p:nvPr/>
        </p:nvSpPr>
        <p:spPr bwMode="auto">
          <a:xfrm>
            <a:off x="352425" y="5940210"/>
            <a:ext cx="31242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1.CPU, I / O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Unit, Power part,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2.CPU</a:t>
            </a:r>
            <a:r>
              <a:rPr lang="en-US" altLang="ko-KR" sz="800">
                <a:solidFill>
                  <a:srgbClr val="000000"/>
                </a:solidFill>
                <a:latin typeface="Arial" panose="020B0604020202020204" pitchFamily="34" charset="0"/>
                <a:ea typeface="돋움" pitchFamily="50" charset="-127"/>
                <a:cs typeface="Arial" panose="020B0604020202020204" pitchFamily="34" charset="0"/>
              </a:rPr>
              <a:t>, I / O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Unit, </a:t>
            </a:r>
            <a:r>
              <a:rPr lang="en-US" altLang="ko-KR" sz="800">
                <a:solidFill>
                  <a:srgbClr val="000000"/>
                </a:solidFill>
                <a:latin typeface="Arial" panose="020B0604020202020204" pitchFamily="34" charset="0"/>
                <a:ea typeface="돋움" pitchFamily="50" charset="-127"/>
                <a:cs typeface="Arial" panose="020B0604020202020204" pitchFamily="34" charset="0"/>
              </a:rPr>
              <a:t>Power part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Loader</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3.Micro Process</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a:solidFill>
                  <a:srgbClr val="000000"/>
                </a:solidFill>
                <a:latin typeface="Arial" panose="020B0604020202020204" pitchFamily="34" charset="0"/>
                <a:ea typeface="돋움" pitchFamily="50" charset="-127"/>
                <a:cs typeface="Arial" panose="020B0604020202020204" pitchFamily="34" charset="0"/>
              </a:rPr>
              <a:t> I /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O</a:t>
            </a:r>
            <a:r>
              <a:rPr lang="en-US" altLang="ko-KR" sz="800">
                <a:solidFill>
                  <a:srgbClr val="000000"/>
                </a:solidFill>
                <a:latin typeface="Arial" panose="020B0604020202020204" pitchFamily="34" charset="0"/>
                <a:ea typeface="돋움" pitchFamily="50" charset="-127"/>
                <a:cs typeface="Arial" panose="020B0604020202020204" pitchFamily="34" charset="0"/>
              </a:rPr>
              <a:t> Unit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Power </a:t>
            </a:r>
            <a:r>
              <a:rPr lang="en-US" altLang="ko-KR" sz="800" err="1">
                <a:solidFill>
                  <a:srgbClr val="000000"/>
                </a:solidFill>
                <a:latin typeface="Arial" panose="020B0604020202020204" pitchFamily="34" charset="0"/>
                <a:ea typeface="돋움" pitchFamily="50" charset="-127"/>
                <a:cs typeface="Arial" panose="020B0604020202020204" pitchFamily="34" charset="0"/>
              </a:rPr>
              <a:t>part</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,Loader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4.Micro Process</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a:solidFill>
                  <a:srgbClr val="000000"/>
                </a:solidFill>
                <a:latin typeface="Arial" panose="020B0604020202020204" pitchFamily="34" charset="0"/>
                <a:ea typeface="돋움" pitchFamily="50" charset="-127"/>
                <a:cs typeface="Arial" panose="020B0604020202020204" pitchFamily="34" charset="0"/>
              </a:rPr>
              <a:t> I / O Unit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Power </a:t>
            </a:r>
            <a:r>
              <a:rPr lang="en-US" altLang="ko-KR" sz="800" err="1">
                <a:solidFill>
                  <a:srgbClr val="000000"/>
                </a:solidFill>
                <a:latin typeface="Arial" panose="020B0604020202020204" pitchFamily="34" charset="0"/>
                <a:ea typeface="돋움" pitchFamily="50" charset="-127"/>
                <a:cs typeface="Arial" panose="020B0604020202020204" pitchFamily="34" charset="0"/>
              </a:rPr>
              <a:t>part</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,CPU</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41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9100" y="3059793"/>
            <a:ext cx="3009900" cy="62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20" name="Rectangle 101"/>
          <p:cNvSpPr>
            <a:spLocks noChangeArrowheads="1"/>
          </p:cNvSpPr>
          <p:nvPr/>
        </p:nvSpPr>
        <p:spPr bwMode="auto">
          <a:xfrm>
            <a:off x="293688" y="3635888"/>
            <a:ext cx="34290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dừng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dừng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OR</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OR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duy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21" name="Rectangle 44"/>
          <p:cNvSpPr>
            <a:spLocks noChangeArrowheads="1"/>
          </p:cNvSpPr>
          <p:nvPr/>
        </p:nvSpPr>
        <p:spPr bwMode="auto">
          <a:xfrm>
            <a:off x="277814" y="5086366"/>
            <a:ext cx="3222625"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1     )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đóng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vai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trò</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là</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hai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não</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của</a:t>
            </a:r>
            <a:r>
              <a:rPr lang="en-US" altLang="ko-KR" sz="800">
                <a:solidFill>
                  <a:srgbClr val="000000"/>
                </a:solidFill>
                <a:latin typeface="Arial" panose="020B0604020202020204" pitchFamily="34" charset="0"/>
                <a:ea typeface="돋움" pitchFamily="50" charset="-127"/>
                <a:cs typeface="Arial" panose="020B0604020202020204" pitchFamily="34" charset="0"/>
              </a:rPr>
              <a:t> con </a:t>
            </a:r>
            <a:r>
              <a:rPr lang="en-US" altLang="ko-KR" sz="800" err="1">
                <a:solidFill>
                  <a:srgbClr val="000000"/>
                </a:solidFill>
                <a:latin typeface="Arial" panose="020B0604020202020204" pitchFamily="34" charset="0"/>
                <a:ea typeface="돋움" pitchFamily="50" charset="-127"/>
                <a:cs typeface="Arial" panose="020B0604020202020204" pitchFamily="34" charset="0"/>
              </a:rPr>
              <a:t>người</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cấu</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trúc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chủ</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yếu</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Microprocessor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Memory.</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a:solidFill>
                  <a:srgbClr val="000000"/>
                </a:solidFill>
                <a:latin typeface="Arial" panose="020B0604020202020204" pitchFamily="34" charset="0"/>
                <a:ea typeface="돋움" pitchFamily="50" charset="-127"/>
                <a:cs typeface="Arial" panose="020B0604020202020204" pitchFamily="34" charset="0"/>
              </a:rPr>
              <a:t>2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trò</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3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trò</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nguồn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phận</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4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trò</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chép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22" name="Rectangle 44"/>
          <p:cNvSpPr>
            <a:spLocks noChangeArrowheads="1"/>
          </p:cNvSpPr>
          <p:nvPr/>
        </p:nvSpPr>
        <p:spPr bwMode="auto">
          <a:xfrm>
            <a:off x="260350" y="6529404"/>
            <a:ext cx="312420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6.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đọc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những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định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tin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ngắt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vẫn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toàn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1. ROM  2, RAM . 3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Program Memory</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4. CPU</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23" name="Rectangle 104"/>
          <p:cNvSpPr>
            <a:spLocks noChangeArrowheads="1"/>
          </p:cNvSpPr>
          <p:nvPr/>
        </p:nvSpPr>
        <p:spPr bwMode="auto">
          <a:xfrm>
            <a:off x="3340100" y="1416050"/>
            <a:ext cx="3429000" cy="21544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vấn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24" name="Rectangle 101"/>
          <p:cNvSpPr>
            <a:spLocks noChangeArrowheads="1"/>
          </p:cNvSpPr>
          <p:nvPr/>
        </p:nvSpPr>
        <p:spPr bwMode="auto">
          <a:xfrm>
            <a:off x="3384550" y="2843213"/>
            <a:ext cx="34290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Input Unit     </a:t>
            </a: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Output Unit   ③</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Unit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④ Card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thù</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25" name="Rectangle 103"/>
          <p:cNvSpPr>
            <a:spLocks noChangeArrowheads="1"/>
          </p:cNvSpPr>
          <p:nvPr/>
        </p:nvSpPr>
        <p:spPr bwMode="auto">
          <a:xfrm>
            <a:off x="268291" y="7326313"/>
            <a:ext cx="3398837" cy="107721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RAM?</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đọc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ngắt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tin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sẽ</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nhớ</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4. </a:t>
            </a:r>
            <a:r>
              <a:rPr lang="en-US" altLang="ko-KR" sz="800" err="1">
                <a:solidFill>
                  <a:srgbClr val="000000"/>
                </a:solidFill>
                <a:latin typeface="Arial" panose="020B0604020202020204" pitchFamily="34" charset="0"/>
                <a:ea typeface="돋움" pitchFamily="50" charset="-127"/>
                <a:cs typeface="Arial" panose="020B0604020202020204" pitchFamily="34" charset="0"/>
              </a:rPr>
              <a:t>Không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thể</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sử</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dụng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như</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một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bộ</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nhớ</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bất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biến</a:t>
            </a:r>
            <a:r>
              <a:rPr lang="en-US" altLang="ko-KR" sz="800">
                <a:solidFill>
                  <a:srgbClr val="000000"/>
                </a:solidFill>
                <a:latin typeface="Arial" panose="020B0604020202020204" pitchFamily="34" charset="0"/>
                <a:ea typeface="돋움" pitchFamily="50" charset="-127"/>
                <a:cs typeface="Arial" panose="020B0604020202020204" pitchFamily="34" charset="0"/>
              </a:rPr>
              <a:t> do Battery backup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412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3632" y="4221168"/>
            <a:ext cx="3173413" cy="658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27" name="Rectangle 101"/>
          <p:cNvSpPr>
            <a:spLocks noChangeArrowheads="1"/>
          </p:cNvSpPr>
          <p:nvPr/>
        </p:nvSpPr>
        <p:spPr bwMode="auto">
          <a:xfrm>
            <a:off x="3384550" y="4856180"/>
            <a:ext cx="342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12.</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Phạm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vi I/O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Card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Y100~Y10F        ② X100~X10F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Y110~Y11F        ④ X120~X12F</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28" name="Rectangle 101"/>
          <p:cNvSpPr>
            <a:spLocks noChangeArrowheads="1"/>
          </p:cNvSpPr>
          <p:nvPr/>
        </p:nvSpPr>
        <p:spPr bwMode="auto">
          <a:xfrm>
            <a:off x="3384550" y="5361006"/>
            <a:ext cx="342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13.</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F14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16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①1110 0001 0100      ②1010 1001 0110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1111 1110 1011     ④ 1111 0001 0100</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4129" name="Picture 317" descr="clip_image003"/>
          <p:cNvPicPr>
            <a:picLocks noChangeAspect="1" noChangeArrowheads="1"/>
          </p:cNvPicPr>
          <p:nvPr/>
        </p:nvPicPr>
        <p:blipFill>
          <a:blip r:embed="rId5">
            <a:extLst>
              <a:ext uri="{28A0092B-C50C-407E-A947-70E740481C1C}">
                <a14:useLocalDpi xmlns:a14="http://schemas.microsoft.com/office/drawing/2010/main" val="0"/>
              </a:ext>
            </a:extLst>
          </a:blip>
          <a:srcRect b="13994"/>
          <a:stretch>
            <a:fillRect/>
          </a:stretch>
        </p:blipFill>
        <p:spPr bwMode="auto">
          <a:xfrm>
            <a:off x="3610007" y="1692275"/>
            <a:ext cx="2411413"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30" name="Rectangle 101"/>
          <p:cNvSpPr>
            <a:spLocks noChangeArrowheads="1"/>
          </p:cNvSpPr>
          <p:nvPr/>
        </p:nvSpPr>
        <p:spPr bwMode="auto">
          <a:xfrm>
            <a:off x="3357563" y="3279795"/>
            <a:ext cx="34290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Những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nhiệt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digital</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Analog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digital/ analog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analog/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digital</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31" name="Rectangle 101"/>
          <p:cNvSpPr>
            <a:spLocks noChangeArrowheads="1"/>
          </p:cNvSpPr>
          <p:nvPr/>
        </p:nvSpPr>
        <p:spPr bwMode="auto">
          <a:xfrm>
            <a:off x="3367088" y="3932238"/>
            <a:ext cx="34290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PLC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lời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chỗ</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32" name="Rectangle 101"/>
          <p:cNvSpPr>
            <a:spLocks noChangeArrowheads="1"/>
          </p:cNvSpPr>
          <p:nvPr/>
        </p:nvSpPr>
        <p:spPr bwMode="auto">
          <a:xfrm>
            <a:off x="3384550" y="5864242"/>
            <a:ext cx="342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14.</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458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thập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code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BCD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1100 0101 1000     ② 100 0101 1000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101 1010 0001       ④ 100 0101 1001</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33" name="Rectangle 101"/>
          <p:cNvSpPr>
            <a:spLocks noChangeArrowheads="1"/>
          </p:cNvSpPr>
          <p:nvPr/>
        </p:nvSpPr>
        <p:spPr bwMode="auto">
          <a:xfrm>
            <a:off x="3384550" y="6369050"/>
            <a:ext cx="34290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15.</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Device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từ</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CPU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hpawcj</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CPU,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ngoài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CPU.</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Bit Device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On/Off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thuần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hệ</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từ</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0~7</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④ Word Device :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Bit.Word</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34" name="Rectangle 101"/>
          <p:cNvSpPr>
            <a:spLocks noChangeArrowheads="1"/>
          </p:cNvSpPr>
          <p:nvPr/>
        </p:nvSpPr>
        <p:spPr bwMode="auto">
          <a:xfrm>
            <a:off x="3384550" y="7524770"/>
            <a:ext cx="34290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16.</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DEVICE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USER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MEMORY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data Resister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1. R    2. W    3. D    4 .M</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4135" name="Rectangle 101"/>
          <p:cNvSpPr>
            <a:spLocks noChangeArrowheads="1"/>
          </p:cNvSpPr>
          <p:nvPr/>
        </p:nvSpPr>
        <p:spPr bwMode="auto">
          <a:xfrm>
            <a:off x="3384550" y="8174056"/>
            <a:ext cx="342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17.</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Word Device?</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T   ② F   ③ D   ④ R</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3" name="Rectangle 2"/>
          <p:cNvSpPr/>
          <p:nvPr/>
        </p:nvSpPr>
        <p:spPr>
          <a:xfrm>
            <a:off x="3476626" y="1979642"/>
            <a:ext cx="246063" cy="576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Nguồn</a:t>
            </a:r>
            <a:r>
              <a:rPr kumimoji="1" lang="en-US" sz="600" smtClean="0">
                <a:solidFill>
                  <a:srgbClr val="000000"/>
                </a:solidFill>
              </a:rPr>
              <a:t> </a:t>
            </a:r>
            <a:r>
              <a:rPr kumimoji="1" lang="en-US" sz="600" err="1" smtClean="0">
                <a:solidFill>
                  <a:srgbClr val="000000"/>
                </a:solidFill>
              </a:rPr>
              <a:t>bên</a:t>
            </a:r>
            <a:r>
              <a:rPr kumimoji="1" lang="en-US" sz="600" smtClean="0">
                <a:solidFill>
                  <a:srgbClr val="000000"/>
                </a:solidFill>
              </a:rPr>
              <a:t>   </a:t>
            </a:r>
            <a:r>
              <a:rPr kumimoji="1" lang="en-US" sz="600" err="1" smtClean="0">
                <a:solidFill>
                  <a:srgbClr val="000000"/>
                </a:solidFill>
              </a:rPr>
              <a:t>ngoài</a:t>
            </a:r>
            <a:endParaRPr kumimoji="1" lang="en-US" sz="600">
              <a:solidFill>
                <a:srgbClr val="000000"/>
              </a:solidFill>
            </a:endParaRPr>
          </a:p>
        </p:txBody>
      </p:sp>
      <p:sp>
        <p:nvSpPr>
          <p:cNvPr id="34" name="Rectangle 33"/>
          <p:cNvSpPr/>
          <p:nvPr/>
        </p:nvSpPr>
        <p:spPr>
          <a:xfrm>
            <a:off x="3701035" y="1764292"/>
            <a:ext cx="448065" cy="1433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Tiếp</a:t>
            </a:r>
            <a:r>
              <a:rPr kumimoji="1" lang="en-US" sz="600" smtClean="0">
                <a:solidFill>
                  <a:srgbClr val="000000"/>
                </a:solidFill>
              </a:rPr>
              <a:t> </a:t>
            </a:r>
            <a:r>
              <a:rPr kumimoji="1" lang="en-US" sz="600" err="1" smtClean="0">
                <a:solidFill>
                  <a:srgbClr val="000000"/>
                </a:solidFill>
              </a:rPr>
              <a:t>điểm</a:t>
            </a:r>
            <a:endParaRPr kumimoji="1" lang="en-US" sz="600">
              <a:solidFill>
                <a:srgbClr val="000000"/>
              </a:solidFill>
            </a:endParaRPr>
          </a:p>
        </p:txBody>
      </p:sp>
      <p:sp>
        <p:nvSpPr>
          <p:cNvPr id="35" name="Rectangle 34"/>
          <p:cNvSpPr/>
          <p:nvPr/>
        </p:nvSpPr>
        <p:spPr>
          <a:xfrm>
            <a:off x="4221142" y="1691600"/>
            <a:ext cx="448065" cy="1433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LED </a:t>
            </a:r>
            <a:r>
              <a:rPr kumimoji="1" lang="en-US" sz="600" err="1" smtClean="0">
                <a:solidFill>
                  <a:srgbClr val="000000"/>
                </a:solidFill>
              </a:rPr>
              <a:t>hiển</a:t>
            </a:r>
            <a:r>
              <a:rPr kumimoji="1" lang="en-US" sz="600" smtClean="0">
                <a:solidFill>
                  <a:srgbClr val="000000"/>
                </a:solidFill>
              </a:rPr>
              <a:t> </a:t>
            </a:r>
            <a:r>
              <a:rPr kumimoji="1" lang="en-US" sz="600" err="1" smtClean="0">
                <a:solidFill>
                  <a:srgbClr val="000000"/>
                </a:solidFill>
              </a:rPr>
              <a:t>thị</a:t>
            </a:r>
            <a:endParaRPr kumimoji="1" lang="en-US" sz="600">
              <a:solidFill>
                <a:srgbClr val="000000"/>
              </a:solidFill>
            </a:endParaRPr>
          </a:p>
        </p:txBody>
      </p:sp>
      <p:sp>
        <p:nvSpPr>
          <p:cNvPr id="36" name="Rectangle 35"/>
          <p:cNvSpPr/>
          <p:nvPr/>
        </p:nvSpPr>
        <p:spPr>
          <a:xfrm>
            <a:off x="5301260" y="1691600"/>
            <a:ext cx="720128" cy="1433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CPU </a:t>
            </a:r>
            <a:endParaRPr kumimoji="1" lang="en-US" sz="600">
              <a:solidFill>
                <a:srgbClr val="000000"/>
              </a:solidFill>
            </a:endParaRPr>
          </a:p>
        </p:txBody>
      </p:sp>
      <p:sp>
        <p:nvSpPr>
          <p:cNvPr id="37" name="Rectangle 36"/>
          <p:cNvSpPr/>
          <p:nvPr/>
        </p:nvSpPr>
        <p:spPr>
          <a:xfrm>
            <a:off x="3645030" y="2699740"/>
            <a:ext cx="448065" cy="2160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Thiết</a:t>
            </a:r>
            <a:r>
              <a:rPr kumimoji="1" lang="en-US" sz="600" smtClean="0">
                <a:solidFill>
                  <a:srgbClr val="000000"/>
                </a:solidFill>
              </a:rPr>
              <a:t> </a:t>
            </a:r>
            <a:r>
              <a:rPr kumimoji="1" lang="en-US" sz="600" err="1" smtClean="0">
                <a:solidFill>
                  <a:srgbClr val="000000"/>
                </a:solidFill>
              </a:rPr>
              <a:t>bị</a:t>
            </a:r>
            <a:r>
              <a:rPr kumimoji="1" lang="en-US" sz="600" smtClean="0">
                <a:solidFill>
                  <a:srgbClr val="000000"/>
                </a:solidFill>
              </a:rPr>
              <a:t> </a:t>
            </a:r>
            <a:r>
              <a:rPr kumimoji="1" lang="en-US" sz="600" err="1" smtClean="0">
                <a:solidFill>
                  <a:srgbClr val="000000"/>
                </a:solidFill>
              </a:rPr>
              <a:t>bên</a:t>
            </a:r>
            <a:r>
              <a:rPr kumimoji="1" lang="en-US" sz="600" smtClean="0">
                <a:solidFill>
                  <a:srgbClr val="000000"/>
                </a:solidFill>
              </a:rPr>
              <a:t> </a:t>
            </a:r>
            <a:r>
              <a:rPr kumimoji="1" lang="en-US" sz="600" err="1" smtClean="0">
                <a:solidFill>
                  <a:srgbClr val="000000"/>
                </a:solidFill>
              </a:rPr>
              <a:t>ngoài</a:t>
            </a:r>
            <a:endParaRPr kumimoji="1" lang="en-US" sz="600">
              <a:solidFill>
                <a:srgbClr val="000000"/>
              </a:solidFill>
            </a:endParaRPr>
          </a:p>
        </p:txBody>
      </p:sp>
      <p:sp>
        <p:nvSpPr>
          <p:cNvPr id="38" name="Rectangle 37"/>
          <p:cNvSpPr/>
          <p:nvPr/>
        </p:nvSpPr>
        <p:spPr>
          <a:xfrm>
            <a:off x="5517291" y="2699740"/>
            <a:ext cx="504070" cy="2160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Thiết</a:t>
            </a:r>
            <a:r>
              <a:rPr kumimoji="1" lang="en-US" sz="600" smtClean="0">
                <a:solidFill>
                  <a:srgbClr val="000000"/>
                </a:solidFill>
              </a:rPr>
              <a:t> </a:t>
            </a:r>
            <a:r>
              <a:rPr kumimoji="1" lang="en-US" sz="600" err="1" smtClean="0">
                <a:solidFill>
                  <a:srgbClr val="000000"/>
                </a:solidFill>
              </a:rPr>
              <a:t>bị</a:t>
            </a:r>
            <a:r>
              <a:rPr kumimoji="1" lang="en-US" sz="600" smtClean="0">
                <a:solidFill>
                  <a:srgbClr val="000000"/>
                </a:solidFill>
              </a:rPr>
              <a:t> </a:t>
            </a:r>
            <a:r>
              <a:rPr kumimoji="1" lang="en-US" sz="600" err="1" smtClean="0">
                <a:solidFill>
                  <a:srgbClr val="000000"/>
                </a:solidFill>
              </a:rPr>
              <a:t>bên</a:t>
            </a:r>
            <a:r>
              <a:rPr kumimoji="1" lang="en-US" sz="600" smtClean="0">
                <a:solidFill>
                  <a:srgbClr val="000000"/>
                </a:solidFill>
              </a:rPr>
              <a:t> </a:t>
            </a:r>
            <a:r>
              <a:rPr kumimoji="1" lang="en-US" sz="600" err="1" smtClean="0">
                <a:solidFill>
                  <a:srgbClr val="000000"/>
                </a:solidFill>
              </a:rPr>
              <a:t>trong</a:t>
            </a:r>
            <a:endParaRPr kumimoji="1" lang="en-US" sz="600">
              <a:solidFill>
                <a:srgbClr val="000000"/>
              </a:solidFill>
            </a:endParaRPr>
          </a:p>
        </p:txBody>
      </p:sp>
      <p:sp>
        <p:nvSpPr>
          <p:cNvPr id="39" name="Rectangle 38"/>
          <p:cNvSpPr/>
          <p:nvPr/>
        </p:nvSpPr>
        <p:spPr>
          <a:xfrm>
            <a:off x="5301260" y="2123660"/>
            <a:ext cx="541378" cy="2160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Photocoupler</a:t>
            </a:r>
            <a:endParaRPr kumimoji="1" lang="en-US" sz="600">
              <a:solidFill>
                <a:srgbClr val="000000"/>
              </a:solidFill>
            </a:endParaRPr>
          </a:p>
        </p:txBody>
      </p:sp>
      <p:sp>
        <p:nvSpPr>
          <p:cNvPr id="40" name="Rectangle 39"/>
          <p:cNvSpPr/>
          <p:nvPr/>
        </p:nvSpPr>
        <p:spPr>
          <a:xfrm>
            <a:off x="4653170" y="2699158"/>
            <a:ext cx="504070" cy="1440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Unit Input</a:t>
            </a:r>
            <a:endParaRPr kumimoji="1" lang="en-US" sz="600">
              <a:solidFill>
                <a:srgbClr val="000000"/>
              </a:solidFill>
            </a:endParaRPr>
          </a:p>
        </p:txBody>
      </p:sp>
      <p:sp>
        <p:nvSpPr>
          <p:cNvPr id="41" name="Rectangle 40"/>
          <p:cNvSpPr/>
          <p:nvPr/>
        </p:nvSpPr>
        <p:spPr>
          <a:xfrm>
            <a:off x="3470979" y="4221179"/>
            <a:ext cx="246063" cy="638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Nguồn</a:t>
            </a:r>
            <a:endParaRPr kumimoji="1" lang="en-US" sz="600">
              <a:solidFill>
                <a:srgbClr val="000000"/>
              </a:solidFill>
            </a:endParaRPr>
          </a:p>
        </p:txBody>
      </p:sp>
      <p:sp>
        <p:nvSpPr>
          <p:cNvPr id="42"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91314103"/>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5123" name="Text Box 3"/>
          <p:cNvSpPr txBox="1">
            <a:spLocks noChangeArrowheads="1"/>
          </p:cNvSpPr>
          <p:nvPr/>
        </p:nvSpPr>
        <p:spPr bwMode="auto">
          <a:xfrm>
            <a:off x="228606" y="679450"/>
            <a:ext cx="30219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소속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사번 </a:t>
            </a:r>
            <a:r>
              <a:rPr lang="en-US" altLang="ko-KR" sz="80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이름 </a:t>
            </a:r>
            <a:r>
              <a:rPr lang="en-US" altLang="ko-KR" sz="800">
                <a:solidFill>
                  <a:srgbClr val="000000"/>
                </a:solidFill>
                <a:latin typeface="Arial" panose="020B0604020202020204" pitchFamily="34" charset="0"/>
                <a:cs typeface="Arial" panose="020B0604020202020204" pitchFamily="34" charset="0"/>
              </a:rPr>
              <a:t>: </a:t>
            </a:r>
          </a:p>
        </p:txBody>
      </p:sp>
      <p:sp>
        <p:nvSpPr>
          <p:cNvPr id="5124"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25"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1224082142"/>
              </p:ext>
            </p:extLst>
          </p:nvPr>
        </p:nvGraphicFramePr>
        <p:xfrm>
          <a:off x="5346732"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35" name="Rectangle 99"/>
          <p:cNvSpPr>
            <a:spLocks noChangeArrowheads="1"/>
          </p:cNvSpPr>
          <p:nvPr/>
        </p:nvSpPr>
        <p:spPr bwMode="auto">
          <a:xfrm>
            <a:off x="227013" y="1042988"/>
            <a:ext cx="34290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18.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byte.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1. </a:t>
            </a:r>
            <a:r>
              <a:rPr lang="en-US" altLang="ko-KR" sz="800" err="1" smtClean="0">
                <a:solidFill>
                  <a:srgbClr val="000000"/>
                </a:solidFill>
                <a:latin typeface="Arial" panose="020B0604020202020204" pitchFamily="34" charset="0"/>
                <a:cs typeface="Arial" panose="020B0604020202020204" pitchFamily="34" charset="0"/>
              </a:rPr>
              <a:t>Gộp</a:t>
            </a:r>
            <a:r>
              <a:rPr lang="en-US" altLang="ko-KR" sz="800" smtClean="0">
                <a:solidFill>
                  <a:srgbClr val="000000"/>
                </a:solidFill>
                <a:latin typeface="Arial" panose="020B0604020202020204" pitchFamily="34" charset="0"/>
                <a:cs typeface="Arial" panose="020B0604020202020204" pitchFamily="34" charset="0"/>
              </a:rPr>
              <a:t> 8ea Bit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Byte.</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2.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biểu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256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thông</a:t>
            </a:r>
            <a:r>
              <a:rPr lang="en-US" altLang="ko-KR" sz="800" smtClean="0">
                <a:solidFill>
                  <a:srgbClr val="000000"/>
                </a:solidFill>
                <a:latin typeface="Arial" panose="020B0604020202020204" pitchFamily="34" charset="0"/>
                <a:cs typeface="Arial" panose="020B0604020202020204" pitchFamily="34" charset="0"/>
              </a:rPr>
              <a:t> tin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3.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biểu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chữ</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chữ</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biệt</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4. </a:t>
            </a:r>
            <a:r>
              <a:rPr lang="en-US" altLang="ko-KR" sz="800" smtClean="0">
                <a:solidFill>
                  <a:srgbClr val="000000"/>
                </a:solidFill>
                <a:latin typeface="Arial" panose="020B0604020202020204" pitchFamily="34" charset="0"/>
                <a:cs typeface="Arial" panose="020B0604020202020204" pitchFamily="34" charset="0"/>
              </a:rPr>
              <a:t>1 Byte </a:t>
            </a:r>
            <a:r>
              <a:rPr lang="en-US" altLang="ko-KR" sz="800" err="1" smtClean="0">
                <a:solidFill>
                  <a:srgbClr val="000000"/>
                </a:solidFill>
                <a:latin typeface="Arial" panose="020B0604020202020204" pitchFamily="34" charset="0"/>
                <a:cs typeface="Arial" panose="020B0604020202020204" pitchFamily="34" charset="0"/>
              </a:rPr>
              <a:t>cũng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gọi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1 bit.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5</a:t>
            </a:r>
            <a:r>
              <a:rPr lang="en-US" altLang="ko-KR" sz="800" smtClean="0">
                <a:solidFill>
                  <a:srgbClr val="000000"/>
                </a:solidFill>
                <a:latin typeface="Arial" panose="020B0604020202020204" pitchFamily="34" charset="0"/>
                <a:cs typeface="Arial" panose="020B0604020202020204" pitchFamily="34" charset="0"/>
              </a:rPr>
              <a:t>. 1 Byte </a:t>
            </a:r>
            <a:r>
              <a:rPr lang="en-US" altLang="ko-KR" sz="800" err="1" smtClean="0">
                <a:solidFill>
                  <a:srgbClr val="000000"/>
                </a:solidFill>
                <a:latin typeface="Arial" panose="020B0604020202020204" pitchFamily="34" charset="0"/>
                <a:cs typeface="Arial" panose="020B0604020202020204" pitchFamily="34" charset="0"/>
              </a:rPr>
              <a:t>cũng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gọi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1 </a:t>
            </a:r>
            <a:r>
              <a:rPr lang="en-US" altLang="ko-KR" sz="800" err="1" smtClean="0">
                <a:solidFill>
                  <a:srgbClr val="000000"/>
                </a:solidFill>
                <a:latin typeface="Arial" panose="020B0604020202020204" pitchFamily="34" charset="0"/>
                <a:cs typeface="Arial" panose="020B0604020202020204" pitchFamily="34" charset="0"/>
              </a:rPr>
              <a:t>kí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5136" name="Rectangle 99"/>
          <p:cNvSpPr>
            <a:spLocks noChangeArrowheads="1"/>
          </p:cNvSpPr>
          <p:nvPr/>
        </p:nvSpPr>
        <p:spPr bwMode="auto">
          <a:xfrm>
            <a:off x="227013" y="2252663"/>
            <a:ext cx="3429000"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19. </a:t>
            </a:r>
            <a:r>
              <a:rPr lang="en-US" altLang="ko-KR" sz="800" err="1" smtClean="0">
                <a:solidFill>
                  <a:srgbClr val="000000"/>
                </a:solidFill>
                <a:latin typeface="Arial" panose="020B0604020202020204" pitchFamily="34" charset="0"/>
                <a:cs typeface="Arial" panose="020B0604020202020204" pitchFamily="34" charset="0"/>
              </a:rPr>
              <a:t>Nhìn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lời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1</a:t>
            </a:r>
            <a:r>
              <a:rPr lang="en-US" altLang="ko-KR" sz="800">
                <a:solidFill>
                  <a:srgbClr val="000000"/>
                </a:solidFill>
                <a:latin typeface="Arial" panose="020B0604020202020204" pitchFamily="34" charset="0"/>
                <a:cs typeface="Arial" panose="020B0604020202020204" pitchFamily="34" charset="0"/>
              </a:rPr>
              <a:t>, 2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pic>
        <p:nvPicPr>
          <p:cNvPr id="513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816" y="2489216"/>
            <a:ext cx="2986087" cy="2011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8" name="Rectangle 99"/>
          <p:cNvSpPr>
            <a:spLocks noChangeArrowheads="1"/>
          </p:cNvSpPr>
          <p:nvPr/>
        </p:nvSpPr>
        <p:spPr bwMode="auto">
          <a:xfrm>
            <a:off x="304800" y="4500582"/>
            <a:ext cx="30861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 1 Scan , </a:t>
            </a:r>
            <a:r>
              <a:rPr lang="en-US" altLang="ko-KR" sz="800" err="1" smtClean="0">
                <a:solidFill>
                  <a:srgbClr val="000000"/>
                </a:solidFill>
                <a:latin typeface="Arial" panose="020B0604020202020204" pitchFamily="34" charset="0"/>
                <a:cs typeface="Arial" panose="020B0604020202020204" pitchFamily="34" charset="0"/>
              </a:rPr>
              <a:t>thực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toán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trình</a:t>
            </a:r>
            <a:r>
              <a:rPr lang="en-US" altLang="ko-KR"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 1 Scan , </a:t>
            </a:r>
            <a:r>
              <a:rPr lang="en-US" altLang="ko-KR" sz="800" smtClean="0">
                <a:solidFill>
                  <a:srgbClr val="000000"/>
                </a:solidFill>
                <a:latin typeface="Arial" panose="020B0604020202020204" pitchFamily="34" charset="0"/>
                <a:cs typeface="Arial" panose="020B0604020202020204" pitchFamily="34" charset="0"/>
              </a:rPr>
              <a:t>Scan program</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Strat</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3. 1 Scan , </a:t>
            </a:r>
            <a:r>
              <a:rPr lang="en-US" altLang="ko-KR" sz="800" err="1" smtClean="0">
                <a:solidFill>
                  <a:srgbClr val="000000"/>
                </a:solidFill>
                <a:latin typeface="Arial" panose="020B0604020202020204" pitchFamily="34" charset="0"/>
                <a:cs typeface="Arial" panose="020B0604020202020204" pitchFamily="34" charset="0"/>
              </a:rPr>
              <a:t>Chạy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trình</a:t>
            </a:r>
            <a:r>
              <a:rPr lang="en-US" altLang="ko-KR" sz="800" smtClean="0">
                <a:solidFill>
                  <a:srgbClr val="000000"/>
                </a:solidFill>
                <a:latin typeface="Arial" panose="020B0604020202020204" pitchFamily="34" charset="0"/>
                <a:cs typeface="Arial" panose="020B0604020202020204" pitchFamily="34" charset="0"/>
              </a:rPr>
              <a:t> Scan</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4, 1 Scan , </a:t>
            </a:r>
            <a:r>
              <a:rPr lang="en-US" altLang="ko-KR" sz="800" err="1" smtClean="0">
                <a:solidFill>
                  <a:srgbClr val="000000"/>
                </a:solidFill>
                <a:latin typeface="Arial" panose="020B0604020202020204" pitchFamily="34" charset="0"/>
                <a:cs typeface="Arial" panose="020B0604020202020204" pitchFamily="34" charset="0"/>
              </a:rPr>
              <a:t>lưu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trình</a:t>
            </a:r>
            <a:r>
              <a:rPr lang="en-US" altLang="ko-KR" sz="800" smtClean="0">
                <a:solidFill>
                  <a:srgbClr val="000000"/>
                </a:solidFill>
                <a:latin typeface="Arial" panose="020B0604020202020204" pitchFamily="34" charset="0"/>
                <a:cs typeface="Arial" panose="020B0604020202020204" pitchFamily="34" charset="0"/>
              </a:rPr>
              <a:t> Scan </a:t>
            </a:r>
            <a:endParaRPr lang="en-US" altLang="ko-KR" sz="800">
              <a:solidFill>
                <a:srgbClr val="000000"/>
              </a:solidFill>
              <a:latin typeface="Arial" panose="020B0604020202020204" pitchFamily="34" charset="0"/>
              <a:cs typeface="Arial" panose="020B0604020202020204" pitchFamily="34" charset="0"/>
            </a:endParaRPr>
          </a:p>
        </p:txBody>
      </p:sp>
      <p:sp>
        <p:nvSpPr>
          <p:cNvPr id="5139" name="Rectangle 99"/>
          <p:cNvSpPr>
            <a:spLocks noChangeArrowheads="1"/>
          </p:cNvSpPr>
          <p:nvPr/>
        </p:nvSpPr>
        <p:spPr bwMode="auto">
          <a:xfrm>
            <a:off x="260350" y="5219700"/>
            <a:ext cx="34290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20 </a:t>
            </a:r>
            <a:r>
              <a:rPr lang="en-US" altLang="ko-KR" sz="800" err="1" smtClean="0">
                <a:solidFill>
                  <a:srgbClr val="000000"/>
                </a:solidFill>
                <a:latin typeface="Arial" panose="020B0604020202020204" pitchFamily="34" charset="0"/>
                <a:cs typeface="Arial" panose="020B0604020202020204" pitchFamily="34" charset="0"/>
              </a:rPr>
              <a:t>hãy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những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câu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lệnh</a:t>
            </a:r>
            <a:r>
              <a:rPr lang="en-US" altLang="ko-KR" sz="800" smtClean="0">
                <a:solidFill>
                  <a:srgbClr val="000000"/>
                </a:solidFill>
                <a:latin typeface="Arial" panose="020B0604020202020204" pitchFamily="34" charset="0"/>
                <a:cs typeface="Arial" panose="020B0604020202020204" pitchFamily="34" charset="0"/>
              </a:rPr>
              <a:t> Count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① </a:t>
            </a:r>
            <a:r>
              <a:rPr lang="en-US" altLang="ko-KR" sz="800" smtClean="0">
                <a:solidFill>
                  <a:srgbClr val="000000"/>
                </a:solidFill>
                <a:latin typeface="Arial" panose="020B0604020202020204" pitchFamily="34" charset="0"/>
                <a:cs typeface="Arial" panose="020B0604020202020204" pitchFamily="34" charset="0"/>
              </a:rPr>
              <a:t>Count </a:t>
            </a:r>
            <a:r>
              <a:rPr lang="en-US" altLang="ko-KR" sz="800" err="1" smtClean="0">
                <a:solidFill>
                  <a:srgbClr val="000000"/>
                </a:solidFill>
                <a:latin typeface="Arial" panose="020B0604020202020204" pitchFamily="34" charset="0"/>
                <a:cs typeface="Arial" panose="020B0604020202020204" pitchFamily="34" charset="0"/>
              </a:rPr>
              <a:t>sẽ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đếm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input </a:t>
            </a:r>
            <a:r>
              <a:rPr lang="en-US" altLang="ko-KR" sz="800" err="1" smtClean="0">
                <a:solidFill>
                  <a:srgbClr val="000000"/>
                </a:solidFill>
                <a:latin typeface="Arial" panose="020B0604020202020204" pitchFamily="34" charset="0"/>
                <a:cs typeface="Arial" panose="020B0604020202020204" pitchFamily="34" charset="0"/>
              </a:rPr>
              <a:t>tăng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lên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② </a:t>
            </a:r>
            <a:r>
              <a:rPr lang="en-US" altLang="ko-KR" sz="800" smtClean="0">
                <a:solidFill>
                  <a:srgbClr val="000000"/>
                </a:solidFill>
                <a:latin typeface="Arial" panose="020B0604020202020204" pitchFamily="34" charset="0"/>
                <a:cs typeface="Arial" panose="020B0604020202020204" pitchFamily="34" charset="0"/>
              </a:rPr>
              <a:t>Sau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Count up, </a:t>
            </a:r>
            <a:r>
              <a:rPr lang="en-US" altLang="ko-KR" sz="800" err="1" smtClean="0">
                <a:solidFill>
                  <a:srgbClr val="000000"/>
                </a:solidFill>
                <a:latin typeface="Arial" panose="020B0604020202020204" pitchFamily="34" charset="0"/>
                <a:cs typeface="Arial" panose="020B0604020202020204" pitchFamily="34" charset="0"/>
              </a:rPr>
              <a:t>nếu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input </a:t>
            </a:r>
            <a:r>
              <a:rPr lang="en-US" altLang="ko-KR" sz="800" err="1" smtClean="0">
                <a:solidFill>
                  <a:srgbClr val="000000"/>
                </a:solidFill>
                <a:latin typeface="Arial" panose="020B0604020202020204" pitchFamily="34" charset="0"/>
                <a:cs typeface="Arial" panose="020B0604020202020204" pitchFamily="34" charset="0"/>
              </a:rPr>
              <a:t>vẫn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đếm</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③ </a:t>
            </a:r>
            <a:r>
              <a:rPr lang="en-US" altLang="ko-KR" sz="800" err="1" smtClean="0">
                <a:solidFill>
                  <a:srgbClr val="000000"/>
                </a:solidFill>
                <a:latin typeface="Arial" panose="020B0604020202020204" pitchFamily="34" charset="0"/>
                <a:cs typeface="Arial" panose="020B0604020202020204" pitchFamily="34" charset="0"/>
              </a:rPr>
              <a:t>Giá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Count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K1~K32767.</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④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ngoài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việc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thông</a:t>
            </a:r>
            <a:r>
              <a:rPr lang="en-US" altLang="ko-KR" sz="800" smtClean="0">
                <a:solidFill>
                  <a:srgbClr val="000000"/>
                </a:solidFill>
                <a:latin typeface="Arial" panose="020B0604020202020204" pitchFamily="34" charset="0"/>
                <a:cs typeface="Arial" panose="020B0604020202020204" pitchFamily="34" charset="0"/>
              </a:rPr>
              <a:t> qua K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gián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thông</a:t>
            </a:r>
            <a:r>
              <a:rPr lang="en-US" altLang="ko-KR" sz="800" smtClean="0">
                <a:solidFill>
                  <a:srgbClr val="000000"/>
                </a:solidFill>
                <a:latin typeface="Arial" panose="020B0604020202020204" pitchFamily="34" charset="0"/>
                <a:cs typeface="Arial" panose="020B0604020202020204" pitchFamily="34" charset="0"/>
              </a:rPr>
              <a:t> qua D</a:t>
            </a:r>
            <a:endParaRPr lang="en-US" altLang="ko-KR" sz="800">
              <a:solidFill>
                <a:srgbClr val="000000"/>
              </a:solidFill>
              <a:latin typeface="Arial" panose="020B0604020202020204" pitchFamily="34" charset="0"/>
              <a:cs typeface="Arial" panose="020B0604020202020204" pitchFamily="34" charset="0"/>
            </a:endParaRPr>
          </a:p>
        </p:txBody>
      </p:sp>
      <p:sp>
        <p:nvSpPr>
          <p:cNvPr id="13" name="Rectangle 12"/>
          <p:cNvSpPr/>
          <p:nvPr/>
        </p:nvSpPr>
        <p:spPr>
          <a:xfrm>
            <a:off x="1124680" y="2555720"/>
            <a:ext cx="1008140" cy="1080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Bắt</a:t>
            </a:r>
            <a:r>
              <a:rPr kumimoji="1" lang="en-US" sz="600" smtClean="0">
                <a:solidFill>
                  <a:srgbClr val="000000"/>
                </a:solidFill>
              </a:rPr>
              <a:t> </a:t>
            </a:r>
            <a:r>
              <a:rPr kumimoji="1" lang="en-US" sz="600" err="1" smtClean="0">
                <a:solidFill>
                  <a:srgbClr val="000000"/>
                </a:solidFill>
              </a:rPr>
              <a:t>đầu</a:t>
            </a:r>
            <a:r>
              <a:rPr kumimoji="1" lang="en-US" sz="600" smtClean="0">
                <a:solidFill>
                  <a:srgbClr val="000000"/>
                </a:solidFill>
              </a:rPr>
              <a:t> </a:t>
            </a:r>
            <a:r>
              <a:rPr kumimoji="1" lang="en-US" sz="600" err="1" smtClean="0">
                <a:solidFill>
                  <a:srgbClr val="000000"/>
                </a:solidFill>
              </a:rPr>
              <a:t>vận</a:t>
            </a:r>
            <a:r>
              <a:rPr kumimoji="1" lang="en-US" sz="600" smtClean="0">
                <a:solidFill>
                  <a:srgbClr val="000000"/>
                </a:solidFill>
              </a:rPr>
              <a:t> </a:t>
            </a:r>
            <a:r>
              <a:rPr kumimoji="1" lang="en-US" sz="600" err="1" smtClean="0">
                <a:solidFill>
                  <a:srgbClr val="000000"/>
                </a:solidFill>
              </a:rPr>
              <a:t>hành</a:t>
            </a:r>
            <a:endParaRPr kumimoji="1" lang="en-US" sz="600">
              <a:solidFill>
                <a:srgbClr val="000000"/>
              </a:solidFill>
            </a:endParaRPr>
          </a:p>
        </p:txBody>
      </p:sp>
      <p:sp>
        <p:nvSpPr>
          <p:cNvPr id="14" name="Rectangle 13"/>
          <p:cNvSpPr/>
          <p:nvPr/>
        </p:nvSpPr>
        <p:spPr>
          <a:xfrm>
            <a:off x="1124680" y="2843765"/>
            <a:ext cx="576080" cy="1080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Refresh </a:t>
            </a:r>
            <a:r>
              <a:rPr kumimoji="1" lang="en-US" sz="600" err="1" smtClean="0">
                <a:solidFill>
                  <a:srgbClr val="000000"/>
                </a:solidFill>
              </a:rPr>
              <a:t>vùng</a:t>
            </a:r>
            <a:r>
              <a:rPr kumimoji="1" lang="en-US" sz="600" smtClean="0">
                <a:solidFill>
                  <a:srgbClr val="000000"/>
                </a:solidFill>
              </a:rPr>
              <a:t>    Input </a:t>
            </a:r>
            <a:endParaRPr kumimoji="1" lang="en-US" sz="600">
              <a:solidFill>
                <a:srgbClr val="000000"/>
              </a:solidFill>
            </a:endParaRPr>
          </a:p>
        </p:txBody>
      </p:sp>
      <p:sp>
        <p:nvSpPr>
          <p:cNvPr id="15" name="Rectangle 14"/>
          <p:cNvSpPr/>
          <p:nvPr/>
        </p:nvSpPr>
        <p:spPr>
          <a:xfrm>
            <a:off x="2492870" y="2843760"/>
            <a:ext cx="792110" cy="1440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Trạng</a:t>
            </a:r>
            <a:r>
              <a:rPr kumimoji="1" lang="en-US" sz="600" smtClean="0">
                <a:solidFill>
                  <a:srgbClr val="000000"/>
                </a:solidFill>
              </a:rPr>
              <a:t> </a:t>
            </a:r>
            <a:r>
              <a:rPr kumimoji="1" lang="en-US" sz="600" err="1" smtClean="0">
                <a:solidFill>
                  <a:srgbClr val="000000"/>
                </a:solidFill>
              </a:rPr>
              <a:t>thái</a:t>
            </a:r>
            <a:r>
              <a:rPr kumimoji="1" lang="en-US" sz="600" smtClean="0">
                <a:solidFill>
                  <a:srgbClr val="000000"/>
                </a:solidFill>
              </a:rPr>
              <a:t> </a:t>
            </a:r>
            <a:r>
              <a:rPr kumimoji="1" lang="en-US" sz="600" err="1" smtClean="0">
                <a:solidFill>
                  <a:srgbClr val="000000"/>
                </a:solidFill>
              </a:rPr>
              <a:t>tiếp</a:t>
            </a:r>
            <a:r>
              <a:rPr kumimoji="1" lang="en-US" sz="600" smtClean="0">
                <a:solidFill>
                  <a:srgbClr val="000000"/>
                </a:solidFill>
              </a:rPr>
              <a:t> </a:t>
            </a:r>
            <a:r>
              <a:rPr kumimoji="1" lang="en-US" sz="600" err="1" smtClean="0">
                <a:solidFill>
                  <a:srgbClr val="000000"/>
                </a:solidFill>
              </a:rPr>
              <a:t>điểm</a:t>
            </a:r>
            <a:r>
              <a:rPr kumimoji="1" lang="en-US" sz="600" smtClean="0">
                <a:solidFill>
                  <a:srgbClr val="000000"/>
                </a:solidFill>
              </a:rPr>
              <a:t> Module Input </a:t>
            </a:r>
            <a:endParaRPr kumimoji="1" lang="en-US" sz="600">
              <a:solidFill>
                <a:srgbClr val="000000"/>
              </a:solidFill>
            </a:endParaRPr>
          </a:p>
        </p:txBody>
      </p:sp>
      <p:sp>
        <p:nvSpPr>
          <p:cNvPr id="16" name="Rectangle 15"/>
          <p:cNvSpPr/>
          <p:nvPr/>
        </p:nvSpPr>
        <p:spPr>
          <a:xfrm>
            <a:off x="1124680" y="3131800"/>
            <a:ext cx="864120" cy="720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Bắt</a:t>
            </a:r>
            <a:r>
              <a:rPr kumimoji="1" lang="en-US" sz="600" smtClean="0">
                <a:solidFill>
                  <a:srgbClr val="000000"/>
                </a:solidFill>
              </a:rPr>
              <a:t> </a:t>
            </a:r>
            <a:r>
              <a:rPr kumimoji="1" lang="en-US" sz="600" err="1" smtClean="0">
                <a:solidFill>
                  <a:srgbClr val="000000"/>
                </a:solidFill>
              </a:rPr>
              <a:t>đầu</a:t>
            </a:r>
            <a:r>
              <a:rPr kumimoji="1" lang="en-US" sz="600" smtClean="0">
                <a:solidFill>
                  <a:srgbClr val="000000"/>
                </a:solidFill>
              </a:rPr>
              <a:t> Scan program</a:t>
            </a:r>
            <a:endParaRPr kumimoji="1" lang="en-US" sz="600">
              <a:solidFill>
                <a:srgbClr val="000000"/>
              </a:solidFill>
            </a:endParaRPr>
          </a:p>
        </p:txBody>
      </p:sp>
      <p:sp>
        <p:nvSpPr>
          <p:cNvPr id="17" name="Rectangle 16"/>
          <p:cNvSpPr/>
          <p:nvPr/>
        </p:nvSpPr>
        <p:spPr>
          <a:xfrm>
            <a:off x="1124680" y="3347835"/>
            <a:ext cx="864120" cy="2160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Kết</a:t>
            </a:r>
            <a:r>
              <a:rPr kumimoji="1" lang="en-US" sz="600" smtClean="0">
                <a:solidFill>
                  <a:srgbClr val="000000"/>
                </a:solidFill>
              </a:rPr>
              <a:t> </a:t>
            </a:r>
            <a:r>
              <a:rPr kumimoji="1" lang="en-US" sz="600" err="1" smtClean="0">
                <a:solidFill>
                  <a:srgbClr val="000000"/>
                </a:solidFill>
              </a:rPr>
              <a:t>thúc</a:t>
            </a:r>
            <a:r>
              <a:rPr kumimoji="1" lang="en-US" sz="600" smtClean="0">
                <a:solidFill>
                  <a:srgbClr val="000000"/>
                </a:solidFill>
              </a:rPr>
              <a:t> Scan program</a:t>
            </a:r>
            <a:endParaRPr kumimoji="1" lang="en-US" sz="600">
              <a:solidFill>
                <a:srgbClr val="000000"/>
              </a:solidFill>
            </a:endParaRPr>
          </a:p>
        </p:txBody>
      </p:sp>
      <p:sp>
        <p:nvSpPr>
          <p:cNvPr id="18" name="Rectangle 17"/>
          <p:cNvSpPr/>
          <p:nvPr/>
        </p:nvSpPr>
        <p:spPr>
          <a:xfrm>
            <a:off x="1124680" y="3887909"/>
            <a:ext cx="855740" cy="1080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Refresh </a:t>
            </a:r>
            <a:r>
              <a:rPr kumimoji="1" lang="en-US" sz="600" err="1" smtClean="0">
                <a:solidFill>
                  <a:srgbClr val="000000"/>
                </a:solidFill>
              </a:rPr>
              <a:t>vùng</a:t>
            </a:r>
            <a:r>
              <a:rPr kumimoji="1" lang="en-US" sz="600" smtClean="0">
                <a:solidFill>
                  <a:srgbClr val="000000"/>
                </a:solidFill>
              </a:rPr>
              <a:t> </a:t>
            </a:r>
            <a:r>
              <a:rPr kumimoji="1" lang="en-US" sz="600" err="1" smtClean="0">
                <a:solidFill>
                  <a:srgbClr val="000000"/>
                </a:solidFill>
              </a:rPr>
              <a:t>Ouput</a:t>
            </a:r>
            <a:endParaRPr kumimoji="1" lang="en-US" sz="600">
              <a:solidFill>
                <a:srgbClr val="000000"/>
              </a:solidFill>
            </a:endParaRPr>
          </a:p>
        </p:txBody>
      </p:sp>
      <p:sp>
        <p:nvSpPr>
          <p:cNvPr id="19" name="Rectangle 18"/>
          <p:cNvSpPr/>
          <p:nvPr/>
        </p:nvSpPr>
        <p:spPr>
          <a:xfrm>
            <a:off x="1124680" y="4157944"/>
            <a:ext cx="462510" cy="126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Xử</a:t>
            </a:r>
            <a:r>
              <a:rPr kumimoji="1" lang="en-US" sz="600" smtClean="0">
                <a:solidFill>
                  <a:srgbClr val="000000"/>
                </a:solidFill>
              </a:rPr>
              <a:t> </a:t>
            </a:r>
            <a:r>
              <a:rPr kumimoji="1" lang="en-US" sz="600" err="1" smtClean="0">
                <a:solidFill>
                  <a:srgbClr val="000000"/>
                </a:solidFill>
              </a:rPr>
              <a:t>lí</a:t>
            </a:r>
            <a:r>
              <a:rPr kumimoji="1" lang="en-US" sz="600" smtClean="0">
                <a:solidFill>
                  <a:srgbClr val="000000"/>
                </a:solidFill>
              </a:rPr>
              <a:t> End</a:t>
            </a:r>
            <a:endParaRPr kumimoji="1" lang="en-US" sz="600">
              <a:solidFill>
                <a:srgbClr val="000000"/>
              </a:solidFill>
            </a:endParaRPr>
          </a:p>
        </p:txBody>
      </p:sp>
      <p:sp>
        <p:nvSpPr>
          <p:cNvPr id="20" name="Rectangle 19"/>
          <p:cNvSpPr/>
          <p:nvPr/>
        </p:nvSpPr>
        <p:spPr>
          <a:xfrm>
            <a:off x="2420860" y="3887905"/>
            <a:ext cx="792110" cy="1440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Trạng</a:t>
            </a:r>
            <a:r>
              <a:rPr kumimoji="1" lang="en-US" sz="600" smtClean="0">
                <a:solidFill>
                  <a:srgbClr val="000000"/>
                </a:solidFill>
              </a:rPr>
              <a:t> </a:t>
            </a:r>
            <a:r>
              <a:rPr kumimoji="1" lang="en-US" sz="600" err="1" smtClean="0">
                <a:solidFill>
                  <a:srgbClr val="000000"/>
                </a:solidFill>
              </a:rPr>
              <a:t>thái</a:t>
            </a:r>
            <a:r>
              <a:rPr kumimoji="1" lang="en-US" sz="600" smtClean="0">
                <a:solidFill>
                  <a:srgbClr val="000000"/>
                </a:solidFill>
              </a:rPr>
              <a:t> </a:t>
            </a:r>
            <a:r>
              <a:rPr kumimoji="1" lang="en-US" sz="600" err="1" smtClean="0">
                <a:solidFill>
                  <a:srgbClr val="000000"/>
                </a:solidFill>
              </a:rPr>
              <a:t>tiếp</a:t>
            </a:r>
            <a:r>
              <a:rPr kumimoji="1" lang="en-US" sz="600" smtClean="0">
                <a:solidFill>
                  <a:srgbClr val="000000"/>
                </a:solidFill>
              </a:rPr>
              <a:t> </a:t>
            </a:r>
            <a:r>
              <a:rPr kumimoji="1" lang="en-US" sz="600" err="1" smtClean="0">
                <a:solidFill>
                  <a:srgbClr val="000000"/>
                </a:solidFill>
              </a:rPr>
              <a:t>điểm</a:t>
            </a:r>
            <a:r>
              <a:rPr kumimoji="1" lang="en-US" sz="600" smtClean="0">
                <a:solidFill>
                  <a:srgbClr val="000000"/>
                </a:solidFill>
              </a:rPr>
              <a:t> Module Output</a:t>
            </a:r>
            <a:endParaRPr kumimoji="1" lang="en-US" sz="600">
              <a:solidFill>
                <a:srgbClr val="000000"/>
              </a:solidFill>
            </a:endParaRPr>
          </a:p>
        </p:txBody>
      </p:sp>
      <p:sp>
        <p:nvSpPr>
          <p:cNvPr id="21"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17263690"/>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614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42684035"/>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7171"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7172"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73"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7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382011798"/>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7184" name="Rectangle 102"/>
          <p:cNvSpPr>
            <a:spLocks noChangeArrowheads="1"/>
          </p:cNvSpPr>
          <p:nvPr/>
        </p:nvSpPr>
        <p:spPr bwMode="auto">
          <a:xfrm>
            <a:off x="254000" y="4413250"/>
            <a:ext cx="34290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CHK,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Annunciator F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đèn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bật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 ERROR LED,    2. USER LED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3. BOOT LED       4. BAT. ALARM LED</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85" name="Rectangle 107"/>
          <p:cNvSpPr>
            <a:spLocks noChangeArrowheads="1"/>
          </p:cNvSpPr>
          <p:nvPr/>
        </p:nvSpPr>
        <p:spPr bwMode="auto">
          <a:xfrm>
            <a:off x="260350" y="6450030"/>
            <a:ext cx="34290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Batter CPU,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Battery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Back up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Condenser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①  3</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phút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4</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phút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5</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phút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phút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86" name="Rectangle 44"/>
          <p:cNvSpPr>
            <a:spLocks noChangeArrowheads="1"/>
          </p:cNvSpPr>
          <p:nvPr/>
        </p:nvSpPr>
        <p:spPr bwMode="auto">
          <a:xfrm>
            <a:off x="260350" y="5170488"/>
            <a:ext cx="31242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thuộc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nhớ</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Device/Program?</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2.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3.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File Register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4.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Parameter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87" name="Rectangle 101"/>
          <p:cNvSpPr>
            <a:spLocks noChangeArrowheads="1"/>
          </p:cNvSpPr>
          <p:nvPr/>
        </p:nvSpPr>
        <p:spPr bwMode="auto">
          <a:xfrm>
            <a:off x="216030" y="2197446"/>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LD(</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 IL(</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Mnemonics)</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②.IL(</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Mnemonic), LD(</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Ladder)</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③.LD(</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Ladder), SFC(Sequential Function Charts)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④.FBD(Function Block Diagram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),IL(</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Mnemonic)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88" name="Rectangle 44"/>
          <p:cNvSpPr>
            <a:spLocks noChangeArrowheads="1"/>
          </p:cNvSpPr>
          <p:nvPr/>
        </p:nvSpPr>
        <p:spPr bwMode="auto">
          <a:xfrm>
            <a:off x="260350" y="6084888"/>
            <a:ext cx="31242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mấy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V?</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 5V  2. 220V  3. 24V  4. 110V</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89" name="Rectangle 104"/>
          <p:cNvSpPr>
            <a:spLocks noChangeArrowheads="1"/>
          </p:cNvSpPr>
          <p:nvPr/>
        </p:nvSpPr>
        <p:spPr bwMode="auto">
          <a:xfrm>
            <a:off x="3384550" y="1460500"/>
            <a:ext cx="3284538"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0" name="Rectangle 103"/>
          <p:cNvSpPr>
            <a:spLocks noChangeArrowheads="1"/>
          </p:cNvSpPr>
          <p:nvPr/>
        </p:nvSpPr>
        <p:spPr bwMode="auto">
          <a:xfrm>
            <a:off x="268291" y="6804042"/>
            <a:ext cx="3398837"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Unit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Unit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③</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Unit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thù</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④ Card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thù</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1" name="Rectangle 101"/>
          <p:cNvSpPr>
            <a:spLocks noChangeArrowheads="1"/>
          </p:cNvSpPr>
          <p:nvPr/>
        </p:nvSpPr>
        <p:spPr bwMode="auto">
          <a:xfrm>
            <a:off x="3384550" y="4500563"/>
            <a:ext cx="34290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Timing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2" name="Rectangle 101"/>
          <p:cNvSpPr>
            <a:spLocks noChangeArrowheads="1"/>
          </p:cNvSpPr>
          <p:nvPr/>
        </p:nvSpPr>
        <p:spPr bwMode="auto">
          <a:xfrm>
            <a:off x="3384550" y="971568"/>
            <a:ext cx="34290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thuộc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Unit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Transistor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SSR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3" name="Rectangle 101"/>
          <p:cNvSpPr>
            <a:spLocks noChangeArrowheads="1"/>
          </p:cNvSpPr>
          <p:nvPr/>
        </p:nvSpPr>
        <p:spPr bwMode="auto">
          <a:xfrm>
            <a:off x="3367088" y="3189305"/>
            <a:ext cx="33020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I/O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Card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XB0~XDF   ② XCO~XCF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YBO~YDF   ④ YBO~YEF</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4" name="Rectangle 101"/>
          <p:cNvSpPr>
            <a:spLocks noChangeArrowheads="1"/>
          </p:cNvSpPr>
          <p:nvPr/>
        </p:nvSpPr>
        <p:spPr bwMode="auto">
          <a:xfrm>
            <a:off x="3384550" y="6950075"/>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12. P/B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 P/B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 P/B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 P/B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5" name="Rectangle 101"/>
          <p:cNvSpPr>
            <a:spLocks noChangeArrowheads="1"/>
          </p:cNvSpPr>
          <p:nvPr/>
        </p:nvSpPr>
        <p:spPr bwMode="auto">
          <a:xfrm>
            <a:off x="3538538" y="8415339"/>
            <a:ext cx="301466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R1    ② R2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R1,R2</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196" name="Rectangle 100"/>
          <p:cNvSpPr>
            <a:spLocks noChangeArrowheads="1"/>
          </p:cNvSpPr>
          <p:nvPr/>
        </p:nvSpPr>
        <p:spPr bwMode="auto">
          <a:xfrm>
            <a:off x="260350" y="977900"/>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Ngôn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nghĩa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7197" name="Group 8"/>
          <p:cNvGrpSpPr>
            <a:grpSpLocks/>
          </p:cNvGrpSpPr>
          <p:nvPr/>
        </p:nvGrpSpPr>
        <p:grpSpPr bwMode="auto">
          <a:xfrm>
            <a:off x="1197007" y="1368425"/>
            <a:ext cx="2143125" cy="838200"/>
            <a:chOff x="337" y="0"/>
            <a:chExt cx="278" cy="88"/>
          </a:xfrm>
        </p:grpSpPr>
        <p:pic>
          <p:nvPicPr>
            <p:cNvPr id="7212" name="Picture 2"/>
            <p:cNvPicPr>
              <a:picLocks noChangeAspect="1" noChangeArrowheads="1"/>
            </p:cNvPicPr>
            <p:nvPr/>
          </p:nvPicPr>
          <p:blipFill>
            <a:blip r:embed="rId3">
              <a:extLst>
                <a:ext uri="{28A0092B-C50C-407E-A947-70E740481C1C}">
                  <a14:useLocalDpi xmlns:a14="http://schemas.microsoft.com/office/drawing/2010/main" val="0"/>
                </a:ext>
              </a:extLst>
            </a:blip>
            <a:srcRect l="75722" t="19098" r="10286" b="62326"/>
            <a:stretch>
              <a:fillRect/>
            </a:stretch>
          </p:blipFill>
          <p:spPr bwMode="auto">
            <a:xfrm>
              <a:off x="337" y="0"/>
              <a:ext cx="91" cy="88"/>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0000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7213" name="Picture 3"/>
            <p:cNvPicPr>
              <a:picLocks noChangeAspect="1" noChangeArrowheads="1"/>
            </p:cNvPicPr>
            <p:nvPr/>
          </p:nvPicPr>
          <p:blipFill>
            <a:blip r:embed="rId4">
              <a:extLst>
                <a:ext uri="{28A0092B-C50C-407E-A947-70E740481C1C}">
                  <a14:useLocalDpi xmlns:a14="http://schemas.microsoft.com/office/drawing/2010/main" val="0"/>
                </a:ext>
              </a:extLst>
            </a:blip>
            <a:srcRect l="22397" t="19272" r="59895" b="68402"/>
            <a:stretch>
              <a:fillRect/>
            </a:stretch>
          </p:blipFill>
          <p:spPr bwMode="auto">
            <a:xfrm>
              <a:off x="479" y="10"/>
              <a:ext cx="136" cy="65"/>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0000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214" name="Line 6"/>
            <p:cNvSpPr>
              <a:spLocks noChangeShapeType="1"/>
            </p:cNvSpPr>
            <p:nvPr/>
          </p:nvSpPr>
          <p:spPr bwMode="auto">
            <a:xfrm>
              <a:off x="442" y="50"/>
              <a:ext cx="1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7215" name="Line 7"/>
            <p:cNvSpPr>
              <a:spLocks noChangeShapeType="1"/>
            </p:cNvSpPr>
            <p:nvPr/>
          </p:nvSpPr>
          <p:spPr bwMode="auto">
            <a:xfrm>
              <a:off x="442" y="42"/>
              <a:ext cx="1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7198" name="Group 8"/>
          <p:cNvGrpSpPr>
            <a:grpSpLocks/>
          </p:cNvGrpSpPr>
          <p:nvPr/>
        </p:nvGrpSpPr>
        <p:grpSpPr bwMode="auto">
          <a:xfrm>
            <a:off x="382620" y="1368425"/>
            <a:ext cx="4371975" cy="838200"/>
            <a:chOff x="0" y="0"/>
            <a:chExt cx="459" cy="88"/>
          </a:xfrm>
        </p:grpSpPr>
        <p:pic>
          <p:nvPicPr>
            <p:cNvPr id="7209" name="Picture 2"/>
            <p:cNvPicPr>
              <a:picLocks noChangeAspect="1" noChangeArrowheads="1"/>
            </p:cNvPicPr>
            <p:nvPr/>
          </p:nvPicPr>
          <p:blipFill>
            <a:blip r:embed="rId3">
              <a:extLst>
                <a:ext uri="{28A0092B-C50C-407E-A947-70E740481C1C}">
                  <a14:useLocalDpi xmlns:a14="http://schemas.microsoft.com/office/drawing/2010/main" val="0"/>
                </a:ext>
              </a:extLst>
            </a:blip>
            <a:srcRect l="24219" t="19098" r="59325" b="62326"/>
            <a:stretch>
              <a:fillRect/>
            </a:stretch>
          </p:blipFill>
          <p:spPr bwMode="auto">
            <a:xfrm>
              <a:off x="0" y="0"/>
              <a:ext cx="108" cy="88"/>
            </a:xfrm>
            <a:prstGeom prst="rect">
              <a:avLst/>
            </a:prstGeom>
            <a:noFill/>
            <a:ln>
              <a:noFill/>
            </a:ln>
            <a:effectLst/>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210" name="Line 6"/>
            <p:cNvSpPr>
              <a:spLocks noChangeShapeType="1"/>
            </p:cNvSpPr>
            <p:nvPr/>
          </p:nvSpPr>
          <p:spPr bwMode="auto">
            <a:xfrm>
              <a:off x="442" y="50"/>
              <a:ext cx="17"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7211" name="Line 7"/>
            <p:cNvSpPr>
              <a:spLocks noChangeShapeType="1"/>
            </p:cNvSpPr>
            <p:nvPr/>
          </p:nvSpPr>
          <p:spPr bwMode="auto">
            <a:xfrm>
              <a:off x="442" y="42"/>
              <a:ext cx="17"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pic>
        <p:nvPicPr>
          <p:cNvPr id="7199" name="Picture 3"/>
          <p:cNvPicPr>
            <a:picLocks noChangeAspect="1" noChangeArrowheads="1"/>
          </p:cNvPicPr>
          <p:nvPr/>
        </p:nvPicPr>
        <p:blipFill>
          <a:blip r:embed="rId5">
            <a:extLst>
              <a:ext uri="{28A0092B-C50C-407E-A947-70E740481C1C}">
                <a14:useLocalDpi xmlns:a14="http://schemas.microsoft.com/office/drawing/2010/main" val="0"/>
              </a:ext>
            </a:extLst>
          </a:blip>
          <a:srcRect r="53496"/>
          <a:stretch>
            <a:fillRect/>
          </a:stretch>
        </p:blipFill>
        <p:spPr bwMode="auto">
          <a:xfrm>
            <a:off x="398463" y="2986088"/>
            <a:ext cx="1422400"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0" name="Picture 3"/>
          <p:cNvPicPr>
            <a:picLocks noChangeAspect="1" noChangeArrowheads="1"/>
          </p:cNvPicPr>
          <p:nvPr/>
        </p:nvPicPr>
        <p:blipFill>
          <a:blip r:embed="rId5">
            <a:extLst>
              <a:ext uri="{28A0092B-C50C-407E-A947-70E740481C1C}">
                <a14:useLocalDpi xmlns:a14="http://schemas.microsoft.com/office/drawing/2010/main" val="0"/>
              </a:ext>
            </a:extLst>
          </a:blip>
          <a:srcRect l="48299"/>
          <a:stretch>
            <a:fillRect/>
          </a:stretch>
        </p:blipFill>
        <p:spPr bwMode="auto">
          <a:xfrm>
            <a:off x="1800225" y="2998788"/>
            <a:ext cx="1581150"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01" name="Rectangle 101"/>
          <p:cNvSpPr>
            <a:spLocks noChangeArrowheads="1"/>
          </p:cNvSpPr>
          <p:nvPr/>
        </p:nvSpPr>
        <p:spPr bwMode="auto">
          <a:xfrm>
            <a:off x="260350" y="2844800"/>
            <a:ext cx="34290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7202" name="Rectangle 101"/>
          <p:cNvSpPr>
            <a:spLocks noChangeArrowheads="1"/>
          </p:cNvSpPr>
          <p:nvPr/>
        </p:nvSpPr>
        <p:spPr bwMode="auto">
          <a:xfrm>
            <a:off x="331788" y="3765568"/>
            <a:ext cx="3008312"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M</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dừng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dừng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M</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Interlock,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7203" name="Picture 318" descr="clip_image005"/>
          <p:cNvPicPr>
            <a:picLocks noChangeAspect="1" noChangeArrowheads="1"/>
          </p:cNvPicPr>
          <p:nvPr/>
        </p:nvPicPr>
        <p:blipFill>
          <a:blip r:embed="rId6">
            <a:extLst>
              <a:ext uri="{28A0092B-C50C-407E-A947-70E740481C1C}">
                <a14:useLocalDpi xmlns:a14="http://schemas.microsoft.com/office/drawing/2010/main" val="0"/>
              </a:ext>
            </a:extLst>
          </a:blip>
          <a:srcRect b="15100"/>
          <a:stretch>
            <a:fillRect/>
          </a:stretch>
        </p:blipFill>
        <p:spPr bwMode="auto">
          <a:xfrm>
            <a:off x="404815" y="7450138"/>
            <a:ext cx="2935287" cy="13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04" name="그림 67"/>
          <p:cNvPicPr>
            <a:picLocks noChangeAspect="1"/>
          </p:cNvPicPr>
          <p:nvPr/>
        </p:nvPicPr>
        <p:blipFill>
          <a:blip r:embed="rId7">
            <a:extLst>
              <a:ext uri="{28A0092B-C50C-407E-A947-70E740481C1C}">
                <a14:useLocalDpi xmlns:a14="http://schemas.microsoft.com/office/drawing/2010/main" val="0"/>
              </a:ext>
            </a:extLst>
          </a:blip>
          <a:srcRect r="4118"/>
          <a:stretch>
            <a:fillRect/>
          </a:stretch>
        </p:blipFill>
        <p:spPr bwMode="auto">
          <a:xfrm>
            <a:off x="3441700" y="1624013"/>
            <a:ext cx="3011488" cy="1528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05"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41700" y="3714766"/>
            <a:ext cx="3011488" cy="785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6" name="Picture 5"/>
          <p:cNvPicPr>
            <a:picLocks noChangeAspect="1" noChangeArrowheads="1"/>
          </p:cNvPicPr>
          <p:nvPr/>
        </p:nvPicPr>
        <p:blipFill>
          <a:blip r:embed="rId9">
            <a:extLst>
              <a:ext uri="{28A0092B-C50C-407E-A947-70E740481C1C}">
                <a14:useLocalDpi xmlns:a14="http://schemas.microsoft.com/office/drawing/2010/main" val="0"/>
              </a:ext>
            </a:extLst>
          </a:blip>
          <a:srcRect t="9850" r="53334" b="27148"/>
          <a:stretch>
            <a:fillRect/>
          </a:stretch>
        </p:blipFill>
        <p:spPr bwMode="auto">
          <a:xfrm>
            <a:off x="3538538" y="4695828"/>
            <a:ext cx="2914650" cy="1017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7" name="Picture 6"/>
          <p:cNvPicPr>
            <a:picLocks noChangeAspect="1" noChangeArrowheads="1"/>
          </p:cNvPicPr>
          <p:nvPr/>
        </p:nvPicPr>
        <p:blipFill>
          <a:blip r:embed="rId9">
            <a:extLst>
              <a:ext uri="{28A0092B-C50C-407E-A947-70E740481C1C}">
                <a14:useLocalDpi xmlns:a14="http://schemas.microsoft.com/office/drawing/2010/main" val="0"/>
              </a:ext>
            </a:extLst>
          </a:blip>
          <a:srcRect l="46954"/>
          <a:stretch>
            <a:fillRect/>
          </a:stretch>
        </p:blipFill>
        <p:spPr bwMode="auto">
          <a:xfrm>
            <a:off x="3500470" y="5597530"/>
            <a:ext cx="2924175" cy="142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8" name="Picture 12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44900" y="7337441"/>
            <a:ext cx="2554288" cy="1101725"/>
          </a:xfrm>
          <a:prstGeom prst="rect">
            <a:avLst/>
          </a:prstGeom>
          <a:noFill/>
          <a:ln>
            <a:noFill/>
          </a:ln>
          <a:effectLst/>
          <a:extLst>
            <a:ext uri="{909E8E84-426E-40DD-AFC4-6F175D3DCCD1}">
              <a14:hiddenFill xmlns:a14="http://schemas.microsoft.com/office/drawing/2010/main">
                <a:solidFill>
                  <a:srgbClr val="4F81BD"/>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EEECE1"/>
                  </a:outerShdw>
                </a:effectLst>
              </a14:hiddenEffects>
            </a:ext>
          </a:extLst>
        </p:spPr>
      </p:pic>
      <p:sp>
        <p:nvSpPr>
          <p:cNvPr id="41"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38969869"/>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8195"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8196"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197"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692417849"/>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8207" name="Rectangle 102"/>
          <p:cNvSpPr>
            <a:spLocks noChangeArrowheads="1"/>
          </p:cNvSpPr>
          <p:nvPr/>
        </p:nvSpPr>
        <p:spPr bwMode="auto">
          <a:xfrm>
            <a:off x="254000" y="3992581"/>
            <a:ext cx="34290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Note Edit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2</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Statement Edit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3.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 Edit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Edit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08" name="Rectangle 44"/>
          <p:cNvSpPr>
            <a:spLocks noChangeArrowheads="1"/>
          </p:cNvSpPr>
          <p:nvPr/>
        </p:nvSpPr>
        <p:spPr bwMode="auto">
          <a:xfrm>
            <a:off x="260352" y="4427980"/>
            <a:ext cx="3313113"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chạy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thấp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Constant Scan).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Scan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Constant Scan]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thấp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Scan</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09" name="Rectangle 44"/>
          <p:cNvSpPr>
            <a:spLocks noChangeArrowheads="1"/>
          </p:cNvSpPr>
          <p:nvPr/>
        </p:nvSpPr>
        <p:spPr bwMode="auto">
          <a:xfrm>
            <a:off x="260350" y="5795963"/>
            <a:ext cx="31242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10" name="Rectangle 103"/>
          <p:cNvSpPr>
            <a:spLocks noChangeArrowheads="1"/>
          </p:cNvSpPr>
          <p:nvPr/>
        </p:nvSpPr>
        <p:spPr bwMode="auto">
          <a:xfrm>
            <a:off x="317500" y="7010400"/>
            <a:ext cx="3398838" cy="3693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PLF</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OUT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FF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11" name="Rectangle 101"/>
          <p:cNvSpPr>
            <a:spLocks noChangeArrowheads="1"/>
          </p:cNvSpPr>
          <p:nvPr/>
        </p:nvSpPr>
        <p:spPr bwMode="auto">
          <a:xfrm>
            <a:off x="3384550" y="971549"/>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18.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Timing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나타낸 것은</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12" name="Rectangle 101"/>
          <p:cNvSpPr>
            <a:spLocks noChangeArrowheads="1"/>
          </p:cNvSpPr>
          <p:nvPr/>
        </p:nvSpPr>
        <p:spPr bwMode="auto">
          <a:xfrm>
            <a:off x="3484563" y="3708400"/>
            <a:ext cx="34290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hỏi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13" name="Rectangle 100"/>
          <p:cNvSpPr>
            <a:spLocks noChangeArrowheads="1"/>
          </p:cNvSpPr>
          <p:nvPr/>
        </p:nvSpPr>
        <p:spPr bwMode="auto">
          <a:xfrm>
            <a:off x="260350" y="977900"/>
            <a:ext cx="34290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14" name="Rectangle 101"/>
          <p:cNvSpPr>
            <a:spLocks noChangeArrowheads="1"/>
          </p:cNvSpPr>
          <p:nvPr/>
        </p:nvSpPr>
        <p:spPr bwMode="auto">
          <a:xfrm>
            <a:off x="260350" y="2411413"/>
            <a:ext cx="34290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8215" name="그림 43"/>
          <p:cNvPicPr>
            <a:picLocks noChangeAspect="1"/>
          </p:cNvPicPr>
          <p:nvPr/>
        </p:nvPicPr>
        <p:blipFill>
          <a:blip r:embed="rId3">
            <a:extLst>
              <a:ext uri="{28A0092B-C50C-407E-A947-70E740481C1C}">
                <a14:useLocalDpi xmlns:a14="http://schemas.microsoft.com/office/drawing/2010/main" val="0"/>
              </a:ext>
            </a:extLst>
          </a:blip>
          <a:srcRect r="1939"/>
          <a:stretch>
            <a:fillRect/>
          </a:stretch>
        </p:blipFill>
        <p:spPr bwMode="auto">
          <a:xfrm>
            <a:off x="398464" y="1208088"/>
            <a:ext cx="2986087"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16" name="Group 421"/>
          <p:cNvGrpSpPr>
            <a:grpSpLocks/>
          </p:cNvGrpSpPr>
          <p:nvPr/>
        </p:nvGrpSpPr>
        <p:grpSpPr bwMode="auto">
          <a:xfrm>
            <a:off x="404813" y="2774952"/>
            <a:ext cx="2736850" cy="1333500"/>
            <a:chOff x="0" y="0"/>
            <a:chExt cx="231" cy="131"/>
          </a:xfrm>
        </p:grpSpPr>
        <p:pic>
          <p:nvPicPr>
            <p:cNvPr id="8231" name="Picture 415"/>
            <p:cNvPicPr>
              <a:picLocks noChangeAspect="1" noChangeArrowheads="1"/>
            </p:cNvPicPr>
            <p:nvPr/>
          </p:nvPicPr>
          <p:blipFill>
            <a:blip r:embed="rId4">
              <a:extLst>
                <a:ext uri="{28A0092B-C50C-407E-A947-70E740481C1C}">
                  <a14:useLocalDpi xmlns:a14="http://schemas.microsoft.com/office/drawing/2010/main" val="0"/>
                </a:ext>
              </a:extLst>
            </a:blip>
            <a:srcRect l="37500" t="35417" r="22742" b="57352"/>
            <a:stretch>
              <a:fillRect/>
            </a:stretch>
          </p:blipFill>
          <p:spPr bwMode="auto">
            <a:xfrm>
              <a:off x="0" y="97"/>
              <a:ext cx="230" cy="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8232" name="Group 419"/>
            <p:cNvGrpSpPr>
              <a:grpSpLocks/>
            </p:cNvGrpSpPr>
            <p:nvPr/>
          </p:nvGrpSpPr>
          <p:grpSpPr bwMode="auto">
            <a:xfrm>
              <a:off x="4" y="0"/>
              <a:ext cx="227" cy="92"/>
              <a:chOff x="4" y="0"/>
              <a:chExt cx="227" cy="92"/>
            </a:xfrm>
          </p:grpSpPr>
          <p:pic>
            <p:nvPicPr>
              <p:cNvPr id="8233" name="Picture 414"/>
              <p:cNvPicPr>
                <a:picLocks noChangeAspect="1" noChangeArrowheads="1"/>
              </p:cNvPicPr>
              <p:nvPr/>
            </p:nvPicPr>
            <p:blipFill>
              <a:blip r:embed="rId5">
                <a:extLst>
                  <a:ext uri="{28A0092B-C50C-407E-A947-70E740481C1C}">
                    <a14:useLocalDpi xmlns:a14="http://schemas.microsoft.com/office/drawing/2010/main" val="0"/>
                  </a:ext>
                </a:extLst>
              </a:blip>
              <a:srcRect l="35156" t="32292" r="25000" b="47917"/>
              <a:stretch>
                <a:fillRect/>
              </a:stretch>
            </p:blipFill>
            <p:spPr bwMode="auto">
              <a:xfrm>
                <a:off x="4" y="0"/>
                <a:ext cx="227" cy="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8234" name="Rectangle 416"/>
              <p:cNvSpPr>
                <a:spLocks noChangeArrowheads="1"/>
              </p:cNvSpPr>
              <p:nvPr/>
            </p:nvSpPr>
            <p:spPr bwMode="auto">
              <a:xfrm>
                <a:off x="44" y="39"/>
                <a:ext cx="96" cy="16"/>
              </a:xfrm>
              <a:prstGeom prst="rect">
                <a:avLst/>
              </a:prstGeom>
              <a:solidFill>
                <a:srgbClr val="FFFFFF"/>
              </a:solidFill>
              <a:ln w="9525">
                <a:solidFill>
                  <a:srgbClr val="000000"/>
                </a:solidFill>
                <a:miter lim="800000"/>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grpSp>
      </p:grpSp>
      <p:pic>
        <p:nvPicPr>
          <p:cNvPr id="8217" name="Picture 426"/>
          <p:cNvPicPr>
            <a:picLocks noChangeAspect="1" noChangeArrowheads="1"/>
          </p:cNvPicPr>
          <p:nvPr/>
        </p:nvPicPr>
        <p:blipFill>
          <a:blip r:embed="rId6">
            <a:extLst>
              <a:ext uri="{28A0092B-C50C-407E-A947-70E740481C1C}">
                <a14:useLocalDpi xmlns:a14="http://schemas.microsoft.com/office/drawing/2010/main" val="0"/>
              </a:ext>
            </a:extLst>
          </a:blip>
          <a:srcRect l="11812" t="42477" r="54639" b="46304"/>
          <a:stretch>
            <a:fillRect/>
          </a:stretch>
        </p:blipFill>
        <p:spPr bwMode="auto">
          <a:xfrm>
            <a:off x="311150" y="6011863"/>
            <a:ext cx="3073400" cy="360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8218" name="Picture 426"/>
          <p:cNvPicPr>
            <a:picLocks noChangeAspect="1" noChangeArrowheads="1"/>
          </p:cNvPicPr>
          <p:nvPr/>
        </p:nvPicPr>
        <p:blipFill>
          <a:blip r:embed="rId6">
            <a:extLst>
              <a:ext uri="{28A0092B-C50C-407E-A947-70E740481C1C}">
                <a14:useLocalDpi xmlns:a14="http://schemas.microsoft.com/office/drawing/2010/main" val="0"/>
              </a:ext>
            </a:extLst>
          </a:blip>
          <a:srcRect l="52187" t="37505" r="18221" b="39572"/>
          <a:stretch>
            <a:fillRect/>
          </a:stretch>
        </p:blipFill>
        <p:spPr bwMode="auto">
          <a:xfrm>
            <a:off x="331790" y="6348416"/>
            <a:ext cx="3025775" cy="820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 name="모서리가 둥근 직사각형 3"/>
          <p:cNvSpPr/>
          <p:nvPr/>
        </p:nvSpPr>
        <p:spPr>
          <a:xfrm>
            <a:off x="1993900" y="6169029"/>
            <a:ext cx="285750" cy="793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8220" name="직사각형 4"/>
          <p:cNvSpPr>
            <a:spLocks noChangeArrowheads="1"/>
          </p:cNvSpPr>
          <p:nvPr/>
        </p:nvSpPr>
        <p:spPr bwMode="auto">
          <a:xfrm>
            <a:off x="2038350" y="6083300"/>
            <a:ext cx="2359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8221" name="Rectangle 101"/>
          <p:cNvSpPr>
            <a:spLocks noChangeArrowheads="1"/>
          </p:cNvSpPr>
          <p:nvPr/>
        </p:nvSpPr>
        <p:spPr bwMode="auto">
          <a:xfrm>
            <a:off x="260350" y="7380288"/>
            <a:ext cx="34290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Y50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mấy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8222" name="Picture 433" descr="ScreenHunter_003"/>
          <p:cNvPicPr>
            <a:picLocks noChangeAspect="1" noChangeArrowheads="1"/>
          </p:cNvPicPr>
          <p:nvPr/>
        </p:nvPicPr>
        <p:blipFill>
          <a:blip r:embed="rId7">
            <a:extLst>
              <a:ext uri="{28A0092B-C50C-407E-A947-70E740481C1C}">
                <a14:useLocalDpi xmlns:a14="http://schemas.microsoft.com/office/drawing/2010/main" val="0"/>
              </a:ext>
            </a:extLst>
          </a:blip>
          <a:srcRect r="86728"/>
          <a:stretch>
            <a:fillRect/>
          </a:stretch>
        </p:blipFill>
        <p:spPr bwMode="auto">
          <a:xfrm>
            <a:off x="374650" y="7634304"/>
            <a:ext cx="857250" cy="1184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23" name="Picture 433" descr="ScreenHunter_003"/>
          <p:cNvPicPr>
            <a:picLocks noChangeAspect="1" noChangeArrowheads="1"/>
          </p:cNvPicPr>
          <p:nvPr/>
        </p:nvPicPr>
        <p:blipFill>
          <a:blip r:embed="rId7">
            <a:extLst>
              <a:ext uri="{28A0092B-C50C-407E-A947-70E740481C1C}">
                <a14:useLocalDpi xmlns:a14="http://schemas.microsoft.com/office/drawing/2010/main" val="0"/>
              </a:ext>
            </a:extLst>
          </a:blip>
          <a:srcRect l="76247"/>
          <a:stretch>
            <a:fillRect/>
          </a:stretch>
        </p:blipFill>
        <p:spPr bwMode="auto">
          <a:xfrm>
            <a:off x="1176340" y="7634304"/>
            <a:ext cx="1531937" cy="1184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24" name="Rectangle 101"/>
          <p:cNvSpPr>
            <a:spLocks noChangeArrowheads="1"/>
          </p:cNvSpPr>
          <p:nvPr/>
        </p:nvSpPr>
        <p:spPr bwMode="auto">
          <a:xfrm>
            <a:off x="2708307" y="7658100"/>
            <a:ext cx="830263"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Sau 6s</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Sau 60s</a:t>
            </a:r>
          </a:p>
          <a:p>
            <a:pPr eaLnBrk="1" fontAlgn="base" latinLnBrk="1" hangingPunct="1">
              <a:spcBef>
                <a:spcPct val="0"/>
              </a:spcBef>
              <a:spcAft>
                <a:spcPct val="0"/>
              </a:spcAft>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Sau 15s</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Sau 16s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822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73463" y="1300179"/>
            <a:ext cx="2851150" cy="1089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226"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84563" y="2354266"/>
            <a:ext cx="3041650" cy="1357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227" name="Picture 17400"/>
          <p:cNvPicPr>
            <a:picLocks noChangeAspect="1" noChangeArrowheads="1"/>
          </p:cNvPicPr>
          <p:nvPr/>
        </p:nvPicPr>
        <p:blipFill>
          <a:blip r:embed="rId10">
            <a:extLst>
              <a:ext uri="{28A0092B-C50C-407E-A947-70E740481C1C}">
                <a14:useLocalDpi xmlns:a14="http://schemas.microsoft.com/office/drawing/2010/main" val="0"/>
              </a:ext>
            </a:extLst>
          </a:blip>
          <a:srcRect r="3514"/>
          <a:stretch>
            <a:fillRect/>
          </a:stretch>
        </p:blipFill>
        <p:spPr bwMode="auto">
          <a:xfrm>
            <a:off x="3395695" y="3924300"/>
            <a:ext cx="3157537" cy="3242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28" name="Rectangle 101"/>
          <p:cNvSpPr>
            <a:spLocks noChangeArrowheads="1"/>
          </p:cNvSpPr>
          <p:nvPr/>
        </p:nvSpPr>
        <p:spPr bwMode="auto">
          <a:xfrm>
            <a:off x="3429000" y="7164388"/>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chỗ</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1.M6  2. M7  3.  M8  4.  M9</a:t>
            </a:r>
          </a:p>
        </p:txBody>
      </p:sp>
      <p:sp>
        <p:nvSpPr>
          <p:cNvPr id="8229" name="Rectangle 101"/>
          <p:cNvSpPr>
            <a:spLocks noChangeArrowheads="1"/>
          </p:cNvSpPr>
          <p:nvPr/>
        </p:nvSpPr>
        <p:spPr bwMode="auto">
          <a:xfrm>
            <a:off x="3429000" y="7596188"/>
            <a:ext cx="3429000"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20</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OUT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SET/RST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10ms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vẫn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230"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6"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42349407"/>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921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extLst>
              <p:ext uri="{D42A27DB-BD31-4B8C-83A1-F6EECF244321}">
                <p14:modId xmlns:p14="http://schemas.microsoft.com/office/powerpoint/2010/main" val="1651418503"/>
              </p:ext>
            </p:extLst>
          </p:nvPr>
        </p:nvGraphicFramePr>
        <p:xfrm>
          <a:off x="1412907" y="1668467"/>
          <a:ext cx="1781175" cy="4731362"/>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6541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굴림" pitchFamily="50" charset="-127"/>
                          <a:ea typeface="굴림" pitchFamily="50" charset="-127"/>
                        </a:rPr>
                        <a:t>Số</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굴림" pitchFamily="50" charset="-127"/>
                          <a:ea typeface="굴림" pitchFamily="50" charset="-127"/>
                        </a:rPr>
                        <a:t>Đáp</a:t>
                      </a: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 </a:t>
                      </a:r>
                      <a:r>
                        <a:rPr kumimoji="0" lang="en-US" altLang="ko-KR" sz="1800" b="1" i="0" u="none" strike="noStrike" cap="none" normalizeH="0" baseline="0" err="1" smtClean="0">
                          <a:ln>
                            <a:noFill/>
                          </a:ln>
                          <a:solidFill>
                            <a:schemeClr val="tx1"/>
                          </a:solidFill>
                          <a:effectLst/>
                          <a:latin typeface="굴림" pitchFamily="50" charset="-127"/>
                          <a:ea typeface="굴림" pitchFamily="50" charset="-127"/>
                        </a:rPr>
                        <a:t>án</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nvGraphicFramePr>
        <p:xfrm>
          <a:off x="3735420" y="1673229"/>
          <a:ext cx="1781175" cy="4731362"/>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6541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굴림" pitchFamily="50" charset="-127"/>
                          <a:ea typeface="굴림" pitchFamily="50" charset="-127"/>
                        </a:rPr>
                        <a:t>Số</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굴림" pitchFamily="50" charset="-127"/>
                          <a:ea typeface="굴림" pitchFamily="50" charset="-127"/>
                        </a:rPr>
                        <a:t>Đáp</a:t>
                      </a: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 </a:t>
                      </a:r>
                      <a:r>
                        <a:rPr kumimoji="0" lang="en-US" altLang="ko-KR" sz="1800" b="1" i="0" u="none" strike="noStrike" cap="none" normalizeH="0" baseline="0" err="1" smtClean="0">
                          <a:ln>
                            <a:noFill/>
                          </a:ln>
                          <a:solidFill>
                            <a:schemeClr val="tx1"/>
                          </a:solidFill>
                          <a:effectLst/>
                          <a:latin typeface="굴림" pitchFamily="50" charset="-127"/>
                          <a:ea typeface="굴림" pitchFamily="50" charset="-127"/>
                        </a:rPr>
                        <a:t>án</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10857703"/>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0243"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10244"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45"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818450062"/>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0256" name="Rectangle 99"/>
          <p:cNvSpPr>
            <a:spLocks noChangeArrowheads="1"/>
          </p:cNvSpPr>
          <p:nvPr/>
        </p:nvSpPr>
        <p:spPr bwMode="auto">
          <a:xfrm>
            <a:off x="227013" y="1043006"/>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Dip Switch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ROM </a:t>
            </a:r>
            <a:r>
              <a:rPr lang="en-US" altLang="ko-KR" sz="900" err="1" smtClean="0">
                <a:solidFill>
                  <a:srgbClr val="000000"/>
                </a:solidFill>
                <a:latin typeface="Times New Roman" panose="02020603050405020304" pitchFamily="18" charset="0"/>
                <a:cs typeface="Times New Roman" panose="02020603050405020304" pitchFamily="18" charset="0"/>
              </a:rPr>
              <a:t>tiêu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chuẩn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chỉ</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định</a:t>
            </a:r>
            <a:r>
              <a:rPr lang="en-US" altLang="ko-KR" sz="900" smtClean="0">
                <a:solidFill>
                  <a:srgbClr val="000000"/>
                </a:solidFill>
                <a:latin typeface="Times New Roman" panose="02020603050405020304" pitchFamily="18" charset="0"/>
                <a:cs typeface="Times New Roman" panose="02020603050405020304" pitchFamily="18" charset="0"/>
              </a:rPr>
              <a:t> Drive </a:t>
            </a:r>
            <a:r>
              <a:rPr lang="en-US" altLang="ko-KR" sz="900" err="1" smtClean="0">
                <a:solidFill>
                  <a:srgbClr val="000000"/>
                </a:solidFill>
                <a:latin typeface="Times New Roman" panose="02020603050405020304" pitchFamily="18" charset="0"/>
                <a:cs typeface="Times New Roman" panose="02020603050405020304" pitchFamily="18" charset="0"/>
              </a:rPr>
              <a:t>hữu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Parameter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CPU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SW2 ON SW3 OFF        ② SW2 OFF SW3 ON</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SW2 OFF SW3 OFF       ④ SW2 ON SW3 ON     </a:t>
            </a:r>
          </a:p>
        </p:txBody>
      </p:sp>
      <p:sp>
        <p:nvSpPr>
          <p:cNvPr id="10257" name="Rectangle 100"/>
          <p:cNvSpPr>
            <a:spLocks noChangeArrowheads="1"/>
          </p:cNvSpPr>
          <p:nvPr/>
        </p:nvSpPr>
        <p:spPr bwMode="auto">
          <a:xfrm>
            <a:off x="233363" y="1763731"/>
            <a:ext cx="3429000" cy="216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Resister?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Resiste</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16Bit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Read/Write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16Bit</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Sequence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khác</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đang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Resiste</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Reset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Latch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S/W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Clear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sinh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Run Scan Time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muộn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Scan Time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đa</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Constant Scan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WDT  ④ PLC RAS</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58" name="Rectangle 101"/>
          <p:cNvSpPr>
            <a:spLocks noChangeArrowheads="1"/>
          </p:cNvSpPr>
          <p:nvPr/>
        </p:nvSpPr>
        <p:spPr bwMode="auto">
          <a:xfrm>
            <a:off x="238125" y="3851292"/>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Dừng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Tab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RAS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PLC Parameter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tóm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tắt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Project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Fuse Error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tổ</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I/O Unit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mở</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59" name="Rectangle 102"/>
          <p:cNvSpPr>
            <a:spLocks noChangeArrowheads="1"/>
          </p:cNvSpPr>
          <p:nvPr/>
        </p:nvSpPr>
        <p:spPr bwMode="auto">
          <a:xfrm>
            <a:off x="254000" y="4716480"/>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đang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sang OFF?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①SET                      ②RST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③OUT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60" name="Rectangle 103"/>
          <p:cNvSpPr>
            <a:spLocks noChangeArrowheads="1"/>
          </p:cNvSpPr>
          <p:nvPr/>
        </p:nvSpPr>
        <p:spPr bwMode="auto">
          <a:xfrm>
            <a:off x="260350" y="6084888"/>
            <a:ext cx="3398838"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0.33s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-(T0 K33)-                   ②-(T0 K333)-</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-(H TO K33)-               ④-(H TO K333)</a:t>
            </a: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61" name="Rectangle 104"/>
          <p:cNvSpPr>
            <a:spLocks noChangeArrowheads="1"/>
          </p:cNvSpPr>
          <p:nvPr/>
        </p:nvSpPr>
        <p:spPr bwMode="auto">
          <a:xfrm>
            <a:off x="3389313" y="1060468"/>
            <a:ext cx="34290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timming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10262" name="Picture 105"/>
          <p:cNvPicPr>
            <a:picLocks noChangeAspect="1" noChangeArrowheads="1"/>
          </p:cNvPicPr>
          <p:nvPr/>
        </p:nvPicPr>
        <p:blipFill>
          <a:blip r:embed="rId3">
            <a:extLst>
              <a:ext uri="{28A0092B-C50C-407E-A947-70E740481C1C}">
                <a14:useLocalDpi xmlns:a14="http://schemas.microsoft.com/office/drawing/2010/main" val="0"/>
              </a:ext>
            </a:extLst>
          </a:blip>
          <a:srcRect l="21094" t="77161" r="35156" b="7292"/>
          <a:stretch>
            <a:fillRect/>
          </a:stretch>
        </p:blipFill>
        <p:spPr bwMode="auto">
          <a:xfrm>
            <a:off x="3476657" y="1246194"/>
            <a:ext cx="2627313"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263" name="Text Box 106"/>
          <p:cNvSpPr txBox="1">
            <a:spLocks noChangeArrowheads="1"/>
          </p:cNvSpPr>
          <p:nvPr/>
        </p:nvSpPr>
        <p:spPr bwMode="auto">
          <a:xfrm>
            <a:off x="3575050" y="2068513"/>
            <a:ext cx="2216150" cy="453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ko-KR" altLang="en-US" sz="1000">
                <a:solidFill>
                  <a:srgbClr val="000000"/>
                </a:solidFill>
                <a:latin typeface="Times New Roman" panose="02020603050405020304" pitchFamily="18" charset="0"/>
                <a:ea typeface="돋움" pitchFamily="50" charset="-127"/>
                <a:cs typeface="Times New Roman" panose="02020603050405020304" pitchFamily="18" charset="0"/>
              </a:rPr>
              <a:t>①</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PLF                    ②PLS</a:t>
            </a: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③FF                      ④RST</a:t>
            </a:r>
            <a:endParaRPr lang="en-US" altLang="ko-KR" sz="10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64" name="Rectangle 107"/>
          <p:cNvSpPr>
            <a:spLocks noChangeArrowheads="1"/>
          </p:cNvSpPr>
          <p:nvPr/>
        </p:nvSpPr>
        <p:spPr bwMode="auto">
          <a:xfrm>
            <a:off x="260350" y="7092950"/>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Bit Device :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Word Device :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Word</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65" name="Rectangle 108"/>
          <p:cNvSpPr>
            <a:spLocks noChangeArrowheads="1"/>
          </p:cNvSpPr>
          <p:nvPr/>
        </p:nvSpPr>
        <p:spPr bwMode="auto">
          <a:xfrm>
            <a:off x="260350" y="8027988"/>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Resister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Resister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Link</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Read/Write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16Bit</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32Bit.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66" name="Rectangle 109"/>
          <p:cNvSpPr>
            <a:spLocks noChangeArrowheads="1"/>
          </p:cNvSpPr>
          <p:nvPr/>
        </p:nvSpPr>
        <p:spPr bwMode="auto">
          <a:xfrm>
            <a:off x="3381375" y="2627313"/>
            <a:ext cx="342900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ô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10267" name="Rectangle 110"/>
          <p:cNvSpPr>
            <a:spLocks noChangeArrowheads="1"/>
          </p:cNvSpPr>
          <p:nvPr/>
        </p:nvSpPr>
        <p:spPr bwMode="auto">
          <a:xfrm>
            <a:off x="5373688" y="3154380"/>
            <a:ext cx="1408112"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MCR N0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MCR M98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MCR N0 M98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MCR MC N0</a:t>
            </a:r>
          </a:p>
        </p:txBody>
      </p:sp>
      <p:grpSp>
        <p:nvGrpSpPr>
          <p:cNvPr id="10268" name="Group 111"/>
          <p:cNvGrpSpPr>
            <a:grpSpLocks/>
          </p:cNvGrpSpPr>
          <p:nvPr/>
        </p:nvGrpSpPr>
        <p:grpSpPr bwMode="auto">
          <a:xfrm>
            <a:off x="3457607" y="2874965"/>
            <a:ext cx="1863725" cy="1247775"/>
            <a:chOff x="389" y="2341"/>
            <a:chExt cx="2355" cy="1592"/>
          </a:xfrm>
        </p:grpSpPr>
        <p:pic>
          <p:nvPicPr>
            <p:cNvPr id="10276" name="Picture 1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 y="3783"/>
              <a:ext cx="140"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7" name="Picture 113"/>
            <p:cNvPicPr>
              <a:picLocks noChangeAspect="1" noChangeArrowheads="1"/>
            </p:cNvPicPr>
            <p:nvPr/>
          </p:nvPicPr>
          <p:blipFill>
            <a:blip r:embed="rId5">
              <a:lum bright="-10000"/>
              <a:extLst>
                <a:ext uri="{28A0092B-C50C-407E-A947-70E740481C1C}">
                  <a14:useLocalDpi xmlns:a14="http://schemas.microsoft.com/office/drawing/2010/main" val="0"/>
                </a:ext>
              </a:extLst>
            </a:blip>
            <a:srcRect/>
            <a:stretch>
              <a:fillRect/>
            </a:stretch>
          </p:blipFill>
          <p:spPr bwMode="auto">
            <a:xfrm>
              <a:off x="389" y="2341"/>
              <a:ext cx="2355" cy="1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8" name="Text Box 114"/>
            <p:cNvSpPr txBox="1">
              <a:spLocks noChangeArrowheads="1"/>
            </p:cNvSpPr>
            <p:nvPr/>
          </p:nvSpPr>
          <p:spPr bwMode="auto">
            <a:xfrm>
              <a:off x="521" y="3748"/>
              <a:ext cx="1928" cy="1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just" eaLnBrk="1" fontAlgn="base" latinLnBrk="1" hangingPunct="1">
                <a:spcBef>
                  <a:spcPct val="50000"/>
                </a:spcBef>
                <a:spcAft>
                  <a:spcPct val="0"/>
                </a:spcAft>
              </a:pPr>
              <a:endParaRPr lang="ko-KR" altLang="en-US" sz="1200">
                <a:solidFill>
                  <a:srgbClr val="000000"/>
                </a:solidFill>
                <a:latin typeface="Times New Roman" panose="02020603050405020304" pitchFamily="18" charset="0"/>
                <a:cs typeface="Times New Roman" panose="02020603050405020304" pitchFamily="18" charset="0"/>
              </a:endParaRPr>
            </a:p>
          </p:txBody>
        </p:sp>
        <p:sp>
          <p:nvSpPr>
            <p:cNvPr id="10279" name="Oval 115"/>
            <p:cNvSpPr>
              <a:spLocks noChangeArrowheads="1"/>
            </p:cNvSpPr>
            <p:nvPr/>
          </p:nvSpPr>
          <p:spPr bwMode="auto">
            <a:xfrm>
              <a:off x="2099" y="2891"/>
              <a:ext cx="248" cy="256"/>
            </a:xfrm>
            <a:prstGeom prst="ellipse">
              <a:avLst/>
            </a:prstGeom>
            <a:solidFill>
              <a:schemeClr val="bg1"/>
            </a:solidFill>
            <a:ln w="158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b="1">
                  <a:solidFill>
                    <a:srgbClr val="000000"/>
                  </a:solidFill>
                  <a:latin typeface="Times New Roman" panose="02020603050405020304" pitchFamily="18" charset="0"/>
                  <a:cs typeface="Times New Roman" panose="02020603050405020304" pitchFamily="18" charset="0"/>
                </a:rPr>
                <a:t>Y40</a:t>
              </a:r>
            </a:p>
          </p:txBody>
        </p:sp>
        <p:sp>
          <p:nvSpPr>
            <p:cNvPr id="10280" name="Oval 116"/>
            <p:cNvSpPr>
              <a:spLocks noChangeArrowheads="1"/>
            </p:cNvSpPr>
            <p:nvPr/>
          </p:nvSpPr>
          <p:spPr bwMode="auto">
            <a:xfrm>
              <a:off x="2096" y="3164"/>
              <a:ext cx="249" cy="255"/>
            </a:xfrm>
            <a:prstGeom prst="ellipse">
              <a:avLst/>
            </a:prstGeom>
            <a:solidFill>
              <a:schemeClr val="bg1"/>
            </a:solidFill>
            <a:ln w="158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b="1">
                  <a:solidFill>
                    <a:srgbClr val="000000"/>
                  </a:solidFill>
                  <a:latin typeface="Times New Roman" panose="02020603050405020304" pitchFamily="18" charset="0"/>
                  <a:cs typeface="Times New Roman" panose="02020603050405020304" pitchFamily="18" charset="0"/>
                </a:rPr>
                <a:t>Y41</a:t>
              </a:r>
            </a:p>
          </p:txBody>
        </p:sp>
        <p:sp>
          <p:nvSpPr>
            <p:cNvPr id="10281" name="Oval 117"/>
            <p:cNvSpPr>
              <a:spLocks noChangeArrowheads="1"/>
            </p:cNvSpPr>
            <p:nvPr/>
          </p:nvSpPr>
          <p:spPr bwMode="auto">
            <a:xfrm>
              <a:off x="425" y="2692"/>
              <a:ext cx="499" cy="182"/>
            </a:xfrm>
            <a:prstGeom prst="ellipse">
              <a:avLst/>
            </a:prstGeom>
            <a:noFill/>
            <a:ln w="9525" algn="ctr">
              <a:solidFill>
                <a:srgbClr val="CC33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cxnSp>
          <p:nvCxnSpPr>
            <p:cNvPr id="10282" name="AutoShape 118"/>
            <p:cNvCxnSpPr>
              <a:cxnSpLocks noChangeShapeType="1"/>
              <a:stCxn id="10281" idx="2"/>
              <a:endCxn id="10278" idx="1"/>
            </p:cNvCxnSpPr>
            <p:nvPr/>
          </p:nvCxnSpPr>
          <p:spPr bwMode="auto">
            <a:xfrm rot="10800000" flipH="1" flipV="1">
              <a:off x="425" y="2783"/>
              <a:ext cx="96" cy="1058"/>
            </a:xfrm>
            <a:prstGeom prst="curvedConnector3">
              <a:avLst>
                <a:gd name="adj1" fmla="val -150000"/>
              </a:avLst>
            </a:prstGeom>
            <a:noFill/>
            <a:ln w="9525">
              <a:solidFill>
                <a:srgbClr val="CC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grpSp>
      <p:sp>
        <p:nvSpPr>
          <p:cNvPr id="10269" name="Rectangle 119"/>
          <p:cNvSpPr>
            <a:spLocks noChangeArrowheads="1"/>
          </p:cNvSpPr>
          <p:nvPr/>
        </p:nvSpPr>
        <p:spPr bwMode="auto">
          <a:xfrm>
            <a:off x="4475163" y="3700470"/>
            <a:ext cx="698500" cy="223837"/>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1200">
                <a:solidFill>
                  <a:srgbClr val="000000"/>
                </a:solidFill>
                <a:latin typeface="Times New Roman" panose="02020603050405020304" pitchFamily="18" charset="0"/>
                <a:cs typeface="Times New Roman" panose="02020603050405020304" pitchFamily="18" charset="0"/>
              </a:rPr>
              <a:t>?</a:t>
            </a:r>
          </a:p>
        </p:txBody>
      </p:sp>
      <p:sp>
        <p:nvSpPr>
          <p:cNvPr id="10270" name="Rectangle 120"/>
          <p:cNvSpPr>
            <a:spLocks noChangeArrowheads="1"/>
          </p:cNvSpPr>
          <p:nvPr/>
        </p:nvSpPr>
        <p:spPr bwMode="auto">
          <a:xfrm>
            <a:off x="3373438" y="4284680"/>
            <a:ext cx="34290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12.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Timer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Q Series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mấy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T0~T199       ② T0~T255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T0~T2047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Tùy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Parameter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71" name="Rectangle 121"/>
          <p:cNvSpPr>
            <a:spLocks noChangeArrowheads="1"/>
          </p:cNvSpPr>
          <p:nvPr/>
        </p:nvSpPr>
        <p:spPr bwMode="auto">
          <a:xfrm>
            <a:off x="3373438" y="5148281"/>
            <a:ext cx="34290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lập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chạy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lặp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Routine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Subroutine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Interrupt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Graphic Loader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72" name="Rectangle 123"/>
          <p:cNvSpPr>
            <a:spLocks noChangeArrowheads="1"/>
          </p:cNvSpPr>
          <p:nvPr/>
        </p:nvSpPr>
        <p:spPr bwMode="auto">
          <a:xfrm>
            <a:off x="3389313" y="6011863"/>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Tuổi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thọ</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Q6BAT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Module CPU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5</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12</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0273" name="Rectangle 125"/>
          <p:cNvSpPr>
            <a:spLocks noChangeArrowheads="1"/>
          </p:cNvSpPr>
          <p:nvPr/>
        </p:nvSpPr>
        <p:spPr bwMode="auto">
          <a:xfrm>
            <a:off x="3409950" y="6821488"/>
            <a:ext cx="34290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PLC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 </a:t>
            </a:r>
            <a:r>
              <a:rPr lang="en-US" altLang="ko-KR" sz="900">
                <a:solidFill>
                  <a:srgbClr val="000000"/>
                </a:solidFill>
                <a:latin typeface="Times New Roman" panose="02020603050405020304" pitchFamily="18" charset="0"/>
                <a:cs typeface="Times New Roman" panose="02020603050405020304" pitchFamily="18" charset="0"/>
              </a:rPr>
              <a:t>(   )</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Up Down Counter</a:t>
            </a:r>
            <a:r>
              <a:rPr lang="ko-KR" altLang="ko-KR" sz="900" smtClean="0">
                <a:solidFill>
                  <a:srgbClr val="000000"/>
                </a:solidFill>
                <a:latin typeface="Times New Roman" panose="02020603050405020304" pitchFamily="18" charset="0"/>
                <a:cs typeface="Times New Roman" panose="02020603050405020304" pitchFamily="18" charset="0"/>
              </a:rPr>
              <a:t>.</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② </a:t>
            </a:r>
            <a:r>
              <a:rPr lang="en-US" altLang="ko-KR" sz="900">
                <a:solidFill>
                  <a:srgbClr val="000000"/>
                </a:solidFill>
                <a:latin typeface="Times New Roman" panose="02020603050405020304" pitchFamily="18" charset="0"/>
                <a:cs typeface="Times New Roman" panose="02020603050405020304" pitchFamily="18" charset="0"/>
              </a:rPr>
              <a:t>Shift </a:t>
            </a:r>
            <a:r>
              <a:rPr lang="en-US" altLang="ko-KR" sz="900" smtClean="0">
                <a:solidFill>
                  <a:srgbClr val="000000"/>
                </a:solidFill>
                <a:latin typeface="Times New Roman" panose="02020603050405020304" pitchFamily="18" charset="0"/>
                <a:cs typeface="Times New Roman" panose="02020603050405020304" pitchFamily="18" charset="0"/>
              </a:rPr>
              <a:t>Resister</a:t>
            </a:r>
            <a:r>
              <a:rPr lang="ko-KR" altLang="ko-KR" sz="900" smtClean="0">
                <a:solidFill>
                  <a:srgbClr val="000000"/>
                </a:solidFill>
                <a:latin typeface="Times New Roman" panose="02020603050405020304" pitchFamily="18" charset="0"/>
                <a:cs typeface="Times New Roman" panose="02020603050405020304" pitchFamily="18" charset="0"/>
              </a:rPr>
              <a:t>.</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thuật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logic</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Timer</a:t>
            </a:r>
            <a:r>
              <a:rPr lang="ko-KR"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0274" name="Rectangle 126"/>
          <p:cNvSpPr>
            <a:spLocks noChangeArrowheads="1"/>
          </p:cNvSpPr>
          <p:nvPr/>
        </p:nvSpPr>
        <p:spPr bwMode="auto">
          <a:xfrm>
            <a:off x="3352800" y="7810500"/>
            <a:ext cx="3429000" cy="44627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16</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truyền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mấy</a:t>
            </a:r>
            <a:r>
              <a:rPr lang="en-US" altLang="ko-KR" sz="900" smtClean="0">
                <a:solidFill>
                  <a:srgbClr val="000000"/>
                </a:solidFill>
                <a:latin typeface="Times New Roman" panose="02020603050405020304" pitchFamily="18" charset="0"/>
                <a:cs typeface="Times New Roman" panose="02020603050405020304" pitchFamily="18" charset="0"/>
              </a:rPr>
              <a:t> BIT </a:t>
            </a:r>
            <a:r>
              <a:rPr lang="en-US" altLang="ko-KR" sz="900" err="1" smtClean="0">
                <a:solidFill>
                  <a:srgbClr val="000000"/>
                </a:solidFill>
                <a:latin typeface="Times New Roman" panose="02020603050405020304" pitchFamily="18" charset="0"/>
                <a:cs typeface="Times New Roman" panose="02020603050405020304" pitchFamily="18" charset="0"/>
              </a:rPr>
              <a:t>bằng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DMOV.(      </a:t>
            </a:r>
            <a:r>
              <a:rPr lang="en-US" altLang="ko-KR" sz="900">
                <a:solidFill>
                  <a:srgbClr val="000000"/>
                </a:solidFill>
                <a:latin typeface="Times New Roman" panose="02020603050405020304" pitchFamily="18" charset="0"/>
                <a:cs typeface="Times New Roman" panose="02020603050405020304" pitchFamily="18" charset="0"/>
              </a:rPr>
              <a:t>)</a:t>
            </a:r>
          </a:p>
          <a:p>
            <a:pPr eaLnBrk="1" fontAlgn="base" latinLnBrk="1" hangingPunct="1">
              <a:spcBef>
                <a:spcPct val="0"/>
              </a:spcBef>
              <a:spcAft>
                <a:spcPct val="0"/>
              </a:spcAft>
            </a:pP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8BIT      ② 16BIT      ③ 32BIT       ④ 64BIT</a:t>
            </a:r>
          </a:p>
        </p:txBody>
      </p:sp>
      <p:sp>
        <p:nvSpPr>
          <p:cNvPr id="10275" name="Rectangle 44"/>
          <p:cNvSpPr>
            <a:spLocks noChangeArrowheads="1"/>
          </p:cNvSpPr>
          <p:nvPr/>
        </p:nvSpPr>
        <p:spPr bwMode="auto">
          <a:xfrm>
            <a:off x="285750" y="5594366"/>
            <a:ext cx="3124200" cy="7155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mấy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Step?</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4 Step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 Step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2 Step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 Step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6"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26813826"/>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67" name="Text Box 3"/>
          <p:cNvSpPr txBox="1">
            <a:spLocks noChangeArrowheads="1"/>
          </p:cNvSpPr>
          <p:nvPr/>
        </p:nvSpPr>
        <p:spPr bwMode="auto">
          <a:xfrm>
            <a:off x="228603" y="679468"/>
            <a:ext cx="3430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err="1" smtClean="0">
                <a:solidFill>
                  <a:srgbClr val="000000"/>
                </a:solidFill>
                <a:latin typeface="Times New Roman" panose="02020603050405020304" pitchFamily="18" charset="0"/>
                <a:cs typeface="Times New Roman" panose="02020603050405020304" pitchFamily="18" charset="0"/>
              </a:rPr>
              <a:t>Bộ</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phận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ID</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Tên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11268"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1269"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12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639185367"/>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pSp>
        <p:nvGrpSpPr>
          <p:cNvPr id="11280" name="Group 43"/>
          <p:cNvGrpSpPr>
            <a:grpSpLocks/>
          </p:cNvGrpSpPr>
          <p:nvPr/>
        </p:nvGrpSpPr>
        <p:grpSpPr bwMode="auto">
          <a:xfrm>
            <a:off x="620713" y="2273300"/>
            <a:ext cx="2679700" cy="2667000"/>
            <a:chOff x="336" y="3456"/>
            <a:chExt cx="1688" cy="1680"/>
          </a:xfrm>
        </p:grpSpPr>
        <p:sp>
          <p:nvSpPr>
            <p:cNvPr id="11350" name="Line 44"/>
            <p:cNvSpPr>
              <a:spLocks noChangeShapeType="1"/>
            </p:cNvSpPr>
            <p:nvPr/>
          </p:nvSpPr>
          <p:spPr bwMode="auto">
            <a:xfrm>
              <a:off x="336" y="3977"/>
              <a:ext cx="0" cy="4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51" name="Line 45"/>
            <p:cNvSpPr>
              <a:spLocks noChangeShapeType="1"/>
            </p:cNvSpPr>
            <p:nvPr/>
          </p:nvSpPr>
          <p:spPr bwMode="auto">
            <a:xfrm>
              <a:off x="2024" y="4017"/>
              <a:ext cx="0" cy="3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52" name="Line 46"/>
            <p:cNvSpPr>
              <a:spLocks noChangeShapeType="1"/>
            </p:cNvSpPr>
            <p:nvPr/>
          </p:nvSpPr>
          <p:spPr bwMode="auto">
            <a:xfrm>
              <a:off x="336" y="4091"/>
              <a:ext cx="2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53" name="Line 47"/>
            <p:cNvSpPr>
              <a:spLocks noChangeShapeType="1"/>
            </p:cNvSpPr>
            <p:nvPr/>
          </p:nvSpPr>
          <p:spPr bwMode="auto">
            <a:xfrm flipH="1" flipV="1">
              <a:off x="1880" y="4097"/>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54" name="Text Box 48"/>
            <p:cNvSpPr txBox="1">
              <a:spLocks noChangeArrowheads="1"/>
            </p:cNvSpPr>
            <p:nvPr/>
          </p:nvSpPr>
          <p:spPr bwMode="auto">
            <a:xfrm>
              <a:off x="544" y="3936"/>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X1</a:t>
              </a:r>
            </a:p>
          </p:txBody>
        </p:sp>
        <p:sp>
          <p:nvSpPr>
            <p:cNvPr id="11355" name="Line 49"/>
            <p:cNvSpPr>
              <a:spLocks noChangeShapeType="1"/>
            </p:cNvSpPr>
            <p:nvPr/>
          </p:nvSpPr>
          <p:spPr bwMode="auto">
            <a:xfrm>
              <a:off x="653" y="4091"/>
              <a:ext cx="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11356" name="Group 50"/>
            <p:cNvGrpSpPr>
              <a:grpSpLocks/>
            </p:cNvGrpSpPr>
            <p:nvPr/>
          </p:nvGrpSpPr>
          <p:grpSpPr bwMode="auto">
            <a:xfrm>
              <a:off x="600" y="4040"/>
              <a:ext cx="67" cy="104"/>
              <a:chOff x="2525" y="1890"/>
              <a:chExt cx="46" cy="182"/>
            </a:xfrm>
          </p:grpSpPr>
          <p:sp>
            <p:nvSpPr>
              <p:cNvPr id="11441" name="Line 51"/>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42" name="Line 52"/>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1357" name="Group 53"/>
            <p:cNvGrpSpPr>
              <a:grpSpLocks/>
            </p:cNvGrpSpPr>
            <p:nvPr/>
          </p:nvGrpSpPr>
          <p:grpSpPr bwMode="auto">
            <a:xfrm>
              <a:off x="1440" y="4016"/>
              <a:ext cx="400" cy="144"/>
              <a:chOff x="672" y="3696"/>
              <a:chExt cx="624" cy="192"/>
            </a:xfrm>
          </p:grpSpPr>
          <p:grpSp>
            <p:nvGrpSpPr>
              <p:cNvPr id="11435" name="Group 54"/>
              <p:cNvGrpSpPr>
                <a:grpSpLocks/>
              </p:cNvGrpSpPr>
              <p:nvPr/>
            </p:nvGrpSpPr>
            <p:grpSpPr bwMode="auto">
              <a:xfrm>
                <a:off x="672" y="3696"/>
                <a:ext cx="48" cy="192"/>
                <a:chOff x="672" y="3696"/>
                <a:chExt cx="48" cy="192"/>
              </a:xfrm>
            </p:grpSpPr>
            <p:sp>
              <p:nvSpPr>
                <p:cNvPr id="11439" name="Line 55"/>
                <p:cNvSpPr>
                  <a:spLocks noChangeShapeType="1"/>
                </p:cNvSpPr>
                <p:nvPr/>
              </p:nvSpPr>
              <p:spPr bwMode="auto">
                <a:xfrm flipH="1">
                  <a:off x="672" y="369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40" name="Line 56"/>
                <p:cNvSpPr>
                  <a:spLocks noChangeShapeType="1"/>
                </p:cNvSpPr>
                <p:nvPr/>
              </p:nvSpPr>
              <p:spPr bwMode="auto">
                <a:xfrm>
                  <a:off x="672" y="37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1436" name="Group 57"/>
              <p:cNvGrpSpPr>
                <a:grpSpLocks/>
              </p:cNvGrpSpPr>
              <p:nvPr/>
            </p:nvGrpSpPr>
            <p:grpSpPr bwMode="auto">
              <a:xfrm>
                <a:off x="1248" y="3696"/>
                <a:ext cx="48" cy="192"/>
                <a:chOff x="1248" y="3696"/>
                <a:chExt cx="48" cy="192"/>
              </a:xfrm>
            </p:grpSpPr>
            <p:sp>
              <p:nvSpPr>
                <p:cNvPr id="11437" name="Line 58"/>
                <p:cNvSpPr>
                  <a:spLocks noChangeShapeType="1"/>
                </p:cNvSpPr>
                <p:nvPr/>
              </p:nvSpPr>
              <p:spPr bwMode="auto">
                <a:xfrm>
                  <a:off x="1248" y="369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38" name="Line 59"/>
                <p:cNvSpPr>
                  <a:spLocks noChangeShapeType="1"/>
                </p:cNvSpPr>
                <p:nvPr/>
              </p:nvSpPr>
              <p:spPr bwMode="auto">
                <a:xfrm flipH="1">
                  <a:off x="1248" y="37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sp>
          <p:nvSpPr>
            <p:cNvPr id="11358" name="Text Box 60"/>
            <p:cNvSpPr txBox="1">
              <a:spLocks noChangeArrowheads="1"/>
            </p:cNvSpPr>
            <p:nvPr/>
          </p:nvSpPr>
          <p:spPr bwMode="auto">
            <a:xfrm>
              <a:off x="1440" y="4032"/>
              <a:ext cx="389"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SET Y40</a:t>
              </a:r>
            </a:p>
          </p:txBody>
        </p:sp>
        <p:sp>
          <p:nvSpPr>
            <p:cNvPr id="11359" name="Line 61"/>
            <p:cNvSpPr>
              <a:spLocks noChangeShapeType="1"/>
            </p:cNvSpPr>
            <p:nvPr/>
          </p:nvSpPr>
          <p:spPr bwMode="auto">
            <a:xfrm>
              <a:off x="336" y="4259"/>
              <a:ext cx="2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60" name="Line 62"/>
            <p:cNvSpPr>
              <a:spLocks noChangeShapeType="1"/>
            </p:cNvSpPr>
            <p:nvPr/>
          </p:nvSpPr>
          <p:spPr bwMode="auto">
            <a:xfrm flipH="1" flipV="1">
              <a:off x="1880" y="4265"/>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61" name="Line 63"/>
            <p:cNvSpPr>
              <a:spLocks noChangeShapeType="1"/>
            </p:cNvSpPr>
            <p:nvPr/>
          </p:nvSpPr>
          <p:spPr bwMode="auto">
            <a:xfrm>
              <a:off x="653" y="4259"/>
              <a:ext cx="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11362" name="Group 64"/>
            <p:cNvGrpSpPr>
              <a:grpSpLocks/>
            </p:cNvGrpSpPr>
            <p:nvPr/>
          </p:nvGrpSpPr>
          <p:grpSpPr bwMode="auto">
            <a:xfrm>
              <a:off x="600" y="4208"/>
              <a:ext cx="67" cy="104"/>
              <a:chOff x="2525" y="1890"/>
              <a:chExt cx="46" cy="182"/>
            </a:xfrm>
          </p:grpSpPr>
          <p:sp>
            <p:nvSpPr>
              <p:cNvPr id="11433" name="Line 65"/>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34" name="Line 66"/>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1363" name="Group 67"/>
            <p:cNvGrpSpPr>
              <a:grpSpLocks/>
            </p:cNvGrpSpPr>
            <p:nvPr/>
          </p:nvGrpSpPr>
          <p:grpSpPr bwMode="auto">
            <a:xfrm>
              <a:off x="1440" y="4200"/>
              <a:ext cx="400" cy="144"/>
              <a:chOff x="672" y="3696"/>
              <a:chExt cx="624" cy="192"/>
            </a:xfrm>
          </p:grpSpPr>
          <p:grpSp>
            <p:nvGrpSpPr>
              <p:cNvPr id="11427" name="Group 68"/>
              <p:cNvGrpSpPr>
                <a:grpSpLocks/>
              </p:cNvGrpSpPr>
              <p:nvPr/>
            </p:nvGrpSpPr>
            <p:grpSpPr bwMode="auto">
              <a:xfrm>
                <a:off x="672" y="3696"/>
                <a:ext cx="48" cy="192"/>
                <a:chOff x="672" y="3696"/>
                <a:chExt cx="48" cy="192"/>
              </a:xfrm>
            </p:grpSpPr>
            <p:sp>
              <p:nvSpPr>
                <p:cNvPr id="11431" name="Line 69"/>
                <p:cNvSpPr>
                  <a:spLocks noChangeShapeType="1"/>
                </p:cNvSpPr>
                <p:nvPr/>
              </p:nvSpPr>
              <p:spPr bwMode="auto">
                <a:xfrm flipH="1">
                  <a:off x="672" y="369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32" name="Line 70"/>
                <p:cNvSpPr>
                  <a:spLocks noChangeShapeType="1"/>
                </p:cNvSpPr>
                <p:nvPr/>
              </p:nvSpPr>
              <p:spPr bwMode="auto">
                <a:xfrm>
                  <a:off x="672" y="37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1428" name="Group 71"/>
              <p:cNvGrpSpPr>
                <a:grpSpLocks/>
              </p:cNvGrpSpPr>
              <p:nvPr/>
            </p:nvGrpSpPr>
            <p:grpSpPr bwMode="auto">
              <a:xfrm>
                <a:off x="1248" y="3696"/>
                <a:ext cx="48" cy="192"/>
                <a:chOff x="1248" y="3696"/>
                <a:chExt cx="48" cy="192"/>
              </a:xfrm>
            </p:grpSpPr>
            <p:sp>
              <p:nvSpPr>
                <p:cNvPr id="11429" name="Line 72"/>
                <p:cNvSpPr>
                  <a:spLocks noChangeShapeType="1"/>
                </p:cNvSpPr>
                <p:nvPr/>
              </p:nvSpPr>
              <p:spPr bwMode="auto">
                <a:xfrm>
                  <a:off x="1248" y="369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30" name="Line 73"/>
                <p:cNvSpPr>
                  <a:spLocks noChangeShapeType="1"/>
                </p:cNvSpPr>
                <p:nvPr/>
              </p:nvSpPr>
              <p:spPr bwMode="auto">
                <a:xfrm flipH="1">
                  <a:off x="1248" y="37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sp>
          <p:nvSpPr>
            <p:cNvPr id="11364" name="Text Box 74"/>
            <p:cNvSpPr txBox="1">
              <a:spLocks noChangeArrowheads="1"/>
            </p:cNvSpPr>
            <p:nvPr/>
          </p:nvSpPr>
          <p:spPr bwMode="auto">
            <a:xfrm>
              <a:off x="1440" y="4200"/>
              <a:ext cx="393"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RST Y40</a:t>
              </a:r>
            </a:p>
          </p:txBody>
        </p:sp>
        <p:sp>
          <p:nvSpPr>
            <p:cNvPr id="11365" name="Text Box 75"/>
            <p:cNvSpPr txBox="1">
              <a:spLocks noChangeArrowheads="1"/>
            </p:cNvSpPr>
            <p:nvPr/>
          </p:nvSpPr>
          <p:spPr bwMode="auto">
            <a:xfrm>
              <a:off x="544" y="4104"/>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X5</a:t>
              </a:r>
            </a:p>
          </p:txBody>
        </p:sp>
        <p:sp>
          <p:nvSpPr>
            <p:cNvPr id="11366" name="Line 76"/>
            <p:cNvSpPr>
              <a:spLocks noChangeShapeType="1"/>
            </p:cNvSpPr>
            <p:nvPr/>
          </p:nvSpPr>
          <p:spPr bwMode="auto">
            <a:xfrm>
              <a:off x="336" y="4721"/>
              <a:ext cx="0" cy="4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67" name="Line 77"/>
            <p:cNvSpPr>
              <a:spLocks noChangeShapeType="1"/>
            </p:cNvSpPr>
            <p:nvPr/>
          </p:nvSpPr>
          <p:spPr bwMode="auto">
            <a:xfrm>
              <a:off x="2024" y="4761"/>
              <a:ext cx="0" cy="23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68" name="Line 78"/>
            <p:cNvSpPr>
              <a:spLocks noChangeShapeType="1"/>
            </p:cNvSpPr>
            <p:nvPr/>
          </p:nvSpPr>
          <p:spPr bwMode="auto">
            <a:xfrm>
              <a:off x="336" y="4835"/>
              <a:ext cx="2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69" name="Line 79"/>
            <p:cNvSpPr>
              <a:spLocks noChangeShapeType="1"/>
            </p:cNvSpPr>
            <p:nvPr/>
          </p:nvSpPr>
          <p:spPr bwMode="auto">
            <a:xfrm flipH="1" flipV="1">
              <a:off x="1880" y="4841"/>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70" name="Line 80"/>
            <p:cNvSpPr>
              <a:spLocks noChangeShapeType="1"/>
            </p:cNvSpPr>
            <p:nvPr/>
          </p:nvSpPr>
          <p:spPr bwMode="auto">
            <a:xfrm>
              <a:off x="653" y="4835"/>
              <a:ext cx="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11371" name="Group 81"/>
            <p:cNvGrpSpPr>
              <a:grpSpLocks/>
            </p:cNvGrpSpPr>
            <p:nvPr/>
          </p:nvGrpSpPr>
          <p:grpSpPr bwMode="auto">
            <a:xfrm>
              <a:off x="600" y="4784"/>
              <a:ext cx="67" cy="104"/>
              <a:chOff x="2525" y="1890"/>
              <a:chExt cx="46" cy="182"/>
            </a:xfrm>
          </p:grpSpPr>
          <p:sp>
            <p:nvSpPr>
              <p:cNvPr id="11425" name="Line 82"/>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26" name="Line 83"/>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1372" name="Group 84"/>
            <p:cNvGrpSpPr>
              <a:grpSpLocks/>
            </p:cNvGrpSpPr>
            <p:nvPr/>
          </p:nvGrpSpPr>
          <p:grpSpPr bwMode="auto">
            <a:xfrm>
              <a:off x="1440" y="4760"/>
              <a:ext cx="400" cy="144"/>
              <a:chOff x="672" y="3696"/>
              <a:chExt cx="624" cy="192"/>
            </a:xfrm>
          </p:grpSpPr>
          <p:grpSp>
            <p:nvGrpSpPr>
              <p:cNvPr id="11419" name="Group 85"/>
              <p:cNvGrpSpPr>
                <a:grpSpLocks/>
              </p:cNvGrpSpPr>
              <p:nvPr/>
            </p:nvGrpSpPr>
            <p:grpSpPr bwMode="auto">
              <a:xfrm>
                <a:off x="672" y="3696"/>
                <a:ext cx="48" cy="192"/>
                <a:chOff x="672" y="3696"/>
                <a:chExt cx="48" cy="192"/>
              </a:xfrm>
            </p:grpSpPr>
            <p:sp>
              <p:nvSpPr>
                <p:cNvPr id="11423" name="Line 86"/>
                <p:cNvSpPr>
                  <a:spLocks noChangeShapeType="1"/>
                </p:cNvSpPr>
                <p:nvPr/>
              </p:nvSpPr>
              <p:spPr bwMode="auto">
                <a:xfrm flipH="1">
                  <a:off x="672" y="369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24" name="Line 87"/>
                <p:cNvSpPr>
                  <a:spLocks noChangeShapeType="1"/>
                </p:cNvSpPr>
                <p:nvPr/>
              </p:nvSpPr>
              <p:spPr bwMode="auto">
                <a:xfrm>
                  <a:off x="672" y="37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1420" name="Group 88"/>
              <p:cNvGrpSpPr>
                <a:grpSpLocks/>
              </p:cNvGrpSpPr>
              <p:nvPr/>
            </p:nvGrpSpPr>
            <p:grpSpPr bwMode="auto">
              <a:xfrm>
                <a:off x="1248" y="3696"/>
                <a:ext cx="48" cy="192"/>
                <a:chOff x="1248" y="3696"/>
                <a:chExt cx="48" cy="192"/>
              </a:xfrm>
            </p:grpSpPr>
            <p:sp>
              <p:nvSpPr>
                <p:cNvPr id="11421" name="Line 89"/>
                <p:cNvSpPr>
                  <a:spLocks noChangeShapeType="1"/>
                </p:cNvSpPr>
                <p:nvPr/>
              </p:nvSpPr>
              <p:spPr bwMode="auto">
                <a:xfrm>
                  <a:off x="1248" y="369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22" name="Line 90"/>
                <p:cNvSpPr>
                  <a:spLocks noChangeShapeType="1"/>
                </p:cNvSpPr>
                <p:nvPr/>
              </p:nvSpPr>
              <p:spPr bwMode="auto">
                <a:xfrm flipH="1">
                  <a:off x="1248" y="37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sp>
          <p:nvSpPr>
            <p:cNvPr id="11373" name="Text Box 91"/>
            <p:cNvSpPr txBox="1">
              <a:spLocks noChangeArrowheads="1"/>
            </p:cNvSpPr>
            <p:nvPr/>
          </p:nvSpPr>
          <p:spPr bwMode="auto">
            <a:xfrm>
              <a:off x="1533" y="4776"/>
              <a:ext cx="242"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Y40</a:t>
              </a:r>
            </a:p>
          </p:txBody>
        </p:sp>
        <p:sp>
          <p:nvSpPr>
            <p:cNvPr id="11374" name="Line 92"/>
            <p:cNvSpPr>
              <a:spLocks noChangeShapeType="1"/>
            </p:cNvSpPr>
            <p:nvPr/>
          </p:nvSpPr>
          <p:spPr bwMode="auto">
            <a:xfrm>
              <a:off x="336" y="4995"/>
              <a:ext cx="2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75" name="Line 93"/>
            <p:cNvSpPr>
              <a:spLocks noChangeShapeType="1"/>
            </p:cNvSpPr>
            <p:nvPr/>
          </p:nvSpPr>
          <p:spPr bwMode="auto">
            <a:xfrm>
              <a:off x="653" y="4995"/>
              <a:ext cx="25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11376" name="Group 94"/>
            <p:cNvGrpSpPr>
              <a:grpSpLocks/>
            </p:cNvGrpSpPr>
            <p:nvPr/>
          </p:nvGrpSpPr>
          <p:grpSpPr bwMode="auto">
            <a:xfrm>
              <a:off x="600" y="4944"/>
              <a:ext cx="67" cy="104"/>
              <a:chOff x="2525" y="1890"/>
              <a:chExt cx="46" cy="182"/>
            </a:xfrm>
          </p:grpSpPr>
          <p:sp>
            <p:nvSpPr>
              <p:cNvPr id="11417" name="Line 95"/>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18" name="Line 96"/>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1377" name="Text Box 97"/>
            <p:cNvSpPr txBox="1">
              <a:spLocks noChangeArrowheads="1"/>
            </p:cNvSpPr>
            <p:nvPr/>
          </p:nvSpPr>
          <p:spPr bwMode="auto">
            <a:xfrm>
              <a:off x="520" y="4856"/>
              <a:ext cx="242"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Y40</a:t>
              </a:r>
            </a:p>
          </p:txBody>
        </p:sp>
        <p:sp>
          <p:nvSpPr>
            <p:cNvPr id="11378" name="Text Box 98"/>
            <p:cNvSpPr txBox="1">
              <a:spLocks noChangeArrowheads="1"/>
            </p:cNvSpPr>
            <p:nvPr/>
          </p:nvSpPr>
          <p:spPr bwMode="auto">
            <a:xfrm>
              <a:off x="528" y="4656"/>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X1</a:t>
              </a:r>
            </a:p>
          </p:txBody>
        </p:sp>
        <p:sp>
          <p:nvSpPr>
            <p:cNvPr id="11379" name="Line 99"/>
            <p:cNvSpPr>
              <a:spLocks noChangeShapeType="1"/>
            </p:cNvSpPr>
            <p:nvPr/>
          </p:nvSpPr>
          <p:spPr bwMode="auto">
            <a:xfrm flipV="1">
              <a:off x="904" y="4832"/>
              <a:ext cx="0" cy="1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80" name="Oval 100"/>
            <p:cNvSpPr>
              <a:spLocks noChangeArrowheads="1"/>
            </p:cNvSpPr>
            <p:nvPr/>
          </p:nvSpPr>
          <p:spPr bwMode="auto">
            <a:xfrm>
              <a:off x="1008" y="4752"/>
              <a:ext cx="192" cy="144"/>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81" name="Text Box 101"/>
            <p:cNvSpPr txBox="1">
              <a:spLocks noChangeArrowheads="1"/>
            </p:cNvSpPr>
            <p:nvPr/>
          </p:nvSpPr>
          <p:spPr bwMode="auto">
            <a:xfrm>
              <a:off x="340" y="3792"/>
              <a:ext cx="334" cy="14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Ví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1</a:t>
              </a:r>
            </a:p>
          </p:txBody>
        </p:sp>
        <p:sp>
          <p:nvSpPr>
            <p:cNvPr id="11382" name="Text Box 102"/>
            <p:cNvSpPr txBox="1">
              <a:spLocks noChangeArrowheads="1"/>
            </p:cNvSpPr>
            <p:nvPr/>
          </p:nvSpPr>
          <p:spPr bwMode="auto">
            <a:xfrm>
              <a:off x="340" y="4506"/>
              <a:ext cx="334" cy="14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Ví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2</a:t>
              </a:r>
            </a:p>
          </p:txBody>
        </p:sp>
        <p:grpSp>
          <p:nvGrpSpPr>
            <p:cNvPr id="11383" name="Group 103"/>
            <p:cNvGrpSpPr>
              <a:grpSpLocks/>
            </p:cNvGrpSpPr>
            <p:nvPr/>
          </p:nvGrpSpPr>
          <p:grpSpPr bwMode="auto">
            <a:xfrm>
              <a:off x="384" y="3456"/>
              <a:ext cx="245" cy="216"/>
              <a:chOff x="2880" y="3768"/>
              <a:chExt cx="245" cy="216"/>
            </a:xfrm>
          </p:grpSpPr>
          <p:sp>
            <p:nvSpPr>
              <p:cNvPr id="11410" name="Text Box 104"/>
              <p:cNvSpPr txBox="1">
                <a:spLocks noChangeArrowheads="1"/>
              </p:cNvSpPr>
              <p:nvPr/>
            </p:nvSpPr>
            <p:spPr bwMode="auto">
              <a:xfrm>
                <a:off x="2920" y="3768"/>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X5</a:t>
                </a:r>
              </a:p>
            </p:txBody>
          </p:sp>
          <p:grpSp>
            <p:nvGrpSpPr>
              <p:cNvPr id="11411" name="Group 105"/>
              <p:cNvGrpSpPr>
                <a:grpSpLocks/>
              </p:cNvGrpSpPr>
              <p:nvPr/>
            </p:nvGrpSpPr>
            <p:grpSpPr bwMode="auto">
              <a:xfrm>
                <a:off x="2880" y="3888"/>
                <a:ext cx="240" cy="96"/>
                <a:chOff x="2880" y="3888"/>
                <a:chExt cx="352" cy="104"/>
              </a:xfrm>
            </p:grpSpPr>
            <p:grpSp>
              <p:nvGrpSpPr>
                <p:cNvPr id="11412" name="Group 106"/>
                <p:cNvGrpSpPr>
                  <a:grpSpLocks/>
                </p:cNvGrpSpPr>
                <p:nvPr/>
              </p:nvGrpSpPr>
              <p:grpSpPr bwMode="auto">
                <a:xfrm>
                  <a:off x="3024" y="3888"/>
                  <a:ext cx="67" cy="104"/>
                  <a:chOff x="2525" y="1890"/>
                  <a:chExt cx="46" cy="182"/>
                </a:xfrm>
              </p:grpSpPr>
              <p:sp>
                <p:nvSpPr>
                  <p:cNvPr id="11415" name="Line 107"/>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16" name="Line 108"/>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1413" name="Line 109"/>
                <p:cNvSpPr>
                  <a:spLocks noChangeShapeType="1"/>
                </p:cNvSpPr>
                <p:nvPr/>
              </p:nvSpPr>
              <p:spPr bwMode="auto">
                <a:xfrm>
                  <a:off x="2880"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14" name="Line 110"/>
                <p:cNvSpPr>
                  <a:spLocks noChangeShapeType="1"/>
                </p:cNvSpPr>
                <p:nvPr/>
              </p:nvSpPr>
              <p:spPr bwMode="auto">
                <a:xfrm flipH="1" flipV="1">
                  <a:off x="3088"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grpSp>
          <p:nvGrpSpPr>
            <p:cNvPr id="11384" name="Group 111"/>
            <p:cNvGrpSpPr>
              <a:grpSpLocks/>
            </p:cNvGrpSpPr>
            <p:nvPr/>
          </p:nvGrpSpPr>
          <p:grpSpPr bwMode="auto">
            <a:xfrm>
              <a:off x="816" y="3456"/>
              <a:ext cx="245" cy="216"/>
              <a:chOff x="2880" y="3768"/>
              <a:chExt cx="245" cy="216"/>
            </a:xfrm>
          </p:grpSpPr>
          <p:sp>
            <p:nvSpPr>
              <p:cNvPr id="11403" name="Text Box 112"/>
              <p:cNvSpPr txBox="1">
                <a:spLocks noChangeArrowheads="1"/>
              </p:cNvSpPr>
              <p:nvPr/>
            </p:nvSpPr>
            <p:spPr bwMode="auto">
              <a:xfrm>
                <a:off x="2920" y="3768"/>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X5</a:t>
                </a:r>
              </a:p>
            </p:txBody>
          </p:sp>
          <p:grpSp>
            <p:nvGrpSpPr>
              <p:cNvPr id="11404" name="Group 113"/>
              <p:cNvGrpSpPr>
                <a:grpSpLocks/>
              </p:cNvGrpSpPr>
              <p:nvPr/>
            </p:nvGrpSpPr>
            <p:grpSpPr bwMode="auto">
              <a:xfrm>
                <a:off x="2880" y="3888"/>
                <a:ext cx="240" cy="96"/>
                <a:chOff x="2880" y="3888"/>
                <a:chExt cx="352" cy="104"/>
              </a:xfrm>
            </p:grpSpPr>
            <p:grpSp>
              <p:nvGrpSpPr>
                <p:cNvPr id="11405" name="Group 114"/>
                <p:cNvGrpSpPr>
                  <a:grpSpLocks/>
                </p:cNvGrpSpPr>
                <p:nvPr/>
              </p:nvGrpSpPr>
              <p:grpSpPr bwMode="auto">
                <a:xfrm>
                  <a:off x="3024" y="3888"/>
                  <a:ext cx="67" cy="104"/>
                  <a:chOff x="2525" y="1890"/>
                  <a:chExt cx="46" cy="182"/>
                </a:xfrm>
              </p:grpSpPr>
              <p:sp>
                <p:nvSpPr>
                  <p:cNvPr id="11408" name="Line 115"/>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09" name="Line 116"/>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1406" name="Line 117"/>
                <p:cNvSpPr>
                  <a:spLocks noChangeShapeType="1"/>
                </p:cNvSpPr>
                <p:nvPr/>
              </p:nvSpPr>
              <p:spPr bwMode="auto">
                <a:xfrm>
                  <a:off x="2880"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07" name="Line 118"/>
                <p:cNvSpPr>
                  <a:spLocks noChangeShapeType="1"/>
                </p:cNvSpPr>
                <p:nvPr/>
              </p:nvSpPr>
              <p:spPr bwMode="auto">
                <a:xfrm flipH="1" flipV="1">
                  <a:off x="3088"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sp>
          <p:nvSpPr>
            <p:cNvPr id="11385" name="Line 119"/>
            <p:cNvSpPr>
              <a:spLocks noChangeShapeType="1"/>
            </p:cNvSpPr>
            <p:nvPr/>
          </p:nvSpPr>
          <p:spPr bwMode="auto">
            <a:xfrm flipV="1">
              <a:off x="864" y="3552"/>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11386" name="Group 120"/>
            <p:cNvGrpSpPr>
              <a:grpSpLocks/>
            </p:cNvGrpSpPr>
            <p:nvPr/>
          </p:nvGrpSpPr>
          <p:grpSpPr bwMode="auto">
            <a:xfrm>
              <a:off x="1296" y="3456"/>
              <a:ext cx="282" cy="216"/>
              <a:chOff x="2880" y="3768"/>
              <a:chExt cx="282" cy="216"/>
            </a:xfrm>
          </p:grpSpPr>
          <p:sp>
            <p:nvSpPr>
              <p:cNvPr id="11396" name="Text Box 121"/>
              <p:cNvSpPr txBox="1">
                <a:spLocks noChangeArrowheads="1"/>
              </p:cNvSpPr>
              <p:nvPr/>
            </p:nvSpPr>
            <p:spPr bwMode="auto">
              <a:xfrm>
                <a:off x="2920" y="3768"/>
                <a:ext cx="242"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Y40</a:t>
                </a:r>
              </a:p>
            </p:txBody>
          </p:sp>
          <p:grpSp>
            <p:nvGrpSpPr>
              <p:cNvPr id="11397" name="Group 122"/>
              <p:cNvGrpSpPr>
                <a:grpSpLocks/>
              </p:cNvGrpSpPr>
              <p:nvPr/>
            </p:nvGrpSpPr>
            <p:grpSpPr bwMode="auto">
              <a:xfrm>
                <a:off x="2880" y="3888"/>
                <a:ext cx="240" cy="96"/>
                <a:chOff x="2880" y="3888"/>
                <a:chExt cx="352" cy="104"/>
              </a:xfrm>
            </p:grpSpPr>
            <p:grpSp>
              <p:nvGrpSpPr>
                <p:cNvPr id="11398" name="Group 123"/>
                <p:cNvGrpSpPr>
                  <a:grpSpLocks/>
                </p:cNvGrpSpPr>
                <p:nvPr/>
              </p:nvGrpSpPr>
              <p:grpSpPr bwMode="auto">
                <a:xfrm>
                  <a:off x="3024" y="3888"/>
                  <a:ext cx="67" cy="104"/>
                  <a:chOff x="2525" y="1890"/>
                  <a:chExt cx="46" cy="182"/>
                </a:xfrm>
              </p:grpSpPr>
              <p:sp>
                <p:nvSpPr>
                  <p:cNvPr id="11401" name="Line 124"/>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02" name="Line 125"/>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1399" name="Line 126"/>
                <p:cNvSpPr>
                  <a:spLocks noChangeShapeType="1"/>
                </p:cNvSpPr>
                <p:nvPr/>
              </p:nvSpPr>
              <p:spPr bwMode="auto">
                <a:xfrm>
                  <a:off x="2880"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400" name="Line 127"/>
                <p:cNvSpPr>
                  <a:spLocks noChangeShapeType="1"/>
                </p:cNvSpPr>
                <p:nvPr/>
              </p:nvSpPr>
              <p:spPr bwMode="auto">
                <a:xfrm flipH="1" flipV="1">
                  <a:off x="3088"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grpSp>
          <p:nvGrpSpPr>
            <p:cNvPr id="11387" name="Group 128"/>
            <p:cNvGrpSpPr>
              <a:grpSpLocks/>
            </p:cNvGrpSpPr>
            <p:nvPr/>
          </p:nvGrpSpPr>
          <p:grpSpPr bwMode="auto">
            <a:xfrm>
              <a:off x="1728" y="3456"/>
              <a:ext cx="282" cy="216"/>
              <a:chOff x="2880" y="3768"/>
              <a:chExt cx="282" cy="216"/>
            </a:xfrm>
          </p:grpSpPr>
          <p:sp>
            <p:nvSpPr>
              <p:cNvPr id="11389" name="Text Box 129"/>
              <p:cNvSpPr txBox="1">
                <a:spLocks noChangeArrowheads="1"/>
              </p:cNvSpPr>
              <p:nvPr/>
            </p:nvSpPr>
            <p:spPr bwMode="auto">
              <a:xfrm>
                <a:off x="2920" y="3768"/>
                <a:ext cx="242"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Y40</a:t>
                </a:r>
              </a:p>
            </p:txBody>
          </p:sp>
          <p:grpSp>
            <p:nvGrpSpPr>
              <p:cNvPr id="11390" name="Group 130"/>
              <p:cNvGrpSpPr>
                <a:grpSpLocks/>
              </p:cNvGrpSpPr>
              <p:nvPr/>
            </p:nvGrpSpPr>
            <p:grpSpPr bwMode="auto">
              <a:xfrm>
                <a:off x="2880" y="3888"/>
                <a:ext cx="240" cy="96"/>
                <a:chOff x="2880" y="3888"/>
                <a:chExt cx="352" cy="104"/>
              </a:xfrm>
            </p:grpSpPr>
            <p:grpSp>
              <p:nvGrpSpPr>
                <p:cNvPr id="11391" name="Group 131"/>
                <p:cNvGrpSpPr>
                  <a:grpSpLocks/>
                </p:cNvGrpSpPr>
                <p:nvPr/>
              </p:nvGrpSpPr>
              <p:grpSpPr bwMode="auto">
                <a:xfrm>
                  <a:off x="3024" y="3888"/>
                  <a:ext cx="67" cy="104"/>
                  <a:chOff x="2525" y="1890"/>
                  <a:chExt cx="46" cy="182"/>
                </a:xfrm>
              </p:grpSpPr>
              <p:sp>
                <p:nvSpPr>
                  <p:cNvPr id="11394" name="Line 132"/>
                  <p:cNvSpPr>
                    <a:spLocks noChangeShapeType="1"/>
                  </p:cNvSpPr>
                  <p:nvPr/>
                </p:nvSpPr>
                <p:spPr bwMode="auto">
                  <a:xfrm>
                    <a:off x="2525"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95" name="Line 133"/>
                  <p:cNvSpPr>
                    <a:spLocks noChangeShapeType="1"/>
                  </p:cNvSpPr>
                  <p:nvPr/>
                </p:nvSpPr>
                <p:spPr bwMode="auto">
                  <a:xfrm>
                    <a:off x="2571" y="1890"/>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1392" name="Line 134"/>
                <p:cNvSpPr>
                  <a:spLocks noChangeShapeType="1"/>
                </p:cNvSpPr>
                <p:nvPr/>
              </p:nvSpPr>
              <p:spPr bwMode="auto">
                <a:xfrm>
                  <a:off x="2880"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93" name="Line 135"/>
                <p:cNvSpPr>
                  <a:spLocks noChangeShapeType="1"/>
                </p:cNvSpPr>
                <p:nvPr/>
              </p:nvSpPr>
              <p:spPr bwMode="auto">
                <a:xfrm flipH="1" flipV="1">
                  <a:off x="3088" y="39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sp>
          <p:nvSpPr>
            <p:cNvPr id="11388" name="Line 136"/>
            <p:cNvSpPr>
              <a:spLocks noChangeShapeType="1"/>
            </p:cNvSpPr>
            <p:nvPr/>
          </p:nvSpPr>
          <p:spPr bwMode="auto">
            <a:xfrm flipV="1">
              <a:off x="1776" y="3552"/>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1281" name="Text Box 137"/>
          <p:cNvSpPr txBox="1">
            <a:spLocks noChangeArrowheads="1"/>
          </p:cNvSpPr>
          <p:nvPr/>
        </p:nvSpPr>
        <p:spPr bwMode="auto">
          <a:xfrm>
            <a:off x="1112838" y="2282824"/>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a:t>
            </a:r>
          </a:p>
        </p:txBody>
      </p:sp>
      <p:sp>
        <p:nvSpPr>
          <p:cNvPr id="11282" name="Text Box 138"/>
          <p:cNvSpPr txBox="1">
            <a:spLocks noChangeArrowheads="1"/>
          </p:cNvSpPr>
          <p:nvPr/>
        </p:nvSpPr>
        <p:spPr bwMode="auto">
          <a:xfrm>
            <a:off x="1873250" y="2273300"/>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a:t>
            </a:r>
          </a:p>
        </p:txBody>
      </p:sp>
      <p:sp>
        <p:nvSpPr>
          <p:cNvPr id="11283" name="Text Box 139"/>
          <p:cNvSpPr txBox="1">
            <a:spLocks noChangeArrowheads="1"/>
          </p:cNvSpPr>
          <p:nvPr/>
        </p:nvSpPr>
        <p:spPr bwMode="auto">
          <a:xfrm>
            <a:off x="2601913" y="2278063"/>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a:t>
            </a:r>
          </a:p>
        </p:txBody>
      </p:sp>
      <p:sp>
        <p:nvSpPr>
          <p:cNvPr id="11284" name="Text Box 140"/>
          <p:cNvSpPr txBox="1">
            <a:spLocks noChangeArrowheads="1"/>
          </p:cNvSpPr>
          <p:nvPr/>
        </p:nvSpPr>
        <p:spPr bwMode="auto">
          <a:xfrm>
            <a:off x="438150" y="2292350"/>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a:t>
            </a:r>
          </a:p>
        </p:txBody>
      </p:sp>
      <p:sp>
        <p:nvSpPr>
          <p:cNvPr id="11285" name="Rectangle 142"/>
          <p:cNvSpPr>
            <a:spLocks noChangeArrowheads="1"/>
          </p:cNvSpPr>
          <p:nvPr/>
        </p:nvSpPr>
        <p:spPr bwMode="auto">
          <a:xfrm>
            <a:off x="225425" y="1908173"/>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18. </a:t>
            </a:r>
            <a:r>
              <a:rPr lang="en-US" altLang="ko-KR" sz="900" smtClean="0">
                <a:solidFill>
                  <a:srgbClr val="000000"/>
                </a:solidFill>
                <a:latin typeface="Times New Roman" panose="02020603050405020304" pitchFamily="18" charset="0"/>
                <a:cs typeface="Times New Roman" panose="02020603050405020304" pitchFamily="18" charset="0"/>
              </a:rPr>
              <a:t>Sequence ở </a:t>
            </a:r>
            <a:r>
              <a:rPr lang="en-US" altLang="ko-KR" sz="900" err="1" smtClean="0">
                <a:solidFill>
                  <a:srgbClr val="000000"/>
                </a:solidFill>
                <a:latin typeface="Times New Roman" panose="02020603050405020304" pitchFamily="18" charset="0"/>
                <a:cs typeface="Times New Roman" panose="02020603050405020304" pitchFamily="18" charset="0"/>
              </a:rPr>
              <a:t>ví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a:t>
            </a:r>
            <a:r>
              <a:rPr lang="en-US" altLang="ko-KR" sz="900" smtClean="0">
                <a:solidFill>
                  <a:srgbClr val="000000"/>
                </a:solidFill>
                <a:latin typeface="Times New Roman" panose="02020603050405020304" pitchFamily="18" charset="0"/>
                <a:cs typeface="Times New Roman" panose="02020603050405020304" pitchFamily="18" charset="0"/>
              </a:rPr>
              <a:t> 1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2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đồng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nhất</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Logic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ô </a:t>
            </a:r>
            <a:r>
              <a:rPr lang="en-US" altLang="ko-KR" sz="900" err="1" smtClean="0">
                <a:solidFill>
                  <a:srgbClr val="000000"/>
                </a:solidFill>
                <a:latin typeface="Times New Roman" panose="02020603050405020304" pitchFamily="18" charset="0"/>
                <a:cs typeface="Times New Roman" panose="02020603050405020304" pitchFamily="18" charset="0"/>
              </a:rPr>
              <a:t>tròn</a:t>
            </a:r>
            <a:r>
              <a:rPr lang="en-US" altLang="ko-KR" sz="900" smtClean="0">
                <a:solidFill>
                  <a:srgbClr val="000000"/>
                </a:solidFill>
                <a:latin typeface="Times New Roman" panose="02020603050405020304" pitchFamily="18" charset="0"/>
                <a:cs typeface="Times New Roman" panose="02020603050405020304" pitchFamily="18" charset="0"/>
              </a:rPr>
              <a:t> ○? </a:t>
            </a:r>
            <a:r>
              <a:rPr lang="en-US" altLang="ko-KR" sz="900">
                <a:solidFill>
                  <a:srgbClr val="000000"/>
                </a:solidFill>
                <a:latin typeface="Times New Roman" panose="02020603050405020304" pitchFamily="18" charset="0"/>
                <a:cs typeface="Times New Roman" panose="02020603050405020304" pitchFamily="18" charset="0"/>
              </a:rPr>
              <a:t>(     )</a:t>
            </a:r>
          </a:p>
        </p:txBody>
      </p:sp>
      <p:sp>
        <p:nvSpPr>
          <p:cNvPr id="11286" name="Rectangle 143"/>
          <p:cNvSpPr>
            <a:spLocks noChangeArrowheads="1"/>
          </p:cNvSpPr>
          <p:nvPr/>
        </p:nvSpPr>
        <p:spPr bwMode="auto">
          <a:xfrm>
            <a:off x="260353" y="5241925"/>
            <a:ext cx="2983509"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19. </a:t>
            </a:r>
            <a:r>
              <a:rPr lang="en-US" altLang="ko-KR" sz="900" smtClean="0">
                <a:solidFill>
                  <a:srgbClr val="000000"/>
                </a:solidFill>
                <a:latin typeface="Times New Roman" panose="02020603050405020304" pitchFamily="18" charset="0"/>
                <a:cs typeface="Times New Roman" panose="02020603050405020304" pitchFamily="18" charset="0"/>
              </a:rPr>
              <a:t>Timing Chart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a:t>
            </a:r>
          </a:p>
        </p:txBody>
      </p:sp>
      <p:grpSp>
        <p:nvGrpSpPr>
          <p:cNvPr id="11287" name="Group 144"/>
          <p:cNvGrpSpPr>
            <a:grpSpLocks/>
          </p:cNvGrpSpPr>
          <p:nvPr/>
        </p:nvGrpSpPr>
        <p:grpSpPr bwMode="auto">
          <a:xfrm>
            <a:off x="436567" y="5470525"/>
            <a:ext cx="2855913" cy="2352676"/>
            <a:chOff x="2143" y="1187"/>
            <a:chExt cx="1799" cy="1482"/>
          </a:xfrm>
        </p:grpSpPr>
        <p:sp>
          <p:nvSpPr>
            <p:cNvPr id="11290" name="Line 145"/>
            <p:cNvSpPr>
              <a:spLocks noChangeShapeType="1"/>
            </p:cNvSpPr>
            <p:nvPr/>
          </p:nvSpPr>
          <p:spPr bwMode="auto">
            <a:xfrm>
              <a:off x="2642" y="1315"/>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1" name="Line 146"/>
            <p:cNvSpPr>
              <a:spLocks noChangeShapeType="1"/>
            </p:cNvSpPr>
            <p:nvPr/>
          </p:nvSpPr>
          <p:spPr bwMode="auto">
            <a:xfrm>
              <a:off x="2690" y="1315"/>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2" name="Line 147"/>
            <p:cNvSpPr>
              <a:spLocks noChangeShapeType="1"/>
            </p:cNvSpPr>
            <p:nvPr/>
          </p:nvSpPr>
          <p:spPr bwMode="auto">
            <a:xfrm flipH="1">
              <a:off x="2450" y="1363"/>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3" name="Text Box 148"/>
            <p:cNvSpPr txBox="1">
              <a:spLocks noChangeArrowheads="1"/>
            </p:cNvSpPr>
            <p:nvPr/>
          </p:nvSpPr>
          <p:spPr bwMode="auto">
            <a:xfrm>
              <a:off x="3423" y="1200"/>
              <a:ext cx="46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en-US" sz="900">
                <a:solidFill>
                  <a:srgbClr val="000000"/>
                </a:solidFill>
                <a:latin typeface="Times New Roman" panose="02020603050405020304" pitchFamily="18" charset="0"/>
                <a:cs typeface="Times New Roman" panose="02020603050405020304" pitchFamily="18" charset="0"/>
              </a:endParaRPr>
            </a:p>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PLF M0 ]</a:t>
              </a:r>
            </a:p>
          </p:txBody>
        </p:sp>
        <p:sp>
          <p:nvSpPr>
            <p:cNvPr id="11294" name="Line 149"/>
            <p:cNvSpPr>
              <a:spLocks noChangeShapeType="1"/>
            </p:cNvSpPr>
            <p:nvPr/>
          </p:nvSpPr>
          <p:spPr bwMode="auto">
            <a:xfrm>
              <a:off x="3938" y="1219"/>
              <a:ext cx="0" cy="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5" name="Text Box 150"/>
            <p:cNvSpPr txBox="1">
              <a:spLocks noChangeArrowheads="1"/>
            </p:cNvSpPr>
            <p:nvPr/>
          </p:nvSpPr>
          <p:spPr bwMode="auto">
            <a:xfrm>
              <a:off x="2570" y="1187"/>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X0</a:t>
              </a:r>
            </a:p>
          </p:txBody>
        </p:sp>
        <p:sp>
          <p:nvSpPr>
            <p:cNvPr id="11296" name="Line 151"/>
            <p:cNvSpPr>
              <a:spLocks noChangeShapeType="1"/>
            </p:cNvSpPr>
            <p:nvPr/>
          </p:nvSpPr>
          <p:spPr bwMode="auto">
            <a:xfrm>
              <a:off x="2450" y="1191"/>
              <a:ext cx="0" cy="5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7" name="Line 152"/>
            <p:cNvSpPr>
              <a:spLocks noChangeShapeType="1"/>
            </p:cNvSpPr>
            <p:nvPr/>
          </p:nvSpPr>
          <p:spPr bwMode="auto">
            <a:xfrm>
              <a:off x="2690" y="1359"/>
              <a:ext cx="7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8" name="Line 153"/>
            <p:cNvSpPr>
              <a:spLocks noChangeShapeType="1"/>
            </p:cNvSpPr>
            <p:nvPr/>
          </p:nvSpPr>
          <p:spPr bwMode="auto">
            <a:xfrm>
              <a:off x="3840" y="1360"/>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299" name="Text Box 154"/>
            <p:cNvSpPr txBox="1">
              <a:spLocks noChangeArrowheads="1"/>
            </p:cNvSpPr>
            <p:nvPr/>
          </p:nvSpPr>
          <p:spPr bwMode="auto">
            <a:xfrm>
              <a:off x="3424" y="1527"/>
              <a:ext cx="464"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PLS M1 ]</a:t>
              </a:r>
            </a:p>
          </p:txBody>
        </p:sp>
        <p:sp>
          <p:nvSpPr>
            <p:cNvPr id="11300" name="Line 155"/>
            <p:cNvSpPr>
              <a:spLocks noChangeShapeType="1"/>
            </p:cNvSpPr>
            <p:nvPr/>
          </p:nvSpPr>
          <p:spPr bwMode="auto">
            <a:xfrm>
              <a:off x="2880" y="1603"/>
              <a:ext cx="5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01" name="Line 156"/>
            <p:cNvSpPr>
              <a:spLocks noChangeShapeType="1"/>
            </p:cNvSpPr>
            <p:nvPr/>
          </p:nvSpPr>
          <p:spPr bwMode="auto">
            <a:xfrm>
              <a:off x="3842" y="1604"/>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02" name="Line 157"/>
            <p:cNvSpPr>
              <a:spLocks noChangeShapeType="1"/>
            </p:cNvSpPr>
            <p:nvPr/>
          </p:nvSpPr>
          <p:spPr bwMode="auto">
            <a:xfrm>
              <a:off x="2880" y="1364"/>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11303" name="Group 158"/>
            <p:cNvGrpSpPr>
              <a:grpSpLocks/>
            </p:cNvGrpSpPr>
            <p:nvPr/>
          </p:nvGrpSpPr>
          <p:grpSpPr bwMode="auto">
            <a:xfrm>
              <a:off x="2143" y="1776"/>
              <a:ext cx="1799" cy="893"/>
              <a:chOff x="2143" y="1776"/>
              <a:chExt cx="1799" cy="893"/>
            </a:xfrm>
          </p:grpSpPr>
          <p:sp>
            <p:nvSpPr>
              <p:cNvPr id="11304" name="Line 159"/>
              <p:cNvSpPr>
                <a:spLocks noChangeShapeType="1"/>
              </p:cNvSpPr>
              <p:nvPr/>
            </p:nvSpPr>
            <p:spPr bwMode="auto">
              <a:xfrm>
                <a:off x="2304" y="190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05" name="Line 160"/>
              <p:cNvSpPr>
                <a:spLocks noChangeShapeType="1"/>
              </p:cNvSpPr>
              <p:nvPr/>
            </p:nvSpPr>
            <p:spPr bwMode="auto">
              <a:xfrm>
                <a:off x="2304" y="216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06" name="Line 161"/>
              <p:cNvSpPr>
                <a:spLocks noChangeShapeType="1"/>
              </p:cNvSpPr>
              <p:nvPr/>
            </p:nvSpPr>
            <p:spPr bwMode="auto">
              <a:xfrm>
                <a:off x="2304" y="2044"/>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07" name="Text Box 162"/>
              <p:cNvSpPr txBox="1">
                <a:spLocks noChangeArrowheads="1"/>
              </p:cNvSpPr>
              <p:nvPr/>
            </p:nvSpPr>
            <p:spPr bwMode="auto">
              <a:xfrm>
                <a:off x="2254" y="1776"/>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X0</a:t>
                </a:r>
              </a:p>
            </p:txBody>
          </p:sp>
          <p:sp>
            <p:nvSpPr>
              <p:cNvPr id="11308" name="Text Box 163"/>
              <p:cNvSpPr txBox="1">
                <a:spLocks noChangeArrowheads="1"/>
              </p:cNvSpPr>
              <p:nvPr/>
            </p:nvSpPr>
            <p:spPr bwMode="auto">
              <a:xfrm>
                <a:off x="2252" y="1928"/>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1309" name="Text Box 164"/>
              <p:cNvSpPr txBox="1">
                <a:spLocks noChangeArrowheads="1"/>
              </p:cNvSpPr>
              <p:nvPr/>
            </p:nvSpPr>
            <p:spPr bwMode="auto">
              <a:xfrm>
                <a:off x="2256" y="2044"/>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11310" name="Rectangle 165"/>
              <p:cNvSpPr>
                <a:spLocks noChangeArrowheads="1"/>
              </p:cNvSpPr>
              <p:nvPr/>
            </p:nvSpPr>
            <p:spPr bwMode="auto">
              <a:xfrm>
                <a:off x="2544" y="1804"/>
                <a:ext cx="28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11" name="Rectangle 166"/>
              <p:cNvSpPr>
                <a:spLocks noChangeArrowheads="1"/>
              </p:cNvSpPr>
              <p:nvPr/>
            </p:nvSpPr>
            <p:spPr bwMode="auto">
              <a:xfrm>
                <a:off x="2832" y="1948"/>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12" name="Rectangle 167"/>
              <p:cNvSpPr>
                <a:spLocks noChangeArrowheads="1"/>
              </p:cNvSpPr>
              <p:nvPr/>
            </p:nvSpPr>
            <p:spPr bwMode="auto">
              <a:xfrm>
                <a:off x="2784" y="2064"/>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13" name="Line 168"/>
              <p:cNvSpPr>
                <a:spLocks noChangeShapeType="1"/>
              </p:cNvSpPr>
              <p:nvPr/>
            </p:nvSpPr>
            <p:spPr bwMode="auto">
              <a:xfrm>
                <a:off x="2832" y="1900"/>
                <a:ext cx="0" cy="192"/>
              </a:xfrm>
              <a:prstGeom prst="line">
                <a:avLst/>
              </a:prstGeom>
              <a:noFill/>
              <a:ln w="9525"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14" name="Line 169"/>
              <p:cNvSpPr>
                <a:spLocks noChangeShapeType="1"/>
              </p:cNvSpPr>
              <p:nvPr/>
            </p:nvSpPr>
            <p:spPr bwMode="auto">
              <a:xfrm>
                <a:off x="3219" y="190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15" name="Line 170"/>
              <p:cNvSpPr>
                <a:spLocks noChangeShapeType="1"/>
              </p:cNvSpPr>
              <p:nvPr/>
            </p:nvSpPr>
            <p:spPr bwMode="auto">
              <a:xfrm>
                <a:off x="3219" y="216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16" name="Line 171"/>
              <p:cNvSpPr>
                <a:spLocks noChangeShapeType="1"/>
              </p:cNvSpPr>
              <p:nvPr/>
            </p:nvSpPr>
            <p:spPr bwMode="auto">
              <a:xfrm>
                <a:off x="3219" y="2044"/>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17" name="Text Box 172"/>
              <p:cNvSpPr txBox="1">
                <a:spLocks noChangeArrowheads="1"/>
              </p:cNvSpPr>
              <p:nvPr/>
            </p:nvSpPr>
            <p:spPr bwMode="auto">
              <a:xfrm>
                <a:off x="3169" y="1776"/>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X0</a:t>
                </a:r>
              </a:p>
            </p:txBody>
          </p:sp>
          <p:sp>
            <p:nvSpPr>
              <p:cNvPr id="11318" name="Text Box 173"/>
              <p:cNvSpPr txBox="1">
                <a:spLocks noChangeArrowheads="1"/>
              </p:cNvSpPr>
              <p:nvPr/>
            </p:nvSpPr>
            <p:spPr bwMode="auto">
              <a:xfrm>
                <a:off x="3167" y="1928"/>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1319" name="Text Box 174"/>
              <p:cNvSpPr txBox="1">
                <a:spLocks noChangeArrowheads="1"/>
              </p:cNvSpPr>
              <p:nvPr/>
            </p:nvSpPr>
            <p:spPr bwMode="auto">
              <a:xfrm>
                <a:off x="3171" y="2044"/>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11320" name="Rectangle 175"/>
              <p:cNvSpPr>
                <a:spLocks noChangeArrowheads="1"/>
              </p:cNvSpPr>
              <p:nvPr/>
            </p:nvSpPr>
            <p:spPr bwMode="auto">
              <a:xfrm>
                <a:off x="3459" y="1804"/>
                <a:ext cx="28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21" name="Rectangle 176"/>
              <p:cNvSpPr>
                <a:spLocks noChangeArrowheads="1"/>
              </p:cNvSpPr>
              <p:nvPr/>
            </p:nvSpPr>
            <p:spPr bwMode="auto">
              <a:xfrm>
                <a:off x="3459" y="1948"/>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22" name="Rectangle 177"/>
              <p:cNvSpPr>
                <a:spLocks noChangeArrowheads="1"/>
              </p:cNvSpPr>
              <p:nvPr/>
            </p:nvSpPr>
            <p:spPr bwMode="auto">
              <a:xfrm>
                <a:off x="3747" y="2064"/>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23" name="Line 178"/>
              <p:cNvSpPr>
                <a:spLocks noChangeShapeType="1"/>
              </p:cNvSpPr>
              <p:nvPr/>
            </p:nvSpPr>
            <p:spPr bwMode="auto">
              <a:xfrm>
                <a:off x="3459" y="1900"/>
                <a:ext cx="0" cy="48"/>
              </a:xfrm>
              <a:prstGeom prst="line">
                <a:avLst/>
              </a:prstGeom>
              <a:noFill/>
              <a:ln w="9525"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24" name="Line 179"/>
              <p:cNvSpPr>
                <a:spLocks noChangeShapeType="1"/>
              </p:cNvSpPr>
              <p:nvPr/>
            </p:nvSpPr>
            <p:spPr bwMode="auto">
              <a:xfrm>
                <a:off x="3747" y="1900"/>
                <a:ext cx="0" cy="192"/>
              </a:xfrm>
              <a:prstGeom prst="line">
                <a:avLst/>
              </a:prstGeom>
              <a:noFill/>
              <a:ln w="9525"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25" name="Line 180"/>
              <p:cNvSpPr>
                <a:spLocks noChangeShapeType="1"/>
              </p:cNvSpPr>
              <p:nvPr/>
            </p:nvSpPr>
            <p:spPr bwMode="auto">
              <a:xfrm>
                <a:off x="2307" y="238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26" name="Line 181"/>
              <p:cNvSpPr>
                <a:spLocks noChangeShapeType="1"/>
              </p:cNvSpPr>
              <p:nvPr/>
            </p:nvSpPr>
            <p:spPr bwMode="auto">
              <a:xfrm>
                <a:off x="2307" y="264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27" name="Line 182"/>
              <p:cNvSpPr>
                <a:spLocks noChangeShapeType="1"/>
              </p:cNvSpPr>
              <p:nvPr/>
            </p:nvSpPr>
            <p:spPr bwMode="auto">
              <a:xfrm>
                <a:off x="2307" y="2524"/>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28" name="Text Box 183"/>
              <p:cNvSpPr txBox="1">
                <a:spLocks noChangeArrowheads="1"/>
              </p:cNvSpPr>
              <p:nvPr/>
            </p:nvSpPr>
            <p:spPr bwMode="auto">
              <a:xfrm>
                <a:off x="2257" y="2256"/>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X0</a:t>
                </a:r>
              </a:p>
            </p:txBody>
          </p:sp>
          <p:sp>
            <p:nvSpPr>
              <p:cNvPr id="11329" name="Text Box 184"/>
              <p:cNvSpPr txBox="1">
                <a:spLocks noChangeArrowheads="1"/>
              </p:cNvSpPr>
              <p:nvPr/>
            </p:nvSpPr>
            <p:spPr bwMode="auto">
              <a:xfrm>
                <a:off x="2255" y="2408"/>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1330" name="Text Box 185"/>
              <p:cNvSpPr txBox="1">
                <a:spLocks noChangeArrowheads="1"/>
              </p:cNvSpPr>
              <p:nvPr/>
            </p:nvSpPr>
            <p:spPr bwMode="auto">
              <a:xfrm>
                <a:off x="2259" y="2524"/>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11331" name="Rectangle 186"/>
              <p:cNvSpPr>
                <a:spLocks noChangeArrowheads="1"/>
              </p:cNvSpPr>
              <p:nvPr/>
            </p:nvSpPr>
            <p:spPr bwMode="auto">
              <a:xfrm>
                <a:off x="2547" y="2284"/>
                <a:ext cx="28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32" name="Rectangle 187"/>
              <p:cNvSpPr>
                <a:spLocks noChangeArrowheads="1"/>
              </p:cNvSpPr>
              <p:nvPr/>
            </p:nvSpPr>
            <p:spPr bwMode="auto">
              <a:xfrm>
                <a:off x="2788" y="2428"/>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33" name="Rectangle 188"/>
              <p:cNvSpPr>
                <a:spLocks noChangeArrowheads="1"/>
              </p:cNvSpPr>
              <p:nvPr/>
            </p:nvSpPr>
            <p:spPr bwMode="auto">
              <a:xfrm>
                <a:off x="2835" y="2544"/>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34" name="Line 189"/>
              <p:cNvSpPr>
                <a:spLocks noChangeShapeType="1"/>
              </p:cNvSpPr>
              <p:nvPr/>
            </p:nvSpPr>
            <p:spPr bwMode="auto">
              <a:xfrm>
                <a:off x="2835" y="2380"/>
                <a:ext cx="0" cy="192"/>
              </a:xfrm>
              <a:prstGeom prst="line">
                <a:avLst/>
              </a:prstGeom>
              <a:noFill/>
              <a:ln w="9525"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35" name="Line 190"/>
              <p:cNvSpPr>
                <a:spLocks noChangeShapeType="1"/>
              </p:cNvSpPr>
              <p:nvPr/>
            </p:nvSpPr>
            <p:spPr bwMode="auto">
              <a:xfrm>
                <a:off x="3222" y="238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36" name="Line 191"/>
              <p:cNvSpPr>
                <a:spLocks noChangeShapeType="1"/>
              </p:cNvSpPr>
              <p:nvPr/>
            </p:nvSpPr>
            <p:spPr bwMode="auto">
              <a:xfrm>
                <a:off x="3222" y="2640"/>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37" name="Line 192"/>
              <p:cNvSpPr>
                <a:spLocks noChangeShapeType="1"/>
              </p:cNvSpPr>
              <p:nvPr/>
            </p:nvSpPr>
            <p:spPr bwMode="auto">
              <a:xfrm>
                <a:off x="3222" y="2524"/>
                <a:ext cx="7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38" name="Text Box 193"/>
              <p:cNvSpPr txBox="1">
                <a:spLocks noChangeArrowheads="1"/>
              </p:cNvSpPr>
              <p:nvPr/>
            </p:nvSpPr>
            <p:spPr bwMode="auto">
              <a:xfrm>
                <a:off x="3172" y="2256"/>
                <a:ext cx="205"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X0</a:t>
                </a:r>
              </a:p>
            </p:txBody>
          </p:sp>
          <p:sp>
            <p:nvSpPr>
              <p:cNvPr id="11339" name="Text Box 194"/>
              <p:cNvSpPr txBox="1">
                <a:spLocks noChangeArrowheads="1"/>
              </p:cNvSpPr>
              <p:nvPr/>
            </p:nvSpPr>
            <p:spPr bwMode="auto">
              <a:xfrm>
                <a:off x="3170" y="2408"/>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1340" name="Text Box 195"/>
              <p:cNvSpPr txBox="1">
                <a:spLocks noChangeArrowheads="1"/>
              </p:cNvSpPr>
              <p:nvPr/>
            </p:nvSpPr>
            <p:spPr bwMode="auto">
              <a:xfrm>
                <a:off x="3174" y="2524"/>
                <a:ext cx="217"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11341" name="Rectangle 196"/>
              <p:cNvSpPr>
                <a:spLocks noChangeArrowheads="1"/>
              </p:cNvSpPr>
              <p:nvPr/>
            </p:nvSpPr>
            <p:spPr bwMode="auto">
              <a:xfrm>
                <a:off x="3462" y="2284"/>
                <a:ext cx="28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42" name="Rectangle 197"/>
              <p:cNvSpPr>
                <a:spLocks noChangeArrowheads="1"/>
              </p:cNvSpPr>
              <p:nvPr/>
            </p:nvSpPr>
            <p:spPr bwMode="auto">
              <a:xfrm>
                <a:off x="3752" y="2428"/>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43" name="Rectangle 198"/>
              <p:cNvSpPr>
                <a:spLocks noChangeArrowheads="1"/>
              </p:cNvSpPr>
              <p:nvPr/>
            </p:nvSpPr>
            <p:spPr bwMode="auto">
              <a:xfrm>
                <a:off x="3464" y="2544"/>
                <a:ext cx="48" cy="9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1344" name="Line 199"/>
              <p:cNvSpPr>
                <a:spLocks noChangeShapeType="1"/>
              </p:cNvSpPr>
              <p:nvPr/>
            </p:nvSpPr>
            <p:spPr bwMode="auto">
              <a:xfrm>
                <a:off x="3752" y="2380"/>
                <a:ext cx="0" cy="48"/>
              </a:xfrm>
              <a:prstGeom prst="line">
                <a:avLst/>
              </a:prstGeom>
              <a:noFill/>
              <a:ln w="9525"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45" name="Line 200"/>
              <p:cNvSpPr>
                <a:spLocks noChangeShapeType="1"/>
              </p:cNvSpPr>
              <p:nvPr/>
            </p:nvSpPr>
            <p:spPr bwMode="auto">
              <a:xfrm>
                <a:off x="3464" y="2380"/>
                <a:ext cx="0" cy="192"/>
              </a:xfrm>
              <a:prstGeom prst="line">
                <a:avLst/>
              </a:prstGeom>
              <a:noFill/>
              <a:ln w="9525"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1346" name="Rectangle 201"/>
              <p:cNvSpPr>
                <a:spLocks noChangeArrowheads="1"/>
              </p:cNvSpPr>
              <p:nvPr/>
            </p:nvSpPr>
            <p:spPr bwMode="auto">
              <a:xfrm>
                <a:off x="2143" y="1784"/>
                <a:ext cx="189"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a:t>
                </a:r>
              </a:p>
            </p:txBody>
          </p:sp>
          <p:sp>
            <p:nvSpPr>
              <p:cNvPr id="11347" name="Rectangle 202"/>
              <p:cNvSpPr>
                <a:spLocks noChangeArrowheads="1"/>
              </p:cNvSpPr>
              <p:nvPr/>
            </p:nvSpPr>
            <p:spPr bwMode="auto">
              <a:xfrm>
                <a:off x="3059" y="1780"/>
                <a:ext cx="189"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a:t>
                </a:r>
              </a:p>
            </p:txBody>
          </p:sp>
          <p:sp>
            <p:nvSpPr>
              <p:cNvPr id="11348" name="Rectangle 203"/>
              <p:cNvSpPr>
                <a:spLocks noChangeArrowheads="1"/>
              </p:cNvSpPr>
              <p:nvPr/>
            </p:nvSpPr>
            <p:spPr bwMode="auto">
              <a:xfrm>
                <a:off x="2163" y="2264"/>
                <a:ext cx="189"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a:t>
                </a:r>
              </a:p>
            </p:txBody>
          </p:sp>
          <p:sp>
            <p:nvSpPr>
              <p:cNvPr id="11349" name="Rectangle 204"/>
              <p:cNvSpPr>
                <a:spLocks noChangeArrowheads="1"/>
              </p:cNvSpPr>
              <p:nvPr/>
            </p:nvSpPr>
            <p:spPr bwMode="auto">
              <a:xfrm>
                <a:off x="3075" y="2260"/>
                <a:ext cx="189"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a:t>
                </a:r>
              </a:p>
            </p:txBody>
          </p:sp>
        </p:grpSp>
      </p:grpSp>
      <p:sp>
        <p:nvSpPr>
          <p:cNvPr id="11288" name="Rectangle 205"/>
          <p:cNvSpPr>
            <a:spLocks noChangeArrowheads="1"/>
          </p:cNvSpPr>
          <p:nvPr/>
        </p:nvSpPr>
        <p:spPr bwMode="auto">
          <a:xfrm>
            <a:off x="260350" y="1041400"/>
            <a:ext cx="3429000" cy="44627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17. </a:t>
            </a:r>
            <a:r>
              <a:rPr lang="en-US" altLang="ko-KR" sz="900" err="1" smtClean="0">
                <a:solidFill>
                  <a:srgbClr val="000000"/>
                </a:solidFill>
                <a:latin typeface="Times New Roman" panose="02020603050405020304" pitchFamily="18" charset="0"/>
                <a:cs typeface="Times New Roman" panose="02020603050405020304" pitchFamily="18" charset="0"/>
              </a:rPr>
              <a:t>Phím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tắt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sang Edit Mode? </a:t>
            </a:r>
            <a:r>
              <a:rPr lang="en-US" altLang="ko-KR"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F4          ② F2         ③  F7         ④ F5</a:t>
            </a:r>
          </a:p>
        </p:txBody>
      </p:sp>
      <p:sp>
        <p:nvSpPr>
          <p:cNvPr id="11289" name="Rectangle 180"/>
          <p:cNvSpPr>
            <a:spLocks noChangeArrowheads="1"/>
          </p:cNvSpPr>
          <p:nvPr/>
        </p:nvSpPr>
        <p:spPr bwMode="auto">
          <a:xfrm>
            <a:off x="3419475" y="1041406"/>
            <a:ext cx="3429000" cy="9925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sắp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dung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Bit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&lt; Word &lt; Byte &lt; Nibble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Bit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&lt; Nibble &lt; Byte &lt; Word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Nibble</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Bit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&lt; Byte &lt; Word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Bit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&lt; Word &lt; Nibble &lt; Byte</a:t>
            </a: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2"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05008393"/>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229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1920101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16"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17"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627595482"/>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pic>
        <p:nvPicPr>
          <p:cNvPr id="13328" name="Picture 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6250" y="1331929"/>
            <a:ext cx="2520950" cy="719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29" name="Rectangle 45"/>
          <p:cNvSpPr>
            <a:spLocks noChangeArrowheads="1"/>
          </p:cNvSpPr>
          <p:nvPr/>
        </p:nvSpPr>
        <p:spPr bwMode="auto">
          <a:xfrm>
            <a:off x="1412907" y="1936766"/>
            <a:ext cx="576263" cy="857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3330" name="Rectangle 46"/>
          <p:cNvSpPr>
            <a:spLocks noChangeArrowheads="1"/>
          </p:cNvSpPr>
          <p:nvPr/>
        </p:nvSpPr>
        <p:spPr bwMode="auto">
          <a:xfrm>
            <a:off x="1562100" y="1860550"/>
            <a:ext cx="29848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b="1">
                <a:solidFill>
                  <a:srgbClr val="000000"/>
                </a:solidFill>
                <a:latin typeface="Times New Roman" panose="02020603050405020304" pitchFamily="18" charset="0"/>
                <a:ea typeface="돋움" pitchFamily="50" charset="-127"/>
                <a:cs typeface="Times New Roman" panose="02020603050405020304" pitchFamily="18" charset="0"/>
              </a:rPr>
              <a:t>①</a:t>
            </a:r>
          </a:p>
        </p:txBody>
      </p:sp>
      <p:sp>
        <p:nvSpPr>
          <p:cNvPr id="13331" name="Rectangle 47"/>
          <p:cNvSpPr>
            <a:spLocks noChangeArrowheads="1"/>
          </p:cNvSpPr>
          <p:nvPr/>
        </p:nvSpPr>
        <p:spPr bwMode="auto">
          <a:xfrm>
            <a:off x="1412907" y="1579563"/>
            <a:ext cx="576263" cy="1270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3332" name="Rectangle 48"/>
          <p:cNvSpPr>
            <a:spLocks noChangeArrowheads="1"/>
          </p:cNvSpPr>
          <p:nvPr/>
        </p:nvSpPr>
        <p:spPr bwMode="auto">
          <a:xfrm>
            <a:off x="1412907" y="1404954"/>
            <a:ext cx="576263" cy="857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3333" name="Rectangle 50"/>
          <p:cNvSpPr>
            <a:spLocks noChangeArrowheads="1"/>
          </p:cNvSpPr>
          <p:nvPr/>
        </p:nvSpPr>
        <p:spPr bwMode="auto">
          <a:xfrm>
            <a:off x="304800" y="1030288"/>
            <a:ext cx="2169184"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Block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34" name="Rectangle 52"/>
          <p:cNvSpPr>
            <a:spLocks noChangeArrowheads="1"/>
          </p:cNvSpPr>
          <p:nvPr/>
        </p:nvSpPr>
        <p:spPr bwMode="auto">
          <a:xfrm>
            <a:off x="441329" y="2111375"/>
            <a:ext cx="3018775"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CPU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Device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xung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quanh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35" name="Rectangle 54"/>
          <p:cNvSpPr>
            <a:spLocks noChangeArrowheads="1"/>
          </p:cNvSpPr>
          <p:nvPr/>
        </p:nvSpPr>
        <p:spPr bwMode="auto">
          <a:xfrm>
            <a:off x="260350" y="2195513"/>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CPU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Unit?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SRAM Card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Rom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Memory</a:t>
            </a:r>
          </a:p>
        </p:txBody>
      </p:sp>
      <p:pic>
        <p:nvPicPr>
          <p:cNvPr id="13336" name="Picture 5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0857" y="3203575"/>
            <a:ext cx="493713"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37" name="Rectangle 56"/>
          <p:cNvSpPr>
            <a:spLocks noChangeArrowheads="1"/>
          </p:cNvSpPr>
          <p:nvPr/>
        </p:nvSpPr>
        <p:spPr bwMode="auto">
          <a:xfrm>
            <a:off x="2711482" y="4067175"/>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sp>
        <p:nvSpPr>
          <p:cNvPr id="13338" name="Rectangle 60"/>
          <p:cNvSpPr>
            <a:spLocks noChangeArrowheads="1"/>
          </p:cNvSpPr>
          <p:nvPr/>
        </p:nvSpPr>
        <p:spPr bwMode="auto">
          <a:xfrm>
            <a:off x="269875" y="3132143"/>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Dip S/W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 Unit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Driver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hữu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ROM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Flash Card</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SRAM Card</a:t>
            </a:r>
          </a:p>
        </p:txBody>
      </p:sp>
      <p:sp>
        <p:nvSpPr>
          <p:cNvPr id="13339" name="Rectangle 62"/>
          <p:cNvSpPr>
            <a:spLocks noChangeArrowheads="1"/>
          </p:cNvSpPr>
          <p:nvPr/>
        </p:nvSpPr>
        <p:spPr bwMode="auto">
          <a:xfrm>
            <a:off x="260350" y="4140200"/>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Note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Statement</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Comment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40" name="Rectangle 64"/>
          <p:cNvSpPr>
            <a:spLocks noChangeArrowheads="1"/>
          </p:cNvSpPr>
          <p:nvPr/>
        </p:nvSpPr>
        <p:spPr bwMode="auto">
          <a:xfrm>
            <a:off x="260353" y="5076825"/>
            <a:ext cx="3199751"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yêu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I/O PLC?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khác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dễ</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dàng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chặn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Noise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phía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41" name="Rectangle 66"/>
          <p:cNvSpPr>
            <a:spLocks noChangeArrowheads="1"/>
          </p:cNvSpPr>
          <p:nvPr/>
        </p:nvSpPr>
        <p:spPr bwMode="auto">
          <a:xfrm>
            <a:off x="287338" y="6011867"/>
            <a:ext cx="3141662"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Transister</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tải</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output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Source</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Sink</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42" name="Rectangle 68"/>
          <p:cNvSpPr>
            <a:spLocks noChangeArrowheads="1"/>
          </p:cNvSpPr>
          <p:nvPr/>
        </p:nvSpPr>
        <p:spPr bwMode="auto">
          <a:xfrm>
            <a:off x="304800" y="6877055"/>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âm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biểu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10), 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327.68s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Parameter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3343" name="Rectangle 70"/>
          <p:cNvSpPr>
            <a:spLocks noChangeArrowheads="1"/>
          </p:cNvSpPr>
          <p:nvPr/>
        </p:nvSpPr>
        <p:spPr bwMode="auto">
          <a:xfrm>
            <a:off x="3429000" y="1009655"/>
            <a:ext cx="3429000" cy="9925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Ở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Y20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mấy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832</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400</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47.2</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8.32</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13344" name="Group 71"/>
          <p:cNvGrpSpPr>
            <a:grpSpLocks/>
          </p:cNvGrpSpPr>
          <p:nvPr/>
        </p:nvGrpSpPr>
        <p:grpSpPr bwMode="auto">
          <a:xfrm>
            <a:off x="4364038" y="1255729"/>
            <a:ext cx="2089150" cy="719137"/>
            <a:chOff x="300" y="1895"/>
            <a:chExt cx="1633" cy="453"/>
          </a:xfrm>
        </p:grpSpPr>
        <p:pic>
          <p:nvPicPr>
            <p:cNvPr id="13370" name="Picture 72"/>
            <p:cNvPicPr>
              <a:picLocks noChangeAspect="1" noChangeArrowheads="1"/>
            </p:cNvPicPr>
            <p:nvPr/>
          </p:nvPicPr>
          <p:blipFill>
            <a:blip r:embed="rId5">
              <a:extLst>
                <a:ext uri="{28A0092B-C50C-407E-A947-70E740481C1C}">
                  <a14:useLocalDpi xmlns:a14="http://schemas.microsoft.com/office/drawing/2010/main" val="0"/>
                </a:ext>
              </a:extLst>
            </a:blip>
            <a:srcRect l="72163"/>
            <a:stretch>
              <a:fillRect/>
            </a:stretch>
          </p:blipFill>
          <p:spPr bwMode="auto">
            <a:xfrm>
              <a:off x="1071" y="1895"/>
              <a:ext cx="862" cy="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371" name="Picture 73"/>
            <p:cNvPicPr>
              <a:picLocks noChangeAspect="1" noChangeArrowheads="1"/>
            </p:cNvPicPr>
            <p:nvPr/>
          </p:nvPicPr>
          <p:blipFill>
            <a:blip r:embed="rId6">
              <a:extLst>
                <a:ext uri="{28A0092B-C50C-407E-A947-70E740481C1C}">
                  <a14:useLocalDpi xmlns:a14="http://schemas.microsoft.com/office/drawing/2010/main" val="0"/>
                </a:ext>
              </a:extLst>
            </a:blip>
            <a:srcRect r="74767"/>
            <a:stretch>
              <a:fillRect/>
            </a:stretch>
          </p:blipFill>
          <p:spPr bwMode="auto">
            <a:xfrm>
              <a:off x="300" y="1895"/>
              <a:ext cx="782" cy="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3345" name="Rectangle 76"/>
          <p:cNvSpPr>
            <a:spLocks noChangeArrowheads="1"/>
          </p:cNvSpPr>
          <p:nvPr/>
        </p:nvSpPr>
        <p:spPr bwMode="auto">
          <a:xfrm>
            <a:off x="3395663" y="2124075"/>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Tìm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I/O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XY100</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XY170</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XY180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XY1A0</a:t>
            </a:r>
          </a:p>
        </p:txBody>
      </p:sp>
      <p:grpSp>
        <p:nvGrpSpPr>
          <p:cNvPr id="13346" name="Group 77"/>
          <p:cNvGrpSpPr>
            <a:grpSpLocks/>
          </p:cNvGrpSpPr>
          <p:nvPr/>
        </p:nvGrpSpPr>
        <p:grpSpPr bwMode="auto">
          <a:xfrm>
            <a:off x="3689350" y="2916238"/>
            <a:ext cx="2592388" cy="1020762"/>
            <a:chOff x="300" y="4707"/>
            <a:chExt cx="1633" cy="643"/>
          </a:xfrm>
        </p:grpSpPr>
        <p:pic>
          <p:nvPicPr>
            <p:cNvPr id="13368" name="Picture 7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0" y="4798"/>
              <a:ext cx="1633" cy="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69" name="Rectangle 79"/>
            <p:cNvSpPr>
              <a:spLocks noChangeArrowheads="1"/>
            </p:cNvSpPr>
            <p:nvPr/>
          </p:nvSpPr>
          <p:spPr bwMode="auto">
            <a:xfrm>
              <a:off x="1746" y="4707"/>
              <a:ext cx="181" cy="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a:t>
              </a:r>
            </a:p>
          </p:txBody>
        </p:sp>
      </p:grpSp>
      <p:sp>
        <p:nvSpPr>
          <p:cNvPr id="13347" name="Rectangle 81"/>
          <p:cNvSpPr>
            <a:spLocks noChangeArrowheads="1"/>
          </p:cNvSpPr>
          <p:nvPr/>
        </p:nvSpPr>
        <p:spPr bwMode="auto">
          <a:xfrm>
            <a:off x="3386138" y="3995747"/>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 (D4)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rPr>
              <a:t>BCD</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sym typeface="Wingdings" pitchFamily="2" charset="2"/>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010000111101</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010110011100</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001000010010</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11010100</a:t>
            </a:r>
          </a:p>
        </p:txBody>
      </p:sp>
      <p:pic>
        <p:nvPicPr>
          <p:cNvPr id="13348" name="Picture 8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95782" y="5219702"/>
            <a:ext cx="1565275" cy="1717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49" name="Rectangle 83"/>
          <p:cNvSpPr>
            <a:spLocks noChangeArrowheads="1"/>
          </p:cNvSpPr>
          <p:nvPr/>
        </p:nvSpPr>
        <p:spPr bwMode="auto">
          <a:xfrm>
            <a:off x="3386138" y="5003801"/>
            <a:ext cx="3429000" cy="286232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12.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đối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bắt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việc</a:t>
            </a:r>
            <a:r>
              <a:rPr lang="en-US" altLang="ko-KR" sz="900" smtClean="0">
                <a:solidFill>
                  <a:srgbClr val="000000"/>
                </a:solidFill>
                <a:latin typeface="Times New Roman" panose="02020603050405020304" pitchFamily="18" charset="0"/>
                <a:cs typeface="Times New Roman" panose="02020603050405020304" pitchFamily="18" charset="0"/>
              </a:rPr>
              <a:t> X0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T0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X0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5s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T0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T0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Y40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④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M0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Y40 </a:t>
            </a:r>
            <a:r>
              <a:rPr lang="en-US" altLang="ko-KR" sz="900" err="1" smtClean="0">
                <a:solidFill>
                  <a:srgbClr val="000000"/>
                </a:solidFill>
                <a:latin typeface="Times New Roman" panose="02020603050405020304" pitchFamily="18" charset="0"/>
                <a:cs typeface="Times New Roman" panose="02020603050405020304" pitchFamily="18" charset="0"/>
              </a:rPr>
              <a:t>chỉ</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5s.</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3350" name="Rectangle 87"/>
          <p:cNvSpPr>
            <a:spLocks noChangeArrowheads="1"/>
          </p:cNvSpPr>
          <p:nvPr/>
        </p:nvSpPr>
        <p:spPr bwMode="auto">
          <a:xfrm>
            <a:off x="3429000" y="7621593"/>
            <a:ext cx="3124200" cy="134652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13.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những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u="sng"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INDEX?</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5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INDEX Write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chỉ</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định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bị</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vị</a:t>
            </a:r>
            <a:r>
              <a:rPr lang="en-US" altLang="ko-KR" sz="900" smtClean="0">
                <a:solidFill>
                  <a:srgbClr val="000000"/>
                </a:solidFill>
                <a:latin typeface="Times New Roman" panose="02020603050405020304" pitchFamily="18" charset="0"/>
                <a:cs typeface="Times New Roman" panose="02020603050405020304" pitchFamily="18" charset="0"/>
              </a:rPr>
              <a:t> word.</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Z</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hoặc</a:t>
            </a:r>
            <a:r>
              <a:rPr lang="en-US" altLang="ko-KR" sz="900" smtClean="0">
                <a:solidFill>
                  <a:srgbClr val="000000"/>
                </a:solidFill>
                <a:latin typeface="Times New Roman" panose="02020603050405020304" pitchFamily="18" charset="0"/>
                <a:cs typeface="Times New Roman" panose="02020603050405020304" pitchFamily="18" charset="0"/>
              </a:rPr>
              <a:t> V.</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vị</a:t>
            </a:r>
            <a:r>
              <a:rPr lang="en-US" altLang="ko-KR" sz="900" smtClean="0">
                <a:solidFill>
                  <a:srgbClr val="000000"/>
                </a:solidFill>
                <a:latin typeface="Times New Roman" panose="02020603050405020304" pitchFamily="18" charset="0"/>
                <a:cs typeface="Times New Roman" panose="02020603050405020304" pitchFamily="18" charset="0"/>
              </a:rPr>
              <a:t> BIT.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3351" name="Rectangle 89"/>
          <p:cNvSpPr>
            <a:spLocks noChangeArrowheads="1"/>
          </p:cNvSpPr>
          <p:nvPr/>
        </p:nvSpPr>
        <p:spPr bwMode="auto">
          <a:xfrm>
            <a:off x="260350" y="7812103"/>
            <a:ext cx="3429000" cy="1124923"/>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70000"/>
              </a:lnSpc>
              <a:spcBef>
                <a:spcPct val="5000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70000"/>
              </a:lnSpc>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8. </a:t>
            </a:r>
            <a:r>
              <a:rPr lang="en-US" altLang="ko-KR" sz="900" err="1" smtClean="0">
                <a:solidFill>
                  <a:srgbClr val="000000"/>
                </a:solidFill>
                <a:latin typeface="Times New Roman" panose="02020603050405020304" pitchFamily="18" charset="0"/>
                <a:cs typeface="Times New Roman" panose="02020603050405020304" pitchFamily="18" charset="0"/>
              </a:rPr>
              <a:t>Muốn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2s T10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(①</a:t>
            </a:r>
            <a:r>
              <a:rPr lang="en-US" altLang="ko-KR" sz="900" smtClean="0">
                <a:solidFill>
                  <a:srgbClr val="000000"/>
                </a:solidFill>
                <a:latin typeface="Times New Roman" panose="02020603050405020304" pitchFamily="18" charset="0"/>
                <a:cs typeface="Times New Roman" panose="02020603050405020304" pitchFamily="18" charset="0"/>
              </a:rPr>
              <a:t>) ? (Timer 10ms)</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14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①K2           ②K20          ③H14          ④K200</a:t>
            </a:r>
            <a:endParaRPr lang="ko-KR" altLang="en-US" sz="900">
              <a:solidFill>
                <a:srgbClr val="000000"/>
              </a:solidFill>
              <a:latin typeface="Times New Roman" panose="02020603050405020304" pitchFamily="18" charset="0"/>
              <a:cs typeface="Times New Roman" panose="02020603050405020304" pitchFamily="18" charset="0"/>
            </a:endParaRPr>
          </a:p>
        </p:txBody>
      </p:sp>
      <p:grpSp>
        <p:nvGrpSpPr>
          <p:cNvPr id="13352" name="Group 90"/>
          <p:cNvGrpSpPr>
            <a:grpSpLocks/>
          </p:cNvGrpSpPr>
          <p:nvPr/>
        </p:nvGrpSpPr>
        <p:grpSpPr bwMode="auto">
          <a:xfrm>
            <a:off x="736600" y="8294346"/>
            <a:ext cx="1828800" cy="366171"/>
            <a:chOff x="288" y="4673"/>
            <a:chExt cx="1152" cy="278"/>
          </a:xfrm>
        </p:grpSpPr>
        <p:grpSp>
          <p:nvGrpSpPr>
            <p:cNvPr id="13353" name="Group 91"/>
            <p:cNvGrpSpPr>
              <a:grpSpLocks/>
            </p:cNvGrpSpPr>
            <p:nvPr/>
          </p:nvGrpSpPr>
          <p:grpSpPr bwMode="auto">
            <a:xfrm>
              <a:off x="336" y="4800"/>
              <a:ext cx="240" cy="96"/>
              <a:chOff x="288" y="4992"/>
              <a:chExt cx="240" cy="96"/>
            </a:xfrm>
          </p:grpSpPr>
          <p:grpSp>
            <p:nvGrpSpPr>
              <p:cNvPr id="13362" name="Group 92"/>
              <p:cNvGrpSpPr>
                <a:grpSpLocks/>
              </p:cNvGrpSpPr>
              <p:nvPr/>
            </p:nvGrpSpPr>
            <p:grpSpPr bwMode="auto">
              <a:xfrm>
                <a:off x="288" y="4992"/>
                <a:ext cx="96" cy="96"/>
                <a:chOff x="288" y="4992"/>
                <a:chExt cx="96" cy="96"/>
              </a:xfrm>
            </p:grpSpPr>
            <p:sp>
              <p:nvSpPr>
                <p:cNvPr id="13366" name="Line 93"/>
                <p:cNvSpPr>
                  <a:spLocks noChangeShapeType="1"/>
                </p:cNvSpPr>
                <p:nvPr/>
              </p:nvSpPr>
              <p:spPr bwMode="auto">
                <a:xfrm>
                  <a:off x="288" y="50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67" name="Line 94"/>
                <p:cNvSpPr>
                  <a:spLocks noChangeShapeType="1"/>
                </p:cNvSpPr>
                <p:nvPr/>
              </p:nvSpPr>
              <p:spPr bwMode="auto">
                <a:xfrm>
                  <a:off x="384" y="499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13363" name="Group 95"/>
              <p:cNvGrpSpPr>
                <a:grpSpLocks/>
              </p:cNvGrpSpPr>
              <p:nvPr/>
            </p:nvGrpSpPr>
            <p:grpSpPr bwMode="auto">
              <a:xfrm flipH="1">
                <a:off x="432" y="4992"/>
                <a:ext cx="96" cy="96"/>
                <a:chOff x="288" y="4992"/>
                <a:chExt cx="96" cy="96"/>
              </a:xfrm>
            </p:grpSpPr>
            <p:sp>
              <p:nvSpPr>
                <p:cNvPr id="13364" name="Line 96"/>
                <p:cNvSpPr>
                  <a:spLocks noChangeShapeType="1"/>
                </p:cNvSpPr>
                <p:nvPr/>
              </p:nvSpPr>
              <p:spPr bwMode="auto">
                <a:xfrm>
                  <a:off x="288" y="50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65" name="Line 97"/>
                <p:cNvSpPr>
                  <a:spLocks noChangeShapeType="1"/>
                </p:cNvSpPr>
                <p:nvPr/>
              </p:nvSpPr>
              <p:spPr bwMode="auto">
                <a:xfrm>
                  <a:off x="384" y="499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sp>
          <p:nvSpPr>
            <p:cNvPr id="13354" name="Line 98"/>
            <p:cNvSpPr>
              <a:spLocks noChangeShapeType="1"/>
            </p:cNvSpPr>
            <p:nvPr/>
          </p:nvSpPr>
          <p:spPr bwMode="auto">
            <a:xfrm>
              <a:off x="288" y="4848"/>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55" name="Line 99"/>
            <p:cNvSpPr>
              <a:spLocks noChangeShapeType="1"/>
            </p:cNvSpPr>
            <p:nvPr/>
          </p:nvSpPr>
          <p:spPr bwMode="auto">
            <a:xfrm>
              <a:off x="528" y="4848"/>
              <a:ext cx="57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56" name="Text Box 100"/>
            <p:cNvSpPr txBox="1">
              <a:spLocks noChangeArrowheads="1"/>
            </p:cNvSpPr>
            <p:nvPr/>
          </p:nvSpPr>
          <p:spPr bwMode="auto">
            <a:xfrm>
              <a:off x="1046" y="4776"/>
              <a:ext cx="353"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&lt; T10 &gt;</a:t>
              </a:r>
            </a:p>
          </p:txBody>
        </p:sp>
        <p:sp>
          <p:nvSpPr>
            <p:cNvPr id="13357" name="Text Box 101"/>
            <p:cNvSpPr txBox="1">
              <a:spLocks noChangeArrowheads="1"/>
            </p:cNvSpPr>
            <p:nvPr/>
          </p:nvSpPr>
          <p:spPr bwMode="auto">
            <a:xfrm>
              <a:off x="1124" y="4673"/>
              <a:ext cx="237"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a:t>
              </a:r>
            </a:p>
          </p:txBody>
        </p:sp>
        <p:sp>
          <p:nvSpPr>
            <p:cNvPr id="13358" name="Text Box 102"/>
            <p:cNvSpPr txBox="1">
              <a:spLocks noChangeArrowheads="1"/>
            </p:cNvSpPr>
            <p:nvPr/>
          </p:nvSpPr>
          <p:spPr bwMode="auto">
            <a:xfrm>
              <a:off x="368" y="4679"/>
              <a:ext cx="205"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X1</a:t>
              </a:r>
            </a:p>
          </p:txBody>
        </p:sp>
        <p:sp>
          <p:nvSpPr>
            <p:cNvPr id="13359" name="Line 103"/>
            <p:cNvSpPr>
              <a:spLocks noChangeShapeType="1"/>
            </p:cNvSpPr>
            <p:nvPr/>
          </p:nvSpPr>
          <p:spPr bwMode="auto">
            <a:xfrm>
              <a:off x="288" y="4800"/>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60" name="Line 104"/>
            <p:cNvSpPr>
              <a:spLocks noChangeShapeType="1"/>
            </p:cNvSpPr>
            <p:nvPr/>
          </p:nvSpPr>
          <p:spPr bwMode="auto">
            <a:xfrm>
              <a:off x="1392" y="4848"/>
              <a:ext cx="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3361" name="Line 105"/>
            <p:cNvSpPr>
              <a:spLocks noChangeShapeType="1"/>
            </p:cNvSpPr>
            <p:nvPr/>
          </p:nvSpPr>
          <p:spPr bwMode="auto">
            <a:xfrm>
              <a:off x="1440" y="4824"/>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53" name="Text Box 3"/>
          <p:cNvSpPr txBox="1">
            <a:spLocks noChangeArrowheads="1"/>
          </p:cNvSpPr>
          <p:nvPr/>
        </p:nvSpPr>
        <p:spPr bwMode="auto">
          <a:xfrm>
            <a:off x="228603" y="679468"/>
            <a:ext cx="3430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err="1" smtClean="0">
                <a:solidFill>
                  <a:srgbClr val="000000"/>
                </a:solidFill>
                <a:latin typeface="Times New Roman" panose="02020603050405020304" pitchFamily="18" charset="0"/>
                <a:cs typeface="Times New Roman" panose="02020603050405020304" pitchFamily="18" charset="0"/>
              </a:rPr>
              <a:t>Bộ</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phận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ID</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Tên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54"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19692739"/>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4340"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41"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403620855"/>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4352" name="Rectangle 182"/>
          <p:cNvSpPr>
            <a:spLocks noChangeArrowheads="1"/>
          </p:cNvSpPr>
          <p:nvPr/>
        </p:nvSpPr>
        <p:spPr bwMode="auto">
          <a:xfrm>
            <a:off x="304800" y="984251"/>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Q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Series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N0~N15</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giữa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Scan ở MC/MCR</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53" name="Rectangle 183"/>
          <p:cNvSpPr>
            <a:spLocks noChangeArrowheads="1"/>
          </p:cNvSpPr>
          <p:nvPr/>
        </p:nvSpPr>
        <p:spPr bwMode="auto">
          <a:xfrm>
            <a:off x="304800" y="2186004"/>
            <a:ext cx="3124200" cy="161582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tránh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Coil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Tìm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Cross Reference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Tìm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Coil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④</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Tìm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Comment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mấy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Byte?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16Byte                   ② 32Byte</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64Byte                   ④ 8Byte</a:t>
            </a:r>
          </a:p>
        </p:txBody>
      </p:sp>
      <p:sp>
        <p:nvSpPr>
          <p:cNvPr id="14354" name="Rectangle 185"/>
          <p:cNvSpPr>
            <a:spLocks noChangeArrowheads="1"/>
          </p:cNvSpPr>
          <p:nvPr/>
        </p:nvSpPr>
        <p:spPr bwMode="auto">
          <a:xfrm>
            <a:off x="3390931" y="1012841"/>
            <a:ext cx="3162301"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60000"/>
              </a:lnSpc>
              <a:spcBef>
                <a:spcPct val="50000"/>
              </a:spcBef>
              <a:spcAft>
                <a:spcPct val="0"/>
              </a:spcAft>
            </a:pPr>
            <a:r>
              <a:rPr lang="en-US" altLang="ko-KR" sz="1000">
                <a:solidFill>
                  <a:srgbClr val="000000"/>
                </a:solidFill>
                <a:latin typeface="Times New Roman" panose="02020603050405020304" pitchFamily="18" charset="0"/>
                <a:cs typeface="Times New Roman" panose="02020603050405020304" pitchFamily="18" charset="0"/>
              </a:rPr>
              <a:t>19~ 20. </a:t>
            </a:r>
            <a:r>
              <a:rPr lang="en-US" altLang="ko-KR" sz="1000" smtClean="0">
                <a:solidFill>
                  <a:srgbClr val="000000"/>
                </a:solidFill>
                <a:latin typeface="Times New Roman" panose="02020603050405020304" pitchFamily="18" charset="0"/>
                <a:cs typeface="Times New Roman" panose="02020603050405020304" pitchFamily="18" charset="0"/>
              </a:rPr>
              <a:t>[</a:t>
            </a:r>
            <a:r>
              <a:rPr lang="en-US" altLang="ko-KR" sz="10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10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10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1000" smtClean="0">
                <a:solidFill>
                  <a:srgbClr val="000000"/>
                </a:solidFill>
                <a:latin typeface="Times New Roman" panose="02020603050405020304" pitchFamily="18" charset="0"/>
                <a:ea typeface="돋움" pitchFamily="50" charset="-127"/>
                <a:cs typeface="Times New Roman" panose="02020603050405020304" pitchFamily="18" charset="0"/>
              </a:rPr>
              <a:t> 10 </a:t>
            </a:r>
            <a:r>
              <a:rPr lang="en-US" altLang="ko-KR" sz="1000" err="1">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1000" smtClean="0">
                <a:solidFill>
                  <a:srgbClr val="000000"/>
                </a:solidFill>
                <a:latin typeface="Times New Roman" panose="02020603050405020304" pitchFamily="18" charset="0"/>
                <a:cs typeface="Times New Roman" panose="02020603050405020304" pitchFamily="18" charset="0"/>
              </a:rPr>
              <a:t>]</a:t>
            </a:r>
            <a:endParaRPr lang="en-US" altLang="ko-KR" sz="10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Hãy</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viết</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chương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trình</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sao</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cho</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nếu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đầu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vào</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XD On 1 </a:t>
            </a:r>
            <a:r>
              <a:rPr lang="en-US" altLang="ko-KR" sz="1000" err="1" smtClean="0">
                <a:solidFill>
                  <a:srgbClr val="000000"/>
                </a:solidFill>
                <a:latin typeface="Times New Roman" panose="02020603050405020304" pitchFamily="18" charset="0"/>
                <a:cs typeface="Times New Roman" panose="02020603050405020304" pitchFamily="18" charset="0"/>
              </a:rPr>
              <a:t>lần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thì</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đầu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ra</a:t>
            </a:r>
            <a:r>
              <a:rPr lang="en-US" altLang="ko-KR" sz="1000" smtClean="0">
                <a:solidFill>
                  <a:srgbClr val="000000"/>
                </a:solidFill>
                <a:latin typeface="Times New Roman" panose="02020603050405020304" pitchFamily="18" charset="0"/>
                <a:cs typeface="Times New Roman" panose="02020603050405020304" pitchFamily="18" charset="0"/>
              </a:rPr>
              <a:t> Y42 </a:t>
            </a:r>
            <a:r>
              <a:rPr lang="en-US" altLang="ko-KR" sz="1000" err="1" smtClean="0">
                <a:solidFill>
                  <a:srgbClr val="000000"/>
                </a:solidFill>
                <a:latin typeface="Times New Roman" panose="02020603050405020304" pitchFamily="18" charset="0"/>
                <a:cs typeface="Times New Roman" panose="02020603050405020304" pitchFamily="18" charset="0"/>
              </a:rPr>
              <a:t>sẽ</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hoạt</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động</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lặp</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lại</a:t>
            </a:r>
            <a:r>
              <a:rPr lang="en-US" altLang="ko-KR" sz="1000" smtClean="0">
                <a:solidFill>
                  <a:srgbClr val="000000"/>
                </a:solidFill>
                <a:latin typeface="Times New Roman" panose="02020603050405020304" pitchFamily="18" charset="0"/>
                <a:cs typeface="Times New Roman" panose="02020603050405020304" pitchFamily="18" charset="0"/>
              </a:rPr>
              <a:t> 3 </a:t>
            </a:r>
            <a:r>
              <a:rPr lang="en-US" altLang="ko-KR" sz="1000" err="1" smtClean="0">
                <a:solidFill>
                  <a:srgbClr val="000000"/>
                </a:solidFill>
                <a:latin typeface="Times New Roman" panose="02020603050405020304" pitchFamily="18" charset="0"/>
                <a:cs typeface="Times New Roman" panose="02020603050405020304" pitchFamily="18" charset="0"/>
              </a:rPr>
              <a:t>giây</a:t>
            </a:r>
            <a:r>
              <a:rPr lang="en-US" altLang="ko-KR" sz="1000" smtClean="0">
                <a:solidFill>
                  <a:srgbClr val="000000"/>
                </a:solidFill>
                <a:latin typeface="Times New Roman" panose="02020603050405020304" pitchFamily="18" charset="0"/>
                <a:cs typeface="Times New Roman" panose="02020603050405020304" pitchFamily="18" charset="0"/>
              </a:rPr>
              <a:t> On 2 </a:t>
            </a:r>
            <a:r>
              <a:rPr lang="en-US" altLang="ko-KR" sz="1000" err="1" smtClean="0">
                <a:solidFill>
                  <a:srgbClr val="000000"/>
                </a:solidFill>
                <a:latin typeface="Times New Roman" panose="02020603050405020304" pitchFamily="18" charset="0"/>
                <a:cs typeface="Times New Roman" panose="02020603050405020304" pitchFamily="18" charset="0"/>
              </a:rPr>
              <a:t>giây</a:t>
            </a:r>
            <a:r>
              <a:rPr lang="en-US" altLang="ko-KR" sz="1000" smtClean="0">
                <a:solidFill>
                  <a:srgbClr val="000000"/>
                </a:solidFill>
                <a:latin typeface="Times New Roman" panose="02020603050405020304" pitchFamily="18" charset="0"/>
                <a:cs typeface="Times New Roman" panose="02020603050405020304" pitchFamily="18" charset="0"/>
              </a:rPr>
              <a:t> Off </a:t>
            </a:r>
            <a:r>
              <a:rPr lang="en-US" altLang="ko-KR" sz="1000" err="1" smtClean="0">
                <a:solidFill>
                  <a:srgbClr val="000000"/>
                </a:solidFill>
                <a:latin typeface="Times New Roman" panose="02020603050405020304" pitchFamily="18" charset="0"/>
                <a:cs typeface="Times New Roman" panose="02020603050405020304" pitchFamily="18" charset="0"/>
              </a:rPr>
              <a:t>sau</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đó</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cho</a:t>
            </a:r>
            <a:r>
              <a:rPr lang="en-US" altLang="ko-KR" sz="1000" smtClean="0">
                <a:solidFill>
                  <a:srgbClr val="000000"/>
                </a:solidFill>
                <a:latin typeface="Times New Roman" panose="02020603050405020304" pitchFamily="18" charset="0"/>
                <a:cs typeface="Times New Roman" panose="02020603050405020304" pitchFamily="18" charset="0"/>
              </a:rPr>
              <a:t> XD On </a:t>
            </a:r>
            <a:r>
              <a:rPr lang="en-US" altLang="ko-KR" sz="1000" err="1" smtClean="0">
                <a:solidFill>
                  <a:srgbClr val="000000"/>
                </a:solidFill>
                <a:latin typeface="Times New Roman" panose="02020603050405020304" pitchFamily="18" charset="0"/>
                <a:cs typeface="Times New Roman" panose="02020603050405020304" pitchFamily="18" charset="0"/>
              </a:rPr>
              <a:t>lại</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một</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lần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thì</a:t>
            </a:r>
            <a:r>
              <a:rPr lang="en-US" altLang="ko-KR" sz="1000" smtClean="0">
                <a:solidFill>
                  <a:srgbClr val="000000"/>
                </a:solidFill>
                <a:latin typeface="Times New Roman" panose="02020603050405020304" pitchFamily="18" charset="0"/>
                <a:cs typeface="Times New Roman" panose="02020603050405020304" pitchFamily="18" charset="0"/>
              </a:rPr>
              <a:t> Off </a:t>
            </a:r>
            <a:r>
              <a:rPr lang="en-US" altLang="ko-KR" sz="1000" err="1" smtClean="0">
                <a:solidFill>
                  <a:srgbClr val="000000"/>
                </a:solidFill>
                <a:latin typeface="Times New Roman" panose="02020603050405020304" pitchFamily="18" charset="0"/>
                <a:cs typeface="Times New Roman" panose="02020603050405020304" pitchFamily="18" charset="0"/>
              </a:rPr>
              <a:t>hoàn</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toàn</a:t>
            </a:r>
            <a:r>
              <a:rPr lang="en-US" altLang="ko-KR" sz="1000" smtClean="0">
                <a:solidFill>
                  <a:srgbClr val="000000"/>
                </a:solidFill>
                <a:latin typeface="Times New Roman" panose="02020603050405020304" pitchFamily="18" charset="0"/>
                <a:cs typeface="Times New Roman" panose="02020603050405020304" pitchFamily="18" charset="0"/>
              </a:rPr>
              <a:t>.  </a:t>
            </a:r>
            <a:endParaRPr lang="en-US" altLang="ko-KR" sz="10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r>
              <a:rPr lang="en-US" altLang="ko-KR" sz="1000">
                <a:solidFill>
                  <a:srgbClr val="000000"/>
                </a:solidFill>
                <a:latin typeface="Times New Roman" panose="02020603050405020304" pitchFamily="18" charset="0"/>
                <a:cs typeface="Times New Roman" panose="02020603050405020304" pitchFamily="18" charset="0"/>
              </a:rPr>
              <a:t>    </a:t>
            </a:r>
          </a:p>
        </p:txBody>
      </p:sp>
      <p:graphicFrame>
        <p:nvGraphicFramePr>
          <p:cNvPr id="14355" name="Object 187"/>
          <p:cNvGraphicFramePr>
            <a:graphicFrameLocks noChangeAspect="1"/>
          </p:cNvGraphicFramePr>
          <p:nvPr>
            <p:extLst>
              <p:ext uri="{D42A27DB-BD31-4B8C-83A1-F6EECF244321}">
                <p14:modId xmlns:p14="http://schemas.microsoft.com/office/powerpoint/2010/main" val="2988135738"/>
              </p:ext>
            </p:extLst>
          </p:nvPr>
        </p:nvGraphicFramePr>
        <p:xfrm>
          <a:off x="447675" y="4500579"/>
          <a:ext cx="2693988" cy="1393825"/>
        </p:xfrm>
        <a:graphic>
          <a:graphicData uri="http://schemas.openxmlformats.org/presentationml/2006/ole">
            <mc:AlternateContent xmlns:mc="http://schemas.openxmlformats.org/markup-compatibility/2006">
              <mc:Choice xmlns:v="urn:schemas-microsoft-com:vml" Requires="v">
                <p:oleObj spid="_x0000_s1138" name="비트맵 이미지" r:id="rId4" imgW="2742857" imgH="1504762" progId="Paint.Picture">
                  <p:embed/>
                </p:oleObj>
              </mc:Choice>
              <mc:Fallback>
                <p:oleObj name="비트맵 이미지" r:id="rId4" imgW="2742857" imgH="1504762"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7675" y="4500579"/>
                        <a:ext cx="2693988" cy="1393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356" name="Rectangle 188"/>
          <p:cNvSpPr>
            <a:spLocks noChangeArrowheads="1"/>
          </p:cNvSpPr>
          <p:nvPr/>
        </p:nvSpPr>
        <p:spPr bwMode="auto">
          <a:xfrm>
            <a:off x="304800" y="4057668"/>
            <a:ext cx="3124200" cy="5078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17~18 .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Timing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gồm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RST, coil Y72, coil</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C20</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357" name="AutoShape 189"/>
          <p:cNvSpPr>
            <a:spLocks noChangeArrowheads="1"/>
          </p:cNvSpPr>
          <p:nvPr/>
        </p:nvSpPr>
        <p:spPr bwMode="auto">
          <a:xfrm>
            <a:off x="1628778" y="5905501"/>
            <a:ext cx="360363" cy="287338"/>
          </a:xfrm>
          <a:prstGeom prst="downArrow">
            <a:avLst>
              <a:gd name="adj1" fmla="val 50000"/>
              <a:gd name="adj2" fmla="val 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graphicFrame>
        <p:nvGraphicFramePr>
          <p:cNvPr id="14358" name="Object 190"/>
          <p:cNvGraphicFramePr>
            <a:graphicFrameLocks noChangeAspect="1"/>
          </p:cNvGraphicFramePr>
          <p:nvPr>
            <p:extLst>
              <p:ext uri="{D42A27DB-BD31-4B8C-83A1-F6EECF244321}">
                <p14:modId xmlns:p14="http://schemas.microsoft.com/office/powerpoint/2010/main" val="662510641"/>
              </p:ext>
            </p:extLst>
          </p:nvPr>
        </p:nvGraphicFramePr>
        <p:xfrm>
          <a:off x="620713" y="6332542"/>
          <a:ext cx="2520950" cy="431800"/>
        </p:xfrm>
        <a:graphic>
          <a:graphicData uri="http://schemas.openxmlformats.org/presentationml/2006/ole">
            <mc:AlternateContent xmlns:mc="http://schemas.openxmlformats.org/markup-compatibility/2006">
              <mc:Choice xmlns:v="urn:schemas-microsoft-com:vml" Requires="v">
                <p:oleObj spid="_x0000_s1139" name="비트맵 이미지" r:id="rId6" imgW="2876190" imgH="1991003" progId="Paint.Picture">
                  <p:embed/>
                </p:oleObj>
              </mc:Choice>
              <mc:Fallback>
                <p:oleObj name="비트맵 이미지" r:id="rId6" imgW="2876190" imgH="1991003" progId="Paint.Picture">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b="75000"/>
                      <a:stretch>
                        <a:fillRect/>
                      </a:stretch>
                    </p:blipFill>
                    <p:spPr bwMode="auto">
                      <a:xfrm>
                        <a:off x="620713" y="6332542"/>
                        <a:ext cx="2520950" cy="431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359" name="Text Box 191"/>
          <p:cNvSpPr txBox="1">
            <a:spLocks noChangeArrowheads="1"/>
          </p:cNvSpPr>
          <p:nvPr/>
        </p:nvSpPr>
        <p:spPr bwMode="auto">
          <a:xfrm>
            <a:off x="1114426" y="6137294"/>
            <a:ext cx="26161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200" b="1">
                <a:solidFill>
                  <a:srgbClr val="000000"/>
                </a:solidFill>
                <a:latin typeface="Times New Roman" panose="02020603050405020304" pitchFamily="18" charset="0"/>
                <a:cs typeface="Times New Roman" panose="02020603050405020304" pitchFamily="18" charset="0"/>
              </a:rPr>
              <a:t>1</a:t>
            </a:r>
          </a:p>
        </p:txBody>
      </p:sp>
      <p:sp>
        <p:nvSpPr>
          <p:cNvPr id="14360" name="Text Box 192"/>
          <p:cNvSpPr txBox="1">
            <a:spLocks noChangeArrowheads="1"/>
          </p:cNvSpPr>
          <p:nvPr/>
        </p:nvSpPr>
        <p:spPr bwMode="auto">
          <a:xfrm>
            <a:off x="1347789" y="6137294"/>
            <a:ext cx="26161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200" b="1">
                <a:solidFill>
                  <a:srgbClr val="000000"/>
                </a:solidFill>
                <a:latin typeface="Times New Roman" panose="02020603050405020304" pitchFamily="18" charset="0"/>
                <a:cs typeface="Times New Roman" panose="02020603050405020304" pitchFamily="18" charset="0"/>
              </a:rPr>
              <a:t>2</a:t>
            </a:r>
          </a:p>
        </p:txBody>
      </p:sp>
      <p:sp>
        <p:nvSpPr>
          <p:cNvPr id="14361" name="Text Box 193"/>
          <p:cNvSpPr txBox="1">
            <a:spLocks noChangeArrowheads="1"/>
          </p:cNvSpPr>
          <p:nvPr/>
        </p:nvSpPr>
        <p:spPr bwMode="auto">
          <a:xfrm>
            <a:off x="1700214" y="6137294"/>
            <a:ext cx="26161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200" b="1">
                <a:solidFill>
                  <a:srgbClr val="000000"/>
                </a:solidFill>
                <a:latin typeface="Times New Roman" panose="02020603050405020304" pitchFamily="18" charset="0"/>
                <a:cs typeface="Times New Roman" panose="02020603050405020304" pitchFamily="18" charset="0"/>
              </a:rPr>
              <a:t>3</a:t>
            </a:r>
          </a:p>
        </p:txBody>
      </p:sp>
      <p:sp>
        <p:nvSpPr>
          <p:cNvPr id="14362" name="Text Box 194"/>
          <p:cNvSpPr txBox="1">
            <a:spLocks noChangeArrowheads="1"/>
          </p:cNvSpPr>
          <p:nvPr/>
        </p:nvSpPr>
        <p:spPr bwMode="auto">
          <a:xfrm>
            <a:off x="2012950" y="6137295"/>
            <a:ext cx="33009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200" b="1">
                <a:solidFill>
                  <a:srgbClr val="000000"/>
                </a:solidFill>
                <a:latin typeface="Times New Roman" panose="02020603050405020304" pitchFamily="18" charset="0"/>
                <a:cs typeface="Times New Roman" panose="02020603050405020304" pitchFamily="18" charset="0"/>
              </a:rPr>
              <a:t>11</a:t>
            </a:r>
          </a:p>
        </p:txBody>
      </p:sp>
      <p:sp>
        <p:nvSpPr>
          <p:cNvPr id="14363" name="Text Box 195"/>
          <p:cNvSpPr txBox="1">
            <a:spLocks noChangeArrowheads="1"/>
          </p:cNvSpPr>
          <p:nvPr/>
        </p:nvSpPr>
        <p:spPr bwMode="auto">
          <a:xfrm>
            <a:off x="2239963" y="6137295"/>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200" b="1">
                <a:solidFill>
                  <a:srgbClr val="000000"/>
                </a:solidFill>
                <a:latin typeface="Times New Roman" panose="02020603050405020304" pitchFamily="18" charset="0"/>
                <a:cs typeface="Times New Roman" panose="02020603050405020304" pitchFamily="18" charset="0"/>
              </a:rPr>
              <a:t>12</a:t>
            </a:r>
          </a:p>
        </p:txBody>
      </p:sp>
      <p:sp>
        <p:nvSpPr>
          <p:cNvPr id="22" name="Text Box 3"/>
          <p:cNvSpPr txBox="1">
            <a:spLocks noChangeArrowheads="1"/>
          </p:cNvSpPr>
          <p:nvPr/>
        </p:nvSpPr>
        <p:spPr bwMode="auto">
          <a:xfrm>
            <a:off x="228603" y="679468"/>
            <a:ext cx="3430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err="1" smtClean="0">
                <a:solidFill>
                  <a:srgbClr val="000000"/>
                </a:solidFill>
                <a:latin typeface="Times New Roman" panose="02020603050405020304" pitchFamily="18" charset="0"/>
                <a:cs typeface="Times New Roman" panose="02020603050405020304" pitchFamily="18" charset="0"/>
              </a:rPr>
              <a:t>Bộ</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phận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ID</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Tên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1"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5552805"/>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536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pic>
        <p:nvPicPr>
          <p:cNvPr id="15441" name="Picture 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8007" y="6545263"/>
            <a:ext cx="3438525" cy="200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5442" name="Object 85"/>
          <p:cNvGraphicFramePr>
            <a:graphicFrameLocks noChangeAspect="1"/>
          </p:cNvGraphicFramePr>
          <p:nvPr/>
        </p:nvGraphicFramePr>
        <p:xfrm>
          <a:off x="476250" y="6545266"/>
          <a:ext cx="2520950" cy="1727200"/>
        </p:xfrm>
        <a:graphic>
          <a:graphicData uri="http://schemas.openxmlformats.org/presentationml/2006/ole">
            <mc:AlternateContent xmlns:mc="http://schemas.openxmlformats.org/markup-compatibility/2006">
              <mc:Choice xmlns:v="urn:schemas-microsoft-com:vml" Requires="v">
                <p:oleObj spid="_x0000_s2106" name="비트맵 이미지" r:id="rId5" imgW="2876190" imgH="1991003" progId="Paint.Picture">
                  <p:embed/>
                </p:oleObj>
              </mc:Choice>
              <mc:Fallback>
                <p:oleObj name="비트맵 이미지" r:id="rId5" imgW="2876190" imgH="1991003" progId="Paint.Picture">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6250" y="6545266"/>
                        <a:ext cx="2520950" cy="172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69421197"/>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536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pic>
        <p:nvPicPr>
          <p:cNvPr id="15441" name="Picture 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8007" y="6545263"/>
            <a:ext cx="3438525" cy="200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5442" name="Object 85"/>
          <p:cNvGraphicFramePr>
            <a:graphicFrameLocks noChangeAspect="1"/>
          </p:cNvGraphicFramePr>
          <p:nvPr/>
        </p:nvGraphicFramePr>
        <p:xfrm>
          <a:off x="476250" y="6545266"/>
          <a:ext cx="2520950" cy="1727200"/>
        </p:xfrm>
        <a:graphic>
          <a:graphicData uri="http://schemas.openxmlformats.org/presentationml/2006/ole">
            <mc:AlternateContent xmlns:mc="http://schemas.openxmlformats.org/markup-compatibility/2006">
              <mc:Choice xmlns:v="urn:schemas-microsoft-com:vml" Requires="v">
                <p:oleObj spid="_x0000_s6177" name="비트맵 이미지" r:id="rId5" imgW="2876190" imgH="1991003" progId="Paint.Picture">
                  <p:embed/>
                </p:oleObj>
              </mc:Choice>
              <mc:Fallback>
                <p:oleObj name="비트맵 이미지" r:id="rId5" imgW="2876190" imgH="1991003" progId="Paint.Picture">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6250" y="6545266"/>
                        <a:ext cx="2520950" cy="172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1971957"/>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388"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389"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3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860623810"/>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6400" name="Rectangle 99"/>
          <p:cNvSpPr>
            <a:spLocks noChangeArrowheads="1"/>
          </p:cNvSpPr>
          <p:nvPr/>
        </p:nvSpPr>
        <p:spPr bwMode="auto">
          <a:xfrm>
            <a:off x="227016" y="1043519"/>
            <a:ext cx="3163887"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marL="0" indent="0"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1. Đáp án nào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PLC sau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tin </a:t>
            </a:r>
            <a:r>
              <a:rPr lang="en-US" altLang="ko-KR" sz="900" err="1" smtClean="0">
                <a:solidFill>
                  <a:srgbClr val="000000"/>
                </a:solidFill>
                <a:latin typeface="Times New Roman" panose="02020603050405020304" pitchFamily="18" charset="0"/>
                <a:cs typeface="Times New Roman" panose="02020603050405020304" pitchFamily="18" charset="0"/>
              </a:rPr>
              <a:t>tưởng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tuổi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thọ</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tốc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Dễ</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dàng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mở</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rộng</a:t>
            </a:r>
            <a:r>
              <a:rPr lang="en-US" altLang="ko-KR" sz="900" smtClean="0">
                <a:solidFill>
                  <a:srgbClr val="000000"/>
                </a:solidFill>
                <a:latin typeface="Times New Roman" panose="02020603050405020304" pitchFamily="18" charset="0"/>
                <a:cs typeface="Times New Roman" panose="02020603050405020304" pitchFamily="18" charset="0"/>
              </a:rPr>
              <a:t> System</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Duy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tin </a:t>
            </a:r>
            <a:r>
              <a:rPr lang="en-US" altLang="ko-KR" sz="900" err="1" smtClean="0">
                <a:solidFill>
                  <a:srgbClr val="000000"/>
                </a:solidFill>
                <a:latin typeface="Times New Roman" panose="02020603050405020304" pitchFamily="18" charset="0"/>
                <a:cs typeface="Times New Roman" panose="02020603050405020304" pitchFamily="18" charset="0"/>
              </a:rPr>
              <a:t>cậy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dễ</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chữa</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01" name="Rectangle 99"/>
          <p:cNvSpPr>
            <a:spLocks noChangeArrowheads="1"/>
          </p:cNvSpPr>
          <p:nvPr/>
        </p:nvSpPr>
        <p:spPr bwMode="auto">
          <a:xfrm>
            <a:off x="227016" y="1996506"/>
            <a:ext cx="3201987" cy="1421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2.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LED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PLC CPU?</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RUN LED: </a:t>
            </a:r>
            <a:r>
              <a:rPr lang="en-US" altLang="ko-KR" sz="900" err="1" smtClean="0">
                <a:solidFill>
                  <a:srgbClr val="000000"/>
                </a:solidFill>
                <a:latin typeface="Times New Roman" panose="02020603050405020304" pitchFamily="18" charset="0"/>
                <a:cs typeface="Times New Roman" panose="02020603050405020304" pitchFamily="18" charset="0"/>
              </a:rPr>
              <a:t>nhấp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nháy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RUN/STOP Switch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STOP </a:t>
            </a: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RUN, Write Parameter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hoặc</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Program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đang</a:t>
            </a:r>
            <a:r>
              <a:rPr lang="en-US" altLang="ko-KR" sz="900" smtClean="0">
                <a:solidFill>
                  <a:srgbClr val="000000"/>
                </a:solidFill>
                <a:latin typeface="Times New Roman" panose="02020603050405020304" pitchFamily="18" charset="0"/>
                <a:cs typeface="Times New Roman" panose="02020603050405020304" pitchFamily="18" charset="0"/>
              </a:rPr>
              <a:t> STOP</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 MODE LED: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đèn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màu</a:t>
            </a:r>
            <a:r>
              <a:rPr lang="en-US" altLang="ko-KR" sz="900" smtClean="0">
                <a:solidFill>
                  <a:srgbClr val="000000"/>
                </a:solidFill>
                <a:latin typeface="Times New Roman" panose="02020603050405020304" pitchFamily="18" charset="0"/>
                <a:cs typeface="Times New Roman" panose="02020603050405020304" pitchFamily="18" charset="0"/>
              </a:rPr>
              <a:t> Cam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Mode Q.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③ BAT. LED: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sáng</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khi</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phát</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sinh</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Battery Error do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điện</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áp</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Battery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của</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Memory Card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trong</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CPU</a:t>
            </a:r>
            <a:r>
              <a:rPr lang="ko-KR" altLang="en-US" sz="90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giảm</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dần</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a:t>
            </a:r>
            <a:endParaRPr lang="en-US" altLang="ko-KR" sz="900">
              <a:solidFill>
                <a:srgbClr val="000000"/>
              </a:solidFill>
              <a:latin typeface="Times New Roman" panose="02020603050405020304" pitchFamily="18" charset="0"/>
              <a:cs typeface="Times New Roman" panose="02020603050405020304" pitchFamily="18" charset="0"/>
              <a:sym typeface="Wingdings" pitchFamily="2" charset="2"/>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④ USER LED: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nhấp</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nháy</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khi</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err="1" smtClean="0">
                <a:solidFill>
                  <a:srgbClr val="000000"/>
                </a:solidFill>
                <a:latin typeface="Times New Roman" panose="02020603050405020304" pitchFamily="18" charset="0"/>
                <a:cs typeface="Times New Roman" panose="02020603050405020304" pitchFamily="18" charset="0"/>
                <a:sym typeface="Wingdings" pitchFamily="2" charset="2"/>
              </a:rPr>
              <a:t>đã</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 Clear Latch.</a:t>
            </a:r>
            <a:endParaRPr lang="en-US" altLang="ko-KR" sz="900">
              <a:solidFill>
                <a:srgbClr val="000000"/>
              </a:solidFill>
              <a:latin typeface="Times New Roman" panose="02020603050405020304" pitchFamily="18" charset="0"/>
              <a:cs typeface="Times New Roman" panose="02020603050405020304" pitchFamily="18" charset="0"/>
              <a:sym typeface="Wingdings" pitchFamily="2" charset="2"/>
            </a:endParaRPr>
          </a:p>
        </p:txBody>
      </p:sp>
      <p:sp>
        <p:nvSpPr>
          <p:cNvPr id="16402" name="Rectangle 99"/>
          <p:cNvSpPr>
            <a:spLocks noChangeArrowheads="1"/>
          </p:cNvSpPr>
          <p:nvPr/>
        </p:nvSpPr>
        <p:spPr bwMode="auto">
          <a:xfrm>
            <a:off x="227016" y="3416318"/>
            <a:ext cx="320198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3.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việc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tế</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Data </a:t>
            </a:r>
            <a:r>
              <a:rPr lang="en-US" altLang="ko-KR" sz="900" err="1" smtClean="0">
                <a:solidFill>
                  <a:srgbClr val="000000"/>
                </a:solidFill>
                <a:latin typeface="Times New Roman" panose="02020603050405020304" pitchFamily="18" charset="0"/>
                <a:cs typeface="Times New Roman" panose="02020603050405020304" pitchFamily="18" charset="0"/>
              </a:rPr>
              <a:t>lưu</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① Refresh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②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Program</a:t>
            </a:r>
            <a:r>
              <a:rPr lang="ko-KR" altLang="en-US" sz="900" smtClean="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chẩn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đoán</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Xử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lí</a:t>
            </a:r>
            <a:r>
              <a:rPr lang="en-US" altLang="ko-KR" sz="900" smtClean="0">
                <a:solidFill>
                  <a:srgbClr val="000000"/>
                </a:solidFill>
                <a:latin typeface="Times New Roman" panose="02020603050405020304" pitchFamily="18" charset="0"/>
                <a:cs typeface="Times New Roman" panose="02020603050405020304" pitchFamily="18" charset="0"/>
              </a:rPr>
              <a:t> END</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03" name="Rectangle 99"/>
          <p:cNvSpPr>
            <a:spLocks noChangeArrowheads="1"/>
          </p:cNvSpPr>
          <p:nvPr/>
        </p:nvSpPr>
        <p:spPr bwMode="auto">
          <a:xfrm>
            <a:off x="227016" y="4210050"/>
            <a:ext cx="3201987"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4.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Q-Series CPU</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lnSpc>
                <a:spcPct val="11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quản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lí</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suất</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ổn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định</a:t>
            </a:r>
            <a:r>
              <a:rPr lang="en-US" altLang="ko-KR" sz="900" smtClean="0">
                <a:solidFill>
                  <a:srgbClr val="000000"/>
                </a:solidFill>
                <a:latin typeface="Times New Roman" panose="02020603050405020304" pitchFamily="18" charset="0"/>
                <a:cs typeface="Times New Roman" panose="02020603050405020304" pitchFamily="18" charset="0"/>
              </a:rPr>
              <a:t> do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rút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ngắn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r>
              <a:rPr lang="en-US" altLang="ko-KR" sz="900" smtClean="0">
                <a:solidFill>
                  <a:srgbClr val="000000"/>
                </a:solidFill>
                <a:latin typeface="Times New Roman" panose="02020603050405020304" pitchFamily="18" charset="0"/>
                <a:cs typeface="Times New Roman" panose="02020603050405020304" pitchFamily="18" charset="0"/>
              </a:rPr>
              <a:t> Scan</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Tên</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bằng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tiếng</a:t>
            </a:r>
            <a:r>
              <a:rPr lang="en-US" altLang="ko-KR" sz="900" smtClean="0">
                <a:solidFill>
                  <a:srgbClr val="000000"/>
                </a:solidFill>
                <a:latin typeface="Times New Roman" panose="02020603050405020304" pitchFamily="18" charset="0"/>
                <a:cs typeface="Times New Roman" panose="02020603050405020304" pitchFamily="18" charset="0"/>
              </a:rPr>
              <a:t> Anh</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Dùng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phân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thiết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thành</a:t>
            </a:r>
            <a:r>
              <a:rPr lang="en-US" altLang="ko-KR" sz="900" smtClean="0">
                <a:solidFill>
                  <a:srgbClr val="000000"/>
                </a:solidFill>
                <a:latin typeface="Times New Roman" panose="02020603050405020304" pitchFamily="18" charset="0"/>
                <a:cs typeface="Times New Roman" panose="02020603050405020304" pitchFamily="18" charset="0"/>
              </a:rPr>
              <a:t> Loader</a:t>
            </a:r>
            <a:r>
              <a:rPr lang="en-US" altLang="ko-KR" sz="900">
                <a:solidFill>
                  <a:srgbClr val="000000"/>
                </a:solidFill>
                <a:latin typeface="Times New Roman" panose="02020603050405020304" pitchFamily="18" charset="0"/>
                <a:cs typeface="Times New Roman" panose="02020603050405020304" pitchFamily="18" charset="0"/>
              </a:rPr>
              <a:t>, Unloader, Main </a:t>
            </a:r>
            <a:r>
              <a:rPr lang="en-US" altLang="ko-KR" sz="900" err="1" smtClean="0">
                <a:solidFill>
                  <a:srgbClr val="000000"/>
                </a:solidFill>
                <a:latin typeface="Times New Roman" panose="02020603050405020304" pitchFamily="18" charset="0"/>
                <a:cs typeface="Times New Roman" panose="02020603050405020304" pitchFamily="18" charset="0"/>
              </a:rPr>
              <a:t>v.v</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rồi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chữa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duy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04" name="Rectangle 99"/>
          <p:cNvSpPr>
            <a:spLocks noChangeArrowheads="1"/>
          </p:cNvSpPr>
          <p:nvPr/>
        </p:nvSpPr>
        <p:spPr bwMode="auto">
          <a:xfrm>
            <a:off x="227016" y="5651517"/>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5</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10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42 sang</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BCD </a:t>
            </a:r>
            <a:r>
              <a:rPr lang="en-US" altLang="ko-KR" sz="900" smtClean="0">
                <a:solidFill>
                  <a:srgbClr val="000000"/>
                </a:solidFill>
                <a:latin typeface="Times New Roman" panose="02020603050405020304" pitchFamily="18" charset="0"/>
                <a:cs typeface="Times New Roman" panose="02020603050405020304" pitchFamily="18" charset="0"/>
              </a:rPr>
              <a:t>CODE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① 1001 0111 0001        ② 0001 0111 0110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③ 0000 0010 1010        ④ 0000 0100 0010</a:t>
            </a:r>
          </a:p>
        </p:txBody>
      </p:sp>
      <p:sp>
        <p:nvSpPr>
          <p:cNvPr id="16405" name="Rectangle 99"/>
          <p:cNvSpPr>
            <a:spLocks noChangeArrowheads="1"/>
          </p:cNvSpPr>
          <p:nvPr/>
        </p:nvSpPr>
        <p:spPr bwMode="auto">
          <a:xfrm>
            <a:off x="227016" y="6172200"/>
            <a:ext cx="32019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6. </a:t>
            </a:r>
            <a:r>
              <a:rPr lang="en-US" altLang="ko-KR" sz="900" err="1" smtClean="0">
                <a:solidFill>
                  <a:srgbClr val="000000"/>
                </a:solidFill>
                <a:latin typeface="Times New Roman" panose="02020603050405020304" pitchFamily="18" charset="0"/>
                <a:cs typeface="Times New Roman" panose="02020603050405020304" pitchFamily="18" charset="0"/>
              </a:rPr>
              <a:t>Hạng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tục</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Dừng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Error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PLC RAS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PLC Parameter?</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Error </a:t>
            </a:r>
            <a:r>
              <a:rPr lang="en-US" altLang="ko-KR" sz="900" err="1" smtClean="0">
                <a:solidFill>
                  <a:srgbClr val="000000"/>
                </a:solidFill>
                <a:latin typeface="Times New Roman" panose="02020603050405020304" pitchFamily="18" charset="0"/>
                <a:cs typeface="Times New Roman" panose="02020603050405020304" pitchFamily="18" charset="0"/>
              </a:rPr>
              <a:t>tổ</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I/O Unit</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Error </a:t>
            </a:r>
            <a:r>
              <a:rPr lang="en-US" altLang="ko-KR" sz="900" err="1" smtClean="0">
                <a:solidFill>
                  <a:srgbClr val="000000"/>
                </a:solidFill>
                <a:latin typeface="Times New Roman" panose="02020603050405020304" pitchFamily="18" charset="0"/>
                <a:cs typeface="Times New Roman" panose="02020603050405020304" pitchFamily="18" charset="0"/>
              </a:rPr>
              <a:t>đứt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dây</a:t>
            </a:r>
            <a:r>
              <a:rPr lang="en-US" altLang="ko-KR" sz="900" smtClean="0">
                <a:solidFill>
                  <a:srgbClr val="000000"/>
                </a:solidFill>
                <a:latin typeface="Times New Roman" panose="02020603050405020304" pitchFamily="18" charset="0"/>
                <a:cs typeface="Times New Roman" panose="02020603050405020304" pitchFamily="18" charset="0"/>
              </a:rPr>
              <a:t> Fuse</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err="1" smtClean="0">
                <a:solidFill>
                  <a:srgbClr val="000000"/>
                </a:solidFill>
                <a:latin typeface="Times New Roman" panose="02020603050405020304" pitchFamily="18" charset="0"/>
                <a:cs typeface="Times New Roman" panose="02020603050405020304" pitchFamily="18" charset="0"/>
              </a:rPr>
              <a:t>Cấp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nguồn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ngoài</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Error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06" name="Rectangle 99"/>
          <p:cNvSpPr>
            <a:spLocks noChangeArrowheads="1"/>
          </p:cNvSpPr>
          <p:nvPr/>
        </p:nvSpPr>
        <p:spPr bwMode="auto">
          <a:xfrm>
            <a:off x="227013" y="6958013"/>
            <a:ext cx="3346450"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7.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Link Relay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PLC Device.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chọn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Relay </a:t>
            </a:r>
            <a:r>
              <a:rPr lang="en-US" altLang="ko-KR" sz="900" err="1" smtClean="0">
                <a:solidFill>
                  <a:srgbClr val="000000"/>
                </a:solidFill>
                <a:latin typeface="Times New Roman" panose="02020603050405020304" pitchFamily="18" charset="0"/>
                <a:cs typeface="Times New Roman" panose="02020603050405020304" pitchFamily="18" charset="0"/>
              </a:rPr>
              <a:t>nội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dùng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Data Link,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output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ngoài</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bằng</a:t>
            </a:r>
            <a:r>
              <a:rPr lang="en-US" altLang="ko-KR" sz="900" smtClean="0">
                <a:solidFill>
                  <a:srgbClr val="000000"/>
                </a:solidFill>
                <a:latin typeface="Times New Roman" panose="02020603050405020304" pitchFamily="18" charset="0"/>
                <a:cs typeface="Times New Roman" panose="02020603050405020304" pitchFamily="18" charset="0"/>
              </a:rPr>
              <a:t> Relay </a:t>
            </a:r>
            <a:r>
              <a:rPr lang="en-US" altLang="ko-KR" sz="900" err="1" smtClean="0">
                <a:solidFill>
                  <a:srgbClr val="000000"/>
                </a:solidFill>
                <a:latin typeface="Times New Roman" panose="02020603050405020304" pitchFamily="18" charset="0"/>
                <a:cs typeface="Times New Roman" panose="02020603050405020304" pitchFamily="18" charset="0"/>
              </a:rPr>
              <a:t>nội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theo</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thông</a:t>
            </a:r>
            <a:r>
              <a:rPr lang="en-US" altLang="ko-KR" sz="900" smtClean="0">
                <a:solidFill>
                  <a:srgbClr val="000000"/>
                </a:solidFill>
                <a:latin typeface="Times New Roman" panose="02020603050405020304" pitchFamily="18" charset="0"/>
                <a:cs typeface="Times New Roman" panose="02020603050405020304" pitchFamily="18" charset="0"/>
              </a:rPr>
              <a:t> tin Link ban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Program.</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④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Read/Write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vị</a:t>
            </a:r>
            <a:r>
              <a:rPr lang="en-US" altLang="ko-KR" sz="900" smtClean="0">
                <a:solidFill>
                  <a:srgbClr val="000000"/>
                </a:solidFill>
                <a:latin typeface="Times New Roman" panose="02020603050405020304" pitchFamily="18" charset="0"/>
                <a:cs typeface="Times New Roman" panose="02020603050405020304" pitchFamily="18" charset="0"/>
              </a:rPr>
              <a:t> 16Bit,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cấu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trúc</a:t>
            </a:r>
            <a:r>
              <a:rPr lang="en-US" altLang="ko-KR" sz="900" smtClean="0">
                <a:solidFill>
                  <a:srgbClr val="000000"/>
                </a:solidFill>
                <a:latin typeface="Times New Roman" panose="02020603050405020304" pitchFamily="18" charset="0"/>
                <a:cs typeface="Times New Roman" panose="02020603050405020304" pitchFamily="18" charset="0"/>
              </a:rPr>
              <a:t> 1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16Bit </a:t>
            </a:r>
            <a:r>
              <a:rPr lang="en-US" altLang="ko-KR" sz="900" err="1" smtClean="0">
                <a:solidFill>
                  <a:srgbClr val="000000"/>
                </a:solidFill>
                <a:latin typeface="Times New Roman" panose="02020603050405020304" pitchFamily="18" charset="0"/>
                <a:cs typeface="Times New Roman" panose="02020603050405020304" pitchFamily="18" charset="0"/>
              </a:rPr>
              <a:t>dùng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Data Link.</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6407" name="Rectangle 99"/>
          <p:cNvSpPr>
            <a:spLocks noChangeArrowheads="1"/>
          </p:cNvSpPr>
          <p:nvPr/>
        </p:nvSpPr>
        <p:spPr bwMode="auto">
          <a:xfrm>
            <a:off x="3429000" y="1042988"/>
            <a:ext cx="3133726"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8.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nội</a:t>
            </a:r>
            <a:r>
              <a:rPr lang="en-US" altLang="ko-KR" sz="900" smtClean="0">
                <a:solidFill>
                  <a:srgbClr val="000000"/>
                </a:solidFill>
                <a:latin typeface="Times New Roman" panose="02020603050405020304" pitchFamily="18" charset="0"/>
                <a:cs typeface="Times New Roman" panose="02020603050405020304" pitchFamily="18" charset="0"/>
              </a:rPr>
              <a:t> dung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Memory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PLC CPU sau </a:t>
            </a:r>
            <a:r>
              <a:rPr lang="en-US" altLang="ko-KR" sz="900" err="1" smtClean="0">
                <a:solidFill>
                  <a:srgbClr val="000000"/>
                </a:solidFill>
                <a:latin typeface="Times New Roman" panose="02020603050405020304" pitchFamily="18" charset="0"/>
                <a:cs typeface="Times New Roman" panose="02020603050405020304" pitchFamily="18" charset="0"/>
              </a:rPr>
              <a:t>đây</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err="1" smtClean="0">
                <a:solidFill>
                  <a:srgbClr val="000000"/>
                </a:solidFill>
                <a:latin typeface="Times New Roman" panose="02020603050405020304" pitchFamily="18" charset="0"/>
                <a:cs typeface="Times New Roman" panose="02020603050405020304" pitchFamily="18" charset="0"/>
              </a:rPr>
              <a:t>Người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phân</a:t>
            </a:r>
            <a:r>
              <a:rPr lang="en-US" altLang="ko-KR" sz="900" smtClean="0">
                <a:solidFill>
                  <a:srgbClr val="000000"/>
                </a:solidFill>
                <a:latin typeface="Times New Roman" panose="02020603050405020304" pitchFamily="18" charset="0"/>
                <a:cs typeface="Times New Roman" panose="02020603050405020304" pitchFamily="18" charset="0"/>
              </a:rPr>
              <a:t> chia Memory PLC </a:t>
            </a:r>
            <a:r>
              <a:rPr lang="en-US" altLang="ko-KR" sz="900" err="1" smtClean="0">
                <a:solidFill>
                  <a:srgbClr val="000000"/>
                </a:solidFill>
                <a:latin typeface="Times New Roman" panose="02020603050405020304" pitchFamily="18" charset="0"/>
                <a:cs typeface="Times New Roman" panose="02020603050405020304" pitchFamily="18" charset="0"/>
              </a:rPr>
              <a:t>thành</a:t>
            </a:r>
            <a:r>
              <a:rPr lang="en-US" altLang="ko-KR" sz="900" smtClean="0">
                <a:solidFill>
                  <a:srgbClr val="000000"/>
                </a:solidFill>
                <a:latin typeface="Times New Roman" panose="02020603050405020304" pitchFamily="18" charset="0"/>
                <a:cs typeface="Times New Roman" panose="02020603050405020304" pitchFamily="18" charset="0"/>
              </a:rPr>
              <a:t> 3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Program Memory, Data Memory, System Memory.</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a:t>
            </a:r>
            <a:r>
              <a:rPr lang="en-US" altLang="ko-KR" sz="900" smtClean="0">
                <a:solidFill>
                  <a:srgbClr val="000000"/>
                </a:solidFill>
                <a:latin typeface="Times New Roman" panose="02020603050405020304" pitchFamily="18" charset="0"/>
                <a:cs typeface="Times New Roman" panose="02020603050405020304" pitchFamily="18" charset="0"/>
              </a:rPr>
              <a:t>ROM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do </a:t>
            </a:r>
            <a:r>
              <a:rPr lang="en-US" altLang="ko-KR" sz="900" err="1" smtClean="0">
                <a:solidFill>
                  <a:srgbClr val="000000"/>
                </a:solidFill>
                <a:latin typeface="Times New Roman" panose="02020603050405020304" pitchFamily="18" charset="0"/>
                <a:cs typeface="Times New Roman" panose="02020603050405020304" pitchFamily="18" charset="0"/>
              </a:rPr>
              <a:t>người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nội</a:t>
            </a:r>
            <a:r>
              <a:rPr lang="en-US" altLang="ko-KR" sz="900" smtClean="0">
                <a:solidFill>
                  <a:srgbClr val="000000"/>
                </a:solidFill>
                <a:latin typeface="Times New Roman" panose="02020603050405020304" pitchFamily="18" charset="0"/>
                <a:cs typeface="Times New Roman" panose="02020603050405020304" pitchFamily="18" charset="0"/>
              </a:rPr>
              <a:t> dung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lưu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smtClean="0">
                <a:solidFill>
                  <a:srgbClr val="000000"/>
                </a:solidFill>
                <a:latin typeface="Times New Roman" panose="02020603050405020304" pitchFamily="18" charset="0"/>
                <a:cs typeface="Times New Roman" panose="02020603050405020304" pitchFamily="18" charset="0"/>
              </a:rPr>
              <a:t>Data Memory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lưu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thông</a:t>
            </a:r>
            <a:r>
              <a:rPr lang="en-US" altLang="ko-KR" sz="900" smtClean="0">
                <a:solidFill>
                  <a:srgbClr val="000000"/>
                </a:solidFill>
                <a:latin typeface="Times New Roman" panose="02020603050405020304" pitchFamily="18" charset="0"/>
                <a:cs typeface="Times New Roman" panose="02020603050405020304" pitchFamily="18" charset="0"/>
              </a:rPr>
              <a:t> tin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Counter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Timer, I/O </a:t>
            </a:r>
            <a:endParaRPr lang="ko-KR" altLang="en-US"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 ④ </a:t>
            </a:r>
            <a:r>
              <a:rPr lang="en-US" altLang="ko-KR" sz="900" smtClean="0">
                <a:solidFill>
                  <a:srgbClr val="000000"/>
                </a:solidFill>
                <a:latin typeface="Times New Roman" panose="02020603050405020304" pitchFamily="18" charset="0"/>
                <a:cs typeface="Times New Roman" panose="02020603050405020304" pitchFamily="18" charset="0"/>
              </a:rPr>
              <a:t>System Memory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lưu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thống</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08" name="Rectangle 99"/>
          <p:cNvSpPr>
            <a:spLocks noChangeArrowheads="1"/>
          </p:cNvSpPr>
          <p:nvPr/>
        </p:nvSpPr>
        <p:spPr bwMode="auto">
          <a:xfrm>
            <a:off x="3429000" y="2459038"/>
            <a:ext cx="3201988"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9.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quả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khoảng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cách</a:t>
            </a:r>
            <a:r>
              <a:rPr lang="en-US" altLang="ko-KR" sz="900" smtClean="0">
                <a:solidFill>
                  <a:srgbClr val="000000"/>
                </a:solidFill>
                <a:latin typeface="Times New Roman" panose="02020603050405020304" pitchFamily="18" charset="0"/>
                <a:cs typeface="Times New Roman" panose="02020603050405020304" pitchFamily="18" charset="0"/>
              </a:rPr>
              <a:t> MCR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MC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trường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MC</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OFF?</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TIMER 100ms,10ms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duy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②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TIMER, </a:t>
            </a:r>
            <a:r>
              <a:rPr lang="en-US" altLang="ko-KR" sz="900" smtClean="0">
                <a:solidFill>
                  <a:srgbClr val="000000"/>
                </a:solidFill>
                <a:latin typeface="Times New Roman" panose="02020603050405020304" pitchFamily="18" charset="0"/>
                <a:cs typeface="Times New Roman" panose="02020603050405020304" pitchFamily="18" charset="0"/>
              </a:rPr>
              <a:t>COUNT </a:t>
            </a:r>
            <a:r>
              <a:rPr lang="en-US" altLang="ko-KR" sz="900" err="1" smtClean="0">
                <a:solidFill>
                  <a:srgbClr val="000000"/>
                </a:solidFill>
                <a:latin typeface="Times New Roman" panose="02020603050405020304" pitchFamily="18" charset="0"/>
                <a:cs typeface="Times New Roman" panose="02020603050405020304" pitchFamily="18" charset="0"/>
              </a:rPr>
              <a:t>tích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Clear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a:t>
            </a:r>
            <a:r>
              <a:rPr lang="en-US" altLang="ko-KR" sz="900">
                <a:solidFill>
                  <a:srgbClr val="000000"/>
                </a:solidFill>
                <a:latin typeface="Times New Roman" panose="02020603050405020304" pitchFamily="18" charset="0"/>
                <a:cs typeface="Times New Roman" panose="02020603050405020304" pitchFamily="18" charset="0"/>
              </a:rPr>
              <a:t>0</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OUT </a:t>
            </a:r>
            <a:r>
              <a:rPr lang="en-US" altLang="ko-KR" sz="900" err="1" smtClean="0">
                <a:solidFill>
                  <a:srgbClr val="000000"/>
                </a:solidFill>
                <a:latin typeface="Times New Roman" panose="02020603050405020304" pitchFamily="18" charset="0"/>
                <a:cs typeface="Times New Roman" panose="02020603050405020304" pitchFamily="18" charset="0"/>
              </a:rPr>
              <a:t>duy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thế</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④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SET/RST</a:t>
            </a:r>
            <a:r>
              <a:rPr lang="en-US" altLang="ko-KR" sz="900">
                <a:solidFill>
                  <a:srgbClr val="000000"/>
                </a:solidFill>
                <a:latin typeface="Times New Roman" panose="02020603050405020304" pitchFamily="18" charset="0"/>
                <a:cs typeface="Times New Roman" panose="02020603050405020304" pitchFamily="18" charset="0"/>
              </a:rPr>
              <a:t>, SFT </a:t>
            </a:r>
            <a:r>
              <a:rPr lang="en-US" altLang="ko-KR" sz="900" err="1">
                <a:solidFill>
                  <a:srgbClr val="000000"/>
                </a:solidFill>
                <a:latin typeface="Times New Roman" panose="02020603050405020304" pitchFamily="18" charset="0"/>
                <a:cs typeface="Times New Roman" panose="02020603050405020304" pitchFamily="18" charset="0"/>
              </a:rPr>
              <a:t>duy</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trì</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trạng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như</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thế</a:t>
            </a:r>
            <a:r>
              <a:rPr lang="en-US" altLang="ko-KR" sz="90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09" name="Rectangle 99"/>
          <p:cNvSpPr>
            <a:spLocks noChangeArrowheads="1"/>
          </p:cNvSpPr>
          <p:nvPr/>
        </p:nvSpPr>
        <p:spPr bwMode="auto">
          <a:xfrm>
            <a:off x="3429000" y="3347830"/>
            <a:ext cx="3308350"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10.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PLC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Thay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thế</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LSI, </a:t>
            </a:r>
            <a:r>
              <a:rPr lang="en-US" altLang="ko-KR" sz="900" err="1" smtClean="0">
                <a:solidFill>
                  <a:srgbClr val="000000"/>
                </a:solidFill>
                <a:latin typeface="Times New Roman" panose="02020603050405020304" pitchFamily="18" charset="0"/>
                <a:cs typeface="Times New Roman" panose="02020603050405020304" pitchFamily="18" charset="0"/>
              </a:rPr>
              <a:t>Transistorv.v</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đang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sang </a:t>
            </a:r>
            <a:r>
              <a:rPr lang="en-US" altLang="ko-KR" sz="900" err="1" smtClean="0">
                <a:solidFill>
                  <a:srgbClr val="000000"/>
                </a:solidFill>
                <a:latin typeface="Times New Roman" panose="02020603050405020304" pitchFamily="18" charset="0"/>
                <a:cs typeface="Times New Roman" panose="02020603050405020304" pitchFamily="18" charset="0"/>
              </a:rPr>
              <a:t>chức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Rơ</a:t>
            </a:r>
            <a:r>
              <a:rPr lang="en-US" altLang="ko-KR" sz="900" smtClean="0">
                <a:solidFill>
                  <a:srgbClr val="000000"/>
                </a:solidFill>
                <a:latin typeface="Times New Roman" panose="02020603050405020304" pitchFamily="18" charset="0"/>
                <a:cs typeface="Times New Roman" panose="02020603050405020304" pitchFamily="18" charset="0"/>
              </a:rPr>
              <a:t> le Timer, Counter </a:t>
            </a:r>
            <a:r>
              <a:rPr lang="en-US" altLang="ko-KR" sz="900" err="1" smtClean="0">
                <a:solidFill>
                  <a:srgbClr val="000000"/>
                </a:solidFill>
                <a:latin typeface="Times New Roman" panose="02020603050405020304" pitchFamily="18" charset="0"/>
                <a:cs typeface="Times New Roman" panose="02020603050405020304" pitchFamily="18" charset="0"/>
              </a:rPr>
              <a:t>v.v</a:t>
            </a:r>
            <a:r>
              <a:rPr lang="en-US" altLang="ko-KR" sz="900" smtClean="0">
                <a:solidFill>
                  <a:srgbClr val="000000"/>
                </a:solidFill>
                <a:latin typeface="Times New Roman" panose="02020603050405020304" pitchFamily="18" charset="0"/>
                <a:cs typeface="Times New Roman" panose="02020603050405020304" pitchFamily="18" charset="0"/>
              </a:rPr>
              <a:t>…</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Thêm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học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Sequence </a:t>
            </a:r>
            <a:r>
              <a:rPr lang="en-US" altLang="ko-KR" sz="900" err="1" smtClean="0">
                <a:solidFill>
                  <a:srgbClr val="000000"/>
                </a:solidFill>
                <a:latin typeface="Times New Roman" panose="02020603050405020304" pitchFamily="18" charset="0"/>
                <a:cs typeface="Times New Roman" panose="02020603050405020304" pitchFamily="18" charset="0"/>
              </a:rPr>
              <a:t>cơ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Vai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trò</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PLC</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Sequence,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PID,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Analog </a:t>
            </a:r>
            <a:r>
              <a:rPr lang="en-US" altLang="ko-KR" sz="900" err="1" smtClean="0">
                <a:solidFill>
                  <a:srgbClr val="000000"/>
                </a:solidFill>
                <a:latin typeface="Times New Roman" panose="02020603050405020304" pitchFamily="18" charset="0"/>
                <a:cs typeface="Times New Roman" panose="02020603050405020304" pitchFamily="18" charset="0"/>
              </a:rPr>
              <a:t>v.v</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kiệm</a:t>
            </a:r>
            <a:r>
              <a:rPr lang="en-US" altLang="ko-KR" sz="900" smtClean="0">
                <a:solidFill>
                  <a:srgbClr val="000000"/>
                </a:solidFill>
                <a:latin typeface="Times New Roman" panose="02020603050405020304" pitchFamily="18" charset="0"/>
                <a:cs typeface="Times New Roman" panose="02020603050405020304" pitchFamily="18" charset="0"/>
              </a:rPr>
              <a:t> chi </a:t>
            </a:r>
            <a:r>
              <a:rPr lang="en-US" altLang="ko-KR" sz="900" err="1" smtClean="0">
                <a:solidFill>
                  <a:srgbClr val="000000"/>
                </a:solidFill>
                <a:latin typeface="Times New Roman" panose="02020603050405020304" pitchFamily="18" charset="0"/>
                <a:cs typeface="Times New Roman" panose="02020603050405020304" pitchFamily="18" charset="0"/>
              </a:rPr>
              <a:t>phí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cần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r>
              <a:rPr lang="en-US" altLang="ko-KR" sz="900" smtClean="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vận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thay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6410" name="Rectangle 99"/>
          <p:cNvSpPr>
            <a:spLocks noChangeArrowheads="1"/>
          </p:cNvSpPr>
          <p:nvPr/>
        </p:nvSpPr>
        <p:spPr bwMode="auto">
          <a:xfrm>
            <a:off x="3429000" y="4583113"/>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ảnh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cấu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trúc</a:t>
            </a:r>
            <a:r>
              <a:rPr lang="en-US" altLang="ko-KR" sz="900" smtClean="0">
                <a:solidFill>
                  <a:srgbClr val="000000"/>
                </a:solidFill>
                <a:latin typeface="Times New Roman" panose="02020603050405020304" pitchFamily="18" charset="0"/>
                <a:cs typeface="Times New Roman" panose="02020603050405020304" pitchFamily="18" charset="0"/>
              </a:rPr>
              <a:t> ở KIT.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hỏi</a:t>
            </a:r>
            <a:endParaRPr lang="ko-KR" altLang="en-US" sz="900">
              <a:solidFill>
                <a:srgbClr val="000000"/>
              </a:solidFill>
              <a:latin typeface="Times New Roman" panose="02020603050405020304" pitchFamily="18" charset="0"/>
              <a:cs typeface="Times New Roman" panose="02020603050405020304" pitchFamily="18" charset="0"/>
            </a:endParaRPr>
          </a:p>
        </p:txBody>
      </p:sp>
      <p:grpSp>
        <p:nvGrpSpPr>
          <p:cNvPr id="16411" name="Group 178"/>
          <p:cNvGrpSpPr>
            <a:grpSpLocks/>
          </p:cNvGrpSpPr>
          <p:nvPr/>
        </p:nvGrpSpPr>
        <p:grpSpPr bwMode="auto">
          <a:xfrm>
            <a:off x="3429032" y="4908550"/>
            <a:ext cx="3095625" cy="2530475"/>
            <a:chOff x="2206" y="1305"/>
            <a:chExt cx="1950" cy="1594"/>
          </a:xfrm>
        </p:grpSpPr>
        <p:grpSp>
          <p:nvGrpSpPr>
            <p:cNvPr id="16415" name="Group 179"/>
            <p:cNvGrpSpPr>
              <a:grpSpLocks/>
            </p:cNvGrpSpPr>
            <p:nvPr/>
          </p:nvGrpSpPr>
          <p:grpSpPr bwMode="auto">
            <a:xfrm>
              <a:off x="2244" y="1305"/>
              <a:ext cx="1859" cy="1281"/>
              <a:chOff x="2244" y="1305"/>
              <a:chExt cx="1859" cy="1281"/>
            </a:xfrm>
          </p:grpSpPr>
          <p:sp>
            <p:nvSpPr>
              <p:cNvPr id="16417" name="Rectangle 180"/>
              <p:cNvSpPr>
                <a:spLocks noChangeArrowheads="1"/>
              </p:cNvSpPr>
              <p:nvPr/>
            </p:nvSpPr>
            <p:spPr bwMode="auto">
              <a:xfrm>
                <a:off x="2325" y="1408"/>
                <a:ext cx="1742" cy="5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6418" name="Line 181"/>
              <p:cNvSpPr>
                <a:spLocks noChangeShapeType="1"/>
              </p:cNvSpPr>
              <p:nvPr/>
            </p:nvSpPr>
            <p:spPr bwMode="auto">
              <a:xfrm>
                <a:off x="2495"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19" name="Line 182"/>
              <p:cNvSpPr>
                <a:spLocks noChangeShapeType="1"/>
              </p:cNvSpPr>
              <p:nvPr/>
            </p:nvSpPr>
            <p:spPr bwMode="auto">
              <a:xfrm>
                <a:off x="2656"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20" name="Line 183"/>
              <p:cNvSpPr>
                <a:spLocks noChangeShapeType="1"/>
              </p:cNvSpPr>
              <p:nvPr/>
            </p:nvSpPr>
            <p:spPr bwMode="auto">
              <a:xfrm>
                <a:off x="2858"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21" name="Line 184"/>
              <p:cNvSpPr>
                <a:spLocks noChangeShapeType="1"/>
              </p:cNvSpPr>
              <p:nvPr/>
            </p:nvSpPr>
            <p:spPr bwMode="auto">
              <a:xfrm>
                <a:off x="3061"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22" name="Line 185"/>
              <p:cNvSpPr>
                <a:spLocks noChangeShapeType="1"/>
              </p:cNvSpPr>
              <p:nvPr/>
            </p:nvSpPr>
            <p:spPr bwMode="auto">
              <a:xfrm>
                <a:off x="3263"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23" name="Text Box 186"/>
              <p:cNvSpPr txBox="1">
                <a:spLocks noChangeArrowheads="1"/>
              </p:cNvSpPr>
              <p:nvPr/>
            </p:nvSpPr>
            <p:spPr bwMode="auto">
              <a:xfrm>
                <a:off x="2283" y="1572"/>
                <a:ext cx="28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Power</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UNIT</a:t>
                </a:r>
              </a:p>
            </p:txBody>
          </p:sp>
          <p:sp>
            <p:nvSpPr>
              <p:cNvPr id="16424" name="Text Box 187"/>
              <p:cNvSpPr txBox="1">
                <a:spLocks noChangeArrowheads="1"/>
              </p:cNvSpPr>
              <p:nvPr/>
            </p:nvSpPr>
            <p:spPr bwMode="auto">
              <a:xfrm>
                <a:off x="2461" y="1572"/>
                <a:ext cx="243"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CPU</a:t>
                </a:r>
              </a:p>
            </p:txBody>
          </p:sp>
          <p:sp>
            <p:nvSpPr>
              <p:cNvPr id="16425" name="Text Box 188"/>
              <p:cNvSpPr txBox="1">
                <a:spLocks noChangeArrowheads="1"/>
              </p:cNvSpPr>
              <p:nvPr/>
            </p:nvSpPr>
            <p:spPr bwMode="auto">
              <a:xfrm>
                <a:off x="2615" y="1305"/>
                <a:ext cx="27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QX40</a:t>
                </a:r>
              </a:p>
            </p:txBody>
          </p:sp>
          <p:sp>
            <p:nvSpPr>
              <p:cNvPr id="16426" name="Text Box 189"/>
              <p:cNvSpPr txBox="1">
                <a:spLocks noChangeArrowheads="1"/>
              </p:cNvSpPr>
              <p:nvPr/>
            </p:nvSpPr>
            <p:spPr bwMode="auto">
              <a:xfrm>
                <a:off x="3029" y="1305"/>
                <a:ext cx="27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QX42</a:t>
                </a:r>
              </a:p>
            </p:txBody>
          </p:sp>
          <p:sp>
            <p:nvSpPr>
              <p:cNvPr id="16427" name="Text Box 190"/>
              <p:cNvSpPr txBox="1">
                <a:spLocks noChangeArrowheads="1"/>
              </p:cNvSpPr>
              <p:nvPr/>
            </p:nvSpPr>
            <p:spPr bwMode="auto">
              <a:xfrm>
                <a:off x="2827" y="1307"/>
                <a:ext cx="27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QY41</a:t>
                </a:r>
              </a:p>
            </p:txBody>
          </p:sp>
          <p:sp>
            <p:nvSpPr>
              <p:cNvPr id="16428" name="Text Box 191"/>
              <p:cNvSpPr txBox="1">
                <a:spLocks noChangeArrowheads="1"/>
              </p:cNvSpPr>
              <p:nvPr/>
            </p:nvSpPr>
            <p:spPr bwMode="auto">
              <a:xfrm>
                <a:off x="3220" y="1305"/>
                <a:ext cx="27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QY40</a:t>
                </a:r>
              </a:p>
            </p:txBody>
          </p:sp>
          <p:sp>
            <p:nvSpPr>
              <p:cNvPr id="16429" name="Line 192"/>
              <p:cNvSpPr>
                <a:spLocks noChangeShapeType="1"/>
              </p:cNvSpPr>
              <p:nvPr/>
            </p:nvSpPr>
            <p:spPr bwMode="auto">
              <a:xfrm>
                <a:off x="3466"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30" name="Text Box 193"/>
              <p:cNvSpPr txBox="1">
                <a:spLocks noChangeArrowheads="1"/>
              </p:cNvSpPr>
              <p:nvPr/>
            </p:nvSpPr>
            <p:spPr bwMode="auto">
              <a:xfrm>
                <a:off x="3624" y="1305"/>
                <a:ext cx="28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Times New Roman" panose="02020603050405020304" pitchFamily="18" charset="0"/>
                    <a:cs typeface="Times New Roman" panose="02020603050405020304" pitchFamily="18" charset="0"/>
                  </a:rPr>
                  <a:t>공</a:t>
                </a:r>
                <a:r>
                  <a:rPr lang="en-US" altLang="ko-KR" sz="800">
                    <a:solidFill>
                      <a:srgbClr val="000000"/>
                    </a:solidFill>
                    <a:latin typeface="Times New Roman" panose="02020603050405020304" pitchFamily="18" charset="0"/>
                    <a:cs typeface="Times New Roman" panose="02020603050405020304" pitchFamily="18" charset="0"/>
                  </a:rPr>
                  <a:t>Slot</a:t>
                </a:r>
              </a:p>
            </p:txBody>
          </p:sp>
          <p:sp>
            <p:nvSpPr>
              <p:cNvPr id="16431" name="Line 194"/>
              <p:cNvSpPr>
                <a:spLocks noChangeShapeType="1"/>
              </p:cNvSpPr>
              <p:nvPr/>
            </p:nvSpPr>
            <p:spPr bwMode="auto">
              <a:xfrm>
                <a:off x="3668"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32" name="Text Box 195"/>
              <p:cNvSpPr txBox="1">
                <a:spLocks noChangeArrowheads="1"/>
              </p:cNvSpPr>
              <p:nvPr/>
            </p:nvSpPr>
            <p:spPr bwMode="auto">
              <a:xfrm>
                <a:off x="3407" y="1307"/>
                <a:ext cx="320"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Q64AD</a:t>
                </a:r>
              </a:p>
            </p:txBody>
          </p:sp>
          <p:sp>
            <p:nvSpPr>
              <p:cNvPr id="16433" name="Text Box 196"/>
              <p:cNvSpPr txBox="1">
                <a:spLocks noChangeArrowheads="1"/>
              </p:cNvSpPr>
              <p:nvPr/>
            </p:nvSpPr>
            <p:spPr bwMode="auto">
              <a:xfrm>
                <a:off x="3829" y="1305"/>
                <a:ext cx="27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QX42</a:t>
                </a:r>
              </a:p>
            </p:txBody>
          </p:sp>
          <p:sp>
            <p:nvSpPr>
              <p:cNvPr id="16434" name="Line 197"/>
              <p:cNvSpPr>
                <a:spLocks noChangeShapeType="1"/>
              </p:cNvSpPr>
              <p:nvPr/>
            </p:nvSpPr>
            <p:spPr bwMode="auto">
              <a:xfrm>
                <a:off x="3871"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35" name="Line 198"/>
              <p:cNvSpPr>
                <a:spLocks noChangeShapeType="1"/>
              </p:cNvSpPr>
              <p:nvPr/>
            </p:nvSpPr>
            <p:spPr bwMode="auto">
              <a:xfrm>
                <a:off x="2244" y="1644"/>
                <a:ext cx="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36" name="Line 199"/>
              <p:cNvSpPr>
                <a:spLocks noChangeShapeType="1"/>
              </p:cNvSpPr>
              <p:nvPr/>
            </p:nvSpPr>
            <p:spPr bwMode="auto">
              <a:xfrm>
                <a:off x="2244" y="1644"/>
                <a:ext cx="0" cy="5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37" name="Line 200"/>
              <p:cNvSpPr>
                <a:spLocks noChangeShapeType="1"/>
              </p:cNvSpPr>
              <p:nvPr/>
            </p:nvSpPr>
            <p:spPr bwMode="auto">
              <a:xfrm>
                <a:off x="2244" y="2233"/>
                <a:ext cx="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38" name="Rectangle 201"/>
              <p:cNvSpPr>
                <a:spLocks noChangeArrowheads="1"/>
              </p:cNvSpPr>
              <p:nvPr/>
            </p:nvSpPr>
            <p:spPr bwMode="auto">
              <a:xfrm>
                <a:off x="2325" y="2076"/>
                <a:ext cx="1742" cy="51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6439" name="Line 202"/>
              <p:cNvSpPr>
                <a:spLocks noChangeShapeType="1"/>
              </p:cNvSpPr>
              <p:nvPr/>
            </p:nvSpPr>
            <p:spPr bwMode="auto">
              <a:xfrm>
                <a:off x="2495" y="2076"/>
                <a:ext cx="0" cy="5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40" name="Line 203"/>
              <p:cNvSpPr>
                <a:spLocks noChangeShapeType="1"/>
              </p:cNvSpPr>
              <p:nvPr/>
            </p:nvSpPr>
            <p:spPr bwMode="auto">
              <a:xfrm>
                <a:off x="2690" y="2076"/>
                <a:ext cx="0" cy="5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41" name="Text Box 204"/>
              <p:cNvSpPr txBox="1">
                <a:spLocks noChangeArrowheads="1"/>
              </p:cNvSpPr>
              <p:nvPr/>
            </p:nvSpPr>
            <p:spPr bwMode="auto">
              <a:xfrm>
                <a:off x="2446" y="1972"/>
                <a:ext cx="27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QX42</a:t>
                </a:r>
              </a:p>
            </p:txBody>
          </p:sp>
          <p:sp>
            <p:nvSpPr>
              <p:cNvPr id="16442" name="Text Box 205"/>
              <p:cNvSpPr txBox="1">
                <a:spLocks noChangeArrowheads="1"/>
              </p:cNvSpPr>
              <p:nvPr/>
            </p:nvSpPr>
            <p:spPr bwMode="auto">
              <a:xfrm>
                <a:off x="2287" y="2273"/>
                <a:ext cx="28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cs typeface="Times New Roman" panose="02020603050405020304" pitchFamily="18" charset="0"/>
                  </a:rPr>
                  <a:t>Power</a:t>
                </a:r>
              </a:p>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cs typeface="Times New Roman" panose="02020603050405020304" pitchFamily="18" charset="0"/>
                  </a:rPr>
                  <a:t>UNIT</a:t>
                </a:r>
                <a:endParaRPr lang="en-US" altLang="ko-KR" sz="800">
                  <a:solidFill>
                    <a:srgbClr val="000000"/>
                  </a:solidFill>
                  <a:latin typeface="Times New Roman" panose="02020603050405020304" pitchFamily="18" charset="0"/>
                  <a:cs typeface="Times New Roman" panose="02020603050405020304" pitchFamily="18" charset="0"/>
                </a:endParaRPr>
              </a:p>
            </p:txBody>
          </p:sp>
          <p:sp>
            <p:nvSpPr>
              <p:cNvPr id="16443" name="Line 206"/>
              <p:cNvSpPr>
                <a:spLocks noChangeShapeType="1"/>
              </p:cNvSpPr>
              <p:nvPr/>
            </p:nvSpPr>
            <p:spPr bwMode="auto">
              <a:xfrm>
                <a:off x="2877" y="2076"/>
                <a:ext cx="0" cy="5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6444" name="Text Box 207"/>
              <p:cNvSpPr txBox="1">
                <a:spLocks noChangeArrowheads="1"/>
              </p:cNvSpPr>
              <p:nvPr/>
            </p:nvSpPr>
            <p:spPr bwMode="auto">
              <a:xfrm>
                <a:off x="2635" y="1974"/>
                <a:ext cx="320"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Q62DA</a:t>
                </a:r>
              </a:p>
            </p:txBody>
          </p:sp>
          <p:sp>
            <p:nvSpPr>
              <p:cNvPr id="16445" name="Text Box 208"/>
              <p:cNvSpPr txBox="1">
                <a:spLocks noChangeArrowheads="1"/>
              </p:cNvSpPr>
              <p:nvPr/>
            </p:nvSpPr>
            <p:spPr bwMode="auto">
              <a:xfrm>
                <a:off x="2680" y="2266"/>
                <a:ext cx="23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a:t>
                </a:r>
                <a:r>
                  <a:rPr lang="en-US" altLang="ko-KR" sz="800">
                    <a:solidFill>
                      <a:srgbClr val="000000"/>
                    </a:solidFill>
                    <a:latin typeface="Times New Roman" panose="02020603050405020304" pitchFamily="18" charset="0"/>
                    <a:cs typeface="Times New Roman" panose="02020603050405020304" pitchFamily="18" charset="0"/>
                  </a:rPr>
                  <a:t>)</a:t>
                </a:r>
              </a:p>
            </p:txBody>
          </p:sp>
        </p:grpSp>
        <p:sp>
          <p:nvSpPr>
            <p:cNvPr id="16416" name="Rectangle 209"/>
            <p:cNvSpPr>
              <a:spLocks noChangeArrowheads="1"/>
            </p:cNvSpPr>
            <p:nvPr/>
          </p:nvSpPr>
          <p:spPr bwMode="auto">
            <a:xfrm>
              <a:off x="2206" y="2666"/>
              <a:ext cx="195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a:solidFill>
                  <a:srgbClr val="000000"/>
                </a:solidFill>
                <a:latin typeface="Times New Roman" panose="02020603050405020304" pitchFamily="18" charset="0"/>
                <a:cs typeface="Times New Roman" panose="02020603050405020304" pitchFamily="18" charset="0"/>
              </a:endParaRPr>
            </a:p>
          </p:txBody>
        </p:sp>
      </p:grpSp>
      <p:sp>
        <p:nvSpPr>
          <p:cNvPr id="16412" name="Rectangle 99"/>
          <p:cNvSpPr>
            <a:spLocks noChangeArrowheads="1"/>
          </p:cNvSpPr>
          <p:nvPr/>
        </p:nvSpPr>
        <p:spPr bwMode="auto">
          <a:xfrm>
            <a:off x="3429000" y="7064392"/>
            <a:ext cx="3201988"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11.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Address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DA Card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trí</a:t>
            </a:r>
            <a:r>
              <a:rPr lang="en-US" altLang="ko-KR" sz="900" smtClean="0">
                <a:solidFill>
                  <a:srgbClr val="000000"/>
                </a:solidFill>
                <a:latin typeface="Times New Roman" panose="02020603050405020304" pitchFamily="18" charset="0"/>
                <a:cs typeface="Times New Roman" panose="02020603050405020304" pitchFamily="18" charset="0"/>
              </a:rPr>
              <a:t> ①</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X100~X10F          ② X120~X12F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X130~X13F          ④ X140~X14F</a:t>
            </a:r>
          </a:p>
        </p:txBody>
      </p:sp>
      <p:sp>
        <p:nvSpPr>
          <p:cNvPr id="16413" name="Rectangle 99"/>
          <p:cNvSpPr>
            <a:spLocks noChangeArrowheads="1"/>
          </p:cNvSpPr>
          <p:nvPr/>
        </p:nvSpPr>
        <p:spPr bwMode="auto">
          <a:xfrm>
            <a:off x="3429000" y="7573981"/>
            <a:ext cx="3201988"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12.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16 3B sang BCD Code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0101 1001                       ② 0011 1011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0101 1011                       ④ 0011 1010</a:t>
            </a:r>
          </a:p>
        </p:txBody>
      </p:sp>
      <p:sp>
        <p:nvSpPr>
          <p:cNvPr id="16414" name="Rectangle 99"/>
          <p:cNvSpPr>
            <a:spLocks noChangeArrowheads="1"/>
          </p:cNvSpPr>
          <p:nvPr/>
        </p:nvSpPr>
        <p:spPr bwMode="auto">
          <a:xfrm>
            <a:off x="3429000" y="8081963"/>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13. </a:t>
            </a:r>
            <a:r>
              <a:rPr lang="en-US" altLang="ko-KR" sz="900" smtClean="0">
                <a:solidFill>
                  <a:srgbClr val="000000"/>
                </a:solidFill>
                <a:latin typeface="Times New Roman" panose="02020603050405020304" pitchFamily="18" charset="0"/>
                <a:cs typeface="Times New Roman" panose="02020603050405020304" pitchFamily="18" charset="0"/>
              </a:rPr>
              <a:t>Device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duy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dù</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tĩnh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M            ② Y             ③ L            ④ Z</a:t>
            </a:r>
          </a:p>
        </p:txBody>
      </p:sp>
      <p:sp>
        <p:nvSpPr>
          <p:cNvPr id="55" name="Text Box 3"/>
          <p:cNvSpPr txBox="1">
            <a:spLocks noChangeArrowheads="1"/>
          </p:cNvSpPr>
          <p:nvPr/>
        </p:nvSpPr>
        <p:spPr bwMode="auto">
          <a:xfrm>
            <a:off x="228603" y="679468"/>
            <a:ext cx="3430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err="1" smtClean="0">
                <a:solidFill>
                  <a:srgbClr val="000000"/>
                </a:solidFill>
                <a:latin typeface="Times New Roman" panose="02020603050405020304" pitchFamily="18" charset="0"/>
                <a:cs typeface="Times New Roman" panose="02020603050405020304" pitchFamily="18" charset="0"/>
              </a:rPr>
              <a:t>Bộ</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phận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ID</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Tên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56"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38271099"/>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12"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13"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4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035232031"/>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7424" name="Rectangle 99"/>
          <p:cNvSpPr>
            <a:spLocks noChangeArrowheads="1"/>
          </p:cNvSpPr>
          <p:nvPr/>
        </p:nvSpPr>
        <p:spPr bwMode="auto">
          <a:xfrm>
            <a:off x="227016" y="1042988"/>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14.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những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ON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Y30?</a:t>
            </a:r>
            <a:endParaRPr lang="en-US" altLang="ko-KR" sz="900">
              <a:solidFill>
                <a:srgbClr val="000000"/>
              </a:solidFill>
              <a:latin typeface="Times New Roman" panose="02020603050405020304" pitchFamily="18" charset="0"/>
              <a:cs typeface="Times New Roman" panose="02020603050405020304" pitchFamily="18" charset="0"/>
            </a:endParaRPr>
          </a:p>
        </p:txBody>
      </p:sp>
      <p:grpSp>
        <p:nvGrpSpPr>
          <p:cNvPr id="17425" name="Group 195"/>
          <p:cNvGrpSpPr>
            <a:grpSpLocks/>
          </p:cNvGrpSpPr>
          <p:nvPr/>
        </p:nvGrpSpPr>
        <p:grpSpPr bwMode="auto">
          <a:xfrm>
            <a:off x="636588" y="1412875"/>
            <a:ext cx="2362200" cy="1660525"/>
            <a:chOff x="4224" y="2266"/>
            <a:chExt cx="1488" cy="1046"/>
          </a:xfrm>
        </p:grpSpPr>
        <p:grpSp>
          <p:nvGrpSpPr>
            <p:cNvPr id="17639" name="Group 196"/>
            <p:cNvGrpSpPr>
              <a:grpSpLocks/>
            </p:cNvGrpSpPr>
            <p:nvPr/>
          </p:nvGrpSpPr>
          <p:grpSpPr bwMode="auto">
            <a:xfrm>
              <a:off x="4224" y="2352"/>
              <a:ext cx="1488" cy="960"/>
              <a:chOff x="2400" y="1296"/>
              <a:chExt cx="1488" cy="960"/>
            </a:xfrm>
          </p:grpSpPr>
          <p:sp>
            <p:nvSpPr>
              <p:cNvPr id="17641" name="Line 197"/>
              <p:cNvSpPr>
                <a:spLocks noChangeShapeType="1"/>
              </p:cNvSpPr>
              <p:nvPr/>
            </p:nvSpPr>
            <p:spPr bwMode="auto">
              <a:xfrm>
                <a:off x="2544" y="134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42" name="Line 198"/>
              <p:cNvSpPr>
                <a:spLocks noChangeShapeType="1"/>
              </p:cNvSpPr>
              <p:nvPr/>
            </p:nvSpPr>
            <p:spPr bwMode="auto">
              <a:xfrm>
                <a:off x="2592" y="134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43" name="Line 199"/>
              <p:cNvSpPr>
                <a:spLocks noChangeShapeType="1"/>
              </p:cNvSpPr>
              <p:nvPr/>
            </p:nvSpPr>
            <p:spPr bwMode="auto">
              <a:xfrm>
                <a:off x="2592" y="1392"/>
                <a:ext cx="4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44" name="Rectangle 200"/>
              <p:cNvSpPr>
                <a:spLocks noChangeArrowheads="1"/>
              </p:cNvSpPr>
              <p:nvPr/>
            </p:nvSpPr>
            <p:spPr bwMode="auto">
              <a:xfrm>
                <a:off x="3312" y="1344"/>
                <a:ext cx="240" cy="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N0</a:t>
                </a:r>
              </a:p>
            </p:txBody>
          </p:sp>
          <p:sp>
            <p:nvSpPr>
              <p:cNvPr id="17645" name="Rectangle 201"/>
              <p:cNvSpPr>
                <a:spLocks noChangeArrowheads="1"/>
              </p:cNvSpPr>
              <p:nvPr/>
            </p:nvSpPr>
            <p:spPr bwMode="auto">
              <a:xfrm>
                <a:off x="3552" y="1344"/>
                <a:ext cx="240" cy="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M10</a:t>
                </a:r>
              </a:p>
            </p:txBody>
          </p:sp>
          <p:sp>
            <p:nvSpPr>
              <p:cNvPr id="17646" name="Line 202"/>
              <p:cNvSpPr>
                <a:spLocks noChangeShapeType="1"/>
              </p:cNvSpPr>
              <p:nvPr/>
            </p:nvSpPr>
            <p:spPr bwMode="auto">
              <a:xfrm flipH="1">
                <a:off x="2400" y="1392"/>
                <a:ext cx="14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47" name="Line 203"/>
              <p:cNvSpPr>
                <a:spLocks noChangeShapeType="1"/>
              </p:cNvSpPr>
              <p:nvPr/>
            </p:nvSpPr>
            <p:spPr bwMode="auto">
              <a:xfrm>
                <a:off x="3792" y="1392"/>
                <a:ext cx="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48" name="Line 204"/>
              <p:cNvSpPr>
                <a:spLocks noChangeShapeType="1"/>
              </p:cNvSpPr>
              <p:nvPr/>
            </p:nvSpPr>
            <p:spPr bwMode="auto">
              <a:xfrm>
                <a:off x="2400" y="1296"/>
                <a:ext cx="0" cy="9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49" name="Line 205"/>
              <p:cNvSpPr>
                <a:spLocks noChangeShapeType="1"/>
              </p:cNvSpPr>
              <p:nvPr/>
            </p:nvSpPr>
            <p:spPr bwMode="auto">
              <a:xfrm>
                <a:off x="3888" y="1296"/>
                <a:ext cx="0" cy="9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50" name="Line 206"/>
              <p:cNvSpPr>
                <a:spLocks noChangeShapeType="1"/>
              </p:cNvSpPr>
              <p:nvPr/>
            </p:nvSpPr>
            <p:spPr bwMode="auto">
              <a:xfrm>
                <a:off x="2544" y="158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51" name="Line 207"/>
              <p:cNvSpPr>
                <a:spLocks noChangeShapeType="1"/>
              </p:cNvSpPr>
              <p:nvPr/>
            </p:nvSpPr>
            <p:spPr bwMode="auto">
              <a:xfrm>
                <a:off x="2592" y="158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52" name="Line 208"/>
              <p:cNvSpPr>
                <a:spLocks noChangeShapeType="1"/>
              </p:cNvSpPr>
              <p:nvPr/>
            </p:nvSpPr>
            <p:spPr bwMode="auto">
              <a:xfrm>
                <a:off x="2400" y="2112"/>
                <a:ext cx="91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53" name="Rectangle 209"/>
              <p:cNvSpPr>
                <a:spLocks noChangeArrowheads="1"/>
              </p:cNvSpPr>
              <p:nvPr/>
            </p:nvSpPr>
            <p:spPr bwMode="auto">
              <a:xfrm>
                <a:off x="3312" y="2064"/>
                <a:ext cx="240" cy="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MCR</a:t>
                </a:r>
              </a:p>
            </p:txBody>
          </p:sp>
          <p:sp>
            <p:nvSpPr>
              <p:cNvPr id="17654" name="Rectangle 210"/>
              <p:cNvSpPr>
                <a:spLocks noChangeArrowheads="1"/>
              </p:cNvSpPr>
              <p:nvPr/>
            </p:nvSpPr>
            <p:spPr bwMode="auto">
              <a:xfrm>
                <a:off x="3552" y="2064"/>
                <a:ext cx="240" cy="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N0</a:t>
                </a:r>
              </a:p>
            </p:txBody>
          </p:sp>
          <p:sp>
            <p:nvSpPr>
              <p:cNvPr id="17655" name="Line 211"/>
              <p:cNvSpPr>
                <a:spLocks noChangeShapeType="1"/>
              </p:cNvSpPr>
              <p:nvPr/>
            </p:nvSpPr>
            <p:spPr bwMode="auto">
              <a:xfrm flipH="1">
                <a:off x="2400" y="1632"/>
                <a:ext cx="14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56" name="Line 212"/>
              <p:cNvSpPr>
                <a:spLocks noChangeShapeType="1"/>
              </p:cNvSpPr>
              <p:nvPr/>
            </p:nvSpPr>
            <p:spPr bwMode="auto">
              <a:xfrm>
                <a:off x="3792" y="2112"/>
                <a:ext cx="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57" name="Text Box 213"/>
              <p:cNvSpPr txBox="1">
                <a:spLocks noChangeArrowheads="1"/>
              </p:cNvSpPr>
              <p:nvPr/>
            </p:nvSpPr>
            <p:spPr bwMode="auto">
              <a:xfrm>
                <a:off x="2470" y="1455"/>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X1</a:t>
                </a:r>
              </a:p>
            </p:txBody>
          </p:sp>
          <p:sp>
            <p:nvSpPr>
              <p:cNvPr id="17658" name="Rectangle 214"/>
              <p:cNvSpPr>
                <a:spLocks noChangeArrowheads="1"/>
              </p:cNvSpPr>
              <p:nvPr/>
            </p:nvSpPr>
            <p:spPr bwMode="auto">
              <a:xfrm>
                <a:off x="3072" y="1344"/>
                <a:ext cx="240" cy="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MC</a:t>
                </a:r>
              </a:p>
            </p:txBody>
          </p:sp>
          <p:sp>
            <p:nvSpPr>
              <p:cNvPr id="17659" name="Line 215"/>
              <p:cNvSpPr>
                <a:spLocks noChangeShapeType="1"/>
              </p:cNvSpPr>
              <p:nvPr/>
            </p:nvSpPr>
            <p:spPr bwMode="auto">
              <a:xfrm>
                <a:off x="2592" y="1632"/>
                <a:ext cx="12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0" name="Oval 216"/>
              <p:cNvSpPr>
                <a:spLocks noChangeArrowheads="1"/>
              </p:cNvSpPr>
              <p:nvPr/>
            </p:nvSpPr>
            <p:spPr bwMode="auto">
              <a:xfrm>
                <a:off x="3600" y="1536"/>
                <a:ext cx="192" cy="192"/>
              </a:xfrm>
              <a:prstGeom prst="ellipse">
                <a:avLst/>
              </a:prstGeom>
              <a:solidFill>
                <a:schemeClr val="bg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17661" name="Line 217"/>
              <p:cNvSpPr>
                <a:spLocks noChangeShapeType="1"/>
              </p:cNvSpPr>
              <p:nvPr/>
            </p:nvSpPr>
            <p:spPr bwMode="auto">
              <a:xfrm>
                <a:off x="2544" y="182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2" name="Line 218"/>
              <p:cNvSpPr>
                <a:spLocks noChangeShapeType="1"/>
              </p:cNvSpPr>
              <p:nvPr/>
            </p:nvSpPr>
            <p:spPr bwMode="auto">
              <a:xfrm>
                <a:off x="2592" y="182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3" name="Line 219"/>
              <p:cNvSpPr>
                <a:spLocks noChangeShapeType="1"/>
              </p:cNvSpPr>
              <p:nvPr/>
            </p:nvSpPr>
            <p:spPr bwMode="auto">
              <a:xfrm flipH="1">
                <a:off x="2400" y="1872"/>
                <a:ext cx="14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4" name="Line 220"/>
              <p:cNvSpPr>
                <a:spLocks noChangeShapeType="1"/>
              </p:cNvSpPr>
              <p:nvPr/>
            </p:nvSpPr>
            <p:spPr bwMode="auto">
              <a:xfrm>
                <a:off x="2880" y="1872"/>
                <a:ext cx="100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5" name="Oval 221"/>
              <p:cNvSpPr>
                <a:spLocks noChangeArrowheads="1"/>
              </p:cNvSpPr>
              <p:nvPr/>
            </p:nvSpPr>
            <p:spPr bwMode="auto">
              <a:xfrm>
                <a:off x="3600" y="1776"/>
                <a:ext cx="192" cy="192"/>
              </a:xfrm>
              <a:prstGeom prst="ellipse">
                <a:avLst/>
              </a:prstGeom>
              <a:solidFill>
                <a:schemeClr val="bg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Y30</a:t>
                </a:r>
              </a:p>
            </p:txBody>
          </p:sp>
          <p:sp>
            <p:nvSpPr>
              <p:cNvPr id="17666" name="Text Box 222"/>
              <p:cNvSpPr txBox="1">
                <a:spLocks noChangeArrowheads="1"/>
              </p:cNvSpPr>
              <p:nvPr/>
            </p:nvSpPr>
            <p:spPr bwMode="auto">
              <a:xfrm>
                <a:off x="2476" y="1692"/>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X2</a:t>
                </a:r>
              </a:p>
            </p:txBody>
          </p:sp>
          <p:sp>
            <p:nvSpPr>
              <p:cNvPr id="17667" name="Line 223"/>
              <p:cNvSpPr>
                <a:spLocks noChangeShapeType="1"/>
              </p:cNvSpPr>
              <p:nvPr/>
            </p:nvSpPr>
            <p:spPr bwMode="auto">
              <a:xfrm>
                <a:off x="2832" y="182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8" name="Line 224"/>
              <p:cNvSpPr>
                <a:spLocks noChangeShapeType="1"/>
              </p:cNvSpPr>
              <p:nvPr/>
            </p:nvSpPr>
            <p:spPr bwMode="auto">
              <a:xfrm>
                <a:off x="2880" y="1824"/>
                <a:ext cx="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69" name="Text Box 225"/>
              <p:cNvSpPr txBox="1">
                <a:spLocks noChangeArrowheads="1"/>
              </p:cNvSpPr>
              <p:nvPr/>
            </p:nvSpPr>
            <p:spPr bwMode="auto">
              <a:xfrm>
                <a:off x="2752" y="1712"/>
                <a:ext cx="217"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17670" name="Line 226"/>
              <p:cNvSpPr>
                <a:spLocks noChangeShapeType="1"/>
              </p:cNvSpPr>
              <p:nvPr/>
            </p:nvSpPr>
            <p:spPr bwMode="auto">
              <a:xfrm>
                <a:off x="2592" y="187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71" name="Line 227"/>
              <p:cNvSpPr>
                <a:spLocks noChangeShapeType="1"/>
              </p:cNvSpPr>
              <p:nvPr/>
            </p:nvSpPr>
            <p:spPr bwMode="auto">
              <a:xfrm flipH="1">
                <a:off x="2784" y="1824"/>
                <a:ext cx="144"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72" name="Line 227"/>
              <p:cNvSpPr>
                <a:spLocks noChangeShapeType="1"/>
              </p:cNvSpPr>
              <p:nvPr/>
            </p:nvSpPr>
            <p:spPr bwMode="auto">
              <a:xfrm flipH="1">
                <a:off x="2494" y="1584"/>
                <a:ext cx="144"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7640" name="Text Box 228"/>
            <p:cNvSpPr txBox="1">
              <a:spLocks noChangeArrowheads="1"/>
            </p:cNvSpPr>
            <p:nvPr/>
          </p:nvSpPr>
          <p:spPr bwMode="auto">
            <a:xfrm>
              <a:off x="4295" y="2266"/>
              <a:ext cx="28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grpSp>
      <p:sp>
        <p:nvSpPr>
          <p:cNvPr id="17426" name="Rectangle 99"/>
          <p:cNvSpPr>
            <a:spLocks noChangeArrowheads="1"/>
          </p:cNvSpPr>
          <p:nvPr/>
        </p:nvSpPr>
        <p:spPr bwMode="auto">
          <a:xfrm>
            <a:off x="227016" y="3240104"/>
            <a:ext cx="320198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X0 </a:t>
            </a:r>
            <a:r>
              <a:rPr lang="en-US" altLang="ko-KR" sz="900" smtClean="0">
                <a:solidFill>
                  <a:srgbClr val="000000"/>
                </a:solidFill>
                <a:latin typeface="Times New Roman" panose="02020603050405020304" pitchFamily="18" charset="0"/>
                <a:cs typeface="Times New Roman" panose="02020603050405020304" pitchFamily="18" charset="0"/>
              </a:rPr>
              <a:t>Off</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r>
              <a:rPr lang="en-US" altLang="ko-KR" sz="900" smtClean="0">
                <a:solidFill>
                  <a:srgbClr val="000000"/>
                </a:solidFill>
                <a:latin typeface="Times New Roman" panose="02020603050405020304" pitchFamily="18" charset="0"/>
                <a:cs typeface="Times New Roman" panose="02020603050405020304" pitchFamily="18" charset="0"/>
              </a:rPr>
              <a:t>X2</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a:t>
            </a:r>
            <a:endParaRPr lang="ko-KR" altLang="en-US"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X0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Off, 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Off, X2</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 </a:t>
            </a:r>
            <a:endParaRPr lang="ko-KR" altLang="en-US"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X0 </a:t>
            </a:r>
            <a:r>
              <a:rPr lang="en-US" altLang="ko-KR" sz="900" smtClean="0">
                <a:solidFill>
                  <a:srgbClr val="000000"/>
                </a:solidFill>
                <a:latin typeface="Times New Roman" panose="02020603050405020304" pitchFamily="18" charset="0"/>
                <a:cs typeface="Times New Roman" panose="02020603050405020304" pitchFamily="18" charset="0"/>
              </a:rPr>
              <a:t>On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r>
              <a:rPr lang="en-US" altLang="ko-KR" sz="900" smtClean="0">
                <a:solidFill>
                  <a:srgbClr val="000000"/>
                </a:solidFill>
                <a:latin typeface="Times New Roman" panose="02020603050405020304" pitchFamily="18" charset="0"/>
                <a:cs typeface="Times New Roman" panose="02020603050405020304" pitchFamily="18" charset="0"/>
              </a:rPr>
              <a:t>X2</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X0 </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r>
              <a:rPr lang="en-US" altLang="ko-KR" sz="900" smtClean="0">
                <a:solidFill>
                  <a:srgbClr val="000000"/>
                </a:solidFill>
                <a:latin typeface="Times New Roman" panose="02020603050405020304" pitchFamily="18" charset="0"/>
                <a:cs typeface="Times New Roman" panose="02020603050405020304" pitchFamily="18" charset="0"/>
              </a:rPr>
              <a:t>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Off, </a:t>
            </a:r>
            <a:r>
              <a:rPr lang="en-US" altLang="ko-KR" sz="900" smtClean="0">
                <a:solidFill>
                  <a:srgbClr val="000000"/>
                </a:solidFill>
                <a:latin typeface="Times New Roman" panose="02020603050405020304" pitchFamily="18" charset="0"/>
                <a:cs typeface="Times New Roman" panose="02020603050405020304" pitchFamily="18" charset="0"/>
              </a:rPr>
              <a:t>X2</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7427" name="Rectangle 99"/>
          <p:cNvSpPr>
            <a:spLocks noChangeArrowheads="1"/>
          </p:cNvSpPr>
          <p:nvPr/>
        </p:nvSpPr>
        <p:spPr bwMode="auto">
          <a:xfrm>
            <a:off x="227016" y="3916361"/>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15.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Y10 </a:t>
            </a:r>
            <a:r>
              <a:rPr lang="en-US" altLang="ko-KR" sz="900" err="1" smtClean="0">
                <a:solidFill>
                  <a:srgbClr val="000000"/>
                </a:solidFill>
                <a:latin typeface="Times New Roman" panose="02020603050405020304" pitchFamily="18" charset="0"/>
                <a:cs typeface="Times New Roman" panose="02020603050405020304" pitchFamily="18" charset="0"/>
              </a:rPr>
              <a:t>chỉ</a:t>
            </a:r>
            <a:r>
              <a:rPr lang="en-US" altLang="ko-KR" sz="900" smtClean="0">
                <a:solidFill>
                  <a:srgbClr val="000000"/>
                </a:solidFill>
                <a:latin typeface="Times New Roman" panose="02020603050405020304" pitchFamily="18" charset="0"/>
                <a:cs typeface="Times New Roman" panose="02020603050405020304" pitchFamily="18" charset="0"/>
              </a:rPr>
              <a:t> ON 1 SCAN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ON/OFF 3s?   </a:t>
            </a:r>
            <a:endParaRPr lang="en-US" altLang="ko-KR" sz="900">
              <a:solidFill>
                <a:srgbClr val="000000"/>
              </a:solidFill>
              <a:latin typeface="Times New Roman" panose="02020603050405020304" pitchFamily="18" charset="0"/>
              <a:cs typeface="Times New Roman" panose="02020603050405020304" pitchFamily="18" charset="0"/>
            </a:endParaRPr>
          </a:p>
        </p:txBody>
      </p:sp>
      <p:grpSp>
        <p:nvGrpSpPr>
          <p:cNvPr id="17428" name="Group 132"/>
          <p:cNvGrpSpPr>
            <a:grpSpLocks/>
          </p:cNvGrpSpPr>
          <p:nvPr/>
        </p:nvGrpSpPr>
        <p:grpSpPr bwMode="auto">
          <a:xfrm>
            <a:off x="592138" y="4724400"/>
            <a:ext cx="1028700" cy="352425"/>
            <a:chOff x="2305" y="5113"/>
            <a:chExt cx="648" cy="222"/>
          </a:xfrm>
        </p:grpSpPr>
        <p:cxnSp>
          <p:nvCxnSpPr>
            <p:cNvPr id="17634" name="직선 연결선 381"/>
            <p:cNvCxnSpPr>
              <a:cxnSpLocks noChangeShapeType="1"/>
            </p:cNvCxnSpPr>
            <p:nvPr/>
          </p:nvCxnSpPr>
          <p:spPr bwMode="auto">
            <a:xfrm>
              <a:off x="2305" y="5263"/>
              <a:ext cx="354"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35" name="직선 연결선 382"/>
            <p:cNvCxnSpPr>
              <a:cxnSpLocks noChangeShapeType="1"/>
            </p:cNvCxnSpPr>
            <p:nvPr/>
          </p:nvCxnSpPr>
          <p:spPr bwMode="auto">
            <a:xfrm rot="5400000">
              <a:off x="2380" y="5260"/>
              <a:ext cx="66"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36" name="직선 연결선 383"/>
            <p:cNvCxnSpPr>
              <a:cxnSpLocks noChangeShapeType="1"/>
            </p:cNvCxnSpPr>
            <p:nvPr/>
          </p:nvCxnSpPr>
          <p:spPr bwMode="auto">
            <a:xfrm rot="5400000">
              <a:off x="2401" y="5263"/>
              <a:ext cx="72"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7637" name="TextBox 384"/>
            <p:cNvSpPr txBox="1">
              <a:spLocks noChangeArrowheads="1"/>
            </p:cNvSpPr>
            <p:nvPr/>
          </p:nvSpPr>
          <p:spPr bwMode="auto">
            <a:xfrm>
              <a:off x="2581" y="5191"/>
              <a:ext cx="37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&lt;Y10&gt;</a:t>
              </a:r>
            </a:p>
          </p:txBody>
        </p:sp>
        <p:sp>
          <p:nvSpPr>
            <p:cNvPr id="17638" name="TextBox 385"/>
            <p:cNvSpPr txBox="1">
              <a:spLocks noChangeArrowheads="1"/>
            </p:cNvSpPr>
            <p:nvPr/>
          </p:nvSpPr>
          <p:spPr bwMode="auto">
            <a:xfrm>
              <a:off x="2317" y="5113"/>
              <a:ext cx="22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grpSp>
      <p:grpSp>
        <p:nvGrpSpPr>
          <p:cNvPr id="17429" name="Group 138"/>
          <p:cNvGrpSpPr>
            <a:grpSpLocks/>
          </p:cNvGrpSpPr>
          <p:nvPr/>
        </p:nvGrpSpPr>
        <p:grpSpPr bwMode="auto">
          <a:xfrm>
            <a:off x="2087563" y="4298952"/>
            <a:ext cx="1295400" cy="342900"/>
            <a:chOff x="1309" y="5521"/>
            <a:chExt cx="816" cy="216"/>
          </a:xfrm>
        </p:grpSpPr>
        <p:cxnSp>
          <p:nvCxnSpPr>
            <p:cNvPr id="17629" name="직선 연결선 386"/>
            <p:cNvCxnSpPr>
              <a:cxnSpLocks noChangeShapeType="1"/>
            </p:cNvCxnSpPr>
            <p:nvPr/>
          </p:nvCxnSpPr>
          <p:spPr bwMode="auto">
            <a:xfrm>
              <a:off x="1309" y="5671"/>
              <a:ext cx="354"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30" name="직선 연결선 387"/>
            <p:cNvCxnSpPr>
              <a:cxnSpLocks noChangeShapeType="1"/>
            </p:cNvCxnSpPr>
            <p:nvPr/>
          </p:nvCxnSpPr>
          <p:spPr bwMode="auto">
            <a:xfrm rot="5400000">
              <a:off x="1384" y="5668"/>
              <a:ext cx="66"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31" name="직선 연결선 388"/>
            <p:cNvCxnSpPr>
              <a:cxnSpLocks noChangeShapeType="1"/>
            </p:cNvCxnSpPr>
            <p:nvPr/>
          </p:nvCxnSpPr>
          <p:spPr bwMode="auto">
            <a:xfrm rot="5400000">
              <a:off x="1411" y="5671"/>
              <a:ext cx="72"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7632" name="TextBox 389"/>
            <p:cNvSpPr txBox="1">
              <a:spLocks noChangeArrowheads="1"/>
            </p:cNvSpPr>
            <p:nvPr/>
          </p:nvSpPr>
          <p:spPr bwMode="auto">
            <a:xfrm>
              <a:off x="1585" y="5593"/>
              <a:ext cx="5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&lt;PLS Y10&gt;</a:t>
              </a:r>
            </a:p>
          </p:txBody>
        </p:sp>
        <p:sp>
          <p:nvSpPr>
            <p:cNvPr id="17633" name="TextBox 390"/>
            <p:cNvSpPr txBox="1">
              <a:spLocks noChangeArrowheads="1"/>
            </p:cNvSpPr>
            <p:nvPr/>
          </p:nvSpPr>
          <p:spPr bwMode="auto">
            <a:xfrm>
              <a:off x="1321" y="5521"/>
              <a:ext cx="22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grpSp>
      <p:grpSp>
        <p:nvGrpSpPr>
          <p:cNvPr id="17430" name="Group 144"/>
          <p:cNvGrpSpPr>
            <a:grpSpLocks/>
          </p:cNvGrpSpPr>
          <p:nvPr/>
        </p:nvGrpSpPr>
        <p:grpSpPr bwMode="auto">
          <a:xfrm>
            <a:off x="592170" y="4308476"/>
            <a:ext cx="1285875" cy="352425"/>
            <a:chOff x="2293" y="5365"/>
            <a:chExt cx="810" cy="222"/>
          </a:xfrm>
        </p:grpSpPr>
        <p:cxnSp>
          <p:nvCxnSpPr>
            <p:cNvPr id="17624" name="직선 연결선 400"/>
            <p:cNvCxnSpPr>
              <a:cxnSpLocks noChangeShapeType="1"/>
            </p:cNvCxnSpPr>
            <p:nvPr/>
          </p:nvCxnSpPr>
          <p:spPr bwMode="auto">
            <a:xfrm>
              <a:off x="2293" y="5515"/>
              <a:ext cx="354"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25" name="직선 연결선 403"/>
            <p:cNvCxnSpPr>
              <a:cxnSpLocks noChangeShapeType="1"/>
            </p:cNvCxnSpPr>
            <p:nvPr/>
          </p:nvCxnSpPr>
          <p:spPr bwMode="auto">
            <a:xfrm rot="5400000">
              <a:off x="2368" y="5518"/>
              <a:ext cx="66"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26" name="직선 연결선 404"/>
            <p:cNvCxnSpPr>
              <a:cxnSpLocks noChangeShapeType="1"/>
            </p:cNvCxnSpPr>
            <p:nvPr/>
          </p:nvCxnSpPr>
          <p:spPr bwMode="auto">
            <a:xfrm rot="5400000">
              <a:off x="2398" y="5518"/>
              <a:ext cx="66"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7627" name="TextBox 405"/>
            <p:cNvSpPr txBox="1">
              <a:spLocks noChangeArrowheads="1"/>
            </p:cNvSpPr>
            <p:nvPr/>
          </p:nvSpPr>
          <p:spPr bwMode="auto">
            <a:xfrm>
              <a:off x="2569" y="5443"/>
              <a:ext cx="53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&lt;PLF Y10&gt;</a:t>
              </a:r>
            </a:p>
          </p:txBody>
        </p:sp>
        <p:sp>
          <p:nvSpPr>
            <p:cNvPr id="17628" name="TextBox 406"/>
            <p:cNvSpPr txBox="1">
              <a:spLocks noChangeArrowheads="1"/>
            </p:cNvSpPr>
            <p:nvPr/>
          </p:nvSpPr>
          <p:spPr bwMode="auto">
            <a:xfrm>
              <a:off x="2305" y="5365"/>
              <a:ext cx="22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grpSp>
      <p:grpSp>
        <p:nvGrpSpPr>
          <p:cNvPr id="17431" name="Group 150"/>
          <p:cNvGrpSpPr>
            <a:grpSpLocks/>
          </p:cNvGrpSpPr>
          <p:nvPr/>
        </p:nvGrpSpPr>
        <p:grpSpPr bwMode="auto">
          <a:xfrm>
            <a:off x="2078038" y="4727580"/>
            <a:ext cx="1219200" cy="342900"/>
            <a:chOff x="1297" y="5779"/>
            <a:chExt cx="768" cy="216"/>
          </a:xfrm>
        </p:grpSpPr>
        <p:cxnSp>
          <p:nvCxnSpPr>
            <p:cNvPr id="17619" name="직선 연결선 407"/>
            <p:cNvCxnSpPr>
              <a:cxnSpLocks noChangeShapeType="1"/>
            </p:cNvCxnSpPr>
            <p:nvPr/>
          </p:nvCxnSpPr>
          <p:spPr bwMode="auto">
            <a:xfrm>
              <a:off x="1297" y="5929"/>
              <a:ext cx="354"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20" name="직선 연결선 408"/>
            <p:cNvCxnSpPr>
              <a:cxnSpLocks noChangeShapeType="1"/>
            </p:cNvCxnSpPr>
            <p:nvPr/>
          </p:nvCxnSpPr>
          <p:spPr bwMode="auto">
            <a:xfrm rot="5400000">
              <a:off x="1378" y="5926"/>
              <a:ext cx="66"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7621" name="직선 연결선 409"/>
            <p:cNvCxnSpPr>
              <a:cxnSpLocks noChangeShapeType="1"/>
            </p:cNvCxnSpPr>
            <p:nvPr/>
          </p:nvCxnSpPr>
          <p:spPr bwMode="auto">
            <a:xfrm rot="5400000">
              <a:off x="1399" y="5923"/>
              <a:ext cx="72"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7622" name="TextBox 410"/>
            <p:cNvSpPr txBox="1">
              <a:spLocks noChangeArrowheads="1"/>
            </p:cNvSpPr>
            <p:nvPr/>
          </p:nvSpPr>
          <p:spPr bwMode="auto">
            <a:xfrm>
              <a:off x="1573" y="5851"/>
              <a:ext cx="49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&lt;FF Y10&gt;</a:t>
              </a:r>
            </a:p>
          </p:txBody>
        </p:sp>
        <p:sp>
          <p:nvSpPr>
            <p:cNvPr id="17623" name="TextBox 411"/>
            <p:cNvSpPr txBox="1">
              <a:spLocks noChangeArrowheads="1"/>
            </p:cNvSpPr>
            <p:nvPr/>
          </p:nvSpPr>
          <p:spPr bwMode="auto">
            <a:xfrm>
              <a:off x="1309" y="5779"/>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grpSp>
      <p:sp>
        <p:nvSpPr>
          <p:cNvPr id="17432" name="Rectangle 99"/>
          <p:cNvSpPr>
            <a:spLocks noChangeArrowheads="1"/>
          </p:cNvSpPr>
          <p:nvPr/>
        </p:nvSpPr>
        <p:spPr bwMode="auto">
          <a:xfrm>
            <a:off x="227016" y="4427537"/>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②</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7433" name="Rectangle 99"/>
          <p:cNvSpPr>
            <a:spLocks noChangeArrowheads="1"/>
          </p:cNvSpPr>
          <p:nvPr/>
        </p:nvSpPr>
        <p:spPr bwMode="auto">
          <a:xfrm>
            <a:off x="227016" y="4841873"/>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④</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7434" name="Rectangle 99"/>
          <p:cNvSpPr>
            <a:spLocks noChangeArrowheads="1"/>
          </p:cNvSpPr>
          <p:nvPr/>
        </p:nvSpPr>
        <p:spPr bwMode="auto">
          <a:xfrm>
            <a:off x="227016" y="5186363"/>
            <a:ext cx="3201987"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16. </a:t>
            </a:r>
            <a:r>
              <a:rPr lang="en-US" altLang="ko-KR" sz="900" smtClean="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trường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cần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Scan </a:t>
            </a:r>
            <a:r>
              <a:rPr lang="en-US" altLang="ko-KR" sz="900" err="1" smtClean="0">
                <a:solidFill>
                  <a:srgbClr val="000000"/>
                </a:solidFill>
                <a:latin typeface="Times New Roman" panose="02020603050405020304" pitchFamily="18" charset="0"/>
                <a:cs typeface="Times New Roman" panose="02020603050405020304" pitchFamily="18" charset="0"/>
              </a:rPr>
              <a:t>tất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lần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Printer ?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② </a:t>
            </a:r>
            <a:r>
              <a:rPr lang="en-US" altLang="ko-KR" sz="900" smtClean="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Scan</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thấp</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④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chu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định</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7435" name="Rectangle 99"/>
          <p:cNvSpPr>
            <a:spLocks noChangeArrowheads="1"/>
          </p:cNvSpPr>
          <p:nvPr/>
        </p:nvSpPr>
        <p:spPr bwMode="auto">
          <a:xfrm>
            <a:off x="3367120" y="1042988"/>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18. </a:t>
            </a:r>
            <a:r>
              <a:rPr lang="en-US" altLang="ko-KR" sz="900" err="1" smtClean="0">
                <a:solidFill>
                  <a:srgbClr val="000000"/>
                </a:solidFill>
                <a:latin typeface="Times New Roman" panose="02020603050405020304" pitchFamily="18" charset="0"/>
                <a:cs typeface="Times New Roman" panose="02020603050405020304" pitchFamily="18" charset="0"/>
              </a:rPr>
              <a:t>Mạch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mạch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grpSp>
        <p:nvGrpSpPr>
          <p:cNvPr id="17436" name="Group 226"/>
          <p:cNvGrpSpPr>
            <a:grpSpLocks/>
          </p:cNvGrpSpPr>
          <p:nvPr/>
        </p:nvGrpSpPr>
        <p:grpSpPr bwMode="auto">
          <a:xfrm>
            <a:off x="3582988" y="1304931"/>
            <a:ext cx="2965450" cy="3486150"/>
            <a:chOff x="279" y="707"/>
            <a:chExt cx="1868" cy="2196"/>
          </a:xfrm>
        </p:grpSpPr>
        <p:sp>
          <p:nvSpPr>
            <p:cNvPr id="17523" name="Rectangle 1146"/>
            <p:cNvSpPr>
              <a:spLocks noChangeArrowheads="1"/>
            </p:cNvSpPr>
            <p:nvPr/>
          </p:nvSpPr>
          <p:spPr bwMode="auto">
            <a:xfrm>
              <a:off x="279" y="707"/>
              <a:ext cx="1820" cy="67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cs typeface="Times New Roman" panose="02020603050405020304" pitchFamily="18" charset="0"/>
              </a:endParaRPr>
            </a:p>
          </p:txBody>
        </p:sp>
        <p:sp>
          <p:nvSpPr>
            <p:cNvPr id="17524" name="Line 1127"/>
            <p:cNvSpPr>
              <a:spLocks noChangeShapeType="1"/>
            </p:cNvSpPr>
            <p:nvPr/>
          </p:nvSpPr>
          <p:spPr bwMode="auto">
            <a:xfrm>
              <a:off x="472" y="857"/>
              <a:ext cx="0"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25" name="Line 1128"/>
            <p:cNvSpPr>
              <a:spLocks noChangeShapeType="1"/>
            </p:cNvSpPr>
            <p:nvPr/>
          </p:nvSpPr>
          <p:spPr bwMode="auto">
            <a:xfrm>
              <a:off x="532" y="857"/>
              <a:ext cx="0"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26" name="Line 1129"/>
            <p:cNvSpPr>
              <a:spLocks noChangeShapeType="1"/>
            </p:cNvSpPr>
            <p:nvPr/>
          </p:nvSpPr>
          <p:spPr bwMode="auto">
            <a:xfrm>
              <a:off x="532" y="912"/>
              <a:ext cx="85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27" name="Rectangle 1130"/>
            <p:cNvSpPr>
              <a:spLocks noChangeArrowheads="1"/>
            </p:cNvSpPr>
            <p:nvPr/>
          </p:nvSpPr>
          <p:spPr bwMode="auto">
            <a:xfrm>
              <a:off x="1390" y="857"/>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SET</a:t>
              </a:r>
            </a:p>
          </p:txBody>
        </p:sp>
        <p:sp>
          <p:nvSpPr>
            <p:cNvPr id="17528" name="Rectangle 1131"/>
            <p:cNvSpPr>
              <a:spLocks noChangeArrowheads="1"/>
            </p:cNvSpPr>
            <p:nvPr/>
          </p:nvSpPr>
          <p:spPr bwMode="auto">
            <a:xfrm>
              <a:off x="1678" y="857"/>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7529" name="Line 1132"/>
            <p:cNvSpPr>
              <a:spLocks noChangeShapeType="1"/>
            </p:cNvSpPr>
            <p:nvPr/>
          </p:nvSpPr>
          <p:spPr bwMode="auto">
            <a:xfrm flipH="1">
              <a:off x="304" y="912"/>
              <a:ext cx="1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0" name="Line 1133"/>
            <p:cNvSpPr>
              <a:spLocks noChangeShapeType="1"/>
            </p:cNvSpPr>
            <p:nvPr/>
          </p:nvSpPr>
          <p:spPr bwMode="auto">
            <a:xfrm>
              <a:off x="1966" y="912"/>
              <a:ext cx="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1" name="Line 1134"/>
            <p:cNvSpPr>
              <a:spLocks noChangeShapeType="1"/>
            </p:cNvSpPr>
            <p:nvPr/>
          </p:nvSpPr>
          <p:spPr bwMode="auto">
            <a:xfrm>
              <a:off x="304" y="803"/>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2" name="Line 1135"/>
            <p:cNvSpPr>
              <a:spLocks noChangeShapeType="1"/>
            </p:cNvSpPr>
            <p:nvPr/>
          </p:nvSpPr>
          <p:spPr bwMode="auto">
            <a:xfrm>
              <a:off x="2081" y="803"/>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3" name="Line 1136"/>
            <p:cNvSpPr>
              <a:spLocks noChangeShapeType="1"/>
            </p:cNvSpPr>
            <p:nvPr/>
          </p:nvSpPr>
          <p:spPr bwMode="auto">
            <a:xfrm>
              <a:off x="472" y="1140"/>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4" name="Line 1137"/>
            <p:cNvSpPr>
              <a:spLocks noChangeShapeType="1"/>
            </p:cNvSpPr>
            <p:nvPr/>
          </p:nvSpPr>
          <p:spPr bwMode="auto">
            <a:xfrm>
              <a:off x="532" y="1140"/>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5" name="Line 1138"/>
            <p:cNvSpPr>
              <a:spLocks noChangeShapeType="1"/>
            </p:cNvSpPr>
            <p:nvPr/>
          </p:nvSpPr>
          <p:spPr bwMode="auto">
            <a:xfrm>
              <a:off x="532" y="1194"/>
              <a:ext cx="85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6" name="Rectangle 1139"/>
            <p:cNvSpPr>
              <a:spLocks noChangeArrowheads="1"/>
            </p:cNvSpPr>
            <p:nvPr/>
          </p:nvSpPr>
          <p:spPr bwMode="auto">
            <a:xfrm>
              <a:off x="1390" y="1140"/>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RST</a:t>
              </a:r>
            </a:p>
          </p:txBody>
        </p:sp>
        <p:sp>
          <p:nvSpPr>
            <p:cNvPr id="17537" name="Rectangle 1140"/>
            <p:cNvSpPr>
              <a:spLocks noChangeArrowheads="1"/>
            </p:cNvSpPr>
            <p:nvPr/>
          </p:nvSpPr>
          <p:spPr bwMode="auto">
            <a:xfrm>
              <a:off x="1678" y="1140"/>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7538" name="Line 1141"/>
            <p:cNvSpPr>
              <a:spLocks noChangeShapeType="1"/>
            </p:cNvSpPr>
            <p:nvPr/>
          </p:nvSpPr>
          <p:spPr bwMode="auto">
            <a:xfrm flipH="1">
              <a:off x="304" y="1194"/>
              <a:ext cx="1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39" name="Line 1142"/>
            <p:cNvSpPr>
              <a:spLocks noChangeShapeType="1"/>
            </p:cNvSpPr>
            <p:nvPr/>
          </p:nvSpPr>
          <p:spPr bwMode="auto">
            <a:xfrm>
              <a:off x="1966" y="1194"/>
              <a:ext cx="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0" name="Line 1143"/>
            <p:cNvSpPr>
              <a:spLocks noChangeShapeType="1"/>
            </p:cNvSpPr>
            <p:nvPr/>
          </p:nvSpPr>
          <p:spPr bwMode="auto">
            <a:xfrm flipH="1">
              <a:off x="418" y="1140"/>
              <a:ext cx="168"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1" name="Text Box 1144"/>
            <p:cNvSpPr txBox="1">
              <a:spLocks noChangeArrowheads="1"/>
            </p:cNvSpPr>
            <p:nvPr/>
          </p:nvSpPr>
          <p:spPr bwMode="auto">
            <a:xfrm>
              <a:off x="388" y="990"/>
              <a:ext cx="24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17542" name="Text Box 1145"/>
            <p:cNvSpPr txBox="1">
              <a:spLocks noChangeArrowheads="1"/>
            </p:cNvSpPr>
            <p:nvPr/>
          </p:nvSpPr>
          <p:spPr bwMode="auto">
            <a:xfrm>
              <a:off x="388" y="707"/>
              <a:ext cx="24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17543" name="Line 1163"/>
            <p:cNvSpPr>
              <a:spLocks noChangeShapeType="1"/>
            </p:cNvSpPr>
            <p:nvPr/>
          </p:nvSpPr>
          <p:spPr bwMode="auto">
            <a:xfrm>
              <a:off x="299" y="2416"/>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4" name="Line 1164"/>
            <p:cNvSpPr>
              <a:spLocks noChangeShapeType="1"/>
            </p:cNvSpPr>
            <p:nvPr/>
          </p:nvSpPr>
          <p:spPr bwMode="auto">
            <a:xfrm>
              <a:off x="395"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5" name="Line 1165"/>
            <p:cNvSpPr>
              <a:spLocks noChangeShapeType="1"/>
            </p:cNvSpPr>
            <p:nvPr/>
          </p:nvSpPr>
          <p:spPr bwMode="auto">
            <a:xfrm>
              <a:off x="449"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6" name="Line 1166"/>
            <p:cNvSpPr>
              <a:spLocks noChangeShapeType="1"/>
            </p:cNvSpPr>
            <p:nvPr/>
          </p:nvSpPr>
          <p:spPr bwMode="auto">
            <a:xfrm flipH="1">
              <a:off x="299" y="2524"/>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7" name="Line 1167"/>
            <p:cNvSpPr>
              <a:spLocks noChangeShapeType="1"/>
            </p:cNvSpPr>
            <p:nvPr/>
          </p:nvSpPr>
          <p:spPr bwMode="auto">
            <a:xfrm>
              <a:off x="449" y="2524"/>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8" name="Line 1168"/>
            <p:cNvSpPr>
              <a:spLocks noChangeShapeType="1"/>
            </p:cNvSpPr>
            <p:nvPr/>
          </p:nvSpPr>
          <p:spPr bwMode="auto">
            <a:xfrm>
              <a:off x="395" y="2741"/>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49" name="Line 1169"/>
            <p:cNvSpPr>
              <a:spLocks noChangeShapeType="1"/>
            </p:cNvSpPr>
            <p:nvPr/>
          </p:nvSpPr>
          <p:spPr bwMode="auto">
            <a:xfrm>
              <a:off x="449" y="2741"/>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0" name="Line 1170"/>
            <p:cNvSpPr>
              <a:spLocks noChangeShapeType="1"/>
            </p:cNvSpPr>
            <p:nvPr/>
          </p:nvSpPr>
          <p:spPr bwMode="auto">
            <a:xfrm flipH="1">
              <a:off x="299" y="279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1" name="Line 1171"/>
            <p:cNvSpPr>
              <a:spLocks noChangeShapeType="1"/>
            </p:cNvSpPr>
            <p:nvPr/>
          </p:nvSpPr>
          <p:spPr bwMode="auto">
            <a:xfrm>
              <a:off x="449" y="279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2" name="Line 1172"/>
            <p:cNvSpPr>
              <a:spLocks noChangeShapeType="1"/>
            </p:cNvSpPr>
            <p:nvPr/>
          </p:nvSpPr>
          <p:spPr bwMode="auto">
            <a:xfrm flipV="1">
              <a:off x="545" y="2524"/>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3" name="Line 1173"/>
            <p:cNvSpPr>
              <a:spLocks noChangeShapeType="1"/>
            </p:cNvSpPr>
            <p:nvPr/>
          </p:nvSpPr>
          <p:spPr bwMode="auto">
            <a:xfrm>
              <a:off x="641"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4" name="Line 1174"/>
            <p:cNvSpPr>
              <a:spLocks noChangeShapeType="1"/>
            </p:cNvSpPr>
            <p:nvPr/>
          </p:nvSpPr>
          <p:spPr bwMode="auto">
            <a:xfrm>
              <a:off x="689"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5" name="Line 1175"/>
            <p:cNvSpPr>
              <a:spLocks noChangeShapeType="1"/>
            </p:cNvSpPr>
            <p:nvPr/>
          </p:nvSpPr>
          <p:spPr bwMode="auto">
            <a:xfrm>
              <a:off x="689" y="2524"/>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6" name="Line 1176"/>
            <p:cNvSpPr>
              <a:spLocks noChangeShapeType="1"/>
            </p:cNvSpPr>
            <p:nvPr/>
          </p:nvSpPr>
          <p:spPr bwMode="auto">
            <a:xfrm>
              <a:off x="1181" y="2416"/>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57" name="Oval 1177"/>
            <p:cNvSpPr>
              <a:spLocks noChangeArrowheads="1"/>
            </p:cNvSpPr>
            <p:nvPr/>
          </p:nvSpPr>
          <p:spPr bwMode="auto">
            <a:xfrm>
              <a:off x="817" y="2416"/>
              <a:ext cx="316"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7558" name="Text Box 1180"/>
            <p:cNvSpPr txBox="1">
              <a:spLocks noChangeArrowheads="1"/>
            </p:cNvSpPr>
            <p:nvPr/>
          </p:nvSpPr>
          <p:spPr bwMode="auto">
            <a:xfrm>
              <a:off x="305" y="2578"/>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17559" name="Text Box 1181"/>
            <p:cNvSpPr txBox="1">
              <a:spLocks noChangeArrowheads="1"/>
            </p:cNvSpPr>
            <p:nvPr/>
          </p:nvSpPr>
          <p:spPr bwMode="auto">
            <a:xfrm>
              <a:off x="311" y="2307"/>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17560" name="Text Box 1183"/>
            <p:cNvSpPr txBox="1">
              <a:spLocks noChangeArrowheads="1"/>
            </p:cNvSpPr>
            <p:nvPr/>
          </p:nvSpPr>
          <p:spPr bwMode="auto">
            <a:xfrm>
              <a:off x="539" y="2307"/>
              <a:ext cx="246"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17561" name="Line 1148"/>
            <p:cNvSpPr>
              <a:spLocks noChangeShapeType="1"/>
            </p:cNvSpPr>
            <p:nvPr/>
          </p:nvSpPr>
          <p:spPr bwMode="auto">
            <a:xfrm>
              <a:off x="299"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2" name="Line 1149"/>
            <p:cNvSpPr>
              <a:spLocks noChangeShapeType="1"/>
            </p:cNvSpPr>
            <p:nvPr/>
          </p:nvSpPr>
          <p:spPr bwMode="auto">
            <a:xfrm>
              <a:off x="395"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3" name="Line 1150"/>
            <p:cNvSpPr>
              <a:spLocks noChangeShapeType="1"/>
            </p:cNvSpPr>
            <p:nvPr/>
          </p:nvSpPr>
          <p:spPr bwMode="auto">
            <a:xfrm>
              <a:off x="449"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4" name="Line 1151"/>
            <p:cNvSpPr>
              <a:spLocks noChangeShapeType="1"/>
            </p:cNvSpPr>
            <p:nvPr/>
          </p:nvSpPr>
          <p:spPr bwMode="auto">
            <a:xfrm flipH="1">
              <a:off x="299" y="174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5" name="Line 1152"/>
            <p:cNvSpPr>
              <a:spLocks noChangeShapeType="1"/>
            </p:cNvSpPr>
            <p:nvPr/>
          </p:nvSpPr>
          <p:spPr bwMode="auto">
            <a:xfrm>
              <a:off x="449" y="1742"/>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6" name="Line 1153"/>
            <p:cNvSpPr>
              <a:spLocks noChangeShapeType="1"/>
            </p:cNvSpPr>
            <p:nvPr/>
          </p:nvSpPr>
          <p:spPr bwMode="auto">
            <a:xfrm>
              <a:off x="395"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7" name="Line 1154"/>
            <p:cNvSpPr>
              <a:spLocks noChangeShapeType="1"/>
            </p:cNvSpPr>
            <p:nvPr/>
          </p:nvSpPr>
          <p:spPr bwMode="auto">
            <a:xfrm>
              <a:off x="449"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8" name="Line 1155"/>
            <p:cNvSpPr>
              <a:spLocks noChangeShapeType="1"/>
            </p:cNvSpPr>
            <p:nvPr/>
          </p:nvSpPr>
          <p:spPr bwMode="auto">
            <a:xfrm flipH="1">
              <a:off x="299"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69" name="Line 1156"/>
            <p:cNvSpPr>
              <a:spLocks noChangeShapeType="1"/>
            </p:cNvSpPr>
            <p:nvPr/>
          </p:nvSpPr>
          <p:spPr bwMode="auto">
            <a:xfrm>
              <a:off x="449"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70" name="Line 1157"/>
            <p:cNvSpPr>
              <a:spLocks noChangeShapeType="1"/>
            </p:cNvSpPr>
            <p:nvPr/>
          </p:nvSpPr>
          <p:spPr bwMode="auto">
            <a:xfrm flipV="1">
              <a:off x="545" y="1742"/>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71" name="Line 1158"/>
            <p:cNvSpPr>
              <a:spLocks noChangeShapeType="1"/>
            </p:cNvSpPr>
            <p:nvPr/>
          </p:nvSpPr>
          <p:spPr bwMode="auto">
            <a:xfrm>
              <a:off x="641"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72" name="Line 1159"/>
            <p:cNvSpPr>
              <a:spLocks noChangeShapeType="1"/>
            </p:cNvSpPr>
            <p:nvPr/>
          </p:nvSpPr>
          <p:spPr bwMode="auto">
            <a:xfrm>
              <a:off x="689"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73" name="Line 1160"/>
            <p:cNvSpPr>
              <a:spLocks noChangeShapeType="1"/>
            </p:cNvSpPr>
            <p:nvPr/>
          </p:nvSpPr>
          <p:spPr bwMode="auto">
            <a:xfrm>
              <a:off x="689" y="1742"/>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74" name="Line 1161"/>
            <p:cNvSpPr>
              <a:spLocks noChangeShapeType="1"/>
            </p:cNvSpPr>
            <p:nvPr/>
          </p:nvSpPr>
          <p:spPr bwMode="auto">
            <a:xfrm>
              <a:off x="1181"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75" name="Oval 1162"/>
            <p:cNvSpPr>
              <a:spLocks noChangeArrowheads="1"/>
            </p:cNvSpPr>
            <p:nvPr/>
          </p:nvSpPr>
          <p:spPr bwMode="auto">
            <a:xfrm>
              <a:off x="821" y="1634"/>
              <a:ext cx="312"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7576" name="Text Box 1178"/>
            <p:cNvSpPr txBox="1">
              <a:spLocks noChangeArrowheads="1"/>
            </p:cNvSpPr>
            <p:nvPr/>
          </p:nvSpPr>
          <p:spPr bwMode="auto">
            <a:xfrm>
              <a:off x="305" y="1796"/>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17577" name="Text Box 1179"/>
            <p:cNvSpPr txBox="1">
              <a:spLocks noChangeArrowheads="1"/>
            </p:cNvSpPr>
            <p:nvPr/>
          </p:nvSpPr>
          <p:spPr bwMode="auto">
            <a:xfrm>
              <a:off x="317"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17578" name="Text Box 1182"/>
            <p:cNvSpPr txBox="1">
              <a:spLocks noChangeArrowheads="1"/>
            </p:cNvSpPr>
            <p:nvPr/>
          </p:nvSpPr>
          <p:spPr bwMode="auto">
            <a:xfrm>
              <a:off x="545"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17579" name="Line 1184"/>
            <p:cNvSpPr>
              <a:spLocks noChangeShapeType="1"/>
            </p:cNvSpPr>
            <p:nvPr/>
          </p:nvSpPr>
          <p:spPr bwMode="auto">
            <a:xfrm flipH="1">
              <a:off x="593" y="1688"/>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0" name="Line 1185"/>
            <p:cNvSpPr>
              <a:spLocks noChangeShapeType="1"/>
            </p:cNvSpPr>
            <p:nvPr/>
          </p:nvSpPr>
          <p:spPr bwMode="auto">
            <a:xfrm>
              <a:off x="1265"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1" name="Line 1186"/>
            <p:cNvSpPr>
              <a:spLocks noChangeShapeType="1"/>
            </p:cNvSpPr>
            <p:nvPr/>
          </p:nvSpPr>
          <p:spPr bwMode="auto">
            <a:xfrm>
              <a:off x="1361"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2" name="Line 1187"/>
            <p:cNvSpPr>
              <a:spLocks noChangeShapeType="1"/>
            </p:cNvSpPr>
            <p:nvPr/>
          </p:nvSpPr>
          <p:spPr bwMode="auto">
            <a:xfrm>
              <a:off x="1415"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3" name="Line 1188"/>
            <p:cNvSpPr>
              <a:spLocks noChangeShapeType="1"/>
            </p:cNvSpPr>
            <p:nvPr/>
          </p:nvSpPr>
          <p:spPr bwMode="auto">
            <a:xfrm flipH="1">
              <a:off x="1265" y="174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4" name="Line 1189"/>
            <p:cNvSpPr>
              <a:spLocks noChangeShapeType="1"/>
            </p:cNvSpPr>
            <p:nvPr/>
          </p:nvSpPr>
          <p:spPr bwMode="auto">
            <a:xfrm>
              <a:off x="1415" y="1742"/>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5" name="Line 1190"/>
            <p:cNvSpPr>
              <a:spLocks noChangeShapeType="1"/>
            </p:cNvSpPr>
            <p:nvPr/>
          </p:nvSpPr>
          <p:spPr bwMode="auto">
            <a:xfrm>
              <a:off x="1361"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6" name="Line 1191"/>
            <p:cNvSpPr>
              <a:spLocks noChangeShapeType="1"/>
            </p:cNvSpPr>
            <p:nvPr/>
          </p:nvSpPr>
          <p:spPr bwMode="auto">
            <a:xfrm>
              <a:off x="1415"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7" name="Line 1192"/>
            <p:cNvSpPr>
              <a:spLocks noChangeShapeType="1"/>
            </p:cNvSpPr>
            <p:nvPr/>
          </p:nvSpPr>
          <p:spPr bwMode="auto">
            <a:xfrm flipH="1">
              <a:off x="1265"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8" name="Line 1193"/>
            <p:cNvSpPr>
              <a:spLocks noChangeShapeType="1"/>
            </p:cNvSpPr>
            <p:nvPr/>
          </p:nvSpPr>
          <p:spPr bwMode="auto">
            <a:xfrm>
              <a:off x="1415"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89" name="Line 1194"/>
            <p:cNvSpPr>
              <a:spLocks noChangeShapeType="1"/>
            </p:cNvSpPr>
            <p:nvPr/>
          </p:nvSpPr>
          <p:spPr bwMode="auto">
            <a:xfrm flipV="1">
              <a:off x="1511" y="1742"/>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90" name="Line 1195"/>
            <p:cNvSpPr>
              <a:spLocks noChangeShapeType="1"/>
            </p:cNvSpPr>
            <p:nvPr/>
          </p:nvSpPr>
          <p:spPr bwMode="auto">
            <a:xfrm>
              <a:off x="1607"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91" name="Line 1196"/>
            <p:cNvSpPr>
              <a:spLocks noChangeShapeType="1"/>
            </p:cNvSpPr>
            <p:nvPr/>
          </p:nvSpPr>
          <p:spPr bwMode="auto">
            <a:xfrm>
              <a:off x="1655"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92" name="Line 1197"/>
            <p:cNvSpPr>
              <a:spLocks noChangeShapeType="1"/>
            </p:cNvSpPr>
            <p:nvPr/>
          </p:nvSpPr>
          <p:spPr bwMode="auto">
            <a:xfrm>
              <a:off x="1655" y="1742"/>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93" name="Line 1198"/>
            <p:cNvSpPr>
              <a:spLocks noChangeShapeType="1"/>
            </p:cNvSpPr>
            <p:nvPr/>
          </p:nvSpPr>
          <p:spPr bwMode="auto">
            <a:xfrm>
              <a:off x="2147"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94" name="Oval 1199"/>
            <p:cNvSpPr>
              <a:spLocks noChangeArrowheads="1"/>
            </p:cNvSpPr>
            <p:nvPr/>
          </p:nvSpPr>
          <p:spPr bwMode="auto">
            <a:xfrm>
              <a:off x="1765" y="1634"/>
              <a:ext cx="334"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7595" name="Text Box 1214"/>
            <p:cNvSpPr txBox="1">
              <a:spLocks noChangeArrowheads="1"/>
            </p:cNvSpPr>
            <p:nvPr/>
          </p:nvSpPr>
          <p:spPr bwMode="auto">
            <a:xfrm>
              <a:off x="1271" y="1796"/>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17596" name="Text Box 1215"/>
            <p:cNvSpPr txBox="1">
              <a:spLocks noChangeArrowheads="1"/>
            </p:cNvSpPr>
            <p:nvPr/>
          </p:nvSpPr>
          <p:spPr bwMode="auto">
            <a:xfrm>
              <a:off x="1283"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17597" name="Text Box 1218"/>
            <p:cNvSpPr txBox="1">
              <a:spLocks noChangeArrowheads="1"/>
            </p:cNvSpPr>
            <p:nvPr/>
          </p:nvSpPr>
          <p:spPr bwMode="auto">
            <a:xfrm>
              <a:off x="1511"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17598" name="Line 1221"/>
            <p:cNvSpPr>
              <a:spLocks noChangeShapeType="1"/>
            </p:cNvSpPr>
            <p:nvPr/>
          </p:nvSpPr>
          <p:spPr bwMode="auto">
            <a:xfrm flipH="1">
              <a:off x="1313" y="1959"/>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99" name="Line 1222"/>
            <p:cNvSpPr>
              <a:spLocks noChangeShapeType="1"/>
            </p:cNvSpPr>
            <p:nvPr/>
          </p:nvSpPr>
          <p:spPr bwMode="auto">
            <a:xfrm flipH="1">
              <a:off x="1559" y="1688"/>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0" name="Line 1200"/>
            <p:cNvSpPr>
              <a:spLocks noChangeShapeType="1"/>
            </p:cNvSpPr>
            <p:nvPr/>
          </p:nvSpPr>
          <p:spPr bwMode="auto">
            <a:xfrm>
              <a:off x="1265" y="2410"/>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1" name="Line 1201"/>
            <p:cNvSpPr>
              <a:spLocks noChangeShapeType="1"/>
            </p:cNvSpPr>
            <p:nvPr/>
          </p:nvSpPr>
          <p:spPr bwMode="auto">
            <a:xfrm>
              <a:off x="1361"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2" name="Line 1202"/>
            <p:cNvSpPr>
              <a:spLocks noChangeShapeType="1"/>
            </p:cNvSpPr>
            <p:nvPr/>
          </p:nvSpPr>
          <p:spPr bwMode="auto">
            <a:xfrm>
              <a:off x="1415"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3" name="Line 1203"/>
            <p:cNvSpPr>
              <a:spLocks noChangeShapeType="1"/>
            </p:cNvSpPr>
            <p:nvPr/>
          </p:nvSpPr>
          <p:spPr bwMode="auto">
            <a:xfrm flipH="1">
              <a:off x="1265" y="2518"/>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4" name="Line 1204"/>
            <p:cNvSpPr>
              <a:spLocks noChangeShapeType="1"/>
            </p:cNvSpPr>
            <p:nvPr/>
          </p:nvSpPr>
          <p:spPr bwMode="auto">
            <a:xfrm>
              <a:off x="1415" y="2518"/>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5" name="Line 1205"/>
            <p:cNvSpPr>
              <a:spLocks noChangeShapeType="1"/>
            </p:cNvSpPr>
            <p:nvPr/>
          </p:nvSpPr>
          <p:spPr bwMode="auto">
            <a:xfrm>
              <a:off x="1361" y="2735"/>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6" name="Line 1206"/>
            <p:cNvSpPr>
              <a:spLocks noChangeShapeType="1"/>
            </p:cNvSpPr>
            <p:nvPr/>
          </p:nvSpPr>
          <p:spPr bwMode="auto">
            <a:xfrm>
              <a:off x="1415" y="2735"/>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7" name="Line 1207"/>
            <p:cNvSpPr>
              <a:spLocks noChangeShapeType="1"/>
            </p:cNvSpPr>
            <p:nvPr/>
          </p:nvSpPr>
          <p:spPr bwMode="auto">
            <a:xfrm flipH="1">
              <a:off x="1265" y="278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8" name="Line 1208"/>
            <p:cNvSpPr>
              <a:spLocks noChangeShapeType="1"/>
            </p:cNvSpPr>
            <p:nvPr/>
          </p:nvSpPr>
          <p:spPr bwMode="auto">
            <a:xfrm>
              <a:off x="1415" y="278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09" name="Line 1209"/>
            <p:cNvSpPr>
              <a:spLocks noChangeShapeType="1"/>
            </p:cNvSpPr>
            <p:nvPr/>
          </p:nvSpPr>
          <p:spPr bwMode="auto">
            <a:xfrm flipV="1">
              <a:off x="1511" y="2518"/>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10" name="Line 1210"/>
            <p:cNvSpPr>
              <a:spLocks noChangeShapeType="1"/>
            </p:cNvSpPr>
            <p:nvPr/>
          </p:nvSpPr>
          <p:spPr bwMode="auto">
            <a:xfrm>
              <a:off x="1607"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11" name="Line 1211"/>
            <p:cNvSpPr>
              <a:spLocks noChangeShapeType="1"/>
            </p:cNvSpPr>
            <p:nvPr/>
          </p:nvSpPr>
          <p:spPr bwMode="auto">
            <a:xfrm>
              <a:off x="1655"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12" name="Line 1212"/>
            <p:cNvSpPr>
              <a:spLocks noChangeShapeType="1"/>
            </p:cNvSpPr>
            <p:nvPr/>
          </p:nvSpPr>
          <p:spPr bwMode="auto">
            <a:xfrm>
              <a:off x="1655" y="2518"/>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13" name="Oval 1213"/>
            <p:cNvSpPr>
              <a:spLocks noChangeArrowheads="1"/>
            </p:cNvSpPr>
            <p:nvPr/>
          </p:nvSpPr>
          <p:spPr bwMode="auto">
            <a:xfrm>
              <a:off x="1765" y="2410"/>
              <a:ext cx="334"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M0</a:t>
              </a:r>
            </a:p>
          </p:txBody>
        </p:sp>
        <p:sp>
          <p:nvSpPr>
            <p:cNvPr id="17614" name="Text Box 1216"/>
            <p:cNvSpPr txBox="1">
              <a:spLocks noChangeArrowheads="1"/>
            </p:cNvSpPr>
            <p:nvPr/>
          </p:nvSpPr>
          <p:spPr bwMode="auto">
            <a:xfrm>
              <a:off x="1271" y="2572"/>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17615" name="Text Box 1217"/>
            <p:cNvSpPr txBox="1">
              <a:spLocks noChangeArrowheads="1"/>
            </p:cNvSpPr>
            <p:nvPr/>
          </p:nvSpPr>
          <p:spPr bwMode="auto">
            <a:xfrm>
              <a:off x="1277" y="2301"/>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17616" name="Text Box 1219"/>
            <p:cNvSpPr txBox="1">
              <a:spLocks noChangeArrowheads="1"/>
            </p:cNvSpPr>
            <p:nvPr/>
          </p:nvSpPr>
          <p:spPr bwMode="auto">
            <a:xfrm>
              <a:off x="1505" y="2301"/>
              <a:ext cx="246"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17617" name="Line 1220"/>
            <p:cNvSpPr>
              <a:spLocks noChangeShapeType="1"/>
            </p:cNvSpPr>
            <p:nvPr/>
          </p:nvSpPr>
          <p:spPr bwMode="auto">
            <a:xfrm flipH="1">
              <a:off x="1313" y="2735"/>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618" name="Line 1223"/>
            <p:cNvSpPr>
              <a:spLocks noChangeShapeType="1"/>
            </p:cNvSpPr>
            <p:nvPr/>
          </p:nvSpPr>
          <p:spPr bwMode="auto">
            <a:xfrm>
              <a:off x="2147" y="2410"/>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7437" name="Rectangle 99"/>
          <p:cNvSpPr>
            <a:spLocks noChangeArrowheads="1"/>
          </p:cNvSpPr>
          <p:nvPr/>
        </p:nvSpPr>
        <p:spPr bwMode="auto">
          <a:xfrm>
            <a:off x="3429000" y="2474913"/>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②</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7438" name="Rectangle 99"/>
          <p:cNvSpPr>
            <a:spLocks noChangeArrowheads="1"/>
          </p:cNvSpPr>
          <p:nvPr/>
        </p:nvSpPr>
        <p:spPr bwMode="auto">
          <a:xfrm>
            <a:off x="3467100" y="3708400"/>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④</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7439" name="Rectangle 99"/>
          <p:cNvSpPr>
            <a:spLocks noChangeArrowheads="1"/>
          </p:cNvSpPr>
          <p:nvPr/>
        </p:nvSpPr>
        <p:spPr bwMode="auto">
          <a:xfrm>
            <a:off x="227016" y="6145230"/>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17. </a:t>
            </a:r>
            <a:r>
              <a:rPr lang="en-US" altLang="ko-KR" sz="900" err="1" smtClean="0">
                <a:solidFill>
                  <a:srgbClr val="000000"/>
                </a:solidFill>
                <a:latin typeface="Times New Roman" panose="02020603050405020304" pitchFamily="18" charset="0"/>
                <a:cs typeface="Times New Roman" panose="02020603050405020304" pitchFamily="18" charset="0"/>
              </a:rPr>
              <a:t>Mong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muốn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quả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M0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X5 On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Chart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quả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khác</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pic>
        <p:nvPicPr>
          <p:cNvPr id="17440" name="Picture 135"/>
          <p:cNvPicPr>
            <a:picLocks noChangeAspect="1" noChangeArrowheads="1"/>
          </p:cNvPicPr>
          <p:nvPr/>
        </p:nvPicPr>
        <p:blipFill>
          <a:blip r:embed="rId3">
            <a:extLst>
              <a:ext uri="{28A0092B-C50C-407E-A947-70E740481C1C}">
                <a14:useLocalDpi xmlns:a14="http://schemas.microsoft.com/office/drawing/2010/main" val="0"/>
              </a:ext>
            </a:extLst>
          </a:blip>
          <a:srcRect l="49609" t="33333" r="13281" b="44792"/>
          <a:stretch>
            <a:fillRect/>
          </a:stretch>
        </p:blipFill>
        <p:spPr bwMode="auto">
          <a:xfrm>
            <a:off x="447675" y="6659579"/>
            <a:ext cx="2844800" cy="75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441" name="Group 136"/>
          <p:cNvGrpSpPr>
            <a:grpSpLocks/>
          </p:cNvGrpSpPr>
          <p:nvPr/>
        </p:nvGrpSpPr>
        <p:grpSpPr bwMode="auto">
          <a:xfrm>
            <a:off x="535020" y="7502525"/>
            <a:ext cx="1246187" cy="382588"/>
            <a:chOff x="-70" y="2717"/>
            <a:chExt cx="1648" cy="268"/>
          </a:xfrm>
        </p:grpSpPr>
        <p:pic>
          <p:nvPicPr>
            <p:cNvPr id="17521" name="Picture 137"/>
            <p:cNvPicPr>
              <a:picLocks noChangeAspect="1" noChangeArrowheads="1"/>
            </p:cNvPicPr>
            <p:nvPr/>
          </p:nvPicPr>
          <p:blipFill>
            <a:blip r:embed="rId4">
              <a:extLst>
                <a:ext uri="{28A0092B-C50C-407E-A947-70E740481C1C}">
                  <a14:useLocalDpi xmlns:a14="http://schemas.microsoft.com/office/drawing/2010/main" val="0"/>
                </a:ext>
              </a:extLst>
            </a:blip>
            <a:srcRect l="75380" b="80222"/>
            <a:stretch>
              <a:fillRect/>
            </a:stretch>
          </p:blipFill>
          <p:spPr bwMode="auto">
            <a:xfrm>
              <a:off x="346" y="2718"/>
              <a:ext cx="123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22" name="Picture 138"/>
            <p:cNvPicPr>
              <a:picLocks noChangeAspect="1" noChangeArrowheads="1"/>
            </p:cNvPicPr>
            <p:nvPr/>
          </p:nvPicPr>
          <p:blipFill>
            <a:blip r:embed="rId4">
              <a:extLst>
                <a:ext uri="{28A0092B-C50C-407E-A947-70E740481C1C}">
                  <a14:useLocalDpi xmlns:a14="http://schemas.microsoft.com/office/drawing/2010/main" val="0"/>
                </a:ext>
              </a:extLst>
            </a:blip>
            <a:srcRect r="88968" b="80222"/>
            <a:stretch>
              <a:fillRect/>
            </a:stretch>
          </p:blipFill>
          <p:spPr bwMode="auto">
            <a:xfrm>
              <a:off x="-70" y="2717"/>
              <a:ext cx="55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442" name="Group 139"/>
          <p:cNvGrpSpPr>
            <a:grpSpLocks/>
          </p:cNvGrpSpPr>
          <p:nvPr/>
        </p:nvGrpSpPr>
        <p:grpSpPr bwMode="auto">
          <a:xfrm>
            <a:off x="2059020" y="8016891"/>
            <a:ext cx="1298575" cy="390525"/>
            <a:chOff x="-17" y="2658"/>
            <a:chExt cx="1536" cy="407"/>
          </a:xfrm>
        </p:grpSpPr>
        <p:pic>
          <p:nvPicPr>
            <p:cNvPr id="17519" name="Picture 140"/>
            <p:cNvPicPr>
              <a:picLocks noChangeAspect="1" noChangeArrowheads="1"/>
            </p:cNvPicPr>
            <p:nvPr/>
          </p:nvPicPr>
          <p:blipFill>
            <a:blip r:embed="rId4">
              <a:extLst>
                <a:ext uri="{28A0092B-C50C-407E-A947-70E740481C1C}">
                  <a14:useLocalDpi xmlns:a14="http://schemas.microsoft.com/office/drawing/2010/main" val="0"/>
                </a:ext>
              </a:extLst>
            </a:blip>
            <a:srcRect l="84293" t="50444" b="26074"/>
            <a:stretch>
              <a:fillRect/>
            </a:stretch>
          </p:blipFill>
          <p:spPr bwMode="auto">
            <a:xfrm>
              <a:off x="742" y="2658"/>
              <a:ext cx="777"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20" name="Picture 141"/>
            <p:cNvPicPr>
              <a:picLocks noChangeAspect="1" noChangeArrowheads="1"/>
            </p:cNvPicPr>
            <p:nvPr/>
          </p:nvPicPr>
          <p:blipFill>
            <a:blip r:embed="rId4">
              <a:extLst>
                <a:ext uri="{28A0092B-C50C-407E-A947-70E740481C1C}">
                  <a14:useLocalDpi xmlns:a14="http://schemas.microsoft.com/office/drawing/2010/main" val="0"/>
                </a:ext>
              </a:extLst>
            </a:blip>
            <a:srcRect t="50444" r="81874" b="26074"/>
            <a:stretch>
              <a:fillRect/>
            </a:stretch>
          </p:blipFill>
          <p:spPr bwMode="auto">
            <a:xfrm>
              <a:off x="-17" y="2660"/>
              <a:ext cx="897"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443" name="Group 142"/>
          <p:cNvGrpSpPr>
            <a:grpSpLocks/>
          </p:cNvGrpSpPr>
          <p:nvPr/>
        </p:nvGrpSpPr>
        <p:grpSpPr bwMode="auto">
          <a:xfrm>
            <a:off x="2049463" y="7477125"/>
            <a:ext cx="1295400" cy="428625"/>
            <a:chOff x="-153" y="3072"/>
            <a:chExt cx="1669" cy="320"/>
          </a:xfrm>
        </p:grpSpPr>
        <p:pic>
          <p:nvPicPr>
            <p:cNvPr id="17517" name="Picture 143"/>
            <p:cNvPicPr>
              <a:picLocks noChangeAspect="1" noChangeArrowheads="1"/>
            </p:cNvPicPr>
            <p:nvPr/>
          </p:nvPicPr>
          <p:blipFill>
            <a:blip r:embed="rId5">
              <a:extLst>
                <a:ext uri="{28A0092B-C50C-407E-A947-70E740481C1C}">
                  <a14:useLocalDpi xmlns:a14="http://schemas.microsoft.com/office/drawing/2010/main" val="0"/>
                </a:ext>
              </a:extLst>
            </a:blip>
            <a:srcRect l="83394" t="77333" b="-815"/>
            <a:stretch>
              <a:fillRect/>
            </a:stretch>
          </p:blipFill>
          <p:spPr bwMode="auto">
            <a:xfrm>
              <a:off x="685" y="3072"/>
              <a:ext cx="831"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8" name="Picture 144"/>
            <p:cNvPicPr>
              <a:picLocks noChangeAspect="1" noChangeArrowheads="1"/>
            </p:cNvPicPr>
            <p:nvPr/>
          </p:nvPicPr>
          <p:blipFill>
            <a:blip r:embed="rId4">
              <a:extLst>
                <a:ext uri="{28A0092B-C50C-407E-A947-70E740481C1C}">
                  <a14:useLocalDpi xmlns:a14="http://schemas.microsoft.com/office/drawing/2010/main" val="0"/>
                </a:ext>
              </a:extLst>
            </a:blip>
            <a:srcRect t="77333" r="80055" b="-815"/>
            <a:stretch>
              <a:fillRect/>
            </a:stretch>
          </p:blipFill>
          <p:spPr bwMode="auto">
            <a:xfrm>
              <a:off x="-153" y="3075"/>
              <a:ext cx="998"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444" name="Group 145"/>
          <p:cNvGrpSpPr>
            <a:grpSpLocks/>
          </p:cNvGrpSpPr>
          <p:nvPr/>
        </p:nvGrpSpPr>
        <p:grpSpPr bwMode="auto">
          <a:xfrm>
            <a:off x="531845" y="8027995"/>
            <a:ext cx="1254125" cy="331787"/>
            <a:chOff x="-488" y="3097"/>
            <a:chExt cx="1412" cy="295"/>
          </a:xfrm>
        </p:grpSpPr>
        <p:pic>
          <p:nvPicPr>
            <p:cNvPr id="17515" name="Picture 146"/>
            <p:cNvPicPr>
              <a:picLocks noChangeAspect="1" noChangeArrowheads="1"/>
            </p:cNvPicPr>
            <p:nvPr/>
          </p:nvPicPr>
          <p:blipFill>
            <a:blip r:embed="rId6">
              <a:extLst>
                <a:ext uri="{28A0092B-C50C-407E-A947-70E740481C1C}">
                  <a14:useLocalDpi xmlns:a14="http://schemas.microsoft.com/office/drawing/2010/main" val="0"/>
                </a:ext>
              </a:extLst>
            </a:blip>
            <a:srcRect l="83405" b="7233"/>
            <a:stretch>
              <a:fillRect/>
            </a:stretch>
          </p:blipFill>
          <p:spPr bwMode="auto">
            <a:xfrm>
              <a:off x="0" y="3097"/>
              <a:ext cx="924"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6" name="Picture 147"/>
            <p:cNvPicPr>
              <a:picLocks noChangeAspect="1" noChangeArrowheads="1"/>
            </p:cNvPicPr>
            <p:nvPr/>
          </p:nvPicPr>
          <p:blipFill>
            <a:blip r:embed="rId7">
              <a:extLst>
                <a:ext uri="{28A0092B-C50C-407E-A947-70E740481C1C}">
                  <a14:useLocalDpi xmlns:a14="http://schemas.microsoft.com/office/drawing/2010/main" val="0"/>
                </a:ext>
              </a:extLst>
            </a:blip>
            <a:srcRect r="87463" b="7233"/>
            <a:stretch>
              <a:fillRect/>
            </a:stretch>
          </p:blipFill>
          <p:spPr bwMode="auto">
            <a:xfrm>
              <a:off x="-488" y="3097"/>
              <a:ext cx="698"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445" name="Rectangle 99"/>
          <p:cNvSpPr>
            <a:spLocks noChangeArrowheads="1"/>
          </p:cNvSpPr>
          <p:nvPr/>
        </p:nvSpPr>
        <p:spPr bwMode="auto">
          <a:xfrm>
            <a:off x="227016" y="7461250"/>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②</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7446" name="Rectangle 99"/>
          <p:cNvSpPr>
            <a:spLocks noChangeArrowheads="1"/>
          </p:cNvSpPr>
          <p:nvPr/>
        </p:nvSpPr>
        <p:spPr bwMode="auto">
          <a:xfrm>
            <a:off x="227016" y="8018464"/>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④</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7447" name="Rectangle 99"/>
          <p:cNvSpPr>
            <a:spLocks noChangeArrowheads="1"/>
          </p:cNvSpPr>
          <p:nvPr/>
        </p:nvSpPr>
        <p:spPr bwMode="auto">
          <a:xfrm>
            <a:off x="3367120" y="4894264"/>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19. </a:t>
            </a:r>
            <a:r>
              <a:rPr lang="en-US" altLang="ko-KR" sz="900" err="1" smtClean="0">
                <a:solidFill>
                  <a:srgbClr val="000000"/>
                </a:solidFill>
                <a:latin typeface="Times New Roman" panose="02020603050405020304" pitchFamily="18" charset="0"/>
                <a:cs typeface="Times New Roman" panose="02020603050405020304" pitchFamily="18" charset="0"/>
              </a:rPr>
              <a:t>Mạch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nào</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hoạt</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động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đúng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với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mạch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bên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dưới</a:t>
            </a:r>
            <a:r>
              <a:rPr lang="en-US" altLang="ko-KR" sz="900">
                <a:solidFill>
                  <a:srgbClr val="000000"/>
                </a:solidFill>
                <a:latin typeface="Times New Roman" panose="02020603050405020304" pitchFamily="18" charset="0"/>
                <a:cs typeface="Times New Roman" panose="02020603050405020304" pitchFamily="18" charset="0"/>
              </a:rPr>
              <a:t>? </a:t>
            </a:r>
          </a:p>
        </p:txBody>
      </p:sp>
      <p:grpSp>
        <p:nvGrpSpPr>
          <p:cNvPr id="17448" name="Group 352"/>
          <p:cNvGrpSpPr>
            <a:grpSpLocks/>
          </p:cNvGrpSpPr>
          <p:nvPr/>
        </p:nvGrpSpPr>
        <p:grpSpPr bwMode="auto">
          <a:xfrm>
            <a:off x="3429000" y="6383339"/>
            <a:ext cx="2952750" cy="1465262"/>
            <a:chOff x="2160" y="1661"/>
            <a:chExt cx="1860" cy="923"/>
          </a:xfrm>
        </p:grpSpPr>
        <p:sp>
          <p:nvSpPr>
            <p:cNvPr id="17479" name="Line 1162"/>
            <p:cNvSpPr>
              <a:spLocks noChangeShapeType="1"/>
            </p:cNvSpPr>
            <p:nvPr/>
          </p:nvSpPr>
          <p:spPr bwMode="auto">
            <a:xfrm>
              <a:off x="3269" y="1785"/>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80" name="Line 1163"/>
            <p:cNvSpPr>
              <a:spLocks noChangeShapeType="1"/>
            </p:cNvSpPr>
            <p:nvPr/>
          </p:nvSpPr>
          <p:spPr bwMode="auto">
            <a:xfrm>
              <a:off x="3269" y="1929"/>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81" name="Text Box 1164"/>
            <p:cNvSpPr txBox="1">
              <a:spLocks noChangeArrowheads="1"/>
            </p:cNvSpPr>
            <p:nvPr/>
          </p:nvSpPr>
          <p:spPr bwMode="auto">
            <a:xfrm>
              <a:off x="3109" y="1661"/>
              <a:ext cx="32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X0</a:t>
              </a:r>
            </a:p>
          </p:txBody>
        </p:sp>
        <p:sp>
          <p:nvSpPr>
            <p:cNvPr id="17482" name="Text Box 1165"/>
            <p:cNvSpPr txBox="1">
              <a:spLocks noChangeArrowheads="1"/>
            </p:cNvSpPr>
            <p:nvPr/>
          </p:nvSpPr>
          <p:spPr bwMode="auto">
            <a:xfrm>
              <a:off x="3205" y="1813"/>
              <a:ext cx="31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17483" name="Rectangle 1166"/>
            <p:cNvSpPr>
              <a:spLocks noChangeArrowheads="1"/>
            </p:cNvSpPr>
            <p:nvPr/>
          </p:nvSpPr>
          <p:spPr bwMode="auto">
            <a:xfrm>
              <a:off x="3509" y="1689"/>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484" name="Rectangle 1167"/>
            <p:cNvSpPr>
              <a:spLocks noChangeArrowheads="1"/>
            </p:cNvSpPr>
            <p:nvPr/>
          </p:nvSpPr>
          <p:spPr bwMode="auto">
            <a:xfrm>
              <a:off x="3732" y="1833"/>
              <a:ext cx="28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485" name="Line 1168"/>
            <p:cNvSpPr>
              <a:spLocks noChangeShapeType="1"/>
            </p:cNvSpPr>
            <p:nvPr/>
          </p:nvSpPr>
          <p:spPr bwMode="auto">
            <a:xfrm>
              <a:off x="3507" y="1765"/>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86" name="Line 1176"/>
            <p:cNvSpPr>
              <a:spLocks noChangeShapeType="1"/>
            </p:cNvSpPr>
            <p:nvPr/>
          </p:nvSpPr>
          <p:spPr bwMode="auto">
            <a:xfrm>
              <a:off x="2320" y="2268"/>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87" name="Line 1177"/>
            <p:cNvSpPr>
              <a:spLocks noChangeShapeType="1"/>
            </p:cNvSpPr>
            <p:nvPr/>
          </p:nvSpPr>
          <p:spPr bwMode="auto">
            <a:xfrm>
              <a:off x="2320" y="2412"/>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88" name="Text Box 1178"/>
            <p:cNvSpPr txBox="1">
              <a:spLocks noChangeArrowheads="1"/>
            </p:cNvSpPr>
            <p:nvPr/>
          </p:nvSpPr>
          <p:spPr bwMode="auto">
            <a:xfrm>
              <a:off x="2160" y="2144"/>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X0</a:t>
              </a:r>
            </a:p>
          </p:txBody>
        </p:sp>
        <p:sp>
          <p:nvSpPr>
            <p:cNvPr id="17489" name="Text Box 1179"/>
            <p:cNvSpPr txBox="1">
              <a:spLocks noChangeArrowheads="1"/>
            </p:cNvSpPr>
            <p:nvPr/>
          </p:nvSpPr>
          <p:spPr bwMode="auto">
            <a:xfrm>
              <a:off x="2256" y="2296"/>
              <a:ext cx="26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17490" name="Rectangle 1180"/>
            <p:cNvSpPr>
              <a:spLocks noChangeArrowheads="1"/>
            </p:cNvSpPr>
            <p:nvPr/>
          </p:nvSpPr>
          <p:spPr bwMode="auto">
            <a:xfrm>
              <a:off x="2560" y="2172"/>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491" name="Rectangle 1181"/>
            <p:cNvSpPr>
              <a:spLocks noChangeArrowheads="1"/>
            </p:cNvSpPr>
            <p:nvPr/>
          </p:nvSpPr>
          <p:spPr bwMode="auto">
            <a:xfrm>
              <a:off x="2783" y="2316"/>
              <a:ext cx="28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492" name="Line 1182"/>
            <p:cNvSpPr>
              <a:spLocks noChangeShapeType="1"/>
            </p:cNvSpPr>
            <p:nvPr/>
          </p:nvSpPr>
          <p:spPr bwMode="auto">
            <a:xfrm>
              <a:off x="2558" y="2248"/>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93" name="Line 1185"/>
            <p:cNvSpPr>
              <a:spLocks noChangeShapeType="1"/>
            </p:cNvSpPr>
            <p:nvPr/>
          </p:nvSpPr>
          <p:spPr bwMode="auto">
            <a:xfrm>
              <a:off x="3509" y="1969"/>
              <a:ext cx="223"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94" name="Line 1186"/>
            <p:cNvSpPr>
              <a:spLocks noChangeShapeType="1"/>
            </p:cNvSpPr>
            <p:nvPr/>
          </p:nvSpPr>
          <p:spPr bwMode="auto">
            <a:xfrm>
              <a:off x="2564" y="2456"/>
              <a:ext cx="223"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95" name="Line 1128"/>
            <p:cNvSpPr>
              <a:spLocks noChangeShapeType="1"/>
            </p:cNvSpPr>
            <p:nvPr/>
          </p:nvSpPr>
          <p:spPr bwMode="auto">
            <a:xfrm>
              <a:off x="3283" y="2267"/>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96" name="Line 1129"/>
            <p:cNvSpPr>
              <a:spLocks noChangeShapeType="1"/>
            </p:cNvSpPr>
            <p:nvPr/>
          </p:nvSpPr>
          <p:spPr bwMode="auto">
            <a:xfrm>
              <a:off x="3283" y="2411"/>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97" name="Text Box 1130"/>
            <p:cNvSpPr txBox="1">
              <a:spLocks noChangeArrowheads="1"/>
            </p:cNvSpPr>
            <p:nvPr/>
          </p:nvSpPr>
          <p:spPr bwMode="auto">
            <a:xfrm>
              <a:off x="3113" y="2143"/>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X0</a:t>
              </a:r>
            </a:p>
          </p:txBody>
        </p:sp>
        <p:sp>
          <p:nvSpPr>
            <p:cNvPr id="17498" name="Text Box 1131"/>
            <p:cNvSpPr txBox="1">
              <a:spLocks noChangeArrowheads="1"/>
            </p:cNvSpPr>
            <p:nvPr/>
          </p:nvSpPr>
          <p:spPr bwMode="auto">
            <a:xfrm>
              <a:off x="3219" y="2295"/>
              <a:ext cx="30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17499" name="Rectangle 1132"/>
            <p:cNvSpPr>
              <a:spLocks noChangeArrowheads="1"/>
            </p:cNvSpPr>
            <p:nvPr/>
          </p:nvSpPr>
          <p:spPr bwMode="auto">
            <a:xfrm>
              <a:off x="3523" y="2171"/>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500" name="Rectangle 1133"/>
            <p:cNvSpPr>
              <a:spLocks noChangeArrowheads="1"/>
            </p:cNvSpPr>
            <p:nvPr/>
          </p:nvSpPr>
          <p:spPr bwMode="auto">
            <a:xfrm>
              <a:off x="3523" y="2315"/>
              <a:ext cx="36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501" name="Line 1134"/>
            <p:cNvSpPr>
              <a:spLocks noChangeShapeType="1"/>
            </p:cNvSpPr>
            <p:nvPr/>
          </p:nvSpPr>
          <p:spPr bwMode="auto">
            <a:xfrm>
              <a:off x="3521" y="2247"/>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02" name="Line 1183"/>
            <p:cNvSpPr>
              <a:spLocks noChangeShapeType="1"/>
            </p:cNvSpPr>
            <p:nvPr/>
          </p:nvSpPr>
          <p:spPr bwMode="auto">
            <a:xfrm>
              <a:off x="3543" y="2455"/>
              <a:ext cx="335"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03" name="Text Box 1187"/>
            <p:cNvSpPr txBox="1">
              <a:spLocks noChangeArrowheads="1"/>
            </p:cNvSpPr>
            <p:nvPr/>
          </p:nvSpPr>
          <p:spPr bwMode="auto">
            <a:xfrm>
              <a:off x="3588" y="2427"/>
              <a:ext cx="22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17504" name="Text Box 1188"/>
            <p:cNvSpPr txBox="1">
              <a:spLocks noChangeArrowheads="1"/>
            </p:cNvSpPr>
            <p:nvPr/>
          </p:nvSpPr>
          <p:spPr bwMode="auto">
            <a:xfrm>
              <a:off x="3495" y="1949"/>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17505" name="Line 1169"/>
            <p:cNvSpPr>
              <a:spLocks noChangeShapeType="1"/>
            </p:cNvSpPr>
            <p:nvPr/>
          </p:nvSpPr>
          <p:spPr bwMode="auto">
            <a:xfrm>
              <a:off x="2340" y="1792"/>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06" name="Line 1170"/>
            <p:cNvSpPr>
              <a:spLocks noChangeShapeType="1"/>
            </p:cNvSpPr>
            <p:nvPr/>
          </p:nvSpPr>
          <p:spPr bwMode="auto">
            <a:xfrm>
              <a:off x="2340" y="1936"/>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07" name="Text Box 1171"/>
            <p:cNvSpPr txBox="1">
              <a:spLocks noChangeArrowheads="1"/>
            </p:cNvSpPr>
            <p:nvPr/>
          </p:nvSpPr>
          <p:spPr bwMode="auto">
            <a:xfrm>
              <a:off x="2160" y="1668"/>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X0</a:t>
              </a:r>
            </a:p>
          </p:txBody>
        </p:sp>
        <p:sp>
          <p:nvSpPr>
            <p:cNvPr id="17508" name="Text Box 1172"/>
            <p:cNvSpPr txBox="1">
              <a:spLocks noChangeArrowheads="1"/>
            </p:cNvSpPr>
            <p:nvPr/>
          </p:nvSpPr>
          <p:spPr bwMode="auto">
            <a:xfrm>
              <a:off x="2276" y="1820"/>
              <a:ext cx="3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17509" name="Rectangle 1173"/>
            <p:cNvSpPr>
              <a:spLocks noChangeArrowheads="1"/>
            </p:cNvSpPr>
            <p:nvPr/>
          </p:nvSpPr>
          <p:spPr bwMode="auto">
            <a:xfrm>
              <a:off x="2580" y="1696"/>
              <a:ext cx="4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510" name="Rectangle 1174"/>
            <p:cNvSpPr>
              <a:spLocks noChangeArrowheads="1"/>
            </p:cNvSpPr>
            <p:nvPr/>
          </p:nvSpPr>
          <p:spPr bwMode="auto">
            <a:xfrm>
              <a:off x="2580" y="1840"/>
              <a:ext cx="36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17511" name="Line 1175"/>
            <p:cNvSpPr>
              <a:spLocks noChangeShapeType="1"/>
            </p:cNvSpPr>
            <p:nvPr/>
          </p:nvSpPr>
          <p:spPr bwMode="auto">
            <a:xfrm>
              <a:off x="2578" y="1772"/>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12" name="Line 1184"/>
            <p:cNvSpPr>
              <a:spLocks noChangeShapeType="1"/>
            </p:cNvSpPr>
            <p:nvPr/>
          </p:nvSpPr>
          <p:spPr bwMode="auto">
            <a:xfrm>
              <a:off x="2608" y="1984"/>
              <a:ext cx="335"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513" name="Text Box 1189"/>
            <p:cNvSpPr txBox="1">
              <a:spLocks noChangeArrowheads="1"/>
            </p:cNvSpPr>
            <p:nvPr/>
          </p:nvSpPr>
          <p:spPr bwMode="auto">
            <a:xfrm>
              <a:off x="2612" y="1964"/>
              <a:ext cx="26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17514" name="Text Box 1190"/>
            <p:cNvSpPr txBox="1">
              <a:spLocks noChangeArrowheads="1"/>
            </p:cNvSpPr>
            <p:nvPr/>
          </p:nvSpPr>
          <p:spPr bwMode="auto">
            <a:xfrm>
              <a:off x="2530" y="2440"/>
              <a:ext cx="26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초</a:t>
              </a:r>
            </a:p>
          </p:txBody>
        </p:sp>
      </p:grpSp>
      <p:grpSp>
        <p:nvGrpSpPr>
          <p:cNvPr id="17449" name="Group 351"/>
          <p:cNvGrpSpPr>
            <a:grpSpLocks/>
          </p:cNvGrpSpPr>
          <p:nvPr/>
        </p:nvGrpSpPr>
        <p:grpSpPr bwMode="auto">
          <a:xfrm>
            <a:off x="3789395" y="5076825"/>
            <a:ext cx="2363787" cy="1174750"/>
            <a:chOff x="2387" y="838"/>
            <a:chExt cx="1489" cy="712"/>
          </a:xfrm>
        </p:grpSpPr>
        <p:sp>
          <p:nvSpPr>
            <p:cNvPr id="17451" name="Line 1135"/>
            <p:cNvSpPr>
              <a:spLocks noChangeShapeType="1"/>
            </p:cNvSpPr>
            <p:nvPr/>
          </p:nvSpPr>
          <p:spPr bwMode="auto">
            <a:xfrm>
              <a:off x="2582" y="97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52" name="Line 1136"/>
            <p:cNvSpPr>
              <a:spLocks noChangeShapeType="1"/>
            </p:cNvSpPr>
            <p:nvPr/>
          </p:nvSpPr>
          <p:spPr bwMode="auto">
            <a:xfrm>
              <a:off x="2630" y="97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53" name="Line 1137"/>
            <p:cNvSpPr>
              <a:spLocks noChangeShapeType="1"/>
            </p:cNvSpPr>
            <p:nvPr/>
          </p:nvSpPr>
          <p:spPr bwMode="auto">
            <a:xfrm flipH="1">
              <a:off x="2390" y="1019"/>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54" name="Text Box 1138"/>
            <p:cNvSpPr txBox="1">
              <a:spLocks noChangeArrowheads="1"/>
            </p:cNvSpPr>
            <p:nvPr/>
          </p:nvSpPr>
          <p:spPr bwMode="auto">
            <a:xfrm>
              <a:off x="3422" y="856"/>
              <a:ext cx="34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Y70 )</a:t>
              </a:r>
            </a:p>
          </p:txBody>
        </p:sp>
        <p:sp>
          <p:nvSpPr>
            <p:cNvPr id="17455" name="Line 1139"/>
            <p:cNvSpPr>
              <a:spLocks noChangeShapeType="1"/>
            </p:cNvSpPr>
            <p:nvPr/>
          </p:nvSpPr>
          <p:spPr bwMode="auto">
            <a:xfrm>
              <a:off x="3876" y="874"/>
              <a:ext cx="0" cy="6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56" name="Text Box 1140"/>
            <p:cNvSpPr txBox="1">
              <a:spLocks noChangeArrowheads="1"/>
            </p:cNvSpPr>
            <p:nvPr/>
          </p:nvSpPr>
          <p:spPr bwMode="auto">
            <a:xfrm>
              <a:off x="2512" y="843"/>
              <a:ext cx="2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17457" name="Line 1142"/>
            <p:cNvSpPr>
              <a:spLocks noChangeShapeType="1"/>
            </p:cNvSpPr>
            <p:nvPr/>
          </p:nvSpPr>
          <p:spPr bwMode="auto">
            <a:xfrm>
              <a:off x="3684" y="1016"/>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58" name="Line 1143"/>
            <p:cNvSpPr>
              <a:spLocks noChangeShapeType="1"/>
            </p:cNvSpPr>
            <p:nvPr/>
          </p:nvSpPr>
          <p:spPr bwMode="auto">
            <a:xfrm>
              <a:off x="2582" y="140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59" name="Line 1144"/>
            <p:cNvSpPr>
              <a:spLocks noChangeShapeType="1"/>
            </p:cNvSpPr>
            <p:nvPr/>
          </p:nvSpPr>
          <p:spPr bwMode="auto">
            <a:xfrm>
              <a:off x="2630" y="140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0" name="Line 1145"/>
            <p:cNvSpPr>
              <a:spLocks noChangeShapeType="1"/>
            </p:cNvSpPr>
            <p:nvPr/>
          </p:nvSpPr>
          <p:spPr bwMode="auto">
            <a:xfrm flipH="1">
              <a:off x="2390" y="1448"/>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1" name="Text Box 1146"/>
            <p:cNvSpPr txBox="1">
              <a:spLocks noChangeArrowheads="1"/>
            </p:cNvSpPr>
            <p:nvPr/>
          </p:nvSpPr>
          <p:spPr bwMode="auto">
            <a:xfrm>
              <a:off x="3443" y="1373"/>
              <a:ext cx="3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T1 )</a:t>
              </a:r>
            </a:p>
          </p:txBody>
        </p:sp>
        <p:sp>
          <p:nvSpPr>
            <p:cNvPr id="17462" name="Line 1147"/>
            <p:cNvSpPr>
              <a:spLocks noChangeShapeType="1"/>
            </p:cNvSpPr>
            <p:nvPr/>
          </p:nvSpPr>
          <p:spPr bwMode="auto">
            <a:xfrm>
              <a:off x="2630" y="1444"/>
              <a:ext cx="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3" name="Line 1148"/>
            <p:cNvSpPr>
              <a:spLocks noChangeShapeType="1"/>
            </p:cNvSpPr>
            <p:nvPr/>
          </p:nvSpPr>
          <p:spPr bwMode="auto">
            <a:xfrm>
              <a:off x="3684" y="1445"/>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4" name="Text Box 1149"/>
            <p:cNvSpPr txBox="1">
              <a:spLocks noChangeArrowheads="1"/>
            </p:cNvSpPr>
            <p:nvPr/>
          </p:nvSpPr>
          <p:spPr bwMode="auto">
            <a:xfrm>
              <a:off x="2489" y="1278"/>
              <a:ext cx="306"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17465" name="Line 1150"/>
            <p:cNvSpPr>
              <a:spLocks noChangeShapeType="1"/>
            </p:cNvSpPr>
            <p:nvPr/>
          </p:nvSpPr>
          <p:spPr bwMode="auto">
            <a:xfrm>
              <a:off x="2582" y="116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6" name="Line 1151"/>
            <p:cNvSpPr>
              <a:spLocks noChangeShapeType="1"/>
            </p:cNvSpPr>
            <p:nvPr/>
          </p:nvSpPr>
          <p:spPr bwMode="auto">
            <a:xfrm>
              <a:off x="2630" y="116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7" name="Line 1152"/>
            <p:cNvSpPr>
              <a:spLocks noChangeShapeType="1"/>
            </p:cNvSpPr>
            <p:nvPr/>
          </p:nvSpPr>
          <p:spPr bwMode="auto">
            <a:xfrm flipH="1">
              <a:off x="2390" y="1209"/>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68" name="Text Box 1153"/>
            <p:cNvSpPr txBox="1">
              <a:spLocks noChangeArrowheads="1"/>
            </p:cNvSpPr>
            <p:nvPr/>
          </p:nvSpPr>
          <p:spPr bwMode="auto">
            <a:xfrm>
              <a:off x="2489" y="1038"/>
              <a:ext cx="35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17469" name="Line 1154"/>
            <p:cNvSpPr>
              <a:spLocks noChangeShapeType="1"/>
            </p:cNvSpPr>
            <p:nvPr/>
          </p:nvSpPr>
          <p:spPr bwMode="auto">
            <a:xfrm>
              <a:off x="2630" y="1210"/>
              <a:ext cx="19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0" name="Line 1155"/>
            <p:cNvSpPr>
              <a:spLocks noChangeShapeType="1"/>
            </p:cNvSpPr>
            <p:nvPr/>
          </p:nvSpPr>
          <p:spPr bwMode="auto">
            <a:xfrm flipV="1">
              <a:off x="2821" y="1014"/>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1" name="Line 1156"/>
            <p:cNvSpPr>
              <a:spLocks noChangeShapeType="1"/>
            </p:cNvSpPr>
            <p:nvPr/>
          </p:nvSpPr>
          <p:spPr bwMode="auto">
            <a:xfrm>
              <a:off x="3013" y="96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2" name="Line 1157"/>
            <p:cNvSpPr>
              <a:spLocks noChangeShapeType="1"/>
            </p:cNvSpPr>
            <p:nvPr/>
          </p:nvSpPr>
          <p:spPr bwMode="auto">
            <a:xfrm>
              <a:off x="3061" y="96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3" name="Line 1158"/>
            <p:cNvSpPr>
              <a:spLocks noChangeShapeType="1"/>
            </p:cNvSpPr>
            <p:nvPr/>
          </p:nvSpPr>
          <p:spPr bwMode="auto">
            <a:xfrm flipH="1">
              <a:off x="2630" y="1014"/>
              <a:ext cx="38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4" name="Line 1159"/>
            <p:cNvSpPr>
              <a:spLocks noChangeShapeType="1"/>
            </p:cNvSpPr>
            <p:nvPr/>
          </p:nvSpPr>
          <p:spPr bwMode="auto">
            <a:xfrm flipH="1">
              <a:off x="3061" y="1014"/>
              <a:ext cx="43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5" name="Line 1160"/>
            <p:cNvSpPr>
              <a:spLocks noChangeShapeType="1"/>
            </p:cNvSpPr>
            <p:nvPr/>
          </p:nvSpPr>
          <p:spPr bwMode="auto">
            <a:xfrm flipH="1">
              <a:off x="2989" y="970"/>
              <a:ext cx="96"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7476" name="Text Box 1161"/>
            <p:cNvSpPr txBox="1">
              <a:spLocks noChangeArrowheads="1"/>
            </p:cNvSpPr>
            <p:nvPr/>
          </p:nvSpPr>
          <p:spPr bwMode="auto">
            <a:xfrm>
              <a:off x="2940" y="838"/>
              <a:ext cx="30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T1</a:t>
              </a:r>
            </a:p>
          </p:txBody>
        </p:sp>
        <p:sp>
          <p:nvSpPr>
            <p:cNvPr id="17477" name="Text Box 1191"/>
            <p:cNvSpPr txBox="1">
              <a:spLocks noChangeArrowheads="1"/>
            </p:cNvSpPr>
            <p:nvPr/>
          </p:nvSpPr>
          <p:spPr bwMode="auto">
            <a:xfrm>
              <a:off x="3561" y="1289"/>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K10</a:t>
              </a:r>
            </a:p>
          </p:txBody>
        </p:sp>
        <p:sp>
          <p:nvSpPr>
            <p:cNvPr id="17478" name="Line 1141"/>
            <p:cNvSpPr>
              <a:spLocks noChangeShapeType="1"/>
            </p:cNvSpPr>
            <p:nvPr/>
          </p:nvSpPr>
          <p:spPr bwMode="auto">
            <a:xfrm>
              <a:off x="2387" y="879"/>
              <a:ext cx="0" cy="6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17450" name="Rectangle 99"/>
          <p:cNvSpPr>
            <a:spLocks noChangeArrowheads="1"/>
          </p:cNvSpPr>
          <p:nvPr/>
        </p:nvSpPr>
        <p:spPr bwMode="auto">
          <a:xfrm>
            <a:off x="3367120" y="7902593"/>
            <a:ext cx="320198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20. 1/4 </a:t>
            </a:r>
            <a:r>
              <a:rPr lang="en-US" altLang="ko-KR" sz="900" smtClean="0">
                <a:solidFill>
                  <a:srgbClr val="000000"/>
                </a:solidFill>
                <a:latin typeface="Times New Roman" panose="02020603050405020304" pitchFamily="18" charset="0"/>
                <a:cs typeface="Times New Roman" panose="02020603050405020304" pitchFamily="18" charset="0"/>
              </a:rPr>
              <a:t>Bite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bit                              ② nibble</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word                          ④ quarter</a:t>
            </a:r>
          </a:p>
        </p:txBody>
      </p:sp>
      <p:sp>
        <p:nvSpPr>
          <p:cNvPr id="258" name="Text Box 3"/>
          <p:cNvSpPr txBox="1">
            <a:spLocks noChangeArrowheads="1"/>
          </p:cNvSpPr>
          <p:nvPr/>
        </p:nvSpPr>
        <p:spPr bwMode="auto">
          <a:xfrm>
            <a:off x="228603" y="679468"/>
            <a:ext cx="3430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err="1" smtClean="0">
                <a:solidFill>
                  <a:srgbClr val="000000"/>
                </a:solidFill>
                <a:latin typeface="Times New Roman" panose="02020603050405020304" pitchFamily="18" charset="0"/>
                <a:cs typeface="Times New Roman" panose="02020603050405020304" pitchFamily="18" charset="0"/>
              </a:rPr>
              <a:t>Bộ</a:t>
            </a:r>
            <a:r>
              <a:rPr lang="en-US" altLang="ko-KR" sz="1000" smtClean="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phận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smtClean="0">
                <a:solidFill>
                  <a:srgbClr val="000000"/>
                </a:solidFill>
                <a:latin typeface="Times New Roman" panose="02020603050405020304" pitchFamily="18" charset="0"/>
                <a:cs typeface="Times New Roman" panose="02020603050405020304" pitchFamily="18" charset="0"/>
              </a:rPr>
              <a:t>ID</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r>
              <a:rPr lang="en-US" altLang="ko-KR" sz="1000" err="1" smtClean="0">
                <a:solidFill>
                  <a:srgbClr val="000000"/>
                </a:solidFill>
                <a:latin typeface="Times New Roman" panose="02020603050405020304" pitchFamily="18" charset="0"/>
                <a:cs typeface="Times New Roman" panose="02020603050405020304" pitchFamily="18" charset="0"/>
              </a:rPr>
              <a:t>Tên</a:t>
            </a:r>
            <a:r>
              <a:rPr lang="ko-KR" altLang="en-US" sz="1000" smtClean="0">
                <a:solidFill>
                  <a:srgbClr val="000000"/>
                </a:solidFill>
                <a:latin typeface="Times New Roman" panose="02020603050405020304" pitchFamily="18" charset="0"/>
                <a:cs typeface="Times New Roman" panose="02020603050405020304" pitchFamily="18" charset="0"/>
              </a:rPr>
              <a:t>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59"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47057283"/>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8435"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4530819"/>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19459"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19460"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61"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94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384014987"/>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9472" name="Rectangle 99"/>
          <p:cNvSpPr>
            <a:spLocks noChangeArrowheads="1"/>
          </p:cNvSpPr>
          <p:nvPr/>
        </p:nvSpPr>
        <p:spPr bwMode="auto">
          <a:xfrm>
            <a:off x="227016" y="944782"/>
            <a:ext cx="3201987" cy="15050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C?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thức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khai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B</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phép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dòng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chạy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Coil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Rơ</a:t>
            </a:r>
            <a:r>
              <a:rPr lang="en-US" altLang="ko-KR" sz="900" smtClean="0">
                <a:solidFill>
                  <a:srgbClr val="000000"/>
                </a:solidFill>
                <a:latin typeface="Times New Roman" panose="02020603050405020304" pitchFamily="18" charset="0"/>
                <a:cs typeface="Times New Roman" panose="02020603050405020304" pitchFamily="18" charset="0"/>
              </a:rPr>
              <a:t> le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định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tách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B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rồi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 </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Cũng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Transfer Contact</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Hình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cấu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Relay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B</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73" name="Rectangle 99"/>
          <p:cNvSpPr>
            <a:spLocks noChangeArrowheads="1"/>
          </p:cNvSpPr>
          <p:nvPr/>
        </p:nvSpPr>
        <p:spPr bwMode="auto">
          <a:xfrm>
            <a:off x="227016" y="2325695"/>
            <a:ext cx="3201987" cy="1643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2.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Unit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Analog?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a:solidFill>
                  <a:srgbClr val="000000"/>
                </a:solidFill>
                <a:latin typeface="Times New Roman" panose="02020603050405020304" pitchFamily="18" charset="0"/>
                <a:cs typeface="Times New Roman" panose="02020603050405020304" pitchFamily="18" charset="0"/>
              </a:rPr>
              <a:t>N</a:t>
            </a:r>
            <a:r>
              <a:rPr lang="en-US" altLang="ko-KR" sz="900" err="1" smtClean="0">
                <a:solidFill>
                  <a:srgbClr val="000000"/>
                </a:solidFill>
                <a:latin typeface="Times New Roman" panose="02020603050405020304" pitchFamily="18" charset="0"/>
                <a:cs typeface="Times New Roman" panose="02020603050405020304" pitchFamily="18" charset="0"/>
              </a:rPr>
              <a:t>hững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lượng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vật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thay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liên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dòng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nhiệt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suất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lưu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lượng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v.v</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Analog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Analog ở </a:t>
            </a:r>
            <a:r>
              <a:rPr lang="en-US" altLang="ko-KR" sz="900" err="1" smtClean="0">
                <a:solidFill>
                  <a:srgbClr val="000000"/>
                </a:solidFill>
                <a:latin typeface="Times New Roman" panose="02020603050405020304" pitchFamily="18" charset="0"/>
                <a:cs typeface="Times New Roman" panose="02020603050405020304" pitchFamily="18" charset="0"/>
              </a:rPr>
              <a:t>thiết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Motor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Digital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CPU sang Analog </a:t>
            </a:r>
            <a:r>
              <a:rPr lang="en-US" altLang="ko-KR" sz="900" err="1" smtClean="0">
                <a:solidFill>
                  <a:srgbClr val="000000"/>
                </a:solidFill>
                <a:latin typeface="Times New Roman" panose="02020603050405020304" pitchFamily="18" charset="0"/>
                <a:cs typeface="Times New Roman" panose="02020603050405020304" pitchFamily="18" charset="0"/>
              </a:rPr>
              <a:t>rồi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endParaRPr lang="en-US" altLang="ko-KR"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Analog </a:t>
            </a:r>
            <a:r>
              <a:rPr lang="en-US" altLang="ko-KR" sz="900" err="1" smtClean="0">
                <a:solidFill>
                  <a:srgbClr val="000000"/>
                </a:solidFill>
                <a:latin typeface="Times New Roman" panose="02020603050405020304" pitchFamily="18" charset="0"/>
                <a:cs typeface="Times New Roman" panose="02020603050405020304" pitchFamily="18" charset="0"/>
              </a:rPr>
              <a:t>biến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liên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cùng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endParaRPr lang="ko-KR" altLang="en-US"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Tín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Analog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input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On, Off ở CPU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bị</a:t>
            </a:r>
            <a:r>
              <a:rPr lang="en-US" altLang="ko-KR" sz="900" smtClean="0">
                <a:solidFill>
                  <a:srgbClr val="000000"/>
                </a:solidFill>
                <a:latin typeface="Times New Roman" panose="02020603050405020304" pitchFamily="18" charset="0"/>
                <a:cs typeface="Times New Roman" panose="02020603050405020304" pitchFamily="18" charset="0"/>
              </a:rPr>
              <a:t> Digital </a:t>
            </a:r>
            <a:r>
              <a:rPr lang="en-US" altLang="ko-KR" sz="900" err="1" smtClean="0">
                <a:solidFill>
                  <a:srgbClr val="000000"/>
                </a:solidFill>
                <a:latin typeface="Times New Roman" panose="02020603050405020304" pitchFamily="18" charset="0"/>
                <a:cs typeface="Times New Roman" panose="02020603050405020304" pitchFamily="18" charset="0"/>
              </a:rPr>
              <a:t>giống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PLC.</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9474" name="Rectangle 99"/>
          <p:cNvSpPr>
            <a:spLocks noChangeArrowheads="1"/>
          </p:cNvSpPr>
          <p:nvPr/>
        </p:nvSpPr>
        <p:spPr bwMode="auto">
          <a:xfrm>
            <a:off x="227016" y="3872485"/>
            <a:ext cx="3201987" cy="743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3. </a:t>
            </a:r>
            <a:r>
              <a:rPr lang="en-US" altLang="ko-KR" sz="900" smtClean="0">
                <a:solidFill>
                  <a:srgbClr val="000000"/>
                </a:solidFill>
                <a:latin typeface="Times New Roman" panose="02020603050405020304" pitchFamily="18" charset="0"/>
                <a:cs typeface="Times New Roman" panose="02020603050405020304" pitchFamily="18" charset="0"/>
              </a:rPr>
              <a:t>Switch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OFF </a:t>
            </a:r>
            <a:r>
              <a:rPr lang="en-US" altLang="ko-KR" sz="900" err="1" smtClean="0">
                <a:solidFill>
                  <a:srgbClr val="000000"/>
                </a:solidFill>
                <a:latin typeface="Times New Roman" panose="02020603050405020304" pitchFamily="18" charset="0"/>
                <a:cs typeface="Times New Roman" panose="02020603050405020304" pitchFamily="18" charset="0"/>
              </a:rPr>
              <a:t>tất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Data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Latch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ở Parameter </a:t>
            </a:r>
            <a:r>
              <a:rPr lang="en-US" altLang="ko-KR" sz="900" err="1" smtClean="0">
                <a:solidFill>
                  <a:srgbClr val="000000"/>
                </a:solidFill>
                <a:latin typeface="Times New Roman" panose="02020603050405020304" pitchFamily="18" charset="0"/>
                <a:cs typeface="Times New Roman" panose="02020603050405020304" pitchFamily="18" charset="0"/>
              </a:rPr>
              <a:t>hoặc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a:t>
            </a:r>
            <a:r>
              <a:rPr lang="en-US" altLang="ko-KR" sz="900">
                <a:solidFill>
                  <a:srgbClr val="000000"/>
                </a:solidFill>
                <a:latin typeface="Times New Roman" panose="02020603050405020304" pitchFamily="18" charset="0"/>
                <a:cs typeface="Times New Roman" panose="02020603050405020304" pitchFamily="18" charset="0"/>
              </a:rPr>
              <a:t>0</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Reset                             ② L. CLR   </a:t>
            </a:r>
          </a:p>
          <a:p>
            <a:pPr eaLnBrk="1" fontAlgn="base" latinLnBrk="1" hangingPunct="1">
              <a:lnSpc>
                <a:spcPct val="70000"/>
              </a:lnSpc>
              <a:spcBef>
                <a:spcPct val="5000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Dip Switch                     ④ Stop Switch</a:t>
            </a:r>
          </a:p>
        </p:txBody>
      </p:sp>
      <p:sp>
        <p:nvSpPr>
          <p:cNvPr id="19475" name="Rectangle 99"/>
          <p:cNvSpPr>
            <a:spLocks noChangeArrowheads="1"/>
          </p:cNvSpPr>
          <p:nvPr/>
        </p:nvSpPr>
        <p:spPr bwMode="auto">
          <a:xfrm>
            <a:off x="227016" y="4552897"/>
            <a:ext cx="3201987" cy="812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4. </a:t>
            </a:r>
            <a:r>
              <a:rPr lang="en-US" altLang="ko-KR" sz="900" err="1" smtClean="0">
                <a:solidFill>
                  <a:srgbClr val="000000"/>
                </a:solidFill>
                <a:latin typeface="Times New Roman" panose="02020603050405020304" pitchFamily="18" charset="0"/>
                <a:cs typeface="Times New Roman" panose="02020603050405020304" pitchFamily="18" charset="0"/>
              </a:rPr>
              <a:t>Chọn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Biến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phân</a:t>
            </a:r>
            <a:r>
              <a:rPr lang="en-US" altLang="ko-KR" sz="900" smtClean="0">
                <a:solidFill>
                  <a:srgbClr val="000000"/>
                </a:solidFill>
                <a:latin typeface="Times New Roman" panose="02020603050405020304" pitchFamily="18" charset="0"/>
                <a:cs typeface="Times New Roman" panose="02020603050405020304" pitchFamily="18" charset="0"/>
              </a:rPr>
              <a:t> 0000 </a:t>
            </a:r>
            <a:r>
              <a:rPr lang="en-US" altLang="ko-KR" sz="900">
                <a:solidFill>
                  <a:srgbClr val="000000"/>
                </a:solidFill>
                <a:latin typeface="Times New Roman" panose="02020603050405020304" pitchFamily="18" charset="0"/>
                <a:cs typeface="Times New Roman" panose="02020603050405020304" pitchFamily="18" charset="0"/>
              </a:rPr>
              <a:t>0001 0010 </a:t>
            </a:r>
            <a:r>
              <a:rPr lang="en-US" altLang="ko-KR" sz="900" smtClean="0">
                <a:solidFill>
                  <a:srgbClr val="000000"/>
                </a:solidFill>
                <a:latin typeface="Times New Roman" panose="02020603050405020304" pitchFamily="18" charset="0"/>
                <a:cs typeface="Times New Roman" panose="02020603050405020304" pitchFamily="18" charset="0"/>
              </a:rPr>
              <a:t>0101 sang</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BCD)</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0000 0010 0110 0101       ② 0000 0001 0010 0101</a:t>
            </a: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0000 0010 1000 1001       ④ 0000 0010 1001 0011</a:t>
            </a:r>
          </a:p>
        </p:txBody>
      </p:sp>
      <p:sp>
        <p:nvSpPr>
          <p:cNvPr id="19476" name="Rectangle 99"/>
          <p:cNvSpPr>
            <a:spLocks noChangeArrowheads="1"/>
          </p:cNvSpPr>
          <p:nvPr/>
        </p:nvSpPr>
        <p:spPr bwMode="auto">
          <a:xfrm>
            <a:off x="227016" y="5332413"/>
            <a:ext cx="32019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5.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muốn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tra</a:t>
            </a:r>
            <a:r>
              <a:rPr lang="en-US" altLang="ko-KR" sz="900" smtClean="0">
                <a:solidFill>
                  <a:srgbClr val="000000"/>
                </a:solidFill>
                <a:latin typeface="Times New Roman" panose="02020603050405020304" pitchFamily="18" charset="0"/>
                <a:cs typeface="Times New Roman" panose="02020603050405020304" pitchFamily="18" charset="0"/>
              </a:rPr>
              <a:t> PLC Card </a:t>
            </a:r>
            <a:r>
              <a:rPr lang="en-US" altLang="ko-KR" sz="900" err="1" smtClean="0">
                <a:solidFill>
                  <a:srgbClr val="000000"/>
                </a:solidFill>
                <a:latin typeface="Times New Roman" panose="02020603050405020304" pitchFamily="18" charset="0"/>
                <a:cs typeface="Times New Roman" panose="02020603050405020304" pitchFamily="18" charset="0"/>
              </a:rPr>
              <a:t>đang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thường</a:t>
            </a:r>
            <a:r>
              <a:rPr lang="en-US" altLang="ko-KR" sz="900" smtClean="0">
                <a:solidFill>
                  <a:srgbClr val="000000"/>
                </a:solidFill>
                <a:latin typeface="Times New Roman" panose="02020603050405020304" pitchFamily="18" charset="0"/>
                <a:cs typeface="Times New Roman" panose="02020603050405020304" pitchFamily="18" charset="0"/>
              </a:rPr>
              <a:t> hay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tra</a:t>
            </a:r>
            <a:r>
              <a:rPr lang="en-US" altLang="ko-KR" sz="900" smtClean="0">
                <a:solidFill>
                  <a:srgbClr val="000000"/>
                </a:solidFill>
                <a:latin typeface="Times New Roman" panose="02020603050405020304" pitchFamily="18" charset="0"/>
                <a:cs typeface="Times New Roman" panose="02020603050405020304" pitchFamily="18" charset="0"/>
              </a:rPr>
              <a:t> Drop Down Menu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Chẩn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đoán</a:t>
            </a:r>
            <a:r>
              <a:rPr lang="en-US" altLang="ko-KR" sz="900" smtClean="0">
                <a:solidFill>
                  <a:srgbClr val="000000"/>
                </a:solidFill>
                <a:latin typeface="Times New Roman" panose="02020603050405020304" pitchFamily="18" charset="0"/>
                <a:cs typeface="Times New Roman" panose="02020603050405020304" pitchFamily="18" charset="0"/>
              </a:rPr>
              <a:t> PLC</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Monitor</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System Monitor</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Error Monitor</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77" name="Rectangle 99"/>
          <p:cNvSpPr>
            <a:spLocks noChangeArrowheads="1"/>
          </p:cNvSpPr>
          <p:nvPr/>
        </p:nvSpPr>
        <p:spPr bwMode="auto">
          <a:xfrm>
            <a:off x="227016" y="6118241"/>
            <a:ext cx="320198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6. </a:t>
            </a:r>
            <a:r>
              <a:rPr lang="en-US" altLang="ko-KR" sz="900" err="1" smtClean="0">
                <a:solidFill>
                  <a:srgbClr val="000000"/>
                </a:solidFill>
                <a:latin typeface="Times New Roman" panose="02020603050405020304" pitchFamily="18" charset="0"/>
                <a:cs typeface="Times New Roman" panose="02020603050405020304" pitchFamily="18" charset="0"/>
              </a:rPr>
              <a:t>Liên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Device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F – Annunciator                 ② Z – Index Resister</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W – Link Relay                  ④ R – File Resister</a:t>
            </a:r>
          </a:p>
        </p:txBody>
      </p:sp>
      <p:sp>
        <p:nvSpPr>
          <p:cNvPr id="19478" name="Rectangle 99"/>
          <p:cNvSpPr>
            <a:spLocks noChangeArrowheads="1"/>
          </p:cNvSpPr>
          <p:nvPr/>
        </p:nvSpPr>
        <p:spPr bwMode="auto">
          <a:xfrm>
            <a:off x="227016" y="6764338"/>
            <a:ext cx="32019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7.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PLC Ladder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Ladder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Comment Edit</a:t>
            </a:r>
            <a:r>
              <a:rPr lang="ko-KR" altLang="en-US" sz="900" smtClean="0">
                <a:solidFill>
                  <a:srgbClr val="000000"/>
                </a:solidFill>
                <a:latin typeface="Times New Roman" panose="02020603050405020304" pitchFamily="18" charset="0"/>
                <a:cs typeface="Times New Roman" panose="02020603050405020304" pitchFamily="18" charset="0"/>
              </a:rPr>
              <a:t>                ② </a:t>
            </a:r>
            <a:r>
              <a:rPr lang="en-US" altLang="ko-KR" sz="900" smtClean="0">
                <a:solidFill>
                  <a:srgbClr val="000000"/>
                </a:solidFill>
                <a:latin typeface="Times New Roman" panose="02020603050405020304" pitchFamily="18" charset="0"/>
                <a:cs typeface="Times New Roman" panose="02020603050405020304" pitchFamily="18" charset="0"/>
              </a:rPr>
              <a:t>Note Edit</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smtClean="0">
                <a:solidFill>
                  <a:srgbClr val="000000"/>
                </a:solidFill>
                <a:latin typeface="Times New Roman" panose="02020603050405020304" pitchFamily="18" charset="0"/>
                <a:cs typeface="Times New Roman" panose="02020603050405020304" pitchFamily="18" charset="0"/>
              </a:rPr>
              <a:t>Parameter</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Statement Edit</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79" name="Rectangle 99"/>
          <p:cNvSpPr>
            <a:spLocks noChangeArrowheads="1"/>
          </p:cNvSpPr>
          <p:nvPr/>
        </p:nvSpPr>
        <p:spPr bwMode="auto">
          <a:xfrm>
            <a:off x="227016" y="7669230"/>
            <a:ext cx="320198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8. </a:t>
            </a:r>
            <a:r>
              <a:rPr lang="en-US" altLang="ko-KR" sz="900" err="1" smtClean="0">
                <a:solidFill>
                  <a:srgbClr val="000000"/>
                </a:solidFill>
                <a:latin typeface="Times New Roman" panose="02020603050405020304" pitchFamily="18" charset="0"/>
                <a:cs typeface="Times New Roman" panose="02020603050405020304" pitchFamily="18" charset="0"/>
              </a:rPr>
              <a:t>Đã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dung </a:t>
            </a:r>
            <a:r>
              <a:rPr lang="en-US" altLang="ko-KR" sz="900" err="1" smtClean="0">
                <a:solidFill>
                  <a:srgbClr val="000000"/>
                </a:solidFill>
                <a:latin typeface="Times New Roman" panose="02020603050405020304" pitchFamily="18" charset="0"/>
                <a:cs typeface="Times New Roman" panose="02020603050405020304" pitchFamily="18" charset="0"/>
              </a:rPr>
              <a:t>lượng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File Register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2K.</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File Register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R0 ~ R2000</a:t>
            </a:r>
            <a:r>
              <a:rPr lang="ko-KR" altLang="en-US" sz="900">
                <a:solidFill>
                  <a:srgbClr val="000000"/>
                </a:solidFill>
                <a:latin typeface="Times New Roman" panose="02020603050405020304" pitchFamily="18" charset="0"/>
                <a:cs typeface="Times New Roman" panose="02020603050405020304" pitchFamily="18" charset="0"/>
              </a:rPr>
              <a:t>                   ② </a:t>
            </a:r>
            <a:r>
              <a:rPr lang="en-US" altLang="ko-KR" sz="900">
                <a:solidFill>
                  <a:srgbClr val="000000"/>
                </a:solidFill>
                <a:latin typeface="Times New Roman" panose="02020603050405020304" pitchFamily="18" charset="0"/>
                <a:cs typeface="Times New Roman" panose="02020603050405020304" pitchFamily="18" charset="0"/>
              </a:rPr>
              <a:t>R0 ~ R2047</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a:solidFill>
                  <a:srgbClr val="000000"/>
                </a:solidFill>
                <a:latin typeface="Times New Roman" panose="02020603050405020304" pitchFamily="18" charset="0"/>
                <a:cs typeface="Times New Roman" panose="02020603050405020304" pitchFamily="18" charset="0"/>
              </a:rPr>
              <a:t>D0 ~ D1024 </a:t>
            </a:r>
            <a:r>
              <a:rPr lang="ko-KR" altLang="en-US" sz="900">
                <a:solidFill>
                  <a:srgbClr val="000000"/>
                </a:solidFill>
                <a:latin typeface="Times New Roman" panose="02020603050405020304" pitchFamily="18" charset="0"/>
                <a:cs typeface="Times New Roman" panose="02020603050405020304" pitchFamily="18" charset="0"/>
              </a:rPr>
              <a:t>                  ④ </a:t>
            </a:r>
            <a:r>
              <a:rPr lang="en-US" altLang="ko-KR" sz="900">
                <a:solidFill>
                  <a:srgbClr val="000000"/>
                </a:solidFill>
                <a:latin typeface="Times New Roman" panose="02020603050405020304" pitchFamily="18" charset="0"/>
                <a:cs typeface="Times New Roman" panose="02020603050405020304" pitchFamily="18" charset="0"/>
              </a:rPr>
              <a:t>D0 ~ D2048</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0" name="Rectangle 99"/>
          <p:cNvSpPr>
            <a:spLocks noChangeArrowheads="1"/>
          </p:cNvSpPr>
          <p:nvPr/>
        </p:nvSpPr>
        <p:spPr bwMode="auto">
          <a:xfrm>
            <a:off x="227016" y="8315343"/>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9. </a:t>
            </a:r>
            <a:r>
              <a:rPr lang="en-US" altLang="ko-KR" sz="900" err="1" smtClean="0">
                <a:solidFill>
                  <a:srgbClr val="000000"/>
                </a:solidFill>
                <a:latin typeface="Times New Roman" panose="02020603050405020304" pitchFamily="18" charset="0"/>
                <a:cs typeface="Times New Roman" panose="02020603050405020304" pitchFamily="18" charset="0"/>
              </a:rPr>
              <a:t>Hạng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dùng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tìm</a:t>
            </a:r>
            <a:r>
              <a:rPr lang="en-US" altLang="ko-KR" sz="900" smtClean="0">
                <a:solidFill>
                  <a:srgbClr val="000000"/>
                </a:solidFill>
                <a:latin typeface="Times New Roman" panose="02020603050405020304" pitchFamily="18" charset="0"/>
                <a:cs typeface="Times New Roman" panose="02020603050405020304" pitchFamily="18" charset="0"/>
              </a:rPr>
              <a:t> Device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err="1" smtClean="0">
                <a:solidFill>
                  <a:srgbClr val="000000"/>
                </a:solidFill>
                <a:latin typeface="Times New Roman" panose="02020603050405020304" pitchFamily="18" charset="0"/>
                <a:cs typeface="Times New Roman" panose="02020603050405020304" pitchFamily="18" charset="0"/>
              </a:rPr>
              <a:t>Mục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lục</a:t>
            </a:r>
            <a:r>
              <a:rPr lang="en-US" altLang="ko-KR" sz="900" smtClean="0">
                <a:solidFill>
                  <a:srgbClr val="000000"/>
                </a:solidFill>
                <a:latin typeface="Times New Roman" panose="02020603050405020304" pitchFamily="18" charset="0"/>
                <a:cs typeface="Times New Roman" panose="02020603050405020304" pitchFamily="18" charset="0"/>
              </a:rPr>
              <a:t> Cross Reference</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Khối</a:t>
            </a:r>
            <a:r>
              <a:rPr lang="en-US" altLang="ko-KR" sz="900" smtClean="0">
                <a:solidFill>
                  <a:srgbClr val="000000"/>
                </a:solidFill>
                <a:latin typeface="Times New Roman" panose="02020603050405020304" pitchFamily="18" charset="0"/>
                <a:cs typeface="Times New Roman" panose="02020603050405020304" pitchFamily="18" charset="0"/>
              </a:rPr>
              <a:t> Device </a:t>
            </a:r>
            <a:r>
              <a:rPr lang="en-US" altLang="ko-KR" sz="900" err="1">
                <a:solidFill>
                  <a:srgbClr val="000000"/>
                </a:solidFill>
                <a:latin typeface="Times New Roman" panose="02020603050405020304" pitchFamily="18" charset="0"/>
                <a:cs typeface="Times New Roman" panose="02020603050405020304" pitchFamily="18" charset="0"/>
              </a:rPr>
              <a:t>đ</a:t>
            </a:r>
            <a:r>
              <a:rPr lang="en-US" altLang="ko-KR" sz="900" err="1" smtClean="0">
                <a:solidFill>
                  <a:srgbClr val="000000"/>
                </a:solidFill>
                <a:latin typeface="Times New Roman" panose="02020603050405020304" pitchFamily="18" charset="0"/>
                <a:cs typeface="Times New Roman" panose="02020603050405020304" pitchFamily="18" charset="0"/>
              </a:rPr>
              <a:t>ồng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loạt</a:t>
            </a:r>
            <a:r>
              <a:rPr lang="en-US" altLang="ko-KR" sz="90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err="1" smtClean="0">
                <a:solidFill>
                  <a:srgbClr val="000000"/>
                </a:solidFill>
                <a:latin typeface="Times New Roman" panose="02020603050405020304" pitchFamily="18" charset="0"/>
                <a:cs typeface="Times New Roman" panose="02020603050405020304" pitchFamily="18" charset="0"/>
              </a:rPr>
              <a:t>Mục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lục</a:t>
            </a:r>
            <a:r>
              <a:rPr lang="en-US" altLang="ko-KR" sz="900" smtClean="0">
                <a:solidFill>
                  <a:srgbClr val="000000"/>
                </a:solidFill>
                <a:latin typeface="Times New Roman" panose="02020603050405020304" pitchFamily="18" charset="0"/>
                <a:cs typeface="Times New Roman" panose="02020603050405020304" pitchFamily="18" charset="0"/>
              </a:rPr>
              <a:t> Device </a:t>
            </a:r>
            <a:r>
              <a:rPr lang="en-US" altLang="ko-KR" sz="900" err="1" smtClean="0">
                <a:solidFill>
                  <a:srgbClr val="000000"/>
                </a:solidFill>
                <a:latin typeface="Times New Roman" panose="02020603050405020304" pitchFamily="18" charset="0"/>
                <a:cs typeface="Times New Roman" panose="02020603050405020304" pitchFamily="18" charset="0"/>
              </a:rPr>
              <a:t>người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Tìm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hoặc</a:t>
            </a:r>
            <a:r>
              <a:rPr lang="en-US" altLang="ko-KR" sz="900" smtClean="0">
                <a:solidFill>
                  <a:srgbClr val="000000"/>
                </a:solidFill>
                <a:latin typeface="Times New Roman" panose="02020603050405020304" pitchFamily="18" charset="0"/>
                <a:cs typeface="Times New Roman" panose="02020603050405020304" pitchFamily="18" charset="0"/>
              </a:rPr>
              <a:t> Coil</a:t>
            </a:r>
            <a:endParaRPr lang="ko-KR" altLang="en-US" sz="900">
              <a:solidFill>
                <a:srgbClr val="000000"/>
              </a:solidFill>
              <a:latin typeface="Times New Roman" panose="02020603050405020304" pitchFamily="18" charset="0"/>
              <a:cs typeface="Times New Roman" panose="02020603050405020304" pitchFamily="18" charset="0"/>
            </a:endParaRPr>
          </a:p>
        </p:txBody>
      </p:sp>
      <p:pic>
        <p:nvPicPr>
          <p:cNvPr id="19481" name="Picture 6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1403355"/>
            <a:ext cx="3124200"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82" name="Rectangle 99"/>
          <p:cNvSpPr>
            <a:spLocks noChangeArrowheads="1"/>
          </p:cNvSpPr>
          <p:nvPr/>
        </p:nvSpPr>
        <p:spPr bwMode="auto">
          <a:xfrm>
            <a:off x="3429000" y="1042988"/>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10.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Digital Input</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Unit.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chọn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①</a:t>
            </a:r>
            <a:r>
              <a:rPr lang="en-US" altLang="ko-KR" sz="900">
                <a:solidFill>
                  <a:srgbClr val="000000"/>
                </a:solidFill>
                <a:latin typeface="Times New Roman" panose="02020603050405020304" pitchFamily="18" charset="0"/>
                <a:cs typeface="Times New Roman" panose="02020603050405020304" pitchFamily="18" charset="0"/>
              </a:rPr>
              <a:t>,</a:t>
            </a:r>
            <a:r>
              <a:rPr lang="ko-KR" altLang="en-US" sz="900" smtClean="0">
                <a:solidFill>
                  <a:srgbClr val="000000"/>
                </a:solidFill>
                <a:latin typeface="Times New Roman" panose="02020603050405020304" pitchFamily="18" charset="0"/>
                <a:cs typeface="Times New Roman" panose="02020603050405020304" pitchFamily="18" charset="0"/>
              </a:rPr>
              <a:t>②</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3" name="Rectangle 99"/>
          <p:cNvSpPr>
            <a:spLocks noChangeArrowheads="1"/>
          </p:cNvSpPr>
          <p:nvPr/>
        </p:nvSpPr>
        <p:spPr bwMode="auto">
          <a:xfrm>
            <a:off x="3429000" y="2603500"/>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16v </a:t>
            </a:r>
            <a:r>
              <a:rPr lang="en-US" altLang="ko-KR" sz="900" err="1" smtClean="0">
                <a:solidFill>
                  <a:srgbClr val="000000"/>
                </a:solidFill>
                <a:latin typeface="Times New Roman" panose="02020603050405020304" pitchFamily="18" charset="0"/>
                <a:cs typeface="Times New Roman" panose="02020603050405020304" pitchFamily="18" charset="0"/>
              </a:rPr>
              <a:t>trở</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lên</a:t>
            </a:r>
            <a:r>
              <a:rPr lang="ko-KR" altLang="en-US" sz="900" smtClean="0">
                <a:solidFill>
                  <a:srgbClr val="000000"/>
                </a:solidFill>
                <a:latin typeface="Times New Roman" panose="02020603050405020304" pitchFamily="18" charset="0"/>
                <a:cs typeface="Times New Roman" panose="02020603050405020304" pitchFamily="18" charset="0"/>
              </a:rPr>
              <a:t> ② </a:t>
            </a:r>
            <a:r>
              <a:rPr lang="en-US" altLang="ko-KR" sz="900">
                <a:solidFill>
                  <a:srgbClr val="000000"/>
                </a:solidFill>
                <a:latin typeface="Times New Roman" panose="02020603050405020304" pitchFamily="18" charset="0"/>
                <a:cs typeface="Times New Roman" panose="02020603050405020304" pitchFamily="18" charset="0"/>
              </a:rPr>
              <a:t>17v </a:t>
            </a:r>
            <a:r>
              <a:rPr lang="en-US" altLang="ko-KR" sz="900" err="1">
                <a:solidFill>
                  <a:srgbClr val="000000"/>
                </a:solidFill>
                <a:latin typeface="Times New Roman" panose="02020603050405020304" pitchFamily="18" charset="0"/>
                <a:cs typeface="Times New Roman" panose="02020603050405020304" pitchFamily="18" charset="0"/>
              </a:rPr>
              <a:t>trở</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18v </a:t>
            </a:r>
            <a:r>
              <a:rPr lang="en-US" altLang="ko-KR" sz="900" err="1">
                <a:solidFill>
                  <a:srgbClr val="000000"/>
                </a:solidFill>
                <a:latin typeface="Times New Roman" panose="02020603050405020304" pitchFamily="18" charset="0"/>
                <a:cs typeface="Times New Roman" panose="02020603050405020304" pitchFamily="18" charset="0"/>
              </a:rPr>
              <a:t>trở</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lên</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19v </a:t>
            </a:r>
            <a:r>
              <a:rPr lang="en-US" altLang="ko-KR" sz="900" err="1">
                <a:solidFill>
                  <a:srgbClr val="000000"/>
                </a:solidFill>
                <a:latin typeface="Times New Roman" panose="02020603050405020304" pitchFamily="18" charset="0"/>
                <a:cs typeface="Times New Roman" panose="02020603050405020304" pitchFamily="18" charset="0"/>
              </a:rPr>
              <a:t>trở</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lên</a:t>
            </a:r>
            <a:r>
              <a:rPr lang="ko-KR" altLang="en-US" sz="900">
                <a:solidFill>
                  <a:srgbClr val="000000"/>
                </a:solidFill>
                <a:latin typeface="Times New Roman" panose="02020603050405020304" pitchFamily="18" charset="0"/>
                <a:cs typeface="Times New Roman" panose="02020603050405020304" pitchFamily="18" charset="0"/>
              </a:rPr>
              <a:t> </a:t>
            </a:r>
            <a:endParaRPr lang="en-US" altLang="ko-KR" sz="900" smtClean="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cs typeface="Times New Roman" panose="02020603050405020304" pitchFamily="18" charset="0"/>
              </a:rPr>
              <a:t>⑤ </a:t>
            </a:r>
            <a:r>
              <a:rPr lang="en-US" altLang="ko-KR" sz="900">
                <a:solidFill>
                  <a:srgbClr val="000000"/>
                </a:solidFill>
                <a:latin typeface="Times New Roman" panose="02020603050405020304" pitchFamily="18" charset="0"/>
                <a:cs typeface="Times New Roman" panose="02020603050405020304" pitchFamily="18" charset="0"/>
              </a:rPr>
              <a:t>5v </a:t>
            </a:r>
            <a:r>
              <a:rPr lang="en-US" altLang="ko-KR" sz="900" err="1" smtClean="0">
                <a:solidFill>
                  <a:srgbClr val="000000"/>
                </a:solidFill>
                <a:latin typeface="Times New Roman" panose="02020603050405020304" pitchFamily="18" charset="0"/>
                <a:cs typeface="Times New Roman" panose="02020603050405020304" pitchFamily="18" charset="0"/>
              </a:rPr>
              <a:t>trở</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xuống</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⑥ </a:t>
            </a:r>
            <a:r>
              <a:rPr lang="en-US" altLang="ko-KR" sz="900">
                <a:solidFill>
                  <a:srgbClr val="000000"/>
                </a:solidFill>
                <a:latin typeface="Times New Roman" panose="02020603050405020304" pitchFamily="18" charset="0"/>
                <a:cs typeface="Times New Roman" panose="02020603050405020304" pitchFamily="18" charset="0"/>
              </a:rPr>
              <a:t>6v </a:t>
            </a:r>
            <a:r>
              <a:rPr lang="en-US" altLang="ko-KR" sz="900" err="1">
                <a:solidFill>
                  <a:srgbClr val="000000"/>
                </a:solidFill>
                <a:latin typeface="Times New Roman" panose="02020603050405020304" pitchFamily="18" charset="0"/>
                <a:cs typeface="Times New Roman" panose="02020603050405020304" pitchFamily="18" charset="0"/>
              </a:rPr>
              <a:t>trở</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xuống</a:t>
            </a:r>
            <a:r>
              <a:rPr lang="ko-KR" altLang="en-US" sz="90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⑦ </a:t>
            </a:r>
            <a:r>
              <a:rPr lang="en-US" altLang="ko-KR" sz="900">
                <a:solidFill>
                  <a:srgbClr val="000000"/>
                </a:solidFill>
                <a:latin typeface="Times New Roman" panose="02020603050405020304" pitchFamily="18" charset="0"/>
                <a:cs typeface="Times New Roman" panose="02020603050405020304" pitchFamily="18" charset="0"/>
              </a:rPr>
              <a:t>7v </a:t>
            </a:r>
            <a:r>
              <a:rPr lang="en-US" altLang="ko-KR" sz="900" err="1">
                <a:solidFill>
                  <a:srgbClr val="000000"/>
                </a:solidFill>
                <a:latin typeface="Times New Roman" panose="02020603050405020304" pitchFamily="18" charset="0"/>
                <a:cs typeface="Times New Roman" panose="02020603050405020304" pitchFamily="18" charset="0"/>
              </a:rPr>
              <a:t>trở</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xuống</a:t>
            </a:r>
            <a:r>
              <a:rPr lang="ko-KR" altLang="en-US" sz="90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⑧ </a:t>
            </a:r>
            <a:r>
              <a:rPr lang="en-US" altLang="ko-KR" sz="900">
                <a:solidFill>
                  <a:srgbClr val="000000"/>
                </a:solidFill>
                <a:latin typeface="Times New Roman" panose="02020603050405020304" pitchFamily="18" charset="0"/>
                <a:cs typeface="Times New Roman" panose="02020603050405020304" pitchFamily="18" charset="0"/>
              </a:rPr>
              <a:t>8v </a:t>
            </a:r>
            <a:r>
              <a:rPr lang="en-US" altLang="ko-KR" sz="900" err="1">
                <a:solidFill>
                  <a:srgbClr val="000000"/>
                </a:solidFill>
                <a:latin typeface="Times New Roman" panose="02020603050405020304" pitchFamily="18" charset="0"/>
                <a:cs typeface="Times New Roman" panose="02020603050405020304" pitchFamily="18" charset="0"/>
              </a:rPr>
              <a:t>trở</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xuống</a:t>
            </a:r>
            <a:r>
              <a:rPr lang="ko-KR" altLang="en-US" sz="90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4" name="Rectangle 99"/>
          <p:cNvSpPr>
            <a:spLocks noChangeArrowheads="1"/>
          </p:cNvSpPr>
          <p:nvPr/>
        </p:nvSpPr>
        <p:spPr bwMode="auto">
          <a:xfrm>
            <a:off x="3429000" y="3036888"/>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11. </a:t>
            </a:r>
            <a:r>
              <a:rPr lang="en-US" altLang="ko-KR" sz="900" err="1" smtClean="0">
                <a:solidFill>
                  <a:srgbClr val="000000"/>
                </a:solidFill>
                <a:latin typeface="Times New Roman" panose="02020603050405020304" pitchFamily="18" charset="0"/>
                <a:cs typeface="Times New Roman" panose="02020603050405020304" pitchFamily="18" charset="0"/>
              </a:rPr>
              <a:t>Tùy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CPU Battery </a:t>
            </a:r>
            <a:r>
              <a:rPr lang="en-US" altLang="ko-KR" sz="900" err="1" smtClean="0">
                <a:solidFill>
                  <a:srgbClr val="000000"/>
                </a:solidFill>
                <a:latin typeface="Times New Roman" panose="02020603050405020304" pitchFamily="18" charset="0"/>
                <a:cs typeface="Times New Roman" panose="02020603050405020304" pitchFamily="18" charset="0"/>
              </a:rPr>
              <a:t>mà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tuổi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thọ</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ô </a:t>
            </a:r>
            <a:r>
              <a:rPr lang="en-US" altLang="ko-KR" sz="900" err="1" smtClean="0">
                <a:solidFill>
                  <a:srgbClr val="000000"/>
                </a:solidFill>
                <a:latin typeface="Times New Roman" panose="02020603050405020304" pitchFamily="18" charset="0"/>
                <a:cs typeface="Times New Roman" panose="02020603050405020304" pitchFamily="18" charset="0"/>
              </a:rPr>
              <a:t>trống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nhiêu</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ko-KR" altLang="en-US" sz="900">
              <a:solidFill>
                <a:srgbClr val="000000"/>
              </a:solidFill>
              <a:latin typeface="Times New Roman" panose="02020603050405020304" pitchFamily="18" charset="0"/>
              <a:cs typeface="Times New Roman" panose="02020603050405020304" pitchFamily="18" charset="0"/>
            </a:endParaRPr>
          </a:p>
        </p:txBody>
      </p:sp>
      <p:pic>
        <p:nvPicPr>
          <p:cNvPr id="19485" name="Picture 6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83007" y="3359150"/>
            <a:ext cx="3070225" cy="611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86" name="Rectangle 99"/>
          <p:cNvSpPr>
            <a:spLocks noChangeArrowheads="1"/>
          </p:cNvSpPr>
          <p:nvPr/>
        </p:nvSpPr>
        <p:spPr bwMode="auto">
          <a:xfrm>
            <a:off x="3429000" y="3949700"/>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a:solidFill>
                  <a:srgbClr val="000000"/>
                </a:solidFill>
                <a:latin typeface="Times New Roman" panose="02020603050405020304" pitchFamily="18" charset="0"/>
                <a:cs typeface="Times New Roman" panose="02020603050405020304" pitchFamily="18" charset="0"/>
              </a:rPr>
              <a:t>120, 38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a:solidFill>
                  <a:srgbClr val="000000"/>
                </a:solidFill>
                <a:latin typeface="Times New Roman" panose="02020603050405020304" pitchFamily="18" charset="0"/>
                <a:cs typeface="Times New Roman" panose="02020603050405020304" pitchFamily="18" charset="0"/>
              </a:rPr>
              <a:t>110 , 48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120 , 48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110 , 38</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7" name="Rectangle 99"/>
          <p:cNvSpPr>
            <a:spLocks noChangeArrowheads="1"/>
          </p:cNvSpPr>
          <p:nvPr/>
        </p:nvSpPr>
        <p:spPr bwMode="auto">
          <a:xfrm>
            <a:off x="3356990" y="4230705"/>
            <a:ext cx="331246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12.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dù</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Battery ở CPU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cũng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mất</a:t>
            </a:r>
            <a:r>
              <a:rPr lang="en-US" altLang="ko-KR" sz="900" smtClean="0">
                <a:solidFill>
                  <a:srgbClr val="000000"/>
                </a:solidFill>
                <a:latin typeface="Times New Roman" panose="02020603050405020304" pitchFamily="18" charset="0"/>
                <a:cs typeface="Times New Roman" panose="02020603050405020304" pitchFamily="18" charset="0"/>
              </a:rPr>
              <a:t> Data?</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Parameter</a:t>
            </a:r>
            <a:r>
              <a:rPr lang="ko-KR" altLang="en-US" sz="900" smtClean="0">
                <a:solidFill>
                  <a:srgbClr val="000000"/>
                </a:solidFill>
                <a:latin typeface="Times New Roman" panose="02020603050405020304" pitchFamily="18" charset="0"/>
                <a:cs typeface="Times New Roman" panose="02020603050405020304" pitchFamily="18" charset="0"/>
              </a:rPr>
              <a:t> ② </a:t>
            </a:r>
            <a:r>
              <a:rPr lang="en-US" altLang="ko-KR" sz="900" smtClean="0">
                <a:solidFill>
                  <a:srgbClr val="000000"/>
                </a:solidFill>
                <a:latin typeface="Times New Roman" panose="02020603050405020304" pitchFamily="18" charset="0"/>
                <a:cs typeface="Times New Roman" panose="02020603050405020304" pitchFamily="18" charset="0"/>
              </a:rPr>
              <a:t>RAM </a:t>
            </a:r>
            <a:r>
              <a:rPr lang="en-US" altLang="ko-KR" sz="900" err="1" smtClean="0">
                <a:solidFill>
                  <a:srgbClr val="000000"/>
                </a:solidFill>
                <a:latin typeface="Times New Roman" panose="02020603050405020304" pitchFamily="18" charset="0"/>
                <a:cs typeface="Times New Roman" panose="02020603050405020304" pitchFamily="18" charset="0"/>
              </a:rPr>
              <a:t>tiêu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chuẩn</a:t>
            </a:r>
            <a:r>
              <a:rPr lang="ko-KR" altLang="en-US" sz="900" smtClean="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ROM </a:t>
            </a:r>
            <a:r>
              <a:rPr lang="en-US" altLang="ko-KR" sz="900" err="1" smtClean="0">
                <a:solidFill>
                  <a:srgbClr val="000000"/>
                </a:solidFill>
                <a:latin typeface="Times New Roman" panose="02020603050405020304" pitchFamily="18" charset="0"/>
                <a:cs typeface="Times New Roman" panose="02020603050405020304" pitchFamily="18" charset="0"/>
              </a:rPr>
              <a:t>tiêu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chuẩn</a:t>
            </a:r>
            <a:r>
              <a:rPr lang="ko-KR" altLang="en-US" sz="900" smtClean="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Flash ROM</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8" name="Rectangle 99"/>
          <p:cNvSpPr>
            <a:spLocks noChangeArrowheads="1"/>
          </p:cNvSpPr>
          <p:nvPr/>
        </p:nvSpPr>
        <p:spPr bwMode="auto">
          <a:xfrm>
            <a:off x="3429000" y="4773630"/>
            <a:ext cx="3201988"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13. </a:t>
            </a:r>
            <a:r>
              <a:rPr lang="en-US" altLang="ko-KR" sz="900" err="1" smtClean="0">
                <a:solidFill>
                  <a:srgbClr val="000000"/>
                </a:solidFill>
                <a:latin typeface="Times New Roman" panose="02020603050405020304" pitchFamily="18" charset="0"/>
                <a:cs typeface="Times New Roman" panose="02020603050405020304" pitchFamily="18" charset="0"/>
              </a:rPr>
              <a:t>Trường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tháo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thẻ</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nhớ</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CPU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Rơ</a:t>
            </a:r>
            <a:r>
              <a:rPr lang="en-US" altLang="ko-KR" sz="900" smtClean="0">
                <a:solidFill>
                  <a:srgbClr val="000000"/>
                </a:solidFill>
                <a:latin typeface="Times New Roman" panose="02020603050405020304" pitchFamily="18" charset="0"/>
                <a:cs typeface="Times New Roman" panose="02020603050405020304" pitchFamily="18" charset="0"/>
              </a:rPr>
              <a:t> le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thù</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phải</a:t>
            </a:r>
            <a:r>
              <a:rPr lang="en-US" altLang="ko-KR" sz="900" smtClean="0">
                <a:solidFill>
                  <a:srgbClr val="000000"/>
                </a:solidFill>
                <a:latin typeface="Times New Roman" panose="02020603050405020304" pitchFamily="18" charset="0"/>
                <a:cs typeface="Times New Roman" panose="02020603050405020304" pitchFamily="18" charset="0"/>
              </a:rPr>
              <a:t> ON. </a:t>
            </a:r>
            <a:r>
              <a:rPr lang="en-US" altLang="ko-KR" sz="900" err="1" smtClean="0">
                <a:solidFill>
                  <a:srgbClr val="000000"/>
                </a:solidFill>
                <a:latin typeface="Times New Roman" panose="02020603050405020304" pitchFamily="18" charset="0"/>
                <a:cs typeface="Times New Roman" panose="02020603050405020304" pitchFamily="18" charset="0"/>
              </a:rPr>
              <a:t>Lúc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Rơ</a:t>
            </a:r>
            <a:r>
              <a:rPr lang="en-US" altLang="ko-KR" sz="900" smtClean="0">
                <a:solidFill>
                  <a:srgbClr val="000000"/>
                </a:solidFill>
                <a:latin typeface="Times New Roman" panose="02020603050405020304" pitchFamily="18" charset="0"/>
                <a:cs typeface="Times New Roman" panose="02020603050405020304" pitchFamily="18" charset="0"/>
              </a:rPr>
              <a:t> le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thù</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sẽ</a:t>
            </a:r>
            <a:r>
              <a:rPr lang="en-US" altLang="ko-KR" sz="900" smtClean="0">
                <a:solidFill>
                  <a:srgbClr val="000000"/>
                </a:solidFill>
                <a:latin typeface="Times New Roman" panose="02020603050405020304" pitchFamily="18" charset="0"/>
                <a:cs typeface="Times New Roman" panose="02020603050405020304" pitchFamily="18" charset="0"/>
              </a:rPr>
              <a:t> ON?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a:solidFill>
                  <a:srgbClr val="000000"/>
                </a:solidFill>
                <a:latin typeface="Times New Roman" panose="02020603050405020304" pitchFamily="18" charset="0"/>
                <a:cs typeface="Times New Roman" panose="02020603050405020304" pitchFamily="18" charset="0"/>
              </a:rPr>
              <a:t>SM604</a:t>
            </a:r>
            <a:r>
              <a:rPr lang="ko-KR" altLang="en-US" sz="900">
                <a:solidFill>
                  <a:srgbClr val="000000"/>
                </a:solidFill>
                <a:latin typeface="Times New Roman" panose="02020603050405020304" pitchFamily="18" charset="0"/>
                <a:cs typeface="Times New Roman" panose="02020603050405020304" pitchFamily="18" charset="0"/>
              </a:rPr>
              <a:t> ② </a:t>
            </a:r>
            <a:r>
              <a:rPr lang="en-US" altLang="ko-KR" sz="900">
                <a:solidFill>
                  <a:srgbClr val="000000"/>
                </a:solidFill>
                <a:latin typeface="Times New Roman" panose="02020603050405020304" pitchFamily="18" charset="0"/>
                <a:cs typeface="Times New Roman" panose="02020603050405020304" pitchFamily="18" charset="0"/>
              </a:rPr>
              <a:t>SM605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SM608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SM609</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19489" name="Rectangle 99"/>
          <p:cNvSpPr>
            <a:spLocks noChangeArrowheads="1"/>
          </p:cNvSpPr>
          <p:nvPr/>
        </p:nvSpPr>
        <p:spPr bwMode="auto">
          <a:xfrm>
            <a:off x="3429000" y="5472119"/>
            <a:ext cx="3201988"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14.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Counter. </a:t>
            </a:r>
            <a:r>
              <a:rPr lang="en-US" altLang="ko-KR" sz="900" err="1" smtClean="0">
                <a:solidFill>
                  <a:srgbClr val="000000"/>
                </a:solidFill>
                <a:latin typeface="Times New Roman" panose="02020603050405020304" pitchFamily="18" charset="0"/>
                <a:cs typeface="Times New Roman" panose="02020603050405020304" pitchFamily="18" charset="0"/>
              </a:rPr>
              <a:t>Câu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Thực</a:t>
            </a:r>
            <a:r>
              <a:rPr lang="en-US" altLang="ko-KR" sz="900" smtClean="0">
                <a:solidFill>
                  <a:srgbClr val="000000"/>
                </a:solidFill>
                <a:latin typeface="Times New Roman" panose="02020603050405020304" pitchFamily="18" charset="0"/>
                <a:cs typeface="Times New Roman" panose="02020603050405020304" pitchFamily="18" charset="0"/>
              </a:rPr>
              <a:t> Counter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tăng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lên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Sau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Counter Up, </a:t>
            </a:r>
            <a:r>
              <a:rPr lang="en-US" altLang="ko-KR" sz="900" err="1" smtClean="0">
                <a:solidFill>
                  <a:srgbClr val="000000"/>
                </a:solidFill>
                <a:latin typeface="Times New Roman" panose="02020603050405020304" pitchFamily="18" charset="0"/>
                <a:cs typeface="Times New Roman" panose="02020603050405020304" pitchFamily="18" charset="0"/>
              </a:rPr>
              <a:t>dù</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cũng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Counter</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Nếu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RST </a:t>
            </a:r>
            <a:r>
              <a:rPr lang="en-US" altLang="ko-KR" sz="900" err="1" smtClean="0">
                <a:solidFill>
                  <a:srgbClr val="000000"/>
                </a:solidFill>
                <a:latin typeface="Times New Roman" panose="02020603050405020304" pitchFamily="18" charset="0"/>
                <a:cs typeface="Times New Roman" panose="02020603050405020304" pitchFamily="18" charset="0"/>
              </a:rPr>
              <a:t>trước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Counter Up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sang </a:t>
            </a:r>
            <a:r>
              <a:rPr lang="ko-KR" altLang="en-US" sz="900" smtClean="0">
                <a:solidFill>
                  <a:srgbClr val="000000"/>
                </a:solidFill>
                <a:latin typeface="Times New Roman" panose="02020603050405020304" pitchFamily="18" charset="0"/>
                <a:cs typeface="Times New Roman" panose="02020603050405020304" pitchFamily="18" charset="0"/>
              </a:rPr>
              <a:t>“</a:t>
            </a:r>
            <a:r>
              <a:rPr lang="en-US" altLang="ko-KR" sz="900">
                <a:solidFill>
                  <a:srgbClr val="000000"/>
                </a:solidFill>
                <a:latin typeface="Times New Roman" panose="02020603050405020304" pitchFamily="18" charset="0"/>
                <a:cs typeface="Times New Roman" panose="02020603050405020304" pitchFamily="18" charset="0"/>
              </a:rPr>
              <a:t>0</a:t>
            </a:r>
            <a:r>
              <a:rPr lang="en-US" altLang="ko-KR" sz="900" smtClean="0">
                <a:solidFill>
                  <a:srgbClr val="000000"/>
                </a:solidFill>
                <a:latin typeface="Times New Roman" panose="02020603050405020304" pitchFamily="18" charset="0"/>
                <a:cs typeface="Times New Roman" panose="02020603050405020304" pitchFamily="18" charset="0"/>
              </a:rPr>
              <a:t>”</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Counter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K0~K32767</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9490" name="Rectangle 99"/>
          <p:cNvSpPr>
            <a:spLocks noChangeArrowheads="1"/>
          </p:cNvSpPr>
          <p:nvPr/>
        </p:nvSpPr>
        <p:spPr bwMode="auto">
          <a:xfrm>
            <a:off x="3429000" y="6532563"/>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15. </a:t>
            </a:r>
            <a:r>
              <a:rPr lang="en-US" altLang="ko-KR" sz="900" smtClean="0">
                <a:solidFill>
                  <a:srgbClr val="000000"/>
                </a:solidFill>
                <a:latin typeface="Times New Roman" panose="02020603050405020304" pitchFamily="18" charset="0"/>
                <a:cs typeface="Times New Roman" panose="02020603050405020304" pitchFamily="18" charset="0"/>
              </a:rPr>
              <a:t>X1 </a:t>
            </a:r>
            <a:r>
              <a:rPr lang="en-US" altLang="ko-KR" sz="900" err="1" smtClean="0">
                <a:solidFill>
                  <a:srgbClr val="000000"/>
                </a:solidFill>
                <a:latin typeface="Times New Roman" panose="02020603050405020304" pitchFamily="18" charset="0"/>
                <a:cs typeface="Times New Roman" panose="02020603050405020304" pitchFamily="18" charset="0"/>
              </a:rPr>
              <a:t>đã</a:t>
            </a:r>
            <a:r>
              <a:rPr lang="en-US" altLang="ko-KR" sz="900" smtClean="0">
                <a:solidFill>
                  <a:srgbClr val="000000"/>
                </a:solidFill>
                <a:latin typeface="Times New Roman" panose="02020603050405020304" pitchFamily="18" charset="0"/>
                <a:cs typeface="Times New Roman" panose="02020603050405020304" pitchFamily="18" charset="0"/>
              </a:rPr>
              <a:t> ON. Timer ở </a:t>
            </a:r>
            <a:r>
              <a:rPr lang="en-US" altLang="ko-KR" sz="900" err="1" smtClean="0">
                <a:solidFill>
                  <a:srgbClr val="000000"/>
                </a:solidFill>
                <a:latin typeface="Times New Roman" panose="02020603050405020304" pitchFamily="18" charset="0"/>
                <a:cs typeface="Times New Roman" panose="02020603050405020304" pitchFamily="18" charset="0"/>
              </a:rPr>
              <a:t>Lader</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mấy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giây</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3" name="직사각형 2"/>
          <p:cNvSpPr/>
          <p:nvPr/>
        </p:nvSpPr>
        <p:spPr>
          <a:xfrm>
            <a:off x="5876957" y="7734316"/>
            <a:ext cx="428625" cy="15081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000000"/>
              </a:solidFill>
              <a:latin typeface="Times New Roman" panose="02020603050405020304" pitchFamily="18" charset="0"/>
              <a:cs typeface="Times New Roman" panose="02020603050405020304" pitchFamily="18" charset="0"/>
            </a:endParaRPr>
          </a:p>
        </p:txBody>
      </p:sp>
      <p:grpSp>
        <p:nvGrpSpPr>
          <p:cNvPr id="19492" name="그룹 3"/>
          <p:cNvGrpSpPr>
            <a:grpSpLocks/>
          </p:cNvGrpSpPr>
          <p:nvPr/>
        </p:nvGrpSpPr>
        <p:grpSpPr bwMode="auto">
          <a:xfrm>
            <a:off x="3624295" y="6980241"/>
            <a:ext cx="2733675" cy="765175"/>
            <a:chOff x="-2743200" y="3776663"/>
            <a:chExt cx="5680125" cy="1590675"/>
          </a:xfrm>
        </p:grpSpPr>
        <p:pic>
          <p:nvPicPr>
            <p:cNvPr id="19494" name="Picture 65"/>
            <p:cNvPicPr>
              <a:picLocks noChangeAspect="1" noChangeArrowheads="1"/>
            </p:cNvPicPr>
            <p:nvPr/>
          </p:nvPicPr>
          <p:blipFill>
            <a:blip r:embed="rId5">
              <a:extLst>
                <a:ext uri="{28A0092B-C50C-407E-A947-70E740481C1C}">
                  <a14:useLocalDpi xmlns:a14="http://schemas.microsoft.com/office/drawing/2010/main" val="0"/>
                </a:ext>
              </a:extLst>
            </a:blip>
            <a:srcRect r="87424"/>
            <a:stretch>
              <a:fillRect/>
            </a:stretch>
          </p:blipFill>
          <p:spPr bwMode="auto">
            <a:xfrm>
              <a:off x="-2743200" y="3776663"/>
              <a:ext cx="1552575" cy="159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495" name="Picture 65"/>
            <p:cNvPicPr>
              <a:picLocks noChangeAspect="1" noChangeArrowheads="1"/>
            </p:cNvPicPr>
            <p:nvPr/>
          </p:nvPicPr>
          <p:blipFill>
            <a:blip r:embed="rId5">
              <a:extLst>
                <a:ext uri="{28A0092B-C50C-407E-A947-70E740481C1C}">
                  <a14:useLocalDpi xmlns:a14="http://schemas.microsoft.com/office/drawing/2010/main" val="0"/>
                </a:ext>
              </a:extLst>
            </a:blip>
            <a:srcRect l="66331"/>
            <a:stretch>
              <a:fillRect/>
            </a:stretch>
          </p:blipFill>
          <p:spPr bwMode="auto">
            <a:xfrm>
              <a:off x="-1219150" y="3776663"/>
              <a:ext cx="4156075" cy="159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493" name="Rectangle 99"/>
          <p:cNvSpPr>
            <a:spLocks noChangeArrowheads="1"/>
          </p:cNvSpPr>
          <p:nvPr/>
        </p:nvSpPr>
        <p:spPr bwMode="auto">
          <a:xfrm>
            <a:off x="3429000" y="7991475"/>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a:solidFill>
                  <a:srgbClr val="000000"/>
                </a:solidFill>
                <a:latin typeface="Times New Roman" panose="02020603050405020304" pitchFamily="18" charset="0"/>
                <a:cs typeface="Times New Roman" panose="02020603050405020304" pitchFamily="18" charset="0"/>
              </a:rPr>
              <a:t>0s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a:solidFill>
                  <a:srgbClr val="000000"/>
                </a:solidFill>
                <a:latin typeface="Times New Roman" panose="02020603050405020304" pitchFamily="18" charset="0"/>
                <a:cs typeface="Times New Roman" panose="02020603050405020304" pitchFamily="18" charset="0"/>
              </a:rPr>
              <a:t>32767s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32768s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-32768s</a:t>
            </a:r>
          </a:p>
        </p:txBody>
      </p:sp>
      <p:sp>
        <p:nvSpPr>
          <p:cNvPr id="33"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49687846"/>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483"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0484"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0485"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04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720190703"/>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0496" name="Rectangle 99"/>
          <p:cNvSpPr>
            <a:spLocks noChangeArrowheads="1"/>
          </p:cNvSpPr>
          <p:nvPr/>
        </p:nvSpPr>
        <p:spPr bwMode="auto">
          <a:xfrm>
            <a:off x="227016" y="1043006"/>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16.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hoàn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thành</a:t>
            </a:r>
            <a:r>
              <a:rPr lang="en-US" altLang="ko-KR" sz="900" smtClean="0">
                <a:solidFill>
                  <a:srgbClr val="000000"/>
                </a:solidFill>
                <a:latin typeface="Times New Roman" panose="02020603050405020304" pitchFamily="18" charset="0"/>
                <a:cs typeface="Times New Roman" panose="02020603050405020304" pitchFamily="18" charset="0"/>
              </a:rPr>
              <a:t> Timing Chart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X0</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On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nhận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quả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Y76( </a:t>
            </a:r>
            <a:r>
              <a:rPr lang="en-US" altLang="ko-KR" sz="900" err="1" smtClean="0">
                <a:solidFill>
                  <a:srgbClr val="000000"/>
                </a:solidFill>
                <a:latin typeface="Times New Roman" panose="02020603050405020304" pitchFamily="18" charset="0"/>
                <a:cs typeface="Times New Roman" panose="02020603050405020304" pitchFamily="18" charset="0"/>
              </a:rPr>
              <a:t>Ghi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r>
              <a:rPr lang="en-US" altLang="ko-KR" sz="900" smtClean="0">
                <a:solidFill>
                  <a:srgbClr val="000000"/>
                </a:solidFill>
                <a:latin typeface="Times New Roman" panose="02020603050405020304" pitchFamily="18" charset="0"/>
                <a:cs typeface="Times New Roman" panose="02020603050405020304" pitchFamily="18" charset="0"/>
              </a:rPr>
              <a:t> Timer)</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0497" name="Text Box 1090"/>
          <p:cNvSpPr txBox="1">
            <a:spLocks noChangeArrowheads="1"/>
          </p:cNvSpPr>
          <p:nvPr/>
        </p:nvSpPr>
        <p:spPr bwMode="auto">
          <a:xfrm>
            <a:off x="508000" y="2884488"/>
            <a:ext cx="668338"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Input (X0</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sp>
        <p:nvSpPr>
          <p:cNvPr id="20498" name="Text Box 1091"/>
          <p:cNvSpPr txBox="1">
            <a:spLocks noChangeArrowheads="1"/>
          </p:cNvSpPr>
          <p:nvPr/>
        </p:nvSpPr>
        <p:spPr bwMode="auto">
          <a:xfrm>
            <a:off x="420688" y="3392493"/>
            <a:ext cx="863600"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Output (Y76</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grpSp>
        <p:nvGrpSpPr>
          <p:cNvPr id="20499" name="Group 189"/>
          <p:cNvGrpSpPr>
            <a:grpSpLocks/>
          </p:cNvGrpSpPr>
          <p:nvPr/>
        </p:nvGrpSpPr>
        <p:grpSpPr bwMode="auto">
          <a:xfrm>
            <a:off x="558800" y="1474793"/>
            <a:ext cx="2676525" cy="1258887"/>
            <a:chOff x="2349" y="1647"/>
            <a:chExt cx="1686" cy="793"/>
          </a:xfrm>
        </p:grpSpPr>
        <p:sp>
          <p:nvSpPr>
            <p:cNvPr id="20664" name="Line 1092"/>
            <p:cNvSpPr>
              <a:spLocks noChangeShapeType="1"/>
            </p:cNvSpPr>
            <p:nvPr/>
          </p:nvSpPr>
          <p:spPr bwMode="auto">
            <a:xfrm>
              <a:off x="2349" y="1775"/>
              <a:ext cx="0" cy="6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65" name="Line 1093"/>
            <p:cNvSpPr>
              <a:spLocks noChangeShapeType="1"/>
            </p:cNvSpPr>
            <p:nvPr/>
          </p:nvSpPr>
          <p:spPr bwMode="auto">
            <a:xfrm>
              <a:off x="2349" y="1826"/>
              <a:ext cx="2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66" name="Line 1094"/>
            <p:cNvSpPr>
              <a:spLocks noChangeShapeType="1"/>
            </p:cNvSpPr>
            <p:nvPr/>
          </p:nvSpPr>
          <p:spPr bwMode="auto">
            <a:xfrm>
              <a:off x="2574" y="1775"/>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67" name="Line 1095"/>
            <p:cNvSpPr>
              <a:spLocks noChangeShapeType="1"/>
            </p:cNvSpPr>
            <p:nvPr/>
          </p:nvSpPr>
          <p:spPr bwMode="auto">
            <a:xfrm>
              <a:off x="2609" y="1775"/>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68" name="Line 1096"/>
            <p:cNvSpPr>
              <a:spLocks noChangeShapeType="1"/>
            </p:cNvSpPr>
            <p:nvPr/>
          </p:nvSpPr>
          <p:spPr bwMode="auto">
            <a:xfrm>
              <a:off x="2616" y="1826"/>
              <a:ext cx="8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69" name="Text Box 1097"/>
            <p:cNvSpPr txBox="1">
              <a:spLocks noChangeArrowheads="1"/>
            </p:cNvSpPr>
            <p:nvPr/>
          </p:nvSpPr>
          <p:spPr bwMode="auto">
            <a:xfrm>
              <a:off x="2488" y="1647"/>
              <a:ext cx="21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0670" name="Line 1098"/>
            <p:cNvSpPr>
              <a:spLocks noChangeShapeType="1"/>
            </p:cNvSpPr>
            <p:nvPr/>
          </p:nvSpPr>
          <p:spPr bwMode="auto">
            <a:xfrm>
              <a:off x="2357" y="2082"/>
              <a:ext cx="22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1" name="Line 1099"/>
            <p:cNvSpPr>
              <a:spLocks noChangeShapeType="1"/>
            </p:cNvSpPr>
            <p:nvPr/>
          </p:nvSpPr>
          <p:spPr bwMode="auto">
            <a:xfrm>
              <a:off x="2581" y="2031"/>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2" name="Line 1100"/>
            <p:cNvSpPr>
              <a:spLocks noChangeShapeType="1"/>
            </p:cNvSpPr>
            <p:nvPr/>
          </p:nvSpPr>
          <p:spPr bwMode="auto">
            <a:xfrm>
              <a:off x="2616" y="2031"/>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3" name="Line 1101"/>
            <p:cNvSpPr>
              <a:spLocks noChangeShapeType="1"/>
            </p:cNvSpPr>
            <p:nvPr/>
          </p:nvSpPr>
          <p:spPr bwMode="auto">
            <a:xfrm>
              <a:off x="2623" y="2082"/>
              <a:ext cx="1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4" name="Text Box 1102"/>
            <p:cNvSpPr txBox="1">
              <a:spLocks noChangeArrowheads="1"/>
            </p:cNvSpPr>
            <p:nvPr/>
          </p:nvSpPr>
          <p:spPr bwMode="auto">
            <a:xfrm>
              <a:off x="2486" y="1903"/>
              <a:ext cx="229" cy="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M1</a:t>
              </a:r>
            </a:p>
          </p:txBody>
        </p:sp>
        <p:sp>
          <p:nvSpPr>
            <p:cNvPr id="20675" name="Line 1103"/>
            <p:cNvSpPr>
              <a:spLocks noChangeShapeType="1"/>
            </p:cNvSpPr>
            <p:nvPr/>
          </p:nvSpPr>
          <p:spPr bwMode="auto">
            <a:xfrm>
              <a:off x="2806" y="2031"/>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6" name="Line 1104"/>
            <p:cNvSpPr>
              <a:spLocks noChangeShapeType="1"/>
            </p:cNvSpPr>
            <p:nvPr/>
          </p:nvSpPr>
          <p:spPr bwMode="auto">
            <a:xfrm>
              <a:off x="2842" y="2031"/>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7" name="Text Box 1105"/>
            <p:cNvSpPr txBox="1">
              <a:spLocks noChangeArrowheads="1"/>
            </p:cNvSpPr>
            <p:nvPr/>
          </p:nvSpPr>
          <p:spPr bwMode="auto">
            <a:xfrm>
              <a:off x="2713" y="1903"/>
              <a:ext cx="252" cy="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T16</a:t>
              </a:r>
            </a:p>
          </p:txBody>
        </p:sp>
        <p:sp>
          <p:nvSpPr>
            <p:cNvPr id="20678" name="Line 1106"/>
            <p:cNvSpPr>
              <a:spLocks noChangeShapeType="1"/>
            </p:cNvSpPr>
            <p:nvPr/>
          </p:nvSpPr>
          <p:spPr bwMode="auto">
            <a:xfrm>
              <a:off x="2357" y="2299"/>
              <a:ext cx="22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79" name="Line 1107"/>
            <p:cNvSpPr>
              <a:spLocks noChangeShapeType="1"/>
            </p:cNvSpPr>
            <p:nvPr/>
          </p:nvSpPr>
          <p:spPr bwMode="auto">
            <a:xfrm>
              <a:off x="2581" y="2248"/>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80" name="Line 1108"/>
            <p:cNvSpPr>
              <a:spLocks noChangeShapeType="1"/>
            </p:cNvSpPr>
            <p:nvPr/>
          </p:nvSpPr>
          <p:spPr bwMode="auto">
            <a:xfrm>
              <a:off x="2616" y="2248"/>
              <a:ext cx="0"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81" name="Freeform 1109"/>
            <p:cNvSpPr>
              <a:spLocks/>
            </p:cNvSpPr>
            <p:nvPr/>
          </p:nvSpPr>
          <p:spPr bwMode="auto">
            <a:xfrm>
              <a:off x="2631" y="2095"/>
              <a:ext cx="55" cy="204"/>
            </a:xfrm>
            <a:custGeom>
              <a:avLst/>
              <a:gdLst>
                <a:gd name="T0" fmla="*/ 0 w 48"/>
                <a:gd name="T1" fmla="*/ 351 h 192"/>
                <a:gd name="T2" fmla="*/ 188 w 48"/>
                <a:gd name="T3" fmla="*/ 351 h 192"/>
                <a:gd name="T4" fmla="*/ 188 w 48"/>
                <a:gd name="T5" fmla="*/ 0 h 192"/>
                <a:gd name="T6" fmla="*/ 0 60000 65536"/>
                <a:gd name="T7" fmla="*/ 0 60000 65536"/>
                <a:gd name="T8" fmla="*/ 0 60000 65536"/>
                <a:gd name="T9" fmla="*/ 0 w 48"/>
                <a:gd name="T10" fmla="*/ 0 h 192"/>
                <a:gd name="T11" fmla="*/ 48 w 48"/>
                <a:gd name="T12" fmla="*/ 192 h 192"/>
              </a:gdLst>
              <a:ahLst/>
              <a:cxnLst>
                <a:cxn ang="T6">
                  <a:pos x="T0" y="T1"/>
                </a:cxn>
                <a:cxn ang="T7">
                  <a:pos x="T2" y="T3"/>
                </a:cxn>
                <a:cxn ang="T8">
                  <a:pos x="T4" y="T5"/>
                </a:cxn>
              </a:cxnLst>
              <a:rect l="T9" t="T10" r="T11" b="T12"/>
              <a:pathLst>
                <a:path w="48" h="192">
                  <a:moveTo>
                    <a:pt x="0" y="192"/>
                  </a:moveTo>
                  <a:lnTo>
                    <a:pt x="48" y="192"/>
                  </a:lnTo>
                  <a:lnTo>
                    <a:pt x="48" y="0"/>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82" name="Line 1110"/>
            <p:cNvSpPr>
              <a:spLocks noChangeShapeType="1"/>
            </p:cNvSpPr>
            <p:nvPr/>
          </p:nvSpPr>
          <p:spPr bwMode="auto">
            <a:xfrm flipH="1">
              <a:off x="2763" y="2031"/>
              <a:ext cx="113"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83" name="Line 1111"/>
            <p:cNvSpPr>
              <a:spLocks noChangeShapeType="1"/>
            </p:cNvSpPr>
            <p:nvPr/>
          </p:nvSpPr>
          <p:spPr bwMode="auto">
            <a:xfrm>
              <a:off x="2855" y="2082"/>
              <a:ext cx="8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84" name="Text Box 1112"/>
            <p:cNvSpPr txBox="1">
              <a:spLocks noChangeArrowheads="1"/>
            </p:cNvSpPr>
            <p:nvPr/>
          </p:nvSpPr>
          <p:spPr bwMode="auto">
            <a:xfrm>
              <a:off x="2467" y="2127"/>
              <a:ext cx="256" cy="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Y76</a:t>
              </a:r>
            </a:p>
          </p:txBody>
        </p:sp>
        <p:sp>
          <p:nvSpPr>
            <p:cNvPr id="20685" name="Text Box 1113"/>
            <p:cNvSpPr txBox="1">
              <a:spLocks noChangeArrowheads="1"/>
            </p:cNvSpPr>
            <p:nvPr/>
          </p:nvSpPr>
          <p:spPr bwMode="auto">
            <a:xfrm>
              <a:off x="3412" y="1744"/>
              <a:ext cx="120" cy="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0686" name="Rectangle 1114"/>
            <p:cNvSpPr>
              <a:spLocks noChangeArrowheads="1"/>
            </p:cNvSpPr>
            <p:nvPr/>
          </p:nvSpPr>
          <p:spPr bwMode="auto">
            <a:xfrm>
              <a:off x="3416" y="1757"/>
              <a:ext cx="337" cy="16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PLS </a:t>
              </a:r>
            </a:p>
          </p:txBody>
        </p:sp>
        <p:sp>
          <p:nvSpPr>
            <p:cNvPr id="20687" name="Rectangle 1115"/>
            <p:cNvSpPr>
              <a:spLocks noChangeArrowheads="1"/>
            </p:cNvSpPr>
            <p:nvPr/>
          </p:nvSpPr>
          <p:spPr bwMode="auto">
            <a:xfrm>
              <a:off x="3753" y="1757"/>
              <a:ext cx="224" cy="16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M1</a:t>
              </a:r>
            </a:p>
          </p:txBody>
        </p:sp>
        <p:sp>
          <p:nvSpPr>
            <p:cNvPr id="20688" name="Line 1116"/>
            <p:cNvSpPr>
              <a:spLocks noChangeShapeType="1"/>
            </p:cNvSpPr>
            <p:nvPr/>
          </p:nvSpPr>
          <p:spPr bwMode="auto">
            <a:xfrm>
              <a:off x="3977" y="1826"/>
              <a:ext cx="5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89" name="Text Box 1117"/>
            <p:cNvSpPr txBox="1">
              <a:spLocks noChangeArrowheads="1"/>
            </p:cNvSpPr>
            <p:nvPr/>
          </p:nvSpPr>
          <p:spPr bwMode="auto">
            <a:xfrm>
              <a:off x="3637" y="1915"/>
              <a:ext cx="360"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K100</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T16 )</a:t>
              </a:r>
            </a:p>
          </p:txBody>
        </p:sp>
        <p:sp>
          <p:nvSpPr>
            <p:cNvPr id="20690" name="Freeform 1118"/>
            <p:cNvSpPr>
              <a:spLocks/>
            </p:cNvSpPr>
            <p:nvPr/>
          </p:nvSpPr>
          <p:spPr bwMode="auto">
            <a:xfrm>
              <a:off x="3023" y="2082"/>
              <a:ext cx="673" cy="205"/>
            </a:xfrm>
            <a:custGeom>
              <a:avLst/>
              <a:gdLst>
                <a:gd name="T0" fmla="*/ 0 w 576"/>
                <a:gd name="T1" fmla="*/ 0 h 192"/>
                <a:gd name="T2" fmla="*/ 0 w 576"/>
                <a:gd name="T3" fmla="*/ 370 h 192"/>
                <a:gd name="T4" fmla="*/ 2731 w 576"/>
                <a:gd name="T5" fmla="*/ 370 h 192"/>
                <a:gd name="T6" fmla="*/ 0 60000 65536"/>
                <a:gd name="T7" fmla="*/ 0 60000 65536"/>
                <a:gd name="T8" fmla="*/ 0 60000 65536"/>
                <a:gd name="T9" fmla="*/ 0 w 576"/>
                <a:gd name="T10" fmla="*/ 0 h 192"/>
                <a:gd name="T11" fmla="*/ 576 w 576"/>
                <a:gd name="T12" fmla="*/ 192 h 192"/>
              </a:gdLst>
              <a:ahLst/>
              <a:cxnLst>
                <a:cxn ang="T6">
                  <a:pos x="T0" y="T1"/>
                </a:cxn>
                <a:cxn ang="T7">
                  <a:pos x="T2" y="T3"/>
                </a:cxn>
                <a:cxn ang="T8">
                  <a:pos x="T4" y="T5"/>
                </a:cxn>
              </a:cxnLst>
              <a:rect l="T9" t="T10" r="T11" b="T12"/>
              <a:pathLst>
                <a:path w="576" h="192">
                  <a:moveTo>
                    <a:pt x="0" y="0"/>
                  </a:moveTo>
                  <a:lnTo>
                    <a:pt x="0" y="192"/>
                  </a:lnTo>
                  <a:lnTo>
                    <a:pt x="576" y="192"/>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91" name="Text Box 1119"/>
            <p:cNvSpPr txBox="1">
              <a:spLocks noChangeArrowheads="1"/>
            </p:cNvSpPr>
            <p:nvPr/>
          </p:nvSpPr>
          <p:spPr bwMode="auto">
            <a:xfrm>
              <a:off x="3651" y="2203"/>
              <a:ext cx="36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Y76 )</a:t>
              </a:r>
            </a:p>
          </p:txBody>
        </p:sp>
        <p:sp>
          <p:nvSpPr>
            <p:cNvPr id="20692" name="Line 1120"/>
            <p:cNvSpPr>
              <a:spLocks noChangeShapeType="1"/>
            </p:cNvSpPr>
            <p:nvPr/>
          </p:nvSpPr>
          <p:spPr bwMode="auto">
            <a:xfrm>
              <a:off x="3920" y="2082"/>
              <a:ext cx="1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93" name="Line 1121"/>
            <p:cNvSpPr>
              <a:spLocks noChangeShapeType="1"/>
            </p:cNvSpPr>
            <p:nvPr/>
          </p:nvSpPr>
          <p:spPr bwMode="auto">
            <a:xfrm>
              <a:off x="3950" y="2280"/>
              <a:ext cx="8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94" name="Line 1122"/>
            <p:cNvSpPr>
              <a:spLocks noChangeShapeType="1"/>
            </p:cNvSpPr>
            <p:nvPr/>
          </p:nvSpPr>
          <p:spPr bwMode="auto">
            <a:xfrm>
              <a:off x="4033" y="1775"/>
              <a:ext cx="0" cy="6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cxnSp>
        <p:nvCxnSpPr>
          <p:cNvPr id="6" name="직선 연결선 5"/>
          <p:cNvCxnSpPr/>
          <p:nvPr/>
        </p:nvCxnSpPr>
        <p:spPr>
          <a:xfrm>
            <a:off x="1237080" y="3041650"/>
            <a:ext cx="2476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01" name="Group 117"/>
          <p:cNvGrpSpPr>
            <a:grpSpLocks/>
          </p:cNvGrpSpPr>
          <p:nvPr/>
        </p:nvGrpSpPr>
        <p:grpSpPr bwMode="auto">
          <a:xfrm>
            <a:off x="341313" y="4067175"/>
            <a:ext cx="2971800" cy="1276350"/>
            <a:chOff x="243" y="3982"/>
            <a:chExt cx="1872" cy="804"/>
          </a:xfrm>
        </p:grpSpPr>
        <p:sp>
          <p:nvSpPr>
            <p:cNvPr id="20621" name="Line 1218"/>
            <p:cNvSpPr>
              <a:spLocks noChangeShapeType="1"/>
            </p:cNvSpPr>
            <p:nvPr/>
          </p:nvSpPr>
          <p:spPr bwMode="auto">
            <a:xfrm>
              <a:off x="1261" y="4223"/>
              <a:ext cx="8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22" name="Line 1219"/>
            <p:cNvSpPr>
              <a:spLocks noChangeShapeType="1"/>
            </p:cNvSpPr>
            <p:nvPr/>
          </p:nvSpPr>
          <p:spPr bwMode="auto">
            <a:xfrm>
              <a:off x="1261" y="4649"/>
              <a:ext cx="8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23" name="Rectangle 1220"/>
            <p:cNvSpPr>
              <a:spLocks noChangeArrowheads="1"/>
            </p:cNvSpPr>
            <p:nvPr/>
          </p:nvSpPr>
          <p:spPr bwMode="auto">
            <a:xfrm>
              <a:off x="1389"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24" name="Text Box 1221"/>
            <p:cNvSpPr txBox="1">
              <a:spLocks noChangeArrowheads="1"/>
            </p:cNvSpPr>
            <p:nvPr/>
          </p:nvSpPr>
          <p:spPr bwMode="auto">
            <a:xfrm>
              <a:off x="1095" y="4127"/>
              <a:ext cx="24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0625" name="Text Box 1222"/>
            <p:cNvSpPr txBox="1">
              <a:spLocks noChangeArrowheads="1"/>
            </p:cNvSpPr>
            <p:nvPr/>
          </p:nvSpPr>
          <p:spPr bwMode="auto">
            <a:xfrm>
              <a:off x="1075" y="4569"/>
              <a:ext cx="26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Y40</a:t>
              </a:r>
            </a:p>
          </p:txBody>
        </p:sp>
        <p:sp>
          <p:nvSpPr>
            <p:cNvPr id="20626" name="Rectangle 1223"/>
            <p:cNvSpPr>
              <a:spLocks noChangeArrowheads="1"/>
            </p:cNvSpPr>
            <p:nvPr/>
          </p:nvSpPr>
          <p:spPr bwMode="auto">
            <a:xfrm>
              <a:off x="1484"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27" name="Rectangle 1224"/>
            <p:cNvSpPr>
              <a:spLocks noChangeArrowheads="1"/>
            </p:cNvSpPr>
            <p:nvPr/>
          </p:nvSpPr>
          <p:spPr bwMode="auto">
            <a:xfrm>
              <a:off x="1581"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28" name="Rectangle 1225"/>
            <p:cNvSpPr>
              <a:spLocks noChangeArrowheads="1"/>
            </p:cNvSpPr>
            <p:nvPr/>
          </p:nvSpPr>
          <p:spPr bwMode="auto">
            <a:xfrm>
              <a:off x="1676"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29" name="Rectangle 1226"/>
            <p:cNvSpPr>
              <a:spLocks noChangeArrowheads="1"/>
            </p:cNvSpPr>
            <p:nvPr/>
          </p:nvSpPr>
          <p:spPr bwMode="auto">
            <a:xfrm>
              <a:off x="1772"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30" name="Rectangle 1227"/>
            <p:cNvSpPr>
              <a:spLocks noChangeArrowheads="1"/>
            </p:cNvSpPr>
            <p:nvPr/>
          </p:nvSpPr>
          <p:spPr bwMode="auto">
            <a:xfrm>
              <a:off x="1880"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31" name="Line 1228"/>
            <p:cNvSpPr>
              <a:spLocks noChangeShapeType="1"/>
            </p:cNvSpPr>
            <p:nvPr/>
          </p:nvSpPr>
          <p:spPr bwMode="auto">
            <a:xfrm>
              <a:off x="243" y="4078"/>
              <a:ext cx="0" cy="7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2" name="Line 1229"/>
            <p:cNvSpPr>
              <a:spLocks noChangeShapeType="1"/>
            </p:cNvSpPr>
            <p:nvPr/>
          </p:nvSpPr>
          <p:spPr bwMode="auto">
            <a:xfrm>
              <a:off x="339" y="4127"/>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3" name="Line 1230"/>
            <p:cNvSpPr>
              <a:spLocks noChangeShapeType="1"/>
            </p:cNvSpPr>
            <p:nvPr/>
          </p:nvSpPr>
          <p:spPr bwMode="auto">
            <a:xfrm>
              <a:off x="387" y="4127"/>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4" name="Line 1231"/>
            <p:cNvSpPr>
              <a:spLocks noChangeShapeType="1"/>
            </p:cNvSpPr>
            <p:nvPr/>
          </p:nvSpPr>
          <p:spPr bwMode="auto">
            <a:xfrm flipH="1">
              <a:off x="243" y="417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5" name="Line 1232"/>
            <p:cNvSpPr>
              <a:spLocks noChangeShapeType="1"/>
            </p:cNvSpPr>
            <p:nvPr/>
          </p:nvSpPr>
          <p:spPr bwMode="auto">
            <a:xfrm>
              <a:off x="339" y="4368"/>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6" name="Line 1233"/>
            <p:cNvSpPr>
              <a:spLocks noChangeShapeType="1"/>
            </p:cNvSpPr>
            <p:nvPr/>
          </p:nvSpPr>
          <p:spPr bwMode="auto">
            <a:xfrm>
              <a:off x="387" y="4368"/>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7" name="Line 1234"/>
            <p:cNvSpPr>
              <a:spLocks noChangeShapeType="1"/>
            </p:cNvSpPr>
            <p:nvPr/>
          </p:nvSpPr>
          <p:spPr bwMode="auto">
            <a:xfrm flipH="1">
              <a:off x="243" y="4416"/>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8" name="Line 1235"/>
            <p:cNvSpPr>
              <a:spLocks noChangeShapeType="1"/>
            </p:cNvSpPr>
            <p:nvPr/>
          </p:nvSpPr>
          <p:spPr bwMode="auto">
            <a:xfrm>
              <a:off x="387" y="4416"/>
              <a:ext cx="4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39" name="Line 1236"/>
            <p:cNvSpPr>
              <a:spLocks noChangeShapeType="1"/>
            </p:cNvSpPr>
            <p:nvPr/>
          </p:nvSpPr>
          <p:spPr bwMode="auto">
            <a:xfrm>
              <a:off x="387" y="4175"/>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40" name="Line 1237"/>
            <p:cNvSpPr>
              <a:spLocks noChangeShapeType="1"/>
            </p:cNvSpPr>
            <p:nvPr/>
          </p:nvSpPr>
          <p:spPr bwMode="auto">
            <a:xfrm>
              <a:off x="1107" y="4078"/>
              <a:ext cx="0" cy="6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41" name="Oval 1238"/>
            <p:cNvSpPr>
              <a:spLocks noChangeArrowheads="1"/>
            </p:cNvSpPr>
            <p:nvPr/>
          </p:nvSpPr>
          <p:spPr bwMode="auto">
            <a:xfrm>
              <a:off x="867" y="4078"/>
              <a:ext cx="192" cy="193"/>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642" name="Text Box 1239"/>
            <p:cNvSpPr txBox="1">
              <a:spLocks noChangeArrowheads="1"/>
            </p:cNvSpPr>
            <p:nvPr/>
          </p:nvSpPr>
          <p:spPr bwMode="auto">
            <a:xfrm>
              <a:off x="265" y="4241"/>
              <a:ext cx="20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a:t>
              </a:r>
            </a:p>
          </p:txBody>
        </p:sp>
        <p:sp>
          <p:nvSpPr>
            <p:cNvPr id="20643" name="Text Box 1240"/>
            <p:cNvSpPr txBox="1">
              <a:spLocks noChangeArrowheads="1"/>
            </p:cNvSpPr>
            <p:nvPr/>
          </p:nvSpPr>
          <p:spPr bwMode="auto">
            <a:xfrm>
              <a:off x="275" y="3982"/>
              <a:ext cx="252"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0644" name="Rectangle 1241"/>
            <p:cNvSpPr>
              <a:spLocks noChangeArrowheads="1"/>
            </p:cNvSpPr>
            <p:nvPr/>
          </p:nvSpPr>
          <p:spPr bwMode="auto">
            <a:xfrm>
              <a:off x="1982"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45" name="Rectangle 1242"/>
            <p:cNvSpPr>
              <a:spLocks noChangeArrowheads="1"/>
            </p:cNvSpPr>
            <p:nvPr/>
          </p:nvSpPr>
          <p:spPr bwMode="auto">
            <a:xfrm>
              <a:off x="1767" y="4559"/>
              <a:ext cx="215" cy="9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46" name="Rectangle 1243"/>
            <p:cNvSpPr>
              <a:spLocks noChangeArrowheads="1"/>
            </p:cNvSpPr>
            <p:nvPr/>
          </p:nvSpPr>
          <p:spPr bwMode="auto">
            <a:xfrm>
              <a:off x="675" y="4599"/>
              <a:ext cx="192" cy="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647" name="Rectangle 1244"/>
            <p:cNvSpPr>
              <a:spLocks noChangeArrowheads="1"/>
            </p:cNvSpPr>
            <p:nvPr/>
          </p:nvSpPr>
          <p:spPr bwMode="auto">
            <a:xfrm>
              <a:off x="867" y="4599"/>
              <a:ext cx="192" cy="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800">
                <a:solidFill>
                  <a:srgbClr val="000000"/>
                </a:solidFill>
                <a:latin typeface="Times New Roman" panose="02020603050405020304" pitchFamily="18" charset="0"/>
                <a:cs typeface="Times New Roman" panose="02020603050405020304" pitchFamily="18" charset="0"/>
              </a:endParaRPr>
            </a:p>
          </p:txBody>
        </p:sp>
        <p:sp>
          <p:nvSpPr>
            <p:cNvPr id="20648" name="Line 1245"/>
            <p:cNvSpPr>
              <a:spLocks noChangeShapeType="1"/>
            </p:cNvSpPr>
            <p:nvPr/>
          </p:nvSpPr>
          <p:spPr bwMode="auto">
            <a:xfrm>
              <a:off x="1059" y="4416"/>
              <a:ext cx="4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49" name="Text Box 1246"/>
            <p:cNvSpPr txBox="1">
              <a:spLocks noChangeArrowheads="1"/>
            </p:cNvSpPr>
            <p:nvPr/>
          </p:nvSpPr>
          <p:spPr bwMode="auto">
            <a:xfrm>
              <a:off x="781" y="4343"/>
              <a:ext cx="34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Y40 )</a:t>
              </a:r>
            </a:p>
          </p:txBody>
        </p:sp>
        <p:sp>
          <p:nvSpPr>
            <p:cNvPr id="20650" name="Line 1247"/>
            <p:cNvSpPr>
              <a:spLocks noChangeShapeType="1"/>
            </p:cNvSpPr>
            <p:nvPr/>
          </p:nvSpPr>
          <p:spPr bwMode="auto">
            <a:xfrm>
              <a:off x="1059" y="4649"/>
              <a:ext cx="4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1" name="Line 1248"/>
            <p:cNvSpPr>
              <a:spLocks noChangeShapeType="1"/>
            </p:cNvSpPr>
            <p:nvPr/>
          </p:nvSpPr>
          <p:spPr bwMode="auto">
            <a:xfrm>
              <a:off x="339" y="4604"/>
              <a:ext cx="0"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2" name="Line 1249"/>
            <p:cNvSpPr>
              <a:spLocks noChangeShapeType="1"/>
            </p:cNvSpPr>
            <p:nvPr/>
          </p:nvSpPr>
          <p:spPr bwMode="auto">
            <a:xfrm>
              <a:off x="387" y="4604"/>
              <a:ext cx="0"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3" name="Line 1250"/>
            <p:cNvSpPr>
              <a:spLocks noChangeShapeType="1"/>
            </p:cNvSpPr>
            <p:nvPr/>
          </p:nvSpPr>
          <p:spPr bwMode="auto">
            <a:xfrm flipH="1">
              <a:off x="243" y="464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4" name="Line 1251"/>
            <p:cNvSpPr>
              <a:spLocks noChangeShapeType="1"/>
            </p:cNvSpPr>
            <p:nvPr/>
          </p:nvSpPr>
          <p:spPr bwMode="auto">
            <a:xfrm>
              <a:off x="387" y="4649"/>
              <a:ext cx="27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5" name="Line 1252"/>
            <p:cNvSpPr>
              <a:spLocks noChangeShapeType="1"/>
            </p:cNvSpPr>
            <p:nvPr/>
          </p:nvSpPr>
          <p:spPr bwMode="auto">
            <a:xfrm flipV="1">
              <a:off x="1767" y="4148"/>
              <a:ext cx="0" cy="501"/>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6" name="Text Box 1253"/>
            <p:cNvSpPr txBox="1">
              <a:spLocks noChangeArrowheads="1"/>
            </p:cNvSpPr>
            <p:nvPr/>
          </p:nvSpPr>
          <p:spPr bwMode="auto">
            <a:xfrm>
              <a:off x="275" y="4474"/>
              <a:ext cx="252"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0657" name="Line 1254"/>
            <p:cNvSpPr>
              <a:spLocks noChangeShapeType="1"/>
            </p:cNvSpPr>
            <p:nvPr/>
          </p:nvSpPr>
          <p:spPr bwMode="auto">
            <a:xfrm>
              <a:off x="1261" y="4421"/>
              <a:ext cx="8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58" name="Text Box 1255"/>
            <p:cNvSpPr txBox="1">
              <a:spLocks noChangeArrowheads="1"/>
            </p:cNvSpPr>
            <p:nvPr/>
          </p:nvSpPr>
          <p:spPr bwMode="auto">
            <a:xfrm>
              <a:off x="1095" y="4325"/>
              <a:ext cx="24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0659" name="Rectangle 1256"/>
            <p:cNvSpPr>
              <a:spLocks noChangeArrowheads="1"/>
            </p:cNvSpPr>
            <p:nvPr/>
          </p:nvSpPr>
          <p:spPr bwMode="auto">
            <a:xfrm>
              <a:off x="1982" y="4325"/>
              <a:ext cx="63"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660" name="Line 1257"/>
            <p:cNvSpPr>
              <a:spLocks noChangeShapeType="1"/>
            </p:cNvSpPr>
            <p:nvPr/>
          </p:nvSpPr>
          <p:spPr bwMode="auto">
            <a:xfrm flipV="1">
              <a:off x="1982" y="4148"/>
              <a:ext cx="0" cy="501"/>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61" name="Text Box 158"/>
            <p:cNvSpPr txBox="1">
              <a:spLocks noChangeArrowheads="1"/>
            </p:cNvSpPr>
            <p:nvPr/>
          </p:nvSpPr>
          <p:spPr bwMode="auto">
            <a:xfrm>
              <a:off x="857" y="4578"/>
              <a:ext cx="20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a:t>
              </a:r>
            </a:p>
          </p:txBody>
        </p:sp>
        <p:sp>
          <p:nvSpPr>
            <p:cNvPr id="20662" name="Text Box 159"/>
            <p:cNvSpPr txBox="1">
              <a:spLocks noChangeArrowheads="1"/>
            </p:cNvSpPr>
            <p:nvPr/>
          </p:nvSpPr>
          <p:spPr bwMode="auto">
            <a:xfrm>
              <a:off x="645" y="4578"/>
              <a:ext cx="250"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RST</a:t>
              </a:r>
            </a:p>
          </p:txBody>
        </p:sp>
        <p:sp>
          <p:nvSpPr>
            <p:cNvPr id="20663" name="Text Box 160"/>
            <p:cNvSpPr txBox="1">
              <a:spLocks noChangeArrowheads="1"/>
            </p:cNvSpPr>
            <p:nvPr/>
          </p:nvSpPr>
          <p:spPr bwMode="auto">
            <a:xfrm>
              <a:off x="857" y="4106"/>
              <a:ext cx="20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a:t>
              </a:r>
            </a:p>
          </p:txBody>
        </p:sp>
      </p:grpSp>
      <p:sp>
        <p:nvSpPr>
          <p:cNvPr id="20502" name="Rectangle 99"/>
          <p:cNvSpPr>
            <a:spLocks noChangeArrowheads="1"/>
          </p:cNvSpPr>
          <p:nvPr/>
        </p:nvSpPr>
        <p:spPr bwMode="auto">
          <a:xfrm>
            <a:off x="227016" y="3708400"/>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17. </a:t>
            </a:r>
            <a:r>
              <a:rPr lang="en-US" altLang="ko-KR" sz="900" smtClean="0">
                <a:solidFill>
                  <a:srgbClr val="000000"/>
                </a:solidFill>
                <a:latin typeface="Times New Roman" panose="02020603050405020304" pitchFamily="18" charset="0"/>
                <a:cs typeface="Times New Roman" panose="02020603050405020304" pitchFamily="18" charset="0"/>
              </a:rPr>
              <a:t>X1</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ON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trước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RST Count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Count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nhiêu</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0503" name="Rectangle 99"/>
          <p:cNvSpPr>
            <a:spLocks noChangeArrowheads="1"/>
          </p:cNvSpPr>
          <p:nvPr/>
        </p:nvSpPr>
        <p:spPr bwMode="auto">
          <a:xfrm>
            <a:off x="227016" y="5378451"/>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K4          ② K5         ③ K6         ④ K7</a:t>
            </a:r>
            <a:r>
              <a:rPr lang="ko-KR" altLang="en-US" sz="90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0504" name="Rectangle 99"/>
          <p:cNvSpPr>
            <a:spLocks noChangeArrowheads="1"/>
          </p:cNvSpPr>
          <p:nvPr/>
        </p:nvSpPr>
        <p:spPr bwMode="auto">
          <a:xfrm>
            <a:off x="227016" y="5795963"/>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18.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nhìn</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Chart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rồi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chọn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en-US" altLang="ko-KR" sz="900" smtClean="0">
                <a:solidFill>
                  <a:srgbClr val="000000"/>
                </a:solidFill>
                <a:latin typeface="Times New Roman" panose="02020603050405020304" pitchFamily="18" charset="0"/>
                <a:cs typeface="Times New Roman" panose="02020603050405020304" pitchFamily="18" charset="0"/>
              </a:rPr>
              <a:t> C0 Counter Up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tiên</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p:txBody>
      </p:sp>
      <p:grpSp>
        <p:nvGrpSpPr>
          <p:cNvPr id="20505" name="Group 209"/>
          <p:cNvGrpSpPr>
            <a:grpSpLocks/>
          </p:cNvGrpSpPr>
          <p:nvPr/>
        </p:nvGrpSpPr>
        <p:grpSpPr bwMode="auto">
          <a:xfrm>
            <a:off x="3395695" y="1555755"/>
            <a:ext cx="2924175" cy="2800350"/>
            <a:chOff x="170" y="2718"/>
            <a:chExt cx="1842" cy="1764"/>
          </a:xfrm>
        </p:grpSpPr>
        <p:sp>
          <p:nvSpPr>
            <p:cNvPr id="20549" name="Line 1452"/>
            <p:cNvSpPr>
              <a:spLocks noChangeShapeType="1"/>
            </p:cNvSpPr>
            <p:nvPr/>
          </p:nvSpPr>
          <p:spPr bwMode="auto">
            <a:xfrm>
              <a:off x="373" y="2742"/>
              <a:ext cx="0" cy="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0" name="Line 1453"/>
            <p:cNvSpPr>
              <a:spLocks noChangeShapeType="1"/>
            </p:cNvSpPr>
            <p:nvPr/>
          </p:nvSpPr>
          <p:spPr bwMode="auto">
            <a:xfrm>
              <a:off x="2010" y="2742"/>
              <a:ext cx="0" cy="16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20551" name="Group 1454"/>
            <p:cNvGrpSpPr>
              <a:grpSpLocks/>
            </p:cNvGrpSpPr>
            <p:nvPr/>
          </p:nvGrpSpPr>
          <p:grpSpPr bwMode="auto">
            <a:xfrm>
              <a:off x="373" y="2718"/>
              <a:ext cx="1639" cy="263"/>
              <a:chOff x="2304" y="2976"/>
              <a:chExt cx="1640" cy="264"/>
            </a:xfrm>
          </p:grpSpPr>
          <p:sp>
            <p:nvSpPr>
              <p:cNvPr id="20614" name="Line 1455"/>
              <p:cNvSpPr>
                <a:spLocks noChangeShapeType="1"/>
              </p:cNvSpPr>
              <p:nvPr/>
            </p:nvSpPr>
            <p:spPr bwMode="auto">
              <a:xfrm>
                <a:off x="2304" y="3144"/>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5" name="Line 1456"/>
              <p:cNvSpPr>
                <a:spLocks noChangeShapeType="1"/>
              </p:cNvSpPr>
              <p:nvPr/>
            </p:nvSpPr>
            <p:spPr bwMode="auto">
              <a:xfrm>
                <a:off x="2448" y="309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6" name="Line 1457"/>
              <p:cNvSpPr>
                <a:spLocks noChangeShapeType="1"/>
              </p:cNvSpPr>
              <p:nvPr/>
            </p:nvSpPr>
            <p:spPr bwMode="auto">
              <a:xfrm>
                <a:off x="2496" y="309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7" name="Line 1458"/>
              <p:cNvSpPr>
                <a:spLocks noChangeShapeType="1"/>
              </p:cNvSpPr>
              <p:nvPr/>
            </p:nvSpPr>
            <p:spPr bwMode="auto">
              <a:xfrm>
                <a:off x="2496" y="3144"/>
                <a:ext cx="1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8" name="Line 1459"/>
              <p:cNvSpPr>
                <a:spLocks noChangeShapeType="1"/>
              </p:cNvSpPr>
              <p:nvPr/>
            </p:nvSpPr>
            <p:spPr bwMode="auto">
              <a:xfrm>
                <a:off x="3792" y="3140"/>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9" name="Text Box 1460"/>
              <p:cNvSpPr txBox="1">
                <a:spLocks noChangeArrowheads="1"/>
              </p:cNvSpPr>
              <p:nvPr/>
            </p:nvSpPr>
            <p:spPr bwMode="auto">
              <a:xfrm>
                <a:off x="2332" y="2976"/>
                <a:ext cx="28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X005</a:t>
                </a:r>
              </a:p>
            </p:txBody>
          </p:sp>
          <p:sp>
            <p:nvSpPr>
              <p:cNvPr id="20620" name="Oval 1461"/>
              <p:cNvSpPr>
                <a:spLocks noChangeArrowheads="1"/>
              </p:cNvSpPr>
              <p:nvPr/>
            </p:nvSpPr>
            <p:spPr bwMode="auto">
              <a:xfrm>
                <a:off x="3596" y="3048"/>
                <a:ext cx="192" cy="192"/>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grpSp>
        <p:grpSp>
          <p:nvGrpSpPr>
            <p:cNvPr id="20552" name="Group 1462"/>
            <p:cNvGrpSpPr>
              <a:grpSpLocks/>
            </p:cNvGrpSpPr>
            <p:nvPr/>
          </p:nvGrpSpPr>
          <p:grpSpPr bwMode="auto">
            <a:xfrm>
              <a:off x="373" y="2933"/>
              <a:ext cx="1639" cy="240"/>
              <a:chOff x="2304" y="3240"/>
              <a:chExt cx="1640" cy="240"/>
            </a:xfrm>
          </p:grpSpPr>
          <p:sp>
            <p:nvSpPr>
              <p:cNvPr id="20607" name="Text Box 1463"/>
              <p:cNvSpPr txBox="1">
                <a:spLocks noChangeArrowheads="1"/>
              </p:cNvSpPr>
              <p:nvPr/>
            </p:nvSpPr>
            <p:spPr bwMode="auto">
              <a:xfrm>
                <a:off x="3190" y="3336"/>
                <a:ext cx="68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MC  N0  M6  ]</a:t>
                </a:r>
              </a:p>
            </p:txBody>
          </p:sp>
          <p:sp>
            <p:nvSpPr>
              <p:cNvPr id="20608" name="Line 1464"/>
              <p:cNvSpPr>
                <a:spLocks noChangeShapeType="1"/>
              </p:cNvSpPr>
              <p:nvPr/>
            </p:nvSpPr>
            <p:spPr bwMode="auto">
              <a:xfrm>
                <a:off x="2304" y="3408"/>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09" name="Line 1465"/>
              <p:cNvSpPr>
                <a:spLocks noChangeShapeType="1"/>
              </p:cNvSpPr>
              <p:nvPr/>
            </p:nvSpPr>
            <p:spPr bwMode="auto">
              <a:xfrm>
                <a:off x="2448" y="336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0" name="Line 1466"/>
              <p:cNvSpPr>
                <a:spLocks noChangeShapeType="1"/>
              </p:cNvSpPr>
              <p:nvPr/>
            </p:nvSpPr>
            <p:spPr bwMode="auto">
              <a:xfrm>
                <a:off x="2496" y="336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1" name="Line 1467"/>
              <p:cNvSpPr>
                <a:spLocks noChangeShapeType="1"/>
              </p:cNvSpPr>
              <p:nvPr/>
            </p:nvSpPr>
            <p:spPr bwMode="auto">
              <a:xfrm>
                <a:off x="2496" y="3408"/>
                <a:ext cx="7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2" name="Line 1468"/>
              <p:cNvSpPr>
                <a:spLocks noChangeShapeType="1"/>
              </p:cNvSpPr>
              <p:nvPr/>
            </p:nvSpPr>
            <p:spPr bwMode="auto">
              <a:xfrm>
                <a:off x="3792" y="3404"/>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13" name="Text Box 1469"/>
              <p:cNvSpPr txBox="1">
                <a:spLocks noChangeArrowheads="1"/>
              </p:cNvSpPr>
              <p:nvPr/>
            </p:nvSpPr>
            <p:spPr bwMode="auto">
              <a:xfrm>
                <a:off x="2332" y="3240"/>
                <a:ext cx="28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X002</a:t>
                </a:r>
              </a:p>
            </p:txBody>
          </p:sp>
        </p:grpSp>
        <p:sp>
          <p:nvSpPr>
            <p:cNvPr id="20553" name="Line 1470"/>
            <p:cNvSpPr>
              <a:spLocks noChangeShapeType="1"/>
            </p:cNvSpPr>
            <p:nvPr/>
          </p:nvSpPr>
          <p:spPr bwMode="auto">
            <a:xfrm>
              <a:off x="325" y="3197"/>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4" name="Line 1471"/>
            <p:cNvSpPr>
              <a:spLocks noChangeShapeType="1"/>
            </p:cNvSpPr>
            <p:nvPr/>
          </p:nvSpPr>
          <p:spPr bwMode="auto">
            <a:xfrm>
              <a:off x="325" y="324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5" name="Line 1472"/>
            <p:cNvSpPr>
              <a:spLocks noChangeShapeType="1"/>
            </p:cNvSpPr>
            <p:nvPr/>
          </p:nvSpPr>
          <p:spPr bwMode="auto">
            <a:xfrm>
              <a:off x="373" y="3245"/>
              <a:ext cx="0" cy="4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6" name="Line 1473"/>
            <p:cNvSpPr>
              <a:spLocks noChangeShapeType="1"/>
            </p:cNvSpPr>
            <p:nvPr/>
          </p:nvSpPr>
          <p:spPr bwMode="auto">
            <a:xfrm>
              <a:off x="373" y="3380"/>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7" name="Line 1474"/>
            <p:cNvSpPr>
              <a:spLocks noChangeShapeType="1"/>
            </p:cNvSpPr>
            <p:nvPr/>
          </p:nvSpPr>
          <p:spPr bwMode="auto">
            <a:xfrm>
              <a:off x="517" y="333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8" name="Line 1475"/>
            <p:cNvSpPr>
              <a:spLocks noChangeShapeType="1"/>
            </p:cNvSpPr>
            <p:nvPr/>
          </p:nvSpPr>
          <p:spPr bwMode="auto">
            <a:xfrm>
              <a:off x="565" y="333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59" name="Line 1476"/>
            <p:cNvSpPr>
              <a:spLocks noChangeShapeType="1"/>
            </p:cNvSpPr>
            <p:nvPr/>
          </p:nvSpPr>
          <p:spPr bwMode="auto">
            <a:xfrm>
              <a:off x="565" y="3380"/>
              <a:ext cx="11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60" name="Line 1477"/>
            <p:cNvSpPr>
              <a:spLocks noChangeShapeType="1"/>
            </p:cNvSpPr>
            <p:nvPr/>
          </p:nvSpPr>
          <p:spPr bwMode="auto">
            <a:xfrm>
              <a:off x="1860" y="3376"/>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61" name="Text Box 1478"/>
            <p:cNvSpPr txBox="1">
              <a:spLocks noChangeArrowheads="1"/>
            </p:cNvSpPr>
            <p:nvPr/>
          </p:nvSpPr>
          <p:spPr bwMode="auto">
            <a:xfrm>
              <a:off x="401" y="3221"/>
              <a:ext cx="284"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X006</a:t>
              </a:r>
            </a:p>
          </p:txBody>
        </p:sp>
        <p:sp>
          <p:nvSpPr>
            <p:cNvPr id="20562" name="Oval 1479"/>
            <p:cNvSpPr>
              <a:spLocks noChangeArrowheads="1"/>
            </p:cNvSpPr>
            <p:nvPr/>
          </p:nvSpPr>
          <p:spPr bwMode="auto">
            <a:xfrm>
              <a:off x="1664" y="3284"/>
              <a:ext cx="192" cy="192"/>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563" name="Text Box 1480"/>
            <p:cNvSpPr txBox="1">
              <a:spLocks noChangeArrowheads="1"/>
            </p:cNvSpPr>
            <p:nvPr/>
          </p:nvSpPr>
          <p:spPr bwMode="auto">
            <a:xfrm>
              <a:off x="1661" y="3169"/>
              <a:ext cx="232"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K5</a:t>
              </a:r>
            </a:p>
          </p:txBody>
        </p:sp>
        <p:sp>
          <p:nvSpPr>
            <p:cNvPr id="20564" name="Text Box 1481"/>
            <p:cNvSpPr txBox="1">
              <a:spLocks noChangeArrowheads="1"/>
            </p:cNvSpPr>
            <p:nvPr/>
          </p:nvSpPr>
          <p:spPr bwMode="auto">
            <a:xfrm>
              <a:off x="391" y="3141"/>
              <a:ext cx="216"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M6</a:t>
              </a:r>
            </a:p>
          </p:txBody>
        </p:sp>
        <p:sp>
          <p:nvSpPr>
            <p:cNvPr id="20565" name="Text Box 1482"/>
            <p:cNvSpPr txBox="1">
              <a:spLocks noChangeArrowheads="1"/>
            </p:cNvSpPr>
            <p:nvPr/>
          </p:nvSpPr>
          <p:spPr bwMode="auto">
            <a:xfrm>
              <a:off x="170" y="3141"/>
              <a:ext cx="221"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N0</a:t>
              </a:r>
            </a:p>
          </p:txBody>
        </p:sp>
        <p:grpSp>
          <p:nvGrpSpPr>
            <p:cNvPr id="20566" name="Group 1483"/>
            <p:cNvGrpSpPr>
              <a:grpSpLocks/>
            </p:cNvGrpSpPr>
            <p:nvPr/>
          </p:nvGrpSpPr>
          <p:grpSpPr bwMode="auto">
            <a:xfrm>
              <a:off x="373" y="3436"/>
              <a:ext cx="1639" cy="239"/>
              <a:chOff x="2304" y="3240"/>
              <a:chExt cx="1640" cy="240"/>
            </a:xfrm>
          </p:grpSpPr>
          <p:sp>
            <p:nvSpPr>
              <p:cNvPr id="20600" name="Text Box 1484"/>
              <p:cNvSpPr txBox="1">
                <a:spLocks noChangeArrowheads="1"/>
              </p:cNvSpPr>
              <p:nvPr/>
            </p:nvSpPr>
            <p:spPr bwMode="auto">
              <a:xfrm>
                <a:off x="3190" y="3336"/>
                <a:ext cx="68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MC  N1  M7  ]</a:t>
                </a:r>
              </a:p>
            </p:txBody>
          </p:sp>
          <p:sp>
            <p:nvSpPr>
              <p:cNvPr id="20601" name="Line 1485"/>
              <p:cNvSpPr>
                <a:spLocks noChangeShapeType="1"/>
              </p:cNvSpPr>
              <p:nvPr/>
            </p:nvSpPr>
            <p:spPr bwMode="auto">
              <a:xfrm>
                <a:off x="2304" y="3408"/>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02" name="Line 1486"/>
              <p:cNvSpPr>
                <a:spLocks noChangeShapeType="1"/>
              </p:cNvSpPr>
              <p:nvPr/>
            </p:nvSpPr>
            <p:spPr bwMode="auto">
              <a:xfrm>
                <a:off x="2448" y="336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03" name="Line 1487"/>
              <p:cNvSpPr>
                <a:spLocks noChangeShapeType="1"/>
              </p:cNvSpPr>
              <p:nvPr/>
            </p:nvSpPr>
            <p:spPr bwMode="auto">
              <a:xfrm>
                <a:off x="2496" y="336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04" name="Line 1488"/>
              <p:cNvSpPr>
                <a:spLocks noChangeShapeType="1"/>
              </p:cNvSpPr>
              <p:nvPr/>
            </p:nvSpPr>
            <p:spPr bwMode="auto">
              <a:xfrm>
                <a:off x="2496" y="3408"/>
                <a:ext cx="7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05" name="Line 1489"/>
              <p:cNvSpPr>
                <a:spLocks noChangeShapeType="1"/>
              </p:cNvSpPr>
              <p:nvPr/>
            </p:nvSpPr>
            <p:spPr bwMode="auto">
              <a:xfrm>
                <a:off x="3792" y="3404"/>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606" name="Text Box 1490"/>
              <p:cNvSpPr txBox="1">
                <a:spLocks noChangeArrowheads="1"/>
              </p:cNvSpPr>
              <p:nvPr/>
            </p:nvSpPr>
            <p:spPr bwMode="auto">
              <a:xfrm>
                <a:off x="2332" y="3240"/>
                <a:ext cx="28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X003</a:t>
                </a:r>
              </a:p>
            </p:txBody>
          </p:sp>
        </p:grpSp>
        <p:sp>
          <p:nvSpPr>
            <p:cNvPr id="20567" name="Line 1491"/>
            <p:cNvSpPr>
              <a:spLocks noChangeShapeType="1"/>
            </p:cNvSpPr>
            <p:nvPr/>
          </p:nvSpPr>
          <p:spPr bwMode="auto">
            <a:xfrm>
              <a:off x="325" y="368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68" name="Line 1492"/>
            <p:cNvSpPr>
              <a:spLocks noChangeShapeType="1"/>
            </p:cNvSpPr>
            <p:nvPr/>
          </p:nvSpPr>
          <p:spPr bwMode="auto">
            <a:xfrm>
              <a:off x="325" y="3731"/>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69" name="Line 1493"/>
            <p:cNvSpPr>
              <a:spLocks noChangeShapeType="1"/>
            </p:cNvSpPr>
            <p:nvPr/>
          </p:nvSpPr>
          <p:spPr bwMode="auto">
            <a:xfrm>
              <a:off x="373" y="3867"/>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70" name="Line 1494"/>
            <p:cNvSpPr>
              <a:spLocks noChangeShapeType="1"/>
            </p:cNvSpPr>
            <p:nvPr/>
          </p:nvSpPr>
          <p:spPr bwMode="auto">
            <a:xfrm>
              <a:off x="517" y="3819"/>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71" name="Line 1495"/>
            <p:cNvSpPr>
              <a:spLocks noChangeShapeType="1"/>
            </p:cNvSpPr>
            <p:nvPr/>
          </p:nvSpPr>
          <p:spPr bwMode="auto">
            <a:xfrm>
              <a:off x="565" y="3819"/>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72" name="Line 1496"/>
            <p:cNvSpPr>
              <a:spLocks noChangeShapeType="1"/>
            </p:cNvSpPr>
            <p:nvPr/>
          </p:nvSpPr>
          <p:spPr bwMode="auto">
            <a:xfrm>
              <a:off x="565" y="3867"/>
              <a:ext cx="11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73" name="Line 1497"/>
            <p:cNvSpPr>
              <a:spLocks noChangeShapeType="1"/>
            </p:cNvSpPr>
            <p:nvPr/>
          </p:nvSpPr>
          <p:spPr bwMode="auto">
            <a:xfrm>
              <a:off x="1860" y="3863"/>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74" name="Text Box 1498"/>
            <p:cNvSpPr txBox="1">
              <a:spLocks noChangeArrowheads="1"/>
            </p:cNvSpPr>
            <p:nvPr/>
          </p:nvSpPr>
          <p:spPr bwMode="auto">
            <a:xfrm>
              <a:off x="401" y="3707"/>
              <a:ext cx="28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X007</a:t>
              </a:r>
            </a:p>
          </p:txBody>
        </p:sp>
        <p:sp>
          <p:nvSpPr>
            <p:cNvPr id="20575" name="Oval 1499"/>
            <p:cNvSpPr>
              <a:spLocks noChangeArrowheads="1"/>
            </p:cNvSpPr>
            <p:nvPr/>
          </p:nvSpPr>
          <p:spPr bwMode="auto">
            <a:xfrm>
              <a:off x="1664" y="3771"/>
              <a:ext cx="192" cy="19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sz="800">
                <a:solidFill>
                  <a:srgbClr val="000000"/>
                </a:solidFill>
                <a:latin typeface="Times New Roman" panose="02020603050405020304" pitchFamily="18" charset="0"/>
                <a:cs typeface="Times New Roman" panose="02020603050405020304" pitchFamily="18" charset="0"/>
              </a:endParaRPr>
            </a:p>
          </p:txBody>
        </p:sp>
        <p:sp>
          <p:nvSpPr>
            <p:cNvPr id="20576" name="Text Box 1500"/>
            <p:cNvSpPr txBox="1">
              <a:spLocks noChangeArrowheads="1"/>
            </p:cNvSpPr>
            <p:nvPr/>
          </p:nvSpPr>
          <p:spPr bwMode="auto">
            <a:xfrm>
              <a:off x="1621" y="3655"/>
              <a:ext cx="285"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K100</a:t>
              </a:r>
            </a:p>
          </p:txBody>
        </p:sp>
        <p:sp>
          <p:nvSpPr>
            <p:cNvPr id="20577" name="Text Box 1501"/>
            <p:cNvSpPr txBox="1">
              <a:spLocks noChangeArrowheads="1"/>
            </p:cNvSpPr>
            <p:nvPr/>
          </p:nvSpPr>
          <p:spPr bwMode="auto">
            <a:xfrm>
              <a:off x="391" y="3627"/>
              <a:ext cx="21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M7</a:t>
              </a:r>
            </a:p>
          </p:txBody>
        </p:sp>
        <p:sp>
          <p:nvSpPr>
            <p:cNvPr id="20578" name="Text Box 1502"/>
            <p:cNvSpPr txBox="1">
              <a:spLocks noChangeArrowheads="1"/>
            </p:cNvSpPr>
            <p:nvPr/>
          </p:nvSpPr>
          <p:spPr bwMode="auto">
            <a:xfrm>
              <a:off x="170" y="3627"/>
              <a:ext cx="22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N1</a:t>
              </a:r>
            </a:p>
          </p:txBody>
        </p:sp>
        <p:sp>
          <p:nvSpPr>
            <p:cNvPr id="20579" name="Line 1503"/>
            <p:cNvSpPr>
              <a:spLocks noChangeShapeType="1"/>
            </p:cNvSpPr>
            <p:nvPr/>
          </p:nvSpPr>
          <p:spPr bwMode="auto">
            <a:xfrm>
              <a:off x="373" y="3731"/>
              <a:ext cx="0" cy="7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80" name="Text Box 1504"/>
            <p:cNvSpPr txBox="1">
              <a:spLocks noChangeArrowheads="1"/>
            </p:cNvSpPr>
            <p:nvPr/>
          </p:nvSpPr>
          <p:spPr bwMode="auto">
            <a:xfrm>
              <a:off x="1265" y="3966"/>
              <a:ext cx="66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0581" name="Line 1505"/>
            <p:cNvSpPr>
              <a:spLocks noChangeShapeType="1"/>
            </p:cNvSpPr>
            <p:nvPr/>
          </p:nvSpPr>
          <p:spPr bwMode="auto">
            <a:xfrm>
              <a:off x="373" y="4038"/>
              <a:ext cx="9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82" name="Line 1506"/>
            <p:cNvSpPr>
              <a:spLocks noChangeShapeType="1"/>
            </p:cNvSpPr>
            <p:nvPr/>
          </p:nvSpPr>
          <p:spPr bwMode="auto">
            <a:xfrm>
              <a:off x="1860" y="4034"/>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nvGrpSpPr>
            <p:cNvPr id="20583" name="Group 1507"/>
            <p:cNvGrpSpPr>
              <a:grpSpLocks/>
            </p:cNvGrpSpPr>
            <p:nvPr/>
          </p:nvGrpSpPr>
          <p:grpSpPr bwMode="auto">
            <a:xfrm>
              <a:off x="373" y="4058"/>
              <a:ext cx="1639" cy="263"/>
              <a:chOff x="2304" y="2976"/>
              <a:chExt cx="1640" cy="264"/>
            </a:xfrm>
          </p:grpSpPr>
          <p:sp>
            <p:nvSpPr>
              <p:cNvPr id="20593" name="Line 1508"/>
              <p:cNvSpPr>
                <a:spLocks noChangeShapeType="1"/>
              </p:cNvSpPr>
              <p:nvPr/>
            </p:nvSpPr>
            <p:spPr bwMode="auto">
              <a:xfrm>
                <a:off x="2304" y="3144"/>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94" name="Line 1509"/>
              <p:cNvSpPr>
                <a:spLocks noChangeShapeType="1"/>
              </p:cNvSpPr>
              <p:nvPr/>
            </p:nvSpPr>
            <p:spPr bwMode="auto">
              <a:xfrm>
                <a:off x="2448" y="309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95" name="Line 1510"/>
              <p:cNvSpPr>
                <a:spLocks noChangeShapeType="1"/>
              </p:cNvSpPr>
              <p:nvPr/>
            </p:nvSpPr>
            <p:spPr bwMode="auto">
              <a:xfrm>
                <a:off x="2496" y="309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96" name="Line 1511"/>
              <p:cNvSpPr>
                <a:spLocks noChangeShapeType="1"/>
              </p:cNvSpPr>
              <p:nvPr/>
            </p:nvSpPr>
            <p:spPr bwMode="auto">
              <a:xfrm>
                <a:off x="2496" y="3144"/>
                <a:ext cx="1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97" name="Line 1512"/>
              <p:cNvSpPr>
                <a:spLocks noChangeShapeType="1"/>
              </p:cNvSpPr>
              <p:nvPr/>
            </p:nvSpPr>
            <p:spPr bwMode="auto">
              <a:xfrm>
                <a:off x="3792" y="3140"/>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98" name="Text Box 1513"/>
              <p:cNvSpPr txBox="1">
                <a:spLocks noChangeArrowheads="1"/>
              </p:cNvSpPr>
              <p:nvPr/>
            </p:nvSpPr>
            <p:spPr bwMode="auto">
              <a:xfrm>
                <a:off x="2332" y="2976"/>
                <a:ext cx="28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X020</a:t>
                </a:r>
              </a:p>
            </p:txBody>
          </p:sp>
          <p:sp>
            <p:nvSpPr>
              <p:cNvPr id="20599" name="Oval 1514"/>
              <p:cNvSpPr>
                <a:spLocks noChangeArrowheads="1"/>
              </p:cNvSpPr>
              <p:nvPr/>
            </p:nvSpPr>
            <p:spPr bwMode="auto">
              <a:xfrm>
                <a:off x="3596" y="3048"/>
                <a:ext cx="192" cy="192"/>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grpSp>
        <p:sp>
          <p:nvSpPr>
            <p:cNvPr id="20584" name="Text Box 1515"/>
            <p:cNvSpPr txBox="1">
              <a:spLocks noChangeArrowheads="1"/>
            </p:cNvSpPr>
            <p:nvPr/>
          </p:nvSpPr>
          <p:spPr bwMode="auto">
            <a:xfrm>
              <a:off x="1265" y="4321"/>
              <a:ext cx="66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0585" name="Line 1516"/>
            <p:cNvSpPr>
              <a:spLocks noChangeShapeType="1"/>
            </p:cNvSpPr>
            <p:nvPr/>
          </p:nvSpPr>
          <p:spPr bwMode="auto">
            <a:xfrm>
              <a:off x="373" y="4393"/>
              <a:ext cx="9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86" name="Line 1517"/>
            <p:cNvSpPr>
              <a:spLocks noChangeShapeType="1"/>
            </p:cNvSpPr>
            <p:nvPr/>
          </p:nvSpPr>
          <p:spPr bwMode="auto">
            <a:xfrm>
              <a:off x="1860" y="4389"/>
              <a:ext cx="1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87" name="Rectangle 1518"/>
            <p:cNvSpPr>
              <a:spLocks noChangeArrowheads="1"/>
            </p:cNvSpPr>
            <p:nvPr/>
          </p:nvSpPr>
          <p:spPr bwMode="auto">
            <a:xfrm>
              <a:off x="1482" y="4309"/>
              <a:ext cx="21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a:solidFill>
                    <a:srgbClr val="000000"/>
                  </a:solidFill>
                  <a:latin typeface="Times New Roman" panose="02020603050405020304" pitchFamily="18" charset="0"/>
                  <a:cs typeface="Times New Roman" panose="02020603050405020304" pitchFamily="18" charset="0"/>
                </a:rPr>
                <a:t>ⓑ</a:t>
              </a:r>
            </a:p>
          </p:txBody>
        </p:sp>
        <p:sp>
          <p:nvSpPr>
            <p:cNvPr id="20588" name="Rectangle 1519"/>
            <p:cNvSpPr>
              <a:spLocks noChangeArrowheads="1"/>
            </p:cNvSpPr>
            <p:nvPr/>
          </p:nvSpPr>
          <p:spPr bwMode="auto">
            <a:xfrm>
              <a:off x="1480" y="3951"/>
              <a:ext cx="2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a:solidFill>
                    <a:srgbClr val="000000"/>
                  </a:solidFill>
                  <a:latin typeface="Times New Roman" panose="02020603050405020304" pitchFamily="18" charset="0"/>
                  <a:cs typeface="Times New Roman" panose="02020603050405020304" pitchFamily="18" charset="0"/>
                </a:rPr>
                <a:t>ⓐ</a:t>
              </a:r>
            </a:p>
          </p:txBody>
        </p:sp>
        <p:sp>
          <p:nvSpPr>
            <p:cNvPr id="20589" name="Text Box 278"/>
            <p:cNvSpPr txBox="1">
              <a:spLocks noChangeArrowheads="1"/>
            </p:cNvSpPr>
            <p:nvPr/>
          </p:nvSpPr>
          <p:spPr bwMode="auto">
            <a:xfrm>
              <a:off x="1666" y="3800"/>
              <a:ext cx="197"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T0</a:t>
              </a:r>
            </a:p>
          </p:txBody>
        </p:sp>
        <p:sp>
          <p:nvSpPr>
            <p:cNvPr id="20590" name="Text Box 279"/>
            <p:cNvSpPr txBox="1">
              <a:spLocks noChangeArrowheads="1"/>
            </p:cNvSpPr>
            <p:nvPr/>
          </p:nvSpPr>
          <p:spPr bwMode="auto">
            <a:xfrm>
              <a:off x="1642" y="2820"/>
              <a:ext cx="242"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0591" name="Text Box 280"/>
            <p:cNvSpPr txBox="1">
              <a:spLocks noChangeArrowheads="1"/>
            </p:cNvSpPr>
            <p:nvPr/>
          </p:nvSpPr>
          <p:spPr bwMode="auto">
            <a:xfrm>
              <a:off x="1639" y="4167"/>
              <a:ext cx="242"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Y71</a:t>
              </a:r>
            </a:p>
          </p:txBody>
        </p:sp>
        <p:sp>
          <p:nvSpPr>
            <p:cNvPr id="20592" name="Text Box 281"/>
            <p:cNvSpPr txBox="1">
              <a:spLocks noChangeArrowheads="1"/>
            </p:cNvSpPr>
            <p:nvPr/>
          </p:nvSpPr>
          <p:spPr bwMode="auto">
            <a:xfrm>
              <a:off x="1651" y="3315"/>
              <a:ext cx="20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a:t>
              </a:r>
            </a:p>
          </p:txBody>
        </p:sp>
      </p:grpSp>
      <p:sp>
        <p:nvSpPr>
          <p:cNvPr id="20506" name="Rectangle 99"/>
          <p:cNvSpPr>
            <a:spLocks noChangeArrowheads="1"/>
          </p:cNvSpPr>
          <p:nvPr/>
        </p:nvSpPr>
        <p:spPr bwMode="auto">
          <a:xfrm>
            <a:off x="3395695" y="1042988"/>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19.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MC/MCR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cấu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tạo</a:t>
            </a:r>
            <a:r>
              <a:rPr lang="en-US" altLang="ko-KR" sz="900" smtClean="0">
                <a:solidFill>
                  <a:srgbClr val="000000"/>
                </a:solidFill>
                <a:latin typeface="Times New Roman" panose="02020603050405020304" pitchFamily="18" charset="0"/>
                <a:cs typeface="Times New Roman" panose="02020603050405020304" pitchFamily="18" charset="0"/>
              </a:rPr>
              <a:t> Nest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chỗ</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0507" name="Rectangle 99"/>
          <p:cNvSpPr>
            <a:spLocks noChangeArrowheads="1"/>
          </p:cNvSpPr>
          <p:nvPr/>
        </p:nvSpPr>
        <p:spPr bwMode="auto">
          <a:xfrm>
            <a:off x="3395695" y="4386263"/>
            <a:ext cx="3201987" cy="397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 MCR M6  B: MCR M7  ② A: MCR N0  B: MCR N1</a:t>
            </a: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 A: MCR M7  B: MCR M6  ④ A: MCR N1  B: MCR N0</a:t>
            </a:r>
          </a:p>
        </p:txBody>
      </p:sp>
      <p:grpSp>
        <p:nvGrpSpPr>
          <p:cNvPr id="20508" name="Group 246"/>
          <p:cNvGrpSpPr>
            <a:grpSpLocks/>
          </p:cNvGrpSpPr>
          <p:nvPr/>
        </p:nvGrpSpPr>
        <p:grpSpPr bwMode="auto">
          <a:xfrm>
            <a:off x="568325" y="6300788"/>
            <a:ext cx="2592388" cy="609600"/>
            <a:chOff x="770" y="26691"/>
            <a:chExt cx="259" cy="69"/>
          </a:xfrm>
        </p:grpSpPr>
        <p:pic>
          <p:nvPicPr>
            <p:cNvPr id="20547" name="Picture 24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0" y="26691"/>
              <a:ext cx="66"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48" name="Picture 2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1" y="26691"/>
              <a:ext cx="19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509" name="Group 284"/>
          <p:cNvGrpSpPr>
            <a:grpSpLocks/>
          </p:cNvGrpSpPr>
          <p:nvPr/>
        </p:nvGrpSpPr>
        <p:grpSpPr bwMode="auto">
          <a:xfrm>
            <a:off x="423866" y="7083445"/>
            <a:ext cx="2789237" cy="839788"/>
            <a:chOff x="267" y="3320"/>
            <a:chExt cx="1757" cy="529"/>
          </a:xfrm>
        </p:grpSpPr>
        <p:sp>
          <p:nvSpPr>
            <p:cNvPr id="20516" name="Line 250"/>
            <p:cNvSpPr>
              <a:spLocks noChangeShapeType="1"/>
            </p:cNvSpPr>
            <p:nvPr/>
          </p:nvSpPr>
          <p:spPr bwMode="auto">
            <a:xfrm>
              <a:off x="440" y="3443"/>
              <a:ext cx="15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17" name="Line 251"/>
            <p:cNvSpPr>
              <a:spLocks noChangeShapeType="1"/>
            </p:cNvSpPr>
            <p:nvPr/>
          </p:nvSpPr>
          <p:spPr bwMode="auto">
            <a:xfrm>
              <a:off x="440" y="3635"/>
              <a:ext cx="15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18" name="Line 252"/>
            <p:cNvSpPr>
              <a:spLocks noChangeShapeType="1"/>
            </p:cNvSpPr>
            <p:nvPr/>
          </p:nvSpPr>
          <p:spPr bwMode="auto">
            <a:xfrm>
              <a:off x="440" y="3826"/>
              <a:ext cx="15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19" name="Rectangle 253"/>
            <p:cNvSpPr>
              <a:spLocks noChangeArrowheads="1"/>
            </p:cNvSpPr>
            <p:nvPr/>
          </p:nvSpPr>
          <p:spPr bwMode="auto">
            <a:xfrm>
              <a:off x="461" y="3347"/>
              <a:ext cx="135"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0" name="Rectangle 254"/>
            <p:cNvSpPr>
              <a:spLocks noChangeArrowheads="1"/>
            </p:cNvSpPr>
            <p:nvPr/>
          </p:nvSpPr>
          <p:spPr bwMode="auto">
            <a:xfrm>
              <a:off x="732"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1" name="Rectangle 255"/>
            <p:cNvSpPr>
              <a:spLocks noChangeArrowheads="1"/>
            </p:cNvSpPr>
            <p:nvPr/>
          </p:nvSpPr>
          <p:spPr bwMode="auto">
            <a:xfrm>
              <a:off x="1004"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2" name="Rectangle 256"/>
            <p:cNvSpPr>
              <a:spLocks noChangeArrowheads="1"/>
            </p:cNvSpPr>
            <p:nvPr/>
          </p:nvSpPr>
          <p:spPr bwMode="auto">
            <a:xfrm>
              <a:off x="1276"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3" name="Rectangle 257"/>
            <p:cNvSpPr>
              <a:spLocks noChangeArrowheads="1"/>
            </p:cNvSpPr>
            <p:nvPr/>
          </p:nvSpPr>
          <p:spPr bwMode="auto">
            <a:xfrm>
              <a:off x="1548"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4" name="Rectangle 258"/>
            <p:cNvSpPr>
              <a:spLocks noChangeArrowheads="1"/>
            </p:cNvSpPr>
            <p:nvPr/>
          </p:nvSpPr>
          <p:spPr bwMode="auto">
            <a:xfrm>
              <a:off x="1819"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5" name="Rectangle 259"/>
            <p:cNvSpPr>
              <a:spLocks noChangeArrowheads="1"/>
            </p:cNvSpPr>
            <p:nvPr/>
          </p:nvSpPr>
          <p:spPr bwMode="auto">
            <a:xfrm>
              <a:off x="687" y="353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6" name="Rectangle 260"/>
            <p:cNvSpPr>
              <a:spLocks noChangeArrowheads="1"/>
            </p:cNvSpPr>
            <p:nvPr/>
          </p:nvSpPr>
          <p:spPr bwMode="auto">
            <a:xfrm>
              <a:off x="1197" y="3539"/>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7" name="Rectangle 261"/>
            <p:cNvSpPr>
              <a:spLocks noChangeArrowheads="1"/>
            </p:cNvSpPr>
            <p:nvPr/>
          </p:nvSpPr>
          <p:spPr bwMode="auto">
            <a:xfrm>
              <a:off x="1864" y="3539"/>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0528" name="Line 262"/>
            <p:cNvSpPr>
              <a:spLocks noChangeShapeType="1"/>
            </p:cNvSpPr>
            <p:nvPr/>
          </p:nvSpPr>
          <p:spPr bwMode="auto">
            <a:xfrm>
              <a:off x="735"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29" name="Line 263"/>
            <p:cNvSpPr>
              <a:spLocks noChangeShapeType="1"/>
            </p:cNvSpPr>
            <p:nvPr/>
          </p:nvSpPr>
          <p:spPr bwMode="auto">
            <a:xfrm>
              <a:off x="1004"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30" name="Line 264"/>
            <p:cNvSpPr>
              <a:spLocks noChangeShapeType="1"/>
            </p:cNvSpPr>
            <p:nvPr/>
          </p:nvSpPr>
          <p:spPr bwMode="auto">
            <a:xfrm>
              <a:off x="1550"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31" name="Line 265"/>
            <p:cNvSpPr>
              <a:spLocks noChangeShapeType="1"/>
            </p:cNvSpPr>
            <p:nvPr/>
          </p:nvSpPr>
          <p:spPr bwMode="auto">
            <a:xfrm>
              <a:off x="1819"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32" name="Rectangle 269"/>
            <p:cNvSpPr>
              <a:spLocks noChangeArrowheads="1"/>
            </p:cNvSpPr>
            <p:nvPr/>
          </p:nvSpPr>
          <p:spPr bwMode="auto">
            <a:xfrm>
              <a:off x="735" y="3731"/>
              <a:ext cx="136" cy="95"/>
            </a:xfrm>
            <a:prstGeom prst="rect">
              <a:avLst/>
            </a:prstGeom>
            <a:solidFill>
              <a:srgbClr val="CCCCFF"/>
            </a:solidFill>
            <a:ln w="9525">
              <a:solidFill>
                <a:srgbClr val="000000"/>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533" name="Rectangle 270"/>
            <p:cNvSpPr>
              <a:spLocks noChangeArrowheads="1"/>
            </p:cNvSpPr>
            <p:nvPr/>
          </p:nvSpPr>
          <p:spPr bwMode="auto">
            <a:xfrm>
              <a:off x="1005" y="3731"/>
              <a:ext cx="136" cy="95"/>
            </a:xfrm>
            <a:prstGeom prst="rect">
              <a:avLst/>
            </a:prstGeom>
            <a:solidFill>
              <a:srgbClr val="CCCCFF"/>
            </a:solidFill>
            <a:ln w="9525">
              <a:solidFill>
                <a:srgbClr val="000000"/>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534" name="Rectangle 271"/>
            <p:cNvSpPr>
              <a:spLocks noChangeArrowheads="1"/>
            </p:cNvSpPr>
            <p:nvPr/>
          </p:nvSpPr>
          <p:spPr bwMode="auto">
            <a:xfrm>
              <a:off x="1550" y="3731"/>
              <a:ext cx="136" cy="95"/>
            </a:xfrm>
            <a:prstGeom prst="rect">
              <a:avLst/>
            </a:prstGeom>
            <a:solidFill>
              <a:srgbClr val="CCCCFF"/>
            </a:solidFill>
            <a:ln w="9525">
              <a:solidFill>
                <a:srgbClr val="000000"/>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535" name="Rectangle 272"/>
            <p:cNvSpPr>
              <a:spLocks noChangeArrowheads="1"/>
            </p:cNvSpPr>
            <p:nvPr/>
          </p:nvSpPr>
          <p:spPr bwMode="auto">
            <a:xfrm>
              <a:off x="1819" y="3731"/>
              <a:ext cx="136" cy="95"/>
            </a:xfrm>
            <a:prstGeom prst="rect">
              <a:avLst/>
            </a:prstGeom>
            <a:solidFill>
              <a:srgbClr val="CCCCFF"/>
            </a:solidFill>
            <a:ln w="9525">
              <a:solidFill>
                <a:srgbClr val="000000"/>
              </a:solidFill>
              <a:miter lim="800000"/>
              <a:headEnd/>
              <a:tailEnd/>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0536" name="Line 273"/>
            <p:cNvSpPr>
              <a:spLocks noChangeShapeType="1"/>
            </p:cNvSpPr>
            <p:nvPr/>
          </p:nvSpPr>
          <p:spPr bwMode="auto">
            <a:xfrm>
              <a:off x="1007" y="3728"/>
              <a:ext cx="0" cy="96"/>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37" name="Line 274"/>
            <p:cNvSpPr>
              <a:spLocks noChangeShapeType="1"/>
            </p:cNvSpPr>
            <p:nvPr/>
          </p:nvSpPr>
          <p:spPr bwMode="auto">
            <a:xfrm>
              <a:off x="732" y="3724"/>
              <a:ext cx="0" cy="95"/>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38" name="Line 275"/>
            <p:cNvSpPr>
              <a:spLocks noChangeShapeType="1"/>
            </p:cNvSpPr>
            <p:nvPr/>
          </p:nvSpPr>
          <p:spPr bwMode="auto">
            <a:xfrm>
              <a:off x="1550" y="3726"/>
              <a:ext cx="0" cy="96"/>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39" name="Line 276"/>
            <p:cNvSpPr>
              <a:spLocks noChangeShapeType="1"/>
            </p:cNvSpPr>
            <p:nvPr/>
          </p:nvSpPr>
          <p:spPr bwMode="auto">
            <a:xfrm>
              <a:off x="1819" y="3728"/>
              <a:ext cx="0" cy="96"/>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0540" name="Text Box 277"/>
            <p:cNvSpPr txBox="1">
              <a:spLocks noChangeArrowheads="1"/>
            </p:cNvSpPr>
            <p:nvPr/>
          </p:nvSpPr>
          <p:spPr bwMode="auto">
            <a:xfrm>
              <a:off x="267" y="3320"/>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0541" name="Text Box 278"/>
            <p:cNvSpPr txBox="1">
              <a:spLocks noChangeArrowheads="1"/>
            </p:cNvSpPr>
            <p:nvPr/>
          </p:nvSpPr>
          <p:spPr bwMode="auto">
            <a:xfrm>
              <a:off x="267" y="3518"/>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0542" name="Text Box 279"/>
            <p:cNvSpPr txBox="1">
              <a:spLocks noChangeArrowheads="1"/>
            </p:cNvSpPr>
            <p:nvPr/>
          </p:nvSpPr>
          <p:spPr bwMode="auto">
            <a:xfrm>
              <a:off x="267" y="3704"/>
              <a:ext cx="20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a:t>
              </a:r>
            </a:p>
          </p:txBody>
        </p:sp>
        <p:sp>
          <p:nvSpPr>
            <p:cNvPr id="20543" name="Text Box 280"/>
            <p:cNvSpPr txBox="1">
              <a:spLocks noChangeArrowheads="1"/>
            </p:cNvSpPr>
            <p:nvPr/>
          </p:nvSpPr>
          <p:spPr bwMode="auto">
            <a:xfrm>
              <a:off x="709" y="3698"/>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a:t>
              </a:r>
            </a:p>
          </p:txBody>
        </p:sp>
        <p:sp>
          <p:nvSpPr>
            <p:cNvPr id="20544" name="Text Box 281"/>
            <p:cNvSpPr txBox="1">
              <a:spLocks noChangeArrowheads="1"/>
            </p:cNvSpPr>
            <p:nvPr/>
          </p:nvSpPr>
          <p:spPr bwMode="auto">
            <a:xfrm>
              <a:off x="979" y="3698"/>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a:t>
              </a:r>
            </a:p>
          </p:txBody>
        </p:sp>
        <p:sp>
          <p:nvSpPr>
            <p:cNvPr id="20545" name="Text Box 282"/>
            <p:cNvSpPr txBox="1">
              <a:spLocks noChangeArrowheads="1"/>
            </p:cNvSpPr>
            <p:nvPr/>
          </p:nvSpPr>
          <p:spPr bwMode="auto">
            <a:xfrm>
              <a:off x="1525" y="3698"/>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a:t>
              </a:r>
            </a:p>
          </p:txBody>
        </p:sp>
        <p:sp>
          <p:nvSpPr>
            <p:cNvPr id="20546" name="Text Box 283"/>
            <p:cNvSpPr txBox="1">
              <a:spLocks noChangeArrowheads="1"/>
            </p:cNvSpPr>
            <p:nvPr/>
          </p:nvSpPr>
          <p:spPr bwMode="auto">
            <a:xfrm>
              <a:off x="1795" y="3698"/>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a:t>
              </a:r>
            </a:p>
          </p:txBody>
        </p:sp>
      </p:grpSp>
      <p:sp>
        <p:nvSpPr>
          <p:cNvPr id="20510" name="Rectangle 99"/>
          <p:cNvSpPr>
            <a:spLocks noChangeArrowheads="1"/>
          </p:cNvSpPr>
          <p:nvPr/>
        </p:nvSpPr>
        <p:spPr bwMode="auto">
          <a:xfrm>
            <a:off x="3395695" y="4799029"/>
            <a:ext cx="3201987" cy="5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20. </a:t>
            </a:r>
            <a:r>
              <a:rPr lang="en-US" altLang="ko-KR" sz="900" err="1" smtClean="0">
                <a:solidFill>
                  <a:srgbClr val="000000"/>
                </a:solidFill>
                <a:latin typeface="Times New Roman" panose="02020603050405020304" pitchFamily="18" charset="0"/>
                <a:cs typeface="Times New Roman" panose="02020603050405020304" pitchFamily="18" charset="0"/>
              </a:rPr>
              <a:t>Muốn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làm</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Y40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Program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10000"/>
              </a:lnSpc>
              <a:spcBef>
                <a:spcPct val="0"/>
              </a:spcBef>
              <a:spcAft>
                <a:spcPct val="0"/>
              </a:spcAft>
            </a:pP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chọn</a:t>
            </a:r>
            <a:r>
              <a:rPr lang="en-US" altLang="ko-KR" sz="900" smtClean="0">
                <a:solidFill>
                  <a:srgbClr val="000000"/>
                </a:solidFill>
                <a:latin typeface="Times New Roman" panose="02020603050405020304" pitchFamily="18" charset="0"/>
                <a:cs typeface="Times New Roman" panose="02020603050405020304" pitchFamily="18" charset="0"/>
              </a:rPr>
              <a:t> Chart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Y40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On/Off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.(Timer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100ms)</a:t>
            </a:r>
            <a:endParaRPr lang="en-US" altLang="ko-KR" sz="900">
              <a:solidFill>
                <a:srgbClr val="000000"/>
              </a:solidFill>
              <a:latin typeface="Times New Roman" panose="02020603050405020304" pitchFamily="18" charset="0"/>
              <a:cs typeface="Times New Roman" panose="02020603050405020304" pitchFamily="18" charset="0"/>
            </a:endParaRPr>
          </a:p>
        </p:txBody>
      </p:sp>
      <p:pic>
        <p:nvPicPr>
          <p:cNvPr id="20511" name="Picture 92"/>
          <p:cNvPicPr>
            <a:picLocks noChangeAspect="1" noChangeArrowheads="1"/>
          </p:cNvPicPr>
          <p:nvPr/>
        </p:nvPicPr>
        <p:blipFill>
          <a:blip r:embed="rId5">
            <a:extLst>
              <a:ext uri="{28A0092B-C50C-407E-A947-70E740481C1C}">
                <a14:useLocalDpi xmlns:a14="http://schemas.microsoft.com/office/drawing/2010/main" val="0"/>
              </a:ext>
            </a:extLst>
          </a:blip>
          <a:srcRect l="76582" t="30063" r="9245" b="30078"/>
          <a:stretch>
            <a:fillRect/>
          </a:stretch>
        </p:blipFill>
        <p:spPr bwMode="auto">
          <a:xfrm>
            <a:off x="3465513" y="6084894"/>
            <a:ext cx="3016250" cy="287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512" name="Group 32"/>
          <p:cNvGrpSpPr>
            <a:grpSpLocks/>
          </p:cNvGrpSpPr>
          <p:nvPr/>
        </p:nvGrpSpPr>
        <p:grpSpPr bwMode="auto">
          <a:xfrm>
            <a:off x="3519488" y="5435602"/>
            <a:ext cx="2952750" cy="649288"/>
            <a:chOff x="2217" y="4113"/>
            <a:chExt cx="1860" cy="485"/>
          </a:xfrm>
        </p:grpSpPr>
        <p:pic>
          <p:nvPicPr>
            <p:cNvPr id="20514" name="Picture 33"/>
            <p:cNvPicPr>
              <a:picLocks noChangeAspect="1" noChangeArrowheads="1"/>
            </p:cNvPicPr>
            <p:nvPr/>
          </p:nvPicPr>
          <p:blipFill>
            <a:blip r:embed="rId6">
              <a:extLst>
                <a:ext uri="{28A0092B-C50C-407E-A947-70E740481C1C}">
                  <a14:useLocalDpi xmlns:a14="http://schemas.microsoft.com/office/drawing/2010/main" val="0"/>
                </a:ext>
              </a:extLst>
            </a:blip>
            <a:srcRect r="74902"/>
            <a:stretch>
              <a:fillRect/>
            </a:stretch>
          </p:blipFill>
          <p:spPr bwMode="auto">
            <a:xfrm>
              <a:off x="2217" y="4113"/>
              <a:ext cx="1161" cy="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5" name="Picture 34"/>
            <p:cNvPicPr>
              <a:picLocks noChangeAspect="1" noChangeArrowheads="1"/>
            </p:cNvPicPr>
            <p:nvPr/>
          </p:nvPicPr>
          <p:blipFill>
            <a:blip r:embed="rId7">
              <a:extLst>
                <a:ext uri="{28A0092B-C50C-407E-A947-70E740481C1C}">
                  <a14:useLocalDpi xmlns:a14="http://schemas.microsoft.com/office/drawing/2010/main" val="0"/>
                </a:ext>
              </a:extLst>
            </a:blip>
            <a:srcRect l="83842"/>
            <a:stretch>
              <a:fillRect/>
            </a:stretch>
          </p:blipFill>
          <p:spPr bwMode="auto">
            <a:xfrm>
              <a:off x="3329" y="4115"/>
              <a:ext cx="748" cy="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306" name="직선 연결선 305"/>
          <p:cNvCxnSpPr/>
          <p:nvPr/>
        </p:nvCxnSpPr>
        <p:spPr>
          <a:xfrm>
            <a:off x="1237080" y="3540125"/>
            <a:ext cx="2476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8"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34958297"/>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0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4,6</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grpSp>
        <p:nvGrpSpPr>
          <p:cNvPr id="21585" name="그룹 1"/>
          <p:cNvGrpSpPr>
            <a:grpSpLocks/>
          </p:cNvGrpSpPr>
          <p:nvPr/>
        </p:nvGrpSpPr>
        <p:grpSpPr bwMode="auto">
          <a:xfrm>
            <a:off x="1533556" y="7092950"/>
            <a:ext cx="2697164" cy="1130300"/>
            <a:chOff x="1534202" y="7092350"/>
            <a:chExt cx="2697163" cy="1130301"/>
          </a:xfrm>
        </p:grpSpPr>
        <p:sp>
          <p:nvSpPr>
            <p:cNvPr id="21587" name="Freeform 1083"/>
            <p:cNvSpPr>
              <a:spLocks/>
            </p:cNvSpPr>
            <p:nvPr/>
          </p:nvSpPr>
          <p:spPr bwMode="auto">
            <a:xfrm>
              <a:off x="1916790" y="7092350"/>
              <a:ext cx="2314575" cy="242888"/>
            </a:xfrm>
            <a:custGeom>
              <a:avLst/>
              <a:gdLst>
                <a:gd name="T0" fmla="*/ 0 w 1248"/>
                <a:gd name="T1" fmla="*/ 2147483647 h 144"/>
                <a:gd name="T2" fmla="*/ 2147483647 w 1248"/>
                <a:gd name="T3" fmla="*/ 2147483647 h 144"/>
                <a:gd name="T4" fmla="*/ 2147483647 w 1248"/>
                <a:gd name="T5" fmla="*/ 0 h 144"/>
                <a:gd name="T6" fmla="*/ 2147483647 w 1248"/>
                <a:gd name="T7" fmla="*/ 0 h 144"/>
                <a:gd name="T8" fmla="*/ 2147483647 w 1248"/>
                <a:gd name="T9" fmla="*/ 2147483647 h 144"/>
                <a:gd name="T10" fmla="*/ 2147483647 w 1248"/>
                <a:gd name="T11" fmla="*/ 2147483647 h 144"/>
                <a:gd name="T12" fmla="*/ 0 60000 65536"/>
                <a:gd name="T13" fmla="*/ 0 60000 65536"/>
                <a:gd name="T14" fmla="*/ 0 60000 65536"/>
                <a:gd name="T15" fmla="*/ 0 60000 65536"/>
                <a:gd name="T16" fmla="*/ 0 60000 65536"/>
                <a:gd name="T17" fmla="*/ 0 60000 65536"/>
                <a:gd name="T18" fmla="*/ 0 w 1248"/>
                <a:gd name="T19" fmla="*/ 0 h 144"/>
                <a:gd name="T20" fmla="*/ 1248 w 124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248" h="144">
                  <a:moveTo>
                    <a:pt x="0" y="144"/>
                  </a:moveTo>
                  <a:lnTo>
                    <a:pt x="288" y="144"/>
                  </a:lnTo>
                  <a:lnTo>
                    <a:pt x="288" y="0"/>
                  </a:lnTo>
                  <a:lnTo>
                    <a:pt x="816" y="0"/>
                  </a:lnTo>
                  <a:lnTo>
                    <a:pt x="816" y="144"/>
                  </a:lnTo>
                  <a:lnTo>
                    <a:pt x="1248" y="144"/>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88" name="Freeform 1084"/>
            <p:cNvSpPr>
              <a:spLocks/>
            </p:cNvSpPr>
            <p:nvPr/>
          </p:nvSpPr>
          <p:spPr bwMode="auto">
            <a:xfrm>
              <a:off x="1916790" y="7579713"/>
              <a:ext cx="2314575" cy="242888"/>
            </a:xfrm>
            <a:custGeom>
              <a:avLst/>
              <a:gdLst>
                <a:gd name="T0" fmla="*/ 0 w 1248"/>
                <a:gd name="T1" fmla="*/ 2147483647 h 144"/>
                <a:gd name="T2" fmla="*/ 2147483647 w 1248"/>
                <a:gd name="T3" fmla="*/ 2147483647 h 144"/>
                <a:gd name="T4" fmla="*/ 2147483647 w 1248"/>
                <a:gd name="T5" fmla="*/ 0 h 144"/>
                <a:gd name="T6" fmla="*/ 2147483647 w 1248"/>
                <a:gd name="T7" fmla="*/ 0 h 144"/>
                <a:gd name="T8" fmla="*/ 2147483647 w 1248"/>
                <a:gd name="T9" fmla="*/ 2147483647 h 144"/>
                <a:gd name="T10" fmla="*/ 2147483647 w 1248"/>
                <a:gd name="T11" fmla="*/ 2147483647 h 144"/>
                <a:gd name="T12" fmla="*/ 0 60000 65536"/>
                <a:gd name="T13" fmla="*/ 0 60000 65536"/>
                <a:gd name="T14" fmla="*/ 0 60000 65536"/>
                <a:gd name="T15" fmla="*/ 0 60000 65536"/>
                <a:gd name="T16" fmla="*/ 0 60000 65536"/>
                <a:gd name="T17" fmla="*/ 0 60000 65536"/>
                <a:gd name="T18" fmla="*/ 0 w 1248"/>
                <a:gd name="T19" fmla="*/ 0 h 144"/>
                <a:gd name="T20" fmla="*/ 1248 w 124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248" h="144">
                  <a:moveTo>
                    <a:pt x="0" y="144"/>
                  </a:moveTo>
                  <a:lnTo>
                    <a:pt x="816" y="144"/>
                  </a:lnTo>
                  <a:lnTo>
                    <a:pt x="816" y="0"/>
                  </a:lnTo>
                  <a:lnTo>
                    <a:pt x="1152" y="0"/>
                  </a:lnTo>
                  <a:lnTo>
                    <a:pt x="1152" y="144"/>
                  </a:lnTo>
                  <a:lnTo>
                    <a:pt x="1248" y="144"/>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89" name="Line 1085"/>
            <p:cNvSpPr>
              <a:spLocks noChangeShapeType="1"/>
            </p:cNvSpPr>
            <p:nvPr/>
          </p:nvSpPr>
          <p:spPr bwMode="auto">
            <a:xfrm flipV="1">
              <a:off x="2450190" y="7092350"/>
              <a:ext cx="0" cy="242888"/>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90" name="Line 1086"/>
            <p:cNvSpPr>
              <a:spLocks noChangeShapeType="1"/>
            </p:cNvSpPr>
            <p:nvPr/>
          </p:nvSpPr>
          <p:spPr bwMode="auto">
            <a:xfrm>
              <a:off x="3431265" y="7092350"/>
              <a:ext cx="0" cy="242888"/>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91" name="Line 1087"/>
            <p:cNvSpPr>
              <a:spLocks noChangeShapeType="1"/>
            </p:cNvSpPr>
            <p:nvPr/>
          </p:nvSpPr>
          <p:spPr bwMode="auto">
            <a:xfrm flipV="1">
              <a:off x="3431265" y="7579713"/>
              <a:ext cx="0" cy="242888"/>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92" name="Line 1088"/>
            <p:cNvSpPr>
              <a:spLocks noChangeShapeType="1"/>
            </p:cNvSpPr>
            <p:nvPr/>
          </p:nvSpPr>
          <p:spPr bwMode="auto">
            <a:xfrm>
              <a:off x="4055153" y="7579713"/>
              <a:ext cx="0" cy="242888"/>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93" name="Freeform 1089"/>
            <p:cNvSpPr>
              <a:spLocks/>
            </p:cNvSpPr>
            <p:nvPr/>
          </p:nvSpPr>
          <p:spPr bwMode="auto">
            <a:xfrm>
              <a:off x="3312203" y="7173313"/>
              <a:ext cx="311150" cy="568325"/>
            </a:xfrm>
            <a:custGeom>
              <a:avLst/>
              <a:gdLst>
                <a:gd name="T0" fmla="*/ 2147483647 w 168"/>
                <a:gd name="T1" fmla="*/ 0 h 384"/>
                <a:gd name="T2" fmla="*/ 2147483647 w 168"/>
                <a:gd name="T3" fmla="*/ 2147483647 h 384"/>
                <a:gd name="T4" fmla="*/ 2147483647 w 168"/>
                <a:gd name="T5" fmla="*/ 2147483647 h 384"/>
                <a:gd name="T6" fmla="*/ 2147483647 w 168"/>
                <a:gd name="T7" fmla="*/ 2147483647 h 384"/>
                <a:gd name="T8" fmla="*/ 0 60000 65536"/>
                <a:gd name="T9" fmla="*/ 0 60000 65536"/>
                <a:gd name="T10" fmla="*/ 0 60000 65536"/>
                <a:gd name="T11" fmla="*/ 0 60000 65536"/>
                <a:gd name="T12" fmla="*/ 0 w 168"/>
                <a:gd name="T13" fmla="*/ 0 h 384"/>
                <a:gd name="T14" fmla="*/ 168 w 168"/>
                <a:gd name="T15" fmla="*/ 384 h 384"/>
              </a:gdLst>
              <a:ahLst/>
              <a:cxnLst>
                <a:cxn ang="T8">
                  <a:pos x="T0" y="T1"/>
                </a:cxn>
                <a:cxn ang="T9">
                  <a:pos x="T2" y="T3"/>
                </a:cxn>
                <a:cxn ang="T10">
                  <a:pos x="T4" y="T5"/>
                </a:cxn>
                <a:cxn ang="T11">
                  <a:pos x="T6" y="T7"/>
                </a:cxn>
              </a:cxnLst>
              <a:rect l="T12" t="T13" r="T14" b="T15"/>
              <a:pathLst>
                <a:path w="168" h="384">
                  <a:moveTo>
                    <a:pt x="64" y="0"/>
                  </a:moveTo>
                  <a:cubicBezTo>
                    <a:pt x="116" y="52"/>
                    <a:pt x="168" y="104"/>
                    <a:pt x="160" y="144"/>
                  </a:cubicBezTo>
                  <a:cubicBezTo>
                    <a:pt x="152" y="184"/>
                    <a:pt x="32" y="200"/>
                    <a:pt x="16" y="240"/>
                  </a:cubicBezTo>
                  <a:cubicBezTo>
                    <a:pt x="0" y="280"/>
                    <a:pt x="32" y="332"/>
                    <a:pt x="64" y="384"/>
                  </a:cubicBezTo>
                </a:path>
              </a:pathLst>
            </a:custGeom>
            <a:noFill/>
            <a:ln w="9525" cap="flat" cmpd="sng">
              <a:solidFill>
                <a:srgbClr val="000000"/>
              </a:solidFill>
              <a:prstDash val="solid"/>
              <a:round/>
              <a:headEnd/>
              <a:tailEnd type="triangle" w="sm" len="sm"/>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94" name="Text Box 1090"/>
            <p:cNvSpPr txBox="1">
              <a:spLocks noChangeArrowheads="1"/>
            </p:cNvSpPr>
            <p:nvPr/>
          </p:nvSpPr>
          <p:spPr bwMode="auto">
            <a:xfrm>
              <a:off x="1567540" y="7092350"/>
              <a:ext cx="668337"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Arial" charset="0"/>
                  <a:ea typeface="돋움" pitchFamily="50" charset="-127"/>
                </a:rPr>
                <a:t>input(X0</a:t>
              </a:r>
              <a:r>
                <a:rPr lang="en-US" altLang="ko-KR" sz="900">
                  <a:solidFill>
                    <a:srgbClr val="000000"/>
                  </a:solidFill>
                  <a:latin typeface="Arial" charset="0"/>
                  <a:ea typeface="돋움" pitchFamily="50" charset="-127"/>
                </a:rPr>
                <a:t>)</a:t>
              </a:r>
            </a:p>
          </p:txBody>
        </p:sp>
        <p:sp>
          <p:nvSpPr>
            <p:cNvPr id="21595" name="Text Box 1091"/>
            <p:cNvSpPr txBox="1">
              <a:spLocks noChangeArrowheads="1"/>
            </p:cNvSpPr>
            <p:nvPr/>
          </p:nvSpPr>
          <p:spPr bwMode="auto">
            <a:xfrm>
              <a:off x="1534202" y="7600350"/>
              <a:ext cx="828643"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Arial" charset="0"/>
                  <a:ea typeface="돋움" pitchFamily="50" charset="-127"/>
                </a:rPr>
                <a:t>output(Y76</a:t>
              </a:r>
              <a:r>
                <a:rPr lang="en-US" altLang="ko-KR" sz="900">
                  <a:solidFill>
                    <a:srgbClr val="000000"/>
                  </a:solidFill>
                  <a:latin typeface="Arial" charset="0"/>
                  <a:ea typeface="돋움" pitchFamily="50" charset="-127"/>
                </a:rPr>
                <a:t>)</a:t>
              </a:r>
            </a:p>
          </p:txBody>
        </p:sp>
        <p:sp>
          <p:nvSpPr>
            <p:cNvPr id="21596" name="Line 1123"/>
            <p:cNvSpPr>
              <a:spLocks noChangeShapeType="1"/>
            </p:cNvSpPr>
            <p:nvPr/>
          </p:nvSpPr>
          <p:spPr bwMode="auto">
            <a:xfrm>
              <a:off x="3431265" y="7822600"/>
              <a:ext cx="0" cy="809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97" name="Line 1124"/>
            <p:cNvSpPr>
              <a:spLocks noChangeShapeType="1"/>
            </p:cNvSpPr>
            <p:nvPr/>
          </p:nvSpPr>
          <p:spPr bwMode="auto">
            <a:xfrm>
              <a:off x="4055153" y="7822600"/>
              <a:ext cx="0" cy="809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cxnSp>
          <p:nvCxnSpPr>
            <p:cNvPr id="21598" name="AutoShape 1125"/>
            <p:cNvCxnSpPr>
              <a:cxnSpLocks noChangeShapeType="1"/>
            </p:cNvCxnSpPr>
            <p:nvPr/>
          </p:nvCxnSpPr>
          <p:spPr bwMode="auto">
            <a:xfrm>
              <a:off x="3431265" y="7854350"/>
              <a:ext cx="623887" cy="0"/>
            </a:xfrm>
            <a:prstGeom prst="straightConnector1">
              <a:avLst/>
            </a:prstGeom>
            <a:noFill/>
            <a:ln w="9525">
              <a:solidFill>
                <a:srgbClr val="000000"/>
              </a:solidFill>
              <a:round/>
              <a:headEnd type="triangle" w="sm" len="sm"/>
              <a:tailEnd type="triangle" w="sm" len="sm"/>
            </a:ln>
            <a:extLst>
              <a:ext uri="{909E8E84-426E-40DD-AFC4-6F175D3DCCD1}">
                <a14:hiddenFill xmlns:a14="http://schemas.microsoft.com/office/drawing/2010/main">
                  <a:noFill/>
                </a14:hiddenFill>
              </a:ext>
            </a:extLst>
          </p:spPr>
        </p:cxnSp>
        <p:sp>
          <p:nvSpPr>
            <p:cNvPr id="21599" name="Text Box 1126"/>
            <p:cNvSpPr txBox="1">
              <a:spLocks noChangeArrowheads="1"/>
            </p:cNvSpPr>
            <p:nvPr/>
          </p:nvSpPr>
          <p:spPr bwMode="auto">
            <a:xfrm>
              <a:off x="3399515" y="7833713"/>
              <a:ext cx="715962" cy="38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Arial" charset="0"/>
                  <a:ea typeface="돋움" pitchFamily="50" charset="-127"/>
                </a:rPr>
                <a:t>Thời gian </a:t>
              </a:r>
              <a:endParaRPr lang="ko-KR" altLang="en-US" sz="900">
                <a:solidFill>
                  <a:srgbClr val="000000"/>
                </a:solidFill>
                <a:latin typeface="Arial" charset="0"/>
                <a:ea typeface="돋움" pitchFamily="50" charset="-127"/>
              </a:endParaRPr>
            </a:p>
            <a:p>
              <a:pPr eaLnBrk="1" fontAlgn="base" latinLnBrk="1" hangingPunct="1">
                <a:spcBef>
                  <a:spcPct val="0"/>
                </a:spcBef>
                <a:spcAft>
                  <a:spcPct val="0"/>
                </a:spcAft>
              </a:pPr>
              <a:r>
                <a:rPr lang="en-US" altLang="ko-KR" sz="900">
                  <a:solidFill>
                    <a:srgbClr val="000000"/>
                  </a:solidFill>
                  <a:latin typeface="Arial" charset="0"/>
                  <a:ea typeface="돋움" pitchFamily="50" charset="-127"/>
                </a:rPr>
                <a:t>(10</a:t>
              </a:r>
              <a:r>
                <a:rPr lang="ko-KR" altLang="en-US" sz="900">
                  <a:solidFill>
                    <a:srgbClr val="000000"/>
                  </a:solidFill>
                  <a:latin typeface="Arial" charset="0"/>
                  <a:ea typeface="돋움" pitchFamily="50" charset="-127"/>
                </a:rPr>
                <a:t>초</a:t>
              </a:r>
              <a:r>
                <a:rPr lang="en-US" altLang="ko-KR" sz="900">
                  <a:solidFill>
                    <a:srgbClr val="000000"/>
                  </a:solidFill>
                  <a:latin typeface="Arial" charset="0"/>
                  <a:ea typeface="돋움" pitchFamily="50" charset="-127"/>
                </a:rPr>
                <a:t>)</a:t>
              </a:r>
            </a:p>
          </p:txBody>
        </p:sp>
      </p:grpSp>
      <p:sp>
        <p:nvSpPr>
          <p:cNvPr id="21586" name="직사각형 2"/>
          <p:cNvSpPr>
            <a:spLocks noChangeArrowheads="1"/>
          </p:cNvSpPr>
          <p:nvPr/>
        </p:nvSpPr>
        <p:spPr bwMode="auto">
          <a:xfrm>
            <a:off x="1077690" y="6711950"/>
            <a:ext cx="6703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kumimoji="0" lang="en-US" altLang="ko-KR" b="1">
                <a:solidFill>
                  <a:srgbClr val="000000"/>
                </a:solidFill>
              </a:rPr>
              <a:t>16</a:t>
            </a:r>
            <a:r>
              <a:rPr kumimoji="0" lang="ko-KR" altLang="en-US" b="1">
                <a:solidFill>
                  <a:srgbClr val="000000"/>
                </a:solidFill>
              </a:rPr>
              <a:t>번</a:t>
            </a:r>
          </a:p>
        </p:txBody>
      </p:sp>
      <p:sp>
        <p:nvSpPr>
          <p:cNvPr id="22"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79675945"/>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2531"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2532"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33"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3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331897288"/>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2544" name="Rectangle 99"/>
          <p:cNvSpPr>
            <a:spLocks noChangeArrowheads="1"/>
          </p:cNvSpPr>
          <p:nvPr/>
        </p:nvSpPr>
        <p:spPr bwMode="auto">
          <a:xfrm>
            <a:off x="227016" y="1042988"/>
            <a:ext cx="3201987"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Relay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①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điểm</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tuổi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thọ</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khiển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cao</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a:t>
            </a:r>
            <a:r>
              <a:rPr lang="en-US" altLang="ko-KR" sz="900" err="1" smtClean="0">
                <a:solidFill>
                  <a:srgbClr val="000000"/>
                </a:solidFill>
                <a:latin typeface="Times New Roman" panose="02020603050405020304" pitchFamily="18" charset="0"/>
                <a:cs typeface="Times New Roman" panose="02020603050405020304" pitchFamily="18" charset="0"/>
              </a:rPr>
              <a:t>Khó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mở</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rộng</a:t>
            </a:r>
            <a:r>
              <a:rPr lang="en-US" altLang="ko-KR" sz="900" smtClean="0">
                <a:solidFill>
                  <a:srgbClr val="000000"/>
                </a:solidFill>
                <a:latin typeface="Times New Roman" panose="02020603050405020304" pitchFamily="18" charset="0"/>
                <a:cs typeface="Times New Roman" panose="02020603050405020304" pitchFamily="18" charset="0"/>
              </a:rPr>
              <a:t> System</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a:solidFill>
                  <a:srgbClr val="000000"/>
                </a:solidFill>
                <a:latin typeface="Times New Roman" panose="02020603050405020304" pitchFamily="18" charset="0"/>
                <a:cs typeface="Times New Roman" panose="02020603050405020304" pitchFamily="18" charset="0"/>
              </a:rPr>
              <a:t>Hard Logic</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④ </a:t>
            </a:r>
            <a:r>
              <a:rPr lang="en-US" altLang="ko-KR" sz="900" err="1" smtClean="0">
                <a:solidFill>
                  <a:srgbClr val="000000"/>
                </a:solidFill>
                <a:latin typeface="Times New Roman" panose="02020603050405020304" pitchFamily="18" charset="0"/>
                <a:cs typeface="Times New Roman" panose="02020603050405020304" pitchFamily="18" charset="0"/>
              </a:rPr>
              <a:t>Khó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nhỏ</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2545" name="Rectangle 99"/>
          <p:cNvSpPr>
            <a:spLocks noChangeArrowheads="1"/>
          </p:cNvSpPr>
          <p:nvPr/>
        </p:nvSpPr>
        <p:spPr bwMode="auto">
          <a:xfrm>
            <a:off x="227016" y="1979613"/>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2. </a:t>
            </a:r>
            <a:r>
              <a:rPr lang="en-US" altLang="ko-KR" sz="900" err="1">
                <a:solidFill>
                  <a:srgbClr val="000000"/>
                </a:solidFill>
                <a:latin typeface="Times New Roman" panose="02020603050405020304" pitchFamily="18" charset="0"/>
                <a:cs typeface="Times New Roman" panose="02020603050405020304" pitchFamily="18" charset="0"/>
              </a:rPr>
              <a:t>Điều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nào</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là</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số</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giải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thích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về</a:t>
            </a:r>
            <a:r>
              <a:rPr lang="en-US" altLang="ko-KR" sz="900">
                <a:solidFill>
                  <a:srgbClr val="000000"/>
                </a:solidFill>
                <a:latin typeface="Times New Roman" panose="02020603050405020304" pitchFamily="18" charset="0"/>
                <a:cs typeface="Times New Roman" panose="02020603050405020304" pitchFamily="18" charset="0"/>
              </a:rPr>
              <a:t> BIT </a:t>
            </a:r>
            <a:r>
              <a:rPr lang="en-US" altLang="ko-KR" sz="900" smtClean="0">
                <a:solidFill>
                  <a:srgbClr val="000000"/>
                </a:solidFill>
                <a:latin typeface="Times New Roman" panose="02020603050405020304" pitchFamily="18" charset="0"/>
                <a:cs typeface="Times New Roman" panose="02020603050405020304" pitchFamily="18" charset="0"/>
              </a:rPr>
              <a:t>DEVICE “B”?</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46" name="Rectangle 99"/>
          <p:cNvSpPr>
            <a:spLocks noChangeArrowheads="1"/>
          </p:cNvSpPr>
          <p:nvPr/>
        </p:nvSpPr>
        <p:spPr bwMode="auto">
          <a:xfrm>
            <a:off x="227016" y="3059131"/>
            <a:ext cx="3201987" cy="1117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3. Program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chỉ</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1 </a:t>
            </a:r>
            <a:r>
              <a:rPr lang="en-US" altLang="ko-KR" sz="900" err="1" smtClean="0">
                <a:solidFill>
                  <a:srgbClr val="000000"/>
                </a:solidFill>
                <a:latin typeface="Times New Roman" panose="02020603050405020304" pitchFamily="18" charset="0"/>
                <a:cs typeface="Times New Roman" panose="02020603050405020304" pitchFamily="18" charset="0"/>
              </a:rPr>
              <a:t>lần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nguồn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ON </a:t>
            </a:r>
            <a:r>
              <a:rPr lang="en-US" altLang="ko-KR" sz="900" err="1" smtClean="0">
                <a:solidFill>
                  <a:srgbClr val="000000"/>
                </a:solidFill>
                <a:latin typeface="Times New Roman" panose="02020603050405020304" pitchFamily="18" charset="0"/>
                <a:cs typeface="Times New Roman" panose="02020603050405020304" pitchFamily="18" charset="0"/>
              </a:rPr>
              <a:t>hoặc</a:t>
            </a:r>
            <a:r>
              <a:rPr lang="en-US" altLang="ko-KR" sz="900" smtClean="0">
                <a:solidFill>
                  <a:srgbClr val="000000"/>
                </a:solidFill>
                <a:latin typeface="Times New Roman" panose="02020603050405020304" pitchFamily="18" charset="0"/>
                <a:cs typeface="Times New Roman" panose="02020603050405020304" pitchFamily="18" charset="0"/>
              </a:rPr>
              <a:t> STOP sang</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RUN?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Program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Program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Scan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Program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hành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tốc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thấp</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④ Program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chờ</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47" name="Rectangle 99"/>
          <p:cNvSpPr>
            <a:spLocks noChangeArrowheads="1"/>
          </p:cNvSpPr>
          <p:nvPr/>
        </p:nvSpPr>
        <p:spPr bwMode="auto">
          <a:xfrm>
            <a:off x="227014" y="4211638"/>
            <a:ext cx="327342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4. </a:t>
            </a:r>
            <a:r>
              <a:rPr lang="en-US" altLang="ko-KR" sz="900" smtClean="0">
                <a:solidFill>
                  <a:srgbClr val="000000"/>
                </a:solidFill>
                <a:latin typeface="Times New Roman" panose="02020603050405020304" pitchFamily="18" charset="0"/>
                <a:cs typeface="Times New Roman" panose="02020603050405020304" pitchFamily="18" charset="0"/>
              </a:rPr>
              <a:t>Program </a:t>
            </a:r>
            <a:r>
              <a:rPr lang="en-US" altLang="ko-KR" sz="900" err="1" smtClean="0">
                <a:solidFill>
                  <a:srgbClr val="000000"/>
                </a:solidFill>
                <a:latin typeface="Times New Roman" panose="02020603050405020304" pitchFamily="18" charset="0"/>
                <a:cs typeface="Times New Roman" panose="02020603050405020304" pitchFamily="18" charset="0"/>
              </a:rPr>
              <a:t>đơn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lập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quá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thao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tác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thực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lặp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một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chủ</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Subroutine</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smtClean="0">
                <a:solidFill>
                  <a:srgbClr val="000000"/>
                </a:solidFill>
                <a:latin typeface="Times New Roman" panose="02020603050405020304" pitchFamily="18" charset="0"/>
                <a:cs typeface="Times New Roman" panose="02020603050405020304" pitchFamily="18" charset="0"/>
              </a:rPr>
              <a:t>Interrupt</a:t>
            </a:r>
            <a:r>
              <a:rPr lang="ko-KR" altLang="en-US" sz="900" smtClean="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smtClean="0">
                <a:solidFill>
                  <a:srgbClr val="000000"/>
                </a:solidFill>
                <a:latin typeface="Times New Roman" panose="02020603050405020304" pitchFamily="18" charset="0"/>
                <a:cs typeface="Times New Roman" panose="02020603050405020304" pitchFamily="18" charset="0"/>
              </a:rPr>
              <a:t>Graphic Loader</a:t>
            </a:r>
            <a:r>
              <a:rPr lang="ko-KR" altLang="en-US" sz="900" smtClean="0">
                <a:solidFill>
                  <a:srgbClr val="000000"/>
                </a:solidFill>
                <a:latin typeface="Times New Roman" panose="02020603050405020304" pitchFamily="18" charset="0"/>
                <a:cs typeface="Times New Roman" panose="02020603050405020304" pitchFamily="18" charset="0"/>
              </a:rPr>
              <a:t>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Rupture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2548" name="Rectangle 99"/>
          <p:cNvSpPr>
            <a:spLocks noChangeArrowheads="1"/>
          </p:cNvSpPr>
          <p:nvPr/>
        </p:nvSpPr>
        <p:spPr bwMode="auto">
          <a:xfrm>
            <a:off x="227016" y="5003800"/>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5.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MC </a:t>
            </a:r>
            <a:r>
              <a:rPr lang="en-US" altLang="ko-KR" sz="900">
                <a:solidFill>
                  <a:srgbClr val="000000"/>
                </a:solidFill>
                <a:latin typeface="Times New Roman" panose="02020603050405020304" pitchFamily="18" charset="0"/>
                <a:cs typeface="Times New Roman" panose="02020603050405020304" pitchFamily="18" charset="0"/>
              </a:rPr>
              <a:t>/ MCR </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49" name="Rectangle 99"/>
          <p:cNvSpPr>
            <a:spLocks noChangeArrowheads="1"/>
          </p:cNvSpPr>
          <p:nvPr/>
        </p:nvSpPr>
        <p:spPr bwMode="auto">
          <a:xfrm>
            <a:off x="298450" y="2274960"/>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Rơ</a:t>
            </a:r>
            <a:r>
              <a:rPr lang="en-US" altLang="ko-KR" sz="900" smtClean="0">
                <a:solidFill>
                  <a:srgbClr val="000000"/>
                </a:solidFill>
                <a:latin typeface="Times New Roman" panose="02020603050405020304" pitchFamily="18" charset="0"/>
                <a:cs typeface="Times New Roman" panose="02020603050405020304" pitchFamily="18" charset="0"/>
              </a:rPr>
              <a:t> le </a:t>
            </a:r>
            <a:r>
              <a:rPr lang="en-US" altLang="ko-KR" sz="900" err="1" smtClean="0">
                <a:solidFill>
                  <a:srgbClr val="000000"/>
                </a:solidFill>
                <a:latin typeface="Times New Roman" panose="02020603050405020304" pitchFamily="18" charset="0"/>
                <a:cs typeface="Times New Roman" panose="02020603050405020304" pitchFamily="18" charset="0"/>
              </a:rPr>
              <a:t>nội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dùng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cho</a:t>
            </a:r>
            <a:r>
              <a:rPr lang="en-US" altLang="ko-KR" sz="900" smtClean="0">
                <a:solidFill>
                  <a:srgbClr val="000000"/>
                </a:solidFill>
                <a:latin typeface="Times New Roman" panose="02020603050405020304" pitchFamily="18" charset="0"/>
                <a:cs typeface="Times New Roman" panose="02020603050405020304" pitchFamily="18" charset="0"/>
              </a:rPr>
              <a:t> Data Register</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②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bằng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Rơ</a:t>
            </a:r>
            <a:r>
              <a:rPr lang="en-US" altLang="ko-KR" sz="900" smtClean="0">
                <a:solidFill>
                  <a:srgbClr val="000000"/>
                </a:solidFill>
                <a:latin typeface="Times New Roman" panose="02020603050405020304" pitchFamily="18" charset="0"/>
                <a:cs typeface="Times New Roman" panose="02020603050405020304" pitchFamily="18" charset="0"/>
              </a:rPr>
              <a:t> le </a:t>
            </a:r>
            <a:r>
              <a:rPr lang="en-US" altLang="ko-KR" sz="900" err="1" smtClean="0">
                <a:solidFill>
                  <a:srgbClr val="000000"/>
                </a:solidFill>
                <a:latin typeface="Times New Roman" panose="02020603050405020304" pitchFamily="18" charset="0"/>
                <a:cs typeface="Times New Roman" panose="02020603050405020304" pitchFamily="18" charset="0"/>
              </a:rPr>
              <a:t>nội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bộ</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cài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thông</a:t>
            </a:r>
            <a:r>
              <a:rPr lang="en-US" altLang="ko-KR" sz="900" smtClean="0">
                <a:solidFill>
                  <a:srgbClr val="000000"/>
                </a:solidFill>
                <a:latin typeface="Times New Roman" panose="02020603050405020304" pitchFamily="18" charset="0"/>
                <a:cs typeface="Times New Roman" panose="02020603050405020304" pitchFamily="18" charset="0"/>
              </a:rPr>
              <a:t> tin Link ban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output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ngoài</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lượng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Program</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50" name="Rectangle 99"/>
          <p:cNvSpPr>
            <a:spLocks noChangeArrowheads="1"/>
          </p:cNvSpPr>
          <p:nvPr/>
        </p:nvSpPr>
        <p:spPr bwMode="auto">
          <a:xfrm>
            <a:off x="188915" y="5238755"/>
            <a:ext cx="3311525"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Q,A Series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sử</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dụng</a:t>
            </a:r>
            <a:r>
              <a:rPr lang="en-US" altLang="ko-KR" sz="900" smtClean="0">
                <a:solidFill>
                  <a:srgbClr val="000000"/>
                </a:solidFill>
                <a:latin typeface="Times New Roman" panose="02020603050405020304" pitchFamily="18" charset="0"/>
                <a:cs typeface="Times New Roman" panose="02020603050405020304" pitchFamily="18" charset="0"/>
              </a:rPr>
              <a:t> 15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N0~N14</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duy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ON</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sang OFF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Timer </a:t>
            </a:r>
            <a:r>
              <a:rPr lang="en-US" altLang="ko-KR" sz="900" err="1" smtClean="0">
                <a:solidFill>
                  <a:srgbClr val="000000"/>
                </a:solidFill>
                <a:latin typeface="Times New Roman" panose="02020603050405020304" pitchFamily="18" charset="0"/>
                <a:cs typeface="Times New Roman" panose="02020603050405020304" pitchFamily="18" charset="0"/>
              </a:rPr>
              <a:t>tích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giá</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trị</a:t>
            </a:r>
            <a:r>
              <a:rPr lang="en-US" altLang="ko-KR" sz="900" smtClean="0">
                <a:solidFill>
                  <a:srgbClr val="000000"/>
                </a:solidFill>
                <a:latin typeface="Times New Roman" panose="02020603050405020304" pitchFamily="18" charset="0"/>
                <a:cs typeface="Times New Roman" panose="02020603050405020304" pitchFamily="18" charset="0"/>
              </a:rPr>
              <a:t> Counter,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SET</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RST, SFT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mà</a:t>
            </a:r>
            <a:r>
              <a:rPr lang="en-US" altLang="ko-KR" sz="900" smtClean="0">
                <a:solidFill>
                  <a:srgbClr val="000000"/>
                </a:solidFill>
                <a:latin typeface="Times New Roman" panose="02020603050405020304" pitchFamily="18" charset="0"/>
                <a:cs typeface="Times New Roman" panose="02020603050405020304" pitchFamily="18" charset="0"/>
              </a:rPr>
              <a:t> OFF </a:t>
            </a:r>
            <a:r>
              <a:rPr lang="en-US" altLang="ko-KR" sz="900" err="1" smtClean="0">
                <a:solidFill>
                  <a:srgbClr val="000000"/>
                </a:solidFill>
                <a:latin typeface="Times New Roman" panose="02020603050405020304" pitchFamily="18" charset="0"/>
                <a:cs typeface="Times New Roman" panose="02020603050405020304" pitchFamily="18" charset="0"/>
              </a:rPr>
              <a:t>tất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chương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trình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ON </a:t>
            </a:r>
            <a:r>
              <a:rPr lang="en-US" altLang="ko-KR" sz="900" err="1" smtClean="0">
                <a:solidFill>
                  <a:srgbClr val="000000"/>
                </a:solidFill>
                <a:latin typeface="Times New Roman" panose="02020603050405020304" pitchFamily="18" charset="0"/>
                <a:cs typeface="Times New Roman" panose="02020603050405020304" pitchFamily="18" charset="0"/>
              </a:rPr>
              <a:t>chuyển</a:t>
            </a:r>
            <a:r>
              <a:rPr lang="en-US" altLang="ko-KR" sz="900" smtClean="0">
                <a:solidFill>
                  <a:srgbClr val="000000"/>
                </a:solidFill>
                <a:latin typeface="Times New Roman" panose="02020603050405020304" pitchFamily="18" charset="0"/>
                <a:cs typeface="Times New Roman" panose="02020603050405020304" pitchFamily="18" charset="0"/>
              </a:rPr>
              <a:t> sang OFF </a:t>
            </a:r>
            <a:r>
              <a:rPr lang="en-US" altLang="ko-KR" sz="900" err="1" smtClean="0">
                <a:solidFill>
                  <a:srgbClr val="000000"/>
                </a:solidFill>
                <a:latin typeface="Times New Roman" panose="02020603050405020304" pitchFamily="18" charset="0"/>
                <a:cs typeface="Times New Roman" panose="02020603050405020304" pitchFamily="18" charset="0"/>
              </a:rPr>
              <a:t>chỉ</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lệnh</a:t>
            </a:r>
            <a:r>
              <a:rPr lang="en-US" altLang="ko-KR" sz="900" smtClean="0">
                <a:solidFill>
                  <a:srgbClr val="000000"/>
                </a:solidFill>
                <a:latin typeface="Times New Roman" panose="02020603050405020304" pitchFamily="18" charset="0"/>
                <a:cs typeface="Times New Roman" panose="02020603050405020304" pitchFamily="18" charset="0"/>
              </a:rPr>
              <a:t> OUT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④ </a:t>
            </a:r>
            <a:r>
              <a:rPr lang="en-US" altLang="ko-KR" sz="900" err="1" smtClean="0">
                <a:solidFill>
                  <a:srgbClr val="000000"/>
                </a:solidFill>
                <a:latin typeface="Times New Roman" panose="02020603050405020304" pitchFamily="18" charset="0"/>
                <a:cs typeface="Times New Roman" panose="02020603050405020304" pitchFamily="18" charset="0"/>
              </a:rPr>
              <a:t>Thời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gian</a:t>
            </a:r>
            <a:r>
              <a:rPr lang="en-US" altLang="ko-KR" sz="900" smtClean="0">
                <a:solidFill>
                  <a:srgbClr val="000000"/>
                </a:solidFill>
                <a:latin typeface="Times New Roman" panose="02020603050405020304" pitchFamily="18" charset="0"/>
                <a:cs typeface="Times New Roman" panose="02020603050405020304" pitchFamily="18" charset="0"/>
              </a:rPr>
              <a:t> Scan </a:t>
            </a:r>
            <a:r>
              <a:rPr lang="en-US" altLang="ko-KR" sz="900" err="1" smtClean="0">
                <a:solidFill>
                  <a:srgbClr val="000000"/>
                </a:solidFill>
                <a:latin typeface="Times New Roman" panose="02020603050405020304" pitchFamily="18" charset="0"/>
                <a:cs typeface="Times New Roman" panose="02020603050405020304" pitchFamily="18" charset="0"/>
              </a:rPr>
              <a:t>tại</a:t>
            </a:r>
            <a:r>
              <a:rPr lang="en-US" altLang="ko-KR" sz="900" smtClean="0">
                <a:solidFill>
                  <a:srgbClr val="000000"/>
                </a:solidFill>
                <a:latin typeface="Times New Roman" panose="02020603050405020304" pitchFamily="18" charset="0"/>
                <a:cs typeface="Times New Roman" panose="02020603050405020304" pitchFamily="18" charset="0"/>
              </a:rPr>
              <a:t> MC~MCR </a:t>
            </a:r>
            <a:r>
              <a:rPr lang="en-US" altLang="ko-KR" sz="900" err="1" smtClean="0">
                <a:solidFill>
                  <a:srgbClr val="000000"/>
                </a:solidFill>
                <a:latin typeface="Times New Roman" panose="02020603050405020304" pitchFamily="18" charset="0"/>
                <a:cs typeface="Times New Roman" panose="02020603050405020304" pitchFamily="18" charset="0"/>
              </a:rPr>
              <a:t>hầu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thay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đổi</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22551" name="직사각형 188"/>
          <p:cNvSpPr>
            <a:spLocks noChangeArrowheads="1"/>
          </p:cNvSpPr>
          <p:nvPr/>
        </p:nvSpPr>
        <p:spPr bwMode="auto">
          <a:xfrm>
            <a:off x="260350" y="6443663"/>
            <a:ext cx="304006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a:solidFill>
                  <a:srgbClr val="000000"/>
                </a:solidFill>
                <a:latin typeface="Times New Roman" panose="02020603050405020304" pitchFamily="18" charset="0"/>
                <a:cs typeface="Times New Roman" panose="02020603050405020304" pitchFamily="18" charset="0"/>
              </a:rPr>
              <a:t>Cái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việc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thực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hiện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tính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toán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thành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công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và</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đầu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ra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thực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tế</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của</a:t>
            </a:r>
            <a:r>
              <a:rPr lang="en-US" altLang="ko-KR" sz="900">
                <a:solidFill>
                  <a:srgbClr val="000000"/>
                </a:solidFill>
                <a:latin typeface="Times New Roman" panose="02020603050405020304" pitchFamily="18" charset="0"/>
                <a:cs typeface="Times New Roman" panose="02020603050405020304" pitchFamily="18" charset="0"/>
              </a:rPr>
              <a:t> Data </a:t>
            </a:r>
            <a:r>
              <a:rPr lang="en-US" altLang="ko-KR" sz="900" err="1">
                <a:solidFill>
                  <a:srgbClr val="000000"/>
                </a:solidFill>
                <a:latin typeface="Times New Roman" panose="02020603050405020304" pitchFamily="18" charset="0"/>
                <a:cs typeface="Times New Roman" panose="02020603050405020304" pitchFamily="18" charset="0"/>
              </a:rPr>
              <a:t>lưu</a:t>
            </a:r>
            <a:r>
              <a:rPr lang="en-US" altLang="ko-KR" sz="900">
                <a:solidFill>
                  <a:srgbClr val="000000"/>
                </a:solidFill>
                <a:latin typeface="Times New Roman" panose="02020603050405020304" pitchFamily="18" charset="0"/>
                <a:cs typeface="Times New Roman" panose="02020603050405020304" pitchFamily="18" charset="0"/>
              </a:rPr>
              <a:t> ở </a:t>
            </a:r>
            <a:r>
              <a:rPr lang="en-US" altLang="ko-KR" sz="900" err="1">
                <a:solidFill>
                  <a:srgbClr val="000000"/>
                </a:solidFill>
                <a:latin typeface="Times New Roman" panose="02020603050405020304" pitchFamily="18" charset="0"/>
                <a:cs typeface="Times New Roman" panose="02020603050405020304" pitchFamily="18" charset="0"/>
              </a:rPr>
              <a:t>phạm</a:t>
            </a:r>
            <a:r>
              <a:rPr lang="en-US" altLang="ko-KR" sz="900">
                <a:solidFill>
                  <a:srgbClr val="000000"/>
                </a:solidFill>
                <a:latin typeface="Times New Roman" panose="02020603050405020304" pitchFamily="18" charset="0"/>
                <a:cs typeface="Times New Roman" panose="02020603050405020304" pitchFamily="18" charset="0"/>
              </a:rPr>
              <a:t> vi </a:t>
            </a:r>
            <a:r>
              <a:rPr lang="en-US" altLang="ko-KR" sz="900" err="1">
                <a:solidFill>
                  <a:srgbClr val="000000"/>
                </a:solidFill>
                <a:latin typeface="Times New Roman" panose="02020603050405020304" pitchFamily="18" charset="0"/>
                <a:cs typeface="Times New Roman" panose="02020603050405020304" pitchFamily="18" charset="0"/>
              </a:rPr>
              <a:t>đầu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ra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được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gọi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là</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gì</a:t>
            </a:r>
            <a:r>
              <a:rPr lang="en-US" altLang="ko-KR" sz="900">
                <a:solidFill>
                  <a:srgbClr val="000000"/>
                </a:solidFill>
                <a:latin typeface="Times New Roman" panose="02020603050405020304" pitchFamily="18" charset="0"/>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Refresh </a:t>
            </a:r>
            <a:r>
              <a:rPr lang="en-US" altLang="ko-KR" sz="900" err="1">
                <a:solidFill>
                  <a:srgbClr val="000000"/>
                </a:solidFill>
                <a:latin typeface="Times New Roman" panose="02020603050405020304" pitchFamily="18" charset="0"/>
                <a:cs typeface="Times New Roman" panose="02020603050405020304" pitchFamily="18" charset="0"/>
              </a:rPr>
              <a:t>đầu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② </a:t>
            </a:r>
            <a:r>
              <a:rPr lang="en-US" altLang="ko-KR" sz="900" err="1">
                <a:solidFill>
                  <a:srgbClr val="000000"/>
                </a:solidFill>
                <a:latin typeface="Times New Roman" panose="02020603050405020304" pitchFamily="18" charset="0"/>
                <a:cs typeface="Times New Roman" panose="02020603050405020304" pitchFamily="18" charset="0"/>
              </a:rPr>
              <a:t>Tính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toán</a:t>
            </a:r>
            <a:r>
              <a:rPr lang="en-US" altLang="ko-KR" sz="900">
                <a:solidFill>
                  <a:srgbClr val="000000"/>
                </a:solidFill>
                <a:latin typeface="Times New Roman" panose="02020603050405020304" pitchFamily="18" charset="0"/>
                <a:cs typeface="Times New Roman" panose="02020603050405020304" pitchFamily="18" charset="0"/>
              </a:rPr>
              <a:t> Program</a:t>
            </a:r>
            <a:r>
              <a:rPr lang="ko-KR" altLang="en-US"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smtClean="0">
                <a:solidFill>
                  <a:srgbClr val="000000"/>
                </a:solidFill>
                <a:latin typeface="Times New Roman" panose="02020603050405020304" pitchFamily="18" charset="0"/>
                <a:cs typeface="Times New Roman" panose="02020603050405020304" pitchFamily="18" charset="0"/>
              </a:rPr>
              <a:t>Refresh </a:t>
            </a:r>
            <a:r>
              <a:rPr lang="en-US" altLang="ko-KR" sz="900" err="1" smtClean="0">
                <a:solidFill>
                  <a:srgbClr val="000000"/>
                </a:solidFill>
                <a:latin typeface="Times New Roman" panose="02020603050405020304" pitchFamily="18" charset="0"/>
                <a:cs typeface="Times New Roman" panose="02020603050405020304" pitchFamily="18" charset="0"/>
              </a:rPr>
              <a:t>đầu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④ </a:t>
            </a:r>
            <a:r>
              <a:rPr lang="en-US" altLang="ko-KR" sz="900" err="1">
                <a:solidFill>
                  <a:srgbClr val="000000"/>
                </a:solidFill>
                <a:latin typeface="Times New Roman" panose="02020603050405020304" pitchFamily="18" charset="0"/>
                <a:cs typeface="Times New Roman" panose="02020603050405020304" pitchFamily="18" charset="0"/>
              </a:rPr>
              <a:t>Xử</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lí</a:t>
            </a:r>
            <a:r>
              <a:rPr lang="en-US" altLang="ko-KR" sz="900">
                <a:solidFill>
                  <a:srgbClr val="000000"/>
                </a:solidFill>
                <a:latin typeface="Times New Roman" panose="02020603050405020304" pitchFamily="18" charset="0"/>
                <a:cs typeface="Times New Roman" panose="02020603050405020304" pitchFamily="18" charset="0"/>
              </a:rPr>
              <a:t> END</a:t>
            </a:r>
            <a:r>
              <a:rPr lang="ko-KR" altLang="en-US"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52" name="Rectangle 37"/>
          <p:cNvSpPr>
            <a:spLocks noChangeArrowheads="1"/>
          </p:cNvSpPr>
          <p:nvPr/>
        </p:nvSpPr>
        <p:spPr bwMode="auto">
          <a:xfrm>
            <a:off x="265113" y="7451742"/>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Muốn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Comment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8           ② 16           ③ 32            ④ 48</a:t>
            </a:r>
          </a:p>
        </p:txBody>
      </p:sp>
      <p:sp>
        <p:nvSpPr>
          <p:cNvPr id="22553" name="Rectangle 219"/>
          <p:cNvSpPr>
            <a:spLocks noChangeArrowheads="1"/>
          </p:cNvSpPr>
          <p:nvPr/>
        </p:nvSpPr>
        <p:spPr bwMode="auto">
          <a:xfrm>
            <a:off x="3451257" y="1020780"/>
            <a:ext cx="31226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Analog?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vòng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quay Motor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Nhiệt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áp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54" name="Rectangle 219"/>
          <p:cNvSpPr>
            <a:spLocks noChangeArrowheads="1"/>
          </p:cNvSpPr>
          <p:nvPr/>
        </p:nvSpPr>
        <p:spPr bwMode="auto">
          <a:xfrm>
            <a:off x="3451257" y="1765317"/>
            <a:ext cx="3122613"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975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10 sang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sp>
        <p:nvSpPr>
          <p:cNvPr id="22555" name="Rectangle 114"/>
          <p:cNvSpPr>
            <a:spLocks noChangeArrowheads="1"/>
          </p:cNvSpPr>
          <p:nvPr/>
        </p:nvSpPr>
        <p:spPr bwMode="auto">
          <a:xfrm>
            <a:off x="3424238" y="2339975"/>
            <a:ext cx="31242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Card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QX40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lắp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Base Slot. “0”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QX40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ý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nghĩa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chiếm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hữu</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áp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Module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Module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thù</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22556" name="Picture 48"/>
          <p:cNvPicPr>
            <a:picLocks noChangeAspect="1" noChangeArrowheads="1"/>
          </p:cNvPicPr>
          <p:nvPr/>
        </p:nvPicPr>
        <p:blipFill>
          <a:blip r:embed="rId3">
            <a:extLst>
              <a:ext uri="{28A0092B-C50C-407E-A947-70E740481C1C}">
                <a14:useLocalDpi xmlns:a14="http://schemas.microsoft.com/office/drawing/2010/main" val="0"/>
              </a:ext>
            </a:extLst>
          </a:blip>
          <a:srcRect r="1111"/>
          <a:stretch>
            <a:fillRect/>
          </a:stretch>
        </p:blipFill>
        <p:spPr bwMode="auto">
          <a:xfrm>
            <a:off x="3683000" y="4000500"/>
            <a:ext cx="2616200" cy="29718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57" name="Rectangle 114"/>
          <p:cNvSpPr>
            <a:spLocks noChangeArrowheads="1"/>
          </p:cNvSpPr>
          <p:nvPr/>
        </p:nvSpPr>
        <p:spPr bwMode="auto">
          <a:xfrm>
            <a:off x="3424238" y="3276618"/>
            <a:ext cx="3124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Filter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③      ④ </a:t>
            </a:r>
          </a:p>
        </p:txBody>
      </p:sp>
      <p:sp>
        <p:nvSpPr>
          <p:cNvPr id="22558" name="Rectangle 50"/>
          <p:cNvSpPr>
            <a:spLocks noChangeArrowheads="1"/>
          </p:cNvSpPr>
          <p:nvPr/>
        </p:nvSpPr>
        <p:spPr bwMode="auto">
          <a:xfrm>
            <a:off x="6026150" y="5208607"/>
            <a:ext cx="338554" cy="2769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200">
                <a:solidFill>
                  <a:srgbClr val="000000"/>
                </a:solidFill>
                <a:latin typeface="Times New Roman" panose="02020603050405020304" pitchFamily="18" charset="0"/>
                <a:cs typeface="Times New Roman" panose="02020603050405020304" pitchFamily="18" charset="0"/>
              </a:rPr>
              <a:t>①</a:t>
            </a:r>
            <a:endParaRPr lang="ko-KR" altLang="en-US" sz="1200">
              <a:solidFill>
                <a:srgbClr val="000000"/>
              </a:solidFill>
              <a:latin typeface="Times New Roman" panose="02020603050405020304" pitchFamily="18" charset="0"/>
              <a:cs typeface="Times New Roman" panose="02020603050405020304" pitchFamily="18" charset="0"/>
            </a:endParaRPr>
          </a:p>
        </p:txBody>
      </p:sp>
      <p:sp>
        <p:nvSpPr>
          <p:cNvPr id="22559" name="Rectangle 51"/>
          <p:cNvSpPr>
            <a:spLocks noChangeArrowheads="1"/>
          </p:cNvSpPr>
          <p:nvPr/>
        </p:nvSpPr>
        <p:spPr bwMode="auto">
          <a:xfrm>
            <a:off x="6026150" y="5561033"/>
            <a:ext cx="338554" cy="2769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200">
                <a:solidFill>
                  <a:srgbClr val="000000"/>
                </a:solidFill>
                <a:latin typeface="Times New Roman" panose="02020603050405020304" pitchFamily="18" charset="0"/>
                <a:cs typeface="Times New Roman" panose="02020603050405020304" pitchFamily="18" charset="0"/>
              </a:rPr>
              <a:t>②</a:t>
            </a:r>
          </a:p>
        </p:txBody>
      </p:sp>
      <p:sp>
        <p:nvSpPr>
          <p:cNvPr id="22560" name="Rectangle 52"/>
          <p:cNvSpPr>
            <a:spLocks noChangeArrowheads="1"/>
          </p:cNvSpPr>
          <p:nvPr/>
        </p:nvSpPr>
        <p:spPr bwMode="auto">
          <a:xfrm>
            <a:off x="6026150" y="5788042"/>
            <a:ext cx="338554" cy="2769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200">
                <a:solidFill>
                  <a:srgbClr val="000000"/>
                </a:solidFill>
                <a:latin typeface="Times New Roman" panose="02020603050405020304" pitchFamily="18" charset="0"/>
                <a:cs typeface="Times New Roman" panose="02020603050405020304" pitchFamily="18" charset="0"/>
              </a:rPr>
              <a:t>③</a:t>
            </a:r>
          </a:p>
        </p:txBody>
      </p:sp>
      <p:sp>
        <p:nvSpPr>
          <p:cNvPr id="22561" name="Rectangle 53"/>
          <p:cNvSpPr>
            <a:spLocks noChangeArrowheads="1"/>
          </p:cNvSpPr>
          <p:nvPr/>
        </p:nvSpPr>
        <p:spPr bwMode="auto">
          <a:xfrm>
            <a:off x="6026150" y="6034108"/>
            <a:ext cx="338554" cy="2769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200">
                <a:solidFill>
                  <a:srgbClr val="000000"/>
                </a:solidFill>
                <a:latin typeface="Times New Roman" panose="02020603050405020304" pitchFamily="18" charset="0"/>
                <a:cs typeface="Times New Roman" panose="02020603050405020304" pitchFamily="18" charset="0"/>
              </a:rPr>
              <a:t>④</a:t>
            </a:r>
          </a:p>
        </p:txBody>
      </p:sp>
      <p:sp>
        <p:nvSpPr>
          <p:cNvPr id="22562" name="Rectangle 7"/>
          <p:cNvSpPr>
            <a:spLocks noChangeArrowheads="1"/>
          </p:cNvSpPr>
          <p:nvPr/>
        </p:nvSpPr>
        <p:spPr bwMode="auto">
          <a:xfrm>
            <a:off x="260350" y="8172470"/>
            <a:ext cx="316865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Unit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Digital?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Relay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SSR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120000"/>
              </a:lnSpc>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Magnet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2563" name="Rectangle 6"/>
          <p:cNvSpPr>
            <a:spLocks noChangeArrowheads="1"/>
          </p:cNvSpPr>
          <p:nvPr/>
        </p:nvSpPr>
        <p:spPr bwMode="auto">
          <a:xfrm>
            <a:off x="3390932" y="7161213"/>
            <a:ext cx="3133725"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Unit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Digital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30000"/>
              </a:lnSpc>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70000"/>
              </a:lnSpc>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Photo Coupler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truyền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Noise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đồng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70000"/>
              </a:lnSpc>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2004243"/>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555"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3556"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57"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1319544304"/>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pSp>
        <p:nvGrpSpPr>
          <p:cNvPr id="23568" name="Group 226"/>
          <p:cNvGrpSpPr>
            <a:grpSpLocks/>
          </p:cNvGrpSpPr>
          <p:nvPr/>
        </p:nvGrpSpPr>
        <p:grpSpPr bwMode="auto">
          <a:xfrm>
            <a:off x="3670300" y="5478463"/>
            <a:ext cx="2965450" cy="3486150"/>
            <a:chOff x="279" y="707"/>
            <a:chExt cx="1868" cy="2196"/>
          </a:xfrm>
        </p:grpSpPr>
        <p:sp>
          <p:nvSpPr>
            <p:cNvPr id="23749" name="Rectangle 1146"/>
            <p:cNvSpPr>
              <a:spLocks noChangeArrowheads="1"/>
            </p:cNvSpPr>
            <p:nvPr/>
          </p:nvSpPr>
          <p:spPr bwMode="auto">
            <a:xfrm>
              <a:off x="279" y="707"/>
              <a:ext cx="1820" cy="67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50" name="Line 1127"/>
            <p:cNvSpPr>
              <a:spLocks noChangeShapeType="1"/>
            </p:cNvSpPr>
            <p:nvPr/>
          </p:nvSpPr>
          <p:spPr bwMode="auto">
            <a:xfrm>
              <a:off x="472" y="857"/>
              <a:ext cx="0"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1" name="Line 1128"/>
            <p:cNvSpPr>
              <a:spLocks noChangeShapeType="1"/>
            </p:cNvSpPr>
            <p:nvPr/>
          </p:nvSpPr>
          <p:spPr bwMode="auto">
            <a:xfrm>
              <a:off x="532" y="857"/>
              <a:ext cx="0"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2" name="Line 1129"/>
            <p:cNvSpPr>
              <a:spLocks noChangeShapeType="1"/>
            </p:cNvSpPr>
            <p:nvPr/>
          </p:nvSpPr>
          <p:spPr bwMode="auto">
            <a:xfrm>
              <a:off x="532" y="912"/>
              <a:ext cx="85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3" name="Rectangle 1130"/>
            <p:cNvSpPr>
              <a:spLocks noChangeArrowheads="1"/>
            </p:cNvSpPr>
            <p:nvPr/>
          </p:nvSpPr>
          <p:spPr bwMode="auto">
            <a:xfrm>
              <a:off x="1390" y="857"/>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SET</a:t>
              </a:r>
            </a:p>
          </p:txBody>
        </p:sp>
        <p:sp>
          <p:nvSpPr>
            <p:cNvPr id="23754" name="Rectangle 1131"/>
            <p:cNvSpPr>
              <a:spLocks noChangeArrowheads="1"/>
            </p:cNvSpPr>
            <p:nvPr/>
          </p:nvSpPr>
          <p:spPr bwMode="auto">
            <a:xfrm>
              <a:off x="1678" y="857"/>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755" name="Line 1132"/>
            <p:cNvSpPr>
              <a:spLocks noChangeShapeType="1"/>
            </p:cNvSpPr>
            <p:nvPr/>
          </p:nvSpPr>
          <p:spPr bwMode="auto">
            <a:xfrm flipH="1">
              <a:off x="304" y="912"/>
              <a:ext cx="1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6" name="Line 1133"/>
            <p:cNvSpPr>
              <a:spLocks noChangeShapeType="1"/>
            </p:cNvSpPr>
            <p:nvPr/>
          </p:nvSpPr>
          <p:spPr bwMode="auto">
            <a:xfrm>
              <a:off x="1966" y="912"/>
              <a:ext cx="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7" name="Line 1134"/>
            <p:cNvSpPr>
              <a:spLocks noChangeShapeType="1"/>
            </p:cNvSpPr>
            <p:nvPr/>
          </p:nvSpPr>
          <p:spPr bwMode="auto">
            <a:xfrm>
              <a:off x="304" y="803"/>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8" name="Line 1135"/>
            <p:cNvSpPr>
              <a:spLocks noChangeShapeType="1"/>
            </p:cNvSpPr>
            <p:nvPr/>
          </p:nvSpPr>
          <p:spPr bwMode="auto">
            <a:xfrm>
              <a:off x="2081" y="803"/>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59" name="Line 1136"/>
            <p:cNvSpPr>
              <a:spLocks noChangeShapeType="1"/>
            </p:cNvSpPr>
            <p:nvPr/>
          </p:nvSpPr>
          <p:spPr bwMode="auto">
            <a:xfrm>
              <a:off x="472" y="1140"/>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60" name="Line 1137"/>
            <p:cNvSpPr>
              <a:spLocks noChangeShapeType="1"/>
            </p:cNvSpPr>
            <p:nvPr/>
          </p:nvSpPr>
          <p:spPr bwMode="auto">
            <a:xfrm>
              <a:off x="532" y="1140"/>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61" name="Line 1138"/>
            <p:cNvSpPr>
              <a:spLocks noChangeShapeType="1"/>
            </p:cNvSpPr>
            <p:nvPr/>
          </p:nvSpPr>
          <p:spPr bwMode="auto">
            <a:xfrm>
              <a:off x="532" y="1194"/>
              <a:ext cx="85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62" name="Rectangle 1139"/>
            <p:cNvSpPr>
              <a:spLocks noChangeArrowheads="1"/>
            </p:cNvSpPr>
            <p:nvPr/>
          </p:nvSpPr>
          <p:spPr bwMode="auto">
            <a:xfrm>
              <a:off x="1390" y="1140"/>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RST</a:t>
              </a:r>
            </a:p>
          </p:txBody>
        </p:sp>
        <p:sp>
          <p:nvSpPr>
            <p:cNvPr id="23763" name="Rectangle 1140"/>
            <p:cNvSpPr>
              <a:spLocks noChangeArrowheads="1"/>
            </p:cNvSpPr>
            <p:nvPr/>
          </p:nvSpPr>
          <p:spPr bwMode="auto">
            <a:xfrm>
              <a:off x="1678" y="1140"/>
              <a:ext cx="288" cy="14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764" name="Line 1141"/>
            <p:cNvSpPr>
              <a:spLocks noChangeShapeType="1"/>
            </p:cNvSpPr>
            <p:nvPr/>
          </p:nvSpPr>
          <p:spPr bwMode="auto">
            <a:xfrm flipH="1">
              <a:off x="304" y="1194"/>
              <a:ext cx="1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65" name="Line 1142"/>
            <p:cNvSpPr>
              <a:spLocks noChangeShapeType="1"/>
            </p:cNvSpPr>
            <p:nvPr/>
          </p:nvSpPr>
          <p:spPr bwMode="auto">
            <a:xfrm>
              <a:off x="1966" y="1194"/>
              <a:ext cx="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66" name="Line 1143"/>
            <p:cNvSpPr>
              <a:spLocks noChangeShapeType="1"/>
            </p:cNvSpPr>
            <p:nvPr/>
          </p:nvSpPr>
          <p:spPr bwMode="auto">
            <a:xfrm flipH="1">
              <a:off x="418" y="1140"/>
              <a:ext cx="168"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67" name="Text Box 1144"/>
            <p:cNvSpPr txBox="1">
              <a:spLocks noChangeArrowheads="1"/>
            </p:cNvSpPr>
            <p:nvPr/>
          </p:nvSpPr>
          <p:spPr bwMode="auto">
            <a:xfrm>
              <a:off x="388" y="990"/>
              <a:ext cx="24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3768" name="Text Box 1145"/>
            <p:cNvSpPr txBox="1">
              <a:spLocks noChangeArrowheads="1"/>
            </p:cNvSpPr>
            <p:nvPr/>
          </p:nvSpPr>
          <p:spPr bwMode="auto">
            <a:xfrm>
              <a:off x="388" y="707"/>
              <a:ext cx="24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769" name="Line 1163"/>
            <p:cNvSpPr>
              <a:spLocks noChangeShapeType="1"/>
            </p:cNvSpPr>
            <p:nvPr/>
          </p:nvSpPr>
          <p:spPr bwMode="auto">
            <a:xfrm>
              <a:off x="299" y="2416"/>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0" name="Line 1164"/>
            <p:cNvSpPr>
              <a:spLocks noChangeShapeType="1"/>
            </p:cNvSpPr>
            <p:nvPr/>
          </p:nvSpPr>
          <p:spPr bwMode="auto">
            <a:xfrm>
              <a:off x="395"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1" name="Line 1165"/>
            <p:cNvSpPr>
              <a:spLocks noChangeShapeType="1"/>
            </p:cNvSpPr>
            <p:nvPr/>
          </p:nvSpPr>
          <p:spPr bwMode="auto">
            <a:xfrm>
              <a:off x="449"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2" name="Line 1166"/>
            <p:cNvSpPr>
              <a:spLocks noChangeShapeType="1"/>
            </p:cNvSpPr>
            <p:nvPr/>
          </p:nvSpPr>
          <p:spPr bwMode="auto">
            <a:xfrm flipH="1">
              <a:off x="299" y="2524"/>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3" name="Line 1167"/>
            <p:cNvSpPr>
              <a:spLocks noChangeShapeType="1"/>
            </p:cNvSpPr>
            <p:nvPr/>
          </p:nvSpPr>
          <p:spPr bwMode="auto">
            <a:xfrm>
              <a:off x="449" y="2524"/>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4" name="Line 1168"/>
            <p:cNvSpPr>
              <a:spLocks noChangeShapeType="1"/>
            </p:cNvSpPr>
            <p:nvPr/>
          </p:nvSpPr>
          <p:spPr bwMode="auto">
            <a:xfrm>
              <a:off x="395" y="2741"/>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5" name="Line 1169"/>
            <p:cNvSpPr>
              <a:spLocks noChangeShapeType="1"/>
            </p:cNvSpPr>
            <p:nvPr/>
          </p:nvSpPr>
          <p:spPr bwMode="auto">
            <a:xfrm>
              <a:off x="449" y="2741"/>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6" name="Line 1170"/>
            <p:cNvSpPr>
              <a:spLocks noChangeShapeType="1"/>
            </p:cNvSpPr>
            <p:nvPr/>
          </p:nvSpPr>
          <p:spPr bwMode="auto">
            <a:xfrm flipH="1">
              <a:off x="299" y="279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7" name="Line 1171"/>
            <p:cNvSpPr>
              <a:spLocks noChangeShapeType="1"/>
            </p:cNvSpPr>
            <p:nvPr/>
          </p:nvSpPr>
          <p:spPr bwMode="auto">
            <a:xfrm>
              <a:off x="449" y="279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8" name="Line 1172"/>
            <p:cNvSpPr>
              <a:spLocks noChangeShapeType="1"/>
            </p:cNvSpPr>
            <p:nvPr/>
          </p:nvSpPr>
          <p:spPr bwMode="auto">
            <a:xfrm flipV="1">
              <a:off x="545" y="2524"/>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79" name="Line 1173"/>
            <p:cNvSpPr>
              <a:spLocks noChangeShapeType="1"/>
            </p:cNvSpPr>
            <p:nvPr/>
          </p:nvSpPr>
          <p:spPr bwMode="auto">
            <a:xfrm>
              <a:off x="641"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80" name="Line 1174"/>
            <p:cNvSpPr>
              <a:spLocks noChangeShapeType="1"/>
            </p:cNvSpPr>
            <p:nvPr/>
          </p:nvSpPr>
          <p:spPr bwMode="auto">
            <a:xfrm>
              <a:off x="689" y="2470"/>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81" name="Line 1175"/>
            <p:cNvSpPr>
              <a:spLocks noChangeShapeType="1"/>
            </p:cNvSpPr>
            <p:nvPr/>
          </p:nvSpPr>
          <p:spPr bwMode="auto">
            <a:xfrm>
              <a:off x="689" y="2524"/>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82" name="Line 1176"/>
            <p:cNvSpPr>
              <a:spLocks noChangeShapeType="1"/>
            </p:cNvSpPr>
            <p:nvPr/>
          </p:nvSpPr>
          <p:spPr bwMode="auto">
            <a:xfrm>
              <a:off x="1181" y="2416"/>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83" name="Oval 1177"/>
            <p:cNvSpPr>
              <a:spLocks noChangeArrowheads="1"/>
            </p:cNvSpPr>
            <p:nvPr/>
          </p:nvSpPr>
          <p:spPr bwMode="auto">
            <a:xfrm>
              <a:off x="857" y="2416"/>
              <a:ext cx="276"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784" name="Text Box 1180"/>
            <p:cNvSpPr txBox="1">
              <a:spLocks noChangeArrowheads="1"/>
            </p:cNvSpPr>
            <p:nvPr/>
          </p:nvSpPr>
          <p:spPr bwMode="auto">
            <a:xfrm>
              <a:off x="305" y="2578"/>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785" name="Text Box 1181"/>
            <p:cNvSpPr txBox="1">
              <a:spLocks noChangeArrowheads="1"/>
            </p:cNvSpPr>
            <p:nvPr/>
          </p:nvSpPr>
          <p:spPr bwMode="auto">
            <a:xfrm>
              <a:off x="311" y="2307"/>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786" name="Text Box 1183"/>
            <p:cNvSpPr txBox="1">
              <a:spLocks noChangeArrowheads="1"/>
            </p:cNvSpPr>
            <p:nvPr/>
          </p:nvSpPr>
          <p:spPr bwMode="auto">
            <a:xfrm>
              <a:off x="539" y="2307"/>
              <a:ext cx="246"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3787" name="Line 1148"/>
            <p:cNvSpPr>
              <a:spLocks noChangeShapeType="1"/>
            </p:cNvSpPr>
            <p:nvPr/>
          </p:nvSpPr>
          <p:spPr bwMode="auto">
            <a:xfrm>
              <a:off x="299"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88" name="Line 1149"/>
            <p:cNvSpPr>
              <a:spLocks noChangeShapeType="1"/>
            </p:cNvSpPr>
            <p:nvPr/>
          </p:nvSpPr>
          <p:spPr bwMode="auto">
            <a:xfrm>
              <a:off x="395"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89" name="Line 1150"/>
            <p:cNvSpPr>
              <a:spLocks noChangeShapeType="1"/>
            </p:cNvSpPr>
            <p:nvPr/>
          </p:nvSpPr>
          <p:spPr bwMode="auto">
            <a:xfrm>
              <a:off x="449"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0" name="Line 1151"/>
            <p:cNvSpPr>
              <a:spLocks noChangeShapeType="1"/>
            </p:cNvSpPr>
            <p:nvPr/>
          </p:nvSpPr>
          <p:spPr bwMode="auto">
            <a:xfrm flipH="1">
              <a:off x="299" y="174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1" name="Line 1152"/>
            <p:cNvSpPr>
              <a:spLocks noChangeShapeType="1"/>
            </p:cNvSpPr>
            <p:nvPr/>
          </p:nvSpPr>
          <p:spPr bwMode="auto">
            <a:xfrm>
              <a:off x="449" y="1742"/>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2" name="Line 1153"/>
            <p:cNvSpPr>
              <a:spLocks noChangeShapeType="1"/>
            </p:cNvSpPr>
            <p:nvPr/>
          </p:nvSpPr>
          <p:spPr bwMode="auto">
            <a:xfrm>
              <a:off x="395"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3" name="Line 1154"/>
            <p:cNvSpPr>
              <a:spLocks noChangeShapeType="1"/>
            </p:cNvSpPr>
            <p:nvPr/>
          </p:nvSpPr>
          <p:spPr bwMode="auto">
            <a:xfrm>
              <a:off x="449"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4" name="Line 1155"/>
            <p:cNvSpPr>
              <a:spLocks noChangeShapeType="1"/>
            </p:cNvSpPr>
            <p:nvPr/>
          </p:nvSpPr>
          <p:spPr bwMode="auto">
            <a:xfrm flipH="1">
              <a:off x="299"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5" name="Line 1156"/>
            <p:cNvSpPr>
              <a:spLocks noChangeShapeType="1"/>
            </p:cNvSpPr>
            <p:nvPr/>
          </p:nvSpPr>
          <p:spPr bwMode="auto">
            <a:xfrm>
              <a:off x="449"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6" name="Line 1157"/>
            <p:cNvSpPr>
              <a:spLocks noChangeShapeType="1"/>
            </p:cNvSpPr>
            <p:nvPr/>
          </p:nvSpPr>
          <p:spPr bwMode="auto">
            <a:xfrm flipV="1">
              <a:off x="545" y="1742"/>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7" name="Line 1158"/>
            <p:cNvSpPr>
              <a:spLocks noChangeShapeType="1"/>
            </p:cNvSpPr>
            <p:nvPr/>
          </p:nvSpPr>
          <p:spPr bwMode="auto">
            <a:xfrm>
              <a:off x="641"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8" name="Line 1159"/>
            <p:cNvSpPr>
              <a:spLocks noChangeShapeType="1"/>
            </p:cNvSpPr>
            <p:nvPr/>
          </p:nvSpPr>
          <p:spPr bwMode="auto">
            <a:xfrm>
              <a:off x="689"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99" name="Line 1160"/>
            <p:cNvSpPr>
              <a:spLocks noChangeShapeType="1"/>
            </p:cNvSpPr>
            <p:nvPr/>
          </p:nvSpPr>
          <p:spPr bwMode="auto">
            <a:xfrm>
              <a:off x="689" y="1742"/>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00" name="Line 1161"/>
            <p:cNvSpPr>
              <a:spLocks noChangeShapeType="1"/>
            </p:cNvSpPr>
            <p:nvPr/>
          </p:nvSpPr>
          <p:spPr bwMode="auto">
            <a:xfrm>
              <a:off x="1181"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01" name="Oval 1162"/>
            <p:cNvSpPr>
              <a:spLocks noChangeArrowheads="1"/>
            </p:cNvSpPr>
            <p:nvPr/>
          </p:nvSpPr>
          <p:spPr bwMode="auto">
            <a:xfrm>
              <a:off x="863" y="1634"/>
              <a:ext cx="270"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802" name="Text Box 1178"/>
            <p:cNvSpPr txBox="1">
              <a:spLocks noChangeArrowheads="1"/>
            </p:cNvSpPr>
            <p:nvPr/>
          </p:nvSpPr>
          <p:spPr bwMode="auto">
            <a:xfrm>
              <a:off x="305" y="1796"/>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803" name="Text Box 1179"/>
            <p:cNvSpPr txBox="1">
              <a:spLocks noChangeArrowheads="1"/>
            </p:cNvSpPr>
            <p:nvPr/>
          </p:nvSpPr>
          <p:spPr bwMode="auto">
            <a:xfrm>
              <a:off x="317"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804" name="Text Box 1182"/>
            <p:cNvSpPr txBox="1">
              <a:spLocks noChangeArrowheads="1"/>
            </p:cNvSpPr>
            <p:nvPr/>
          </p:nvSpPr>
          <p:spPr bwMode="auto">
            <a:xfrm>
              <a:off x="545"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3805" name="Line 1184"/>
            <p:cNvSpPr>
              <a:spLocks noChangeShapeType="1"/>
            </p:cNvSpPr>
            <p:nvPr/>
          </p:nvSpPr>
          <p:spPr bwMode="auto">
            <a:xfrm flipH="1">
              <a:off x="593" y="1688"/>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06" name="Line 1185"/>
            <p:cNvSpPr>
              <a:spLocks noChangeShapeType="1"/>
            </p:cNvSpPr>
            <p:nvPr/>
          </p:nvSpPr>
          <p:spPr bwMode="auto">
            <a:xfrm>
              <a:off x="1265"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07" name="Line 1186"/>
            <p:cNvSpPr>
              <a:spLocks noChangeShapeType="1"/>
            </p:cNvSpPr>
            <p:nvPr/>
          </p:nvSpPr>
          <p:spPr bwMode="auto">
            <a:xfrm>
              <a:off x="1361"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08" name="Line 1187"/>
            <p:cNvSpPr>
              <a:spLocks noChangeShapeType="1"/>
            </p:cNvSpPr>
            <p:nvPr/>
          </p:nvSpPr>
          <p:spPr bwMode="auto">
            <a:xfrm>
              <a:off x="1415"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09" name="Line 1188"/>
            <p:cNvSpPr>
              <a:spLocks noChangeShapeType="1"/>
            </p:cNvSpPr>
            <p:nvPr/>
          </p:nvSpPr>
          <p:spPr bwMode="auto">
            <a:xfrm flipH="1">
              <a:off x="1265" y="174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0" name="Line 1189"/>
            <p:cNvSpPr>
              <a:spLocks noChangeShapeType="1"/>
            </p:cNvSpPr>
            <p:nvPr/>
          </p:nvSpPr>
          <p:spPr bwMode="auto">
            <a:xfrm>
              <a:off x="1415" y="1742"/>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1" name="Line 1190"/>
            <p:cNvSpPr>
              <a:spLocks noChangeShapeType="1"/>
            </p:cNvSpPr>
            <p:nvPr/>
          </p:nvSpPr>
          <p:spPr bwMode="auto">
            <a:xfrm>
              <a:off x="1361"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2" name="Line 1191"/>
            <p:cNvSpPr>
              <a:spLocks noChangeShapeType="1"/>
            </p:cNvSpPr>
            <p:nvPr/>
          </p:nvSpPr>
          <p:spPr bwMode="auto">
            <a:xfrm>
              <a:off x="1415" y="1959"/>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3" name="Line 1192"/>
            <p:cNvSpPr>
              <a:spLocks noChangeShapeType="1"/>
            </p:cNvSpPr>
            <p:nvPr/>
          </p:nvSpPr>
          <p:spPr bwMode="auto">
            <a:xfrm flipH="1">
              <a:off x="1265"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4" name="Line 1193"/>
            <p:cNvSpPr>
              <a:spLocks noChangeShapeType="1"/>
            </p:cNvSpPr>
            <p:nvPr/>
          </p:nvSpPr>
          <p:spPr bwMode="auto">
            <a:xfrm>
              <a:off x="1415" y="2013"/>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5" name="Line 1194"/>
            <p:cNvSpPr>
              <a:spLocks noChangeShapeType="1"/>
            </p:cNvSpPr>
            <p:nvPr/>
          </p:nvSpPr>
          <p:spPr bwMode="auto">
            <a:xfrm flipV="1">
              <a:off x="1511" y="1742"/>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6" name="Line 1195"/>
            <p:cNvSpPr>
              <a:spLocks noChangeShapeType="1"/>
            </p:cNvSpPr>
            <p:nvPr/>
          </p:nvSpPr>
          <p:spPr bwMode="auto">
            <a:xfrm>
              <a:off x="1607"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7" name="Line 1196"/>
            <p:cNvSpPr>
              <a:spLocks noChangeShapeType="1"/>
            </p:cNvSpPr>
            <p:nvPr/>
          </p:nvSpPr>
          <p:spPr bwMode="auto">
            <a:xfrm>
              <a:off x="1655" y="1688"/>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8" name="Line 1197"/>
            <p:cNvSpPr>
              <a:spLocks noChangeShapeType="1"/>
            </p:cNvSpPr>
            <p:nvPr/>
          </p:nvSpPr>
          <p:spPr bwMode="auto">
            <a:xfrm>
              <a:off x="1655" y="1742"/>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19" name="Line 1198"/>
            <p:cNvSpPr>
              <a:spLocks noChangeShapeType="1"/>
            </p:cNvSpPr>
            <p:nvPr/>
          </p:nvSpPr>
          <p:spPr bwMode="auto">
            <a:xfrm>
              <a:off x="2147" y="1634"/>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20" name="Oval 1199"/>
            <p:cNvSpPr>
              <a:spLocks noChangeArrowheads="1"/>
            </p:cNvSpPr>
            <p:nvPr/>
          </p:nvSpPr>
          <p:spPr bwMode="auto">
            <a:xfrm>
              <a:off x="1823" y="1634"/>
              <a:ext cx="276"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821" name="Text Box 1214"/>
            <p:cNvSpPr txBox="1">
              <a:spLocks noChangeArrowheads="1"/>
            </p:cNvSpPr>
            <p:nvPr/>
          </p:nvSpPr>
          <p:spPr bwMode="auto">
            <a:xfrm>
              <a:off x="1271" y="1796"/>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822" name="Text Box 1215"/>
            <p:cNvSpPr txBox="1">
              <a:spLocks noChangeArrowheads="1"/>
            </p:cNvSpPr>
            <p:nvPr/>
          </p:nvSpPr>
          <p:spPr bwMode="auto">
            <a:xfrm>
              <a:off x="1283"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823" name="Text Box 1218"/>
            <p:cNvSpPr txBox="1">
              <a:spLocks noChangeArrowheads="1"/>
            </p:cNvSpPr>
            <p:nvPr/>
          </p:nvSpPr>
          <p:spPr bwMode="auto">
            <a:xfrm>
              <a:off x="1511" y="1525"/>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3824" name="Line 1221"/>
            <p:cNvSpPr>
              <a:spLocks noChangeShapeType="1"/>
            </p:cNvSpPr>
            <p:nvPr/>
          </p:nvSpPr>
          <p:spPr bwMode="auto">
            <a:xfrm flipH="1">
              <a:off x="1313" y="1959"/>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25" name="Line 1222"/>
            <p:cNvSpPr>
              <a:spLocks noChangeShapeType="1"/>
            </p:cNvSpPr>
            <p:nvPr/>
          </p:nvSpPr>
          <p:spPr bwMode="auto">
            <a:xfrm flipH="1">
              <a:off x="1559" y="1688"/>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26" name="Line 1200"/>
            <p:cNvSpPr>
              <a:spLocks noChangeShapeType="1"/>
            </p:cNvSpPr>
            <p:nvPr/>
          </p:nvSpPr>
          <p:spPr bwMode="auto">
            <a:xfrm>
              <a:off x="1265" y="2410"/>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27" name="Line 1201"/>
            <p:cNvSpPr>
              <a:spLocks noChangeShapeType="1"/>
            </p:cNvSpPr>
            <p:nvPr/>
          </p:nvSpPr>
          <p:spPr bwMode="auto">
            <a:xfrm>
              <a:off x="1361"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28" name="Line 1202"/>
            <p:cNvSpPr>
              <a:spLocks noChangeShapeType="1"/>
            </p:cNvSpPr>
            <p:nvPr/>
          </p:nvSpPr>
          <p:spPr bwMode="auto">
            <a:xfrm>
              <a:off x="1415"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29" name="Line 1203"/>
            <p:cNvSpPr>
              <a:spLocks noChangeShapeType="1"/>
            </p:cNvSpPr>
            <p:nvPr/>
          </p:nvSpPr>
          <p:spPr bwMode="auto">
            <a:xfrm flipH="1">
              <a:off x="1265" y="2518"/>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0" name="Line 1204"/>
            <p:cNvSpPr>
              <a:spLocks noChangeShapeType="1"/>
            </p:cNvSpPr>
            <p:nvPr/>
          </p:nvSpPr>
          <p:spPr bwMode="auto">
            <a:xfrm>
              <a:off x="1415" y="2518"/>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1" name="Line 1205"/>
            <p:cNvSpPr>
              <a:spLocks noChangeShapeType="1"/>
            </p:cNvSpPr>
            <p:nvPr/>
          </p:nvSpPr>
          <p:spPr bwMode="auto">
            <a:xfrm>
              <a:off x="1361" y="2735"/>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2" name="Line 1206"/>
            <p:cNvSpPr>
              <a:spLocks noChangeShapeType="1"/>
            </p:cNvSpPr>
            <p:nvPr/>
          </p:nvSpPr>
          <p:spPr bwMode="auto">
            <a:xfrm>
              <a:off x="1415" y="2735"/>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3" name="Line 1207"/>
            <p:cNvSpPr>
              <a:spLocks noChangeShapeType="1"/>
            </p:cNvSpPr>
            <p:nvPr/>
          </p:nvSpPr>
          <p:spPr bwMode="auto">
            <a:xfrm flipH="1">
              <a:off x="1265" y="278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4" name="Line 1208"/>
            <p:cNvSpPr>
              <a:spLocks noChangeShapeType="1"/>
            </p:cNvSpPr>
            <p:nvPr/>
          </p:nvSpPr>
          <p:spPr bwMode="auto">
            <a:xfrm>
              <a:off x="1415" y="278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5" name="Line 1209"/>
            <p:cNvSpPr>
              <a:spLocks noChangeShapeType="1"/>
            </p:cNvSpPr>
            <p:nvPr/>
          </p:nvSpPr>
          <p:spPr bwMode="auto">
            <a:xfrm flipV="1">
              <a:off x="1511" y="2518"/>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6" name="Line 1210"/>
            <p:cNvSpPr>
              <a:spLocks noChangeShapeType="1"/>
            </p:cNvSpPr>
            <p:nvPr/>
          </p:nvSpPr>
          <p:spPr bwMode="auto">
            <a:xfrm>
              <a:off x="1607"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7" name="Line 1211"/>
            <p:cNvSpPr>
              <a:spLocks noChangeShapeType="1"/>
            </p:cNvSpPr>
            <p:nvPr/>
          </p:nvSpPr>
          <p:spPr bwMode="auto">
            <a:xfrm>
              <a:off x="1655" y="2464"/>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8" name="Line 1212"/>
            <p:cNvSpPr>
              <a:spLocks noChangeShapeType="1"/>
            </p:cNvSpPr>
            <p:nvPr/>
          </p:nvSpPr>
          <p:spPr bwMode="auto">
            <a:xfrm>
              <a:off x="1655" y="2518"/>
              <a:ext cx="4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39" name="Oval 1213"/>
            <p:cNvSpPr>
              <a:spLocks noChangeArrowheads="1"/>
            </p:cNvSpPr>
            <p:nvPr/>
          </p:nvSpPr>
          <p:spPr bwMode="auto">
            <a:xfrm>
              <a:off x="1811" y="2410"/>
              <a:ext cx="288" cy="216"/>
            </a:xfrm>
            <a:prstGeom prst="ellipse">
              <a:avLst/>
            </a:prstGeom>
            <a:solidFill>
              <a:srgbClr val="FFFFFF"/>
            </a:solidFill>
            <a:ln w="9525">
              <a:solidFill>
                <a:srgbClr val="000000"/>
              </a:solidFill>
              <a:round/>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840" name="Text Box 1216"/>
            <p:cNvSpPr txBox="1">
              <a:spLocks noChangeArrowheads="1"/>
            </p:cNvSpPr>
            <p:nvPr/>
          </p:nvSpPr>
          <p:spPr bwMode="auto">
            <a:xfrm>
              <a:off x="1271" y="2572"/>
              <a:ext cx="258"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M0</a:t>
              </a:r>
            </a:p>
          </p:txBody>
        </p:sp>
        <p:sp>
          <p:nvSpPr>
            <p:cNvPr id="23841" name="Text Box 1217"/>
            <p:cNvSpPr txBox="1">
              <a:spLocks noChangeArrowheads="1"/>
            </p:cNvSpPr>
            <p:nvPr/>
          </p:nvSpPr>
          <p:spPr bwMode="auto">
            <a:xfrm>
              <a:off x="1277" y="2301"/>
              <a:ext cx="240"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842" name="Text Box 1219"/>
            <p:cNvSpPr txBox="1">
              <a:spLocks noChangeArrowheads="1"/>
            </p:cNvSpPr>
            <p:nvPr/>
          </p:nvSpPr>
          <p:spPr bwMode="auto">
            <a:xfrm>
              <a:off x="1505" y="2301"/>
              <a:ext cx="246"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p:txBody>
        </p:sp>
        <p:sp>
          <p:nvSpPr>
            <p:cNvPr id="23843" name="Line 1220"/>
            <p:cNvSpPr>
              <a:spLocks noChangeShapeType="1"/>
            </p:cNvSpPr>
            <p:nvPr/>
          </p:nvSpPr>
          <p:spPr bwMode="auto">
            <a:xfrm flipH="1">
              <a:off x="1313" y="2735"/>
              <a:ext cx="15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844" name="Line 1223"/>
            <p:cNvSpPr>
              <a:spLocks noChangeShapeType="1"/>
            </p:cNvSpPr>
            <p:nvPr/>
          </p:nvSpPr>
          <p:spPr bwMode="auto">
            <a:xfrm>
              <a:off x="2147" y="2410"/>
              <a:ext cx="0" cy="4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23569" name="Rectangle 313"/>
          <p:cNvSpPr>
            <a:spLocks noChangeArrowheads="1"/>
          </p:cNvSpPr>
          <p:nvPr/>
        </p:nvSpPr>
        <p:spPr bwMode="auto">
          <a:xfrm>
            <a:off x="3506788" y="5148263"/>
            <a:ext cx="3429000" cy="348557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②</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④</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70" name="Rectangle 74"/>
          <p:cNvSpPr>
            <a:spLocks noChangeArrowheads="1"/>
          </p:cNvSpPr>
          <p:nvPr/>
        </p:nvSpPr>
        <p:spPr bwMode="auto">
          <a:xfrm>
            <a:off x="3429000" y="2411431"/>
            <a:ext cx="3168650"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Muốn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X5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②</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④</a:t>
            </a:r>
          </a:p>
        </p:txBody>
      </p:sp>
      <p:pic>
        <p:nvPicPr>
          <p:cNvPr id="23571" name="Picture 75"/>
          <p:cNvPicPr>
            <a:picLocks noChangeAspect="1" noChangeArrowheads="1"/>
          </p:cNvPicPr>
          <p:nvPr/>
        </p:nvPicPr>
        <p:blipFill>
          <a:blip r:embed="rId3">
            <a:extLst>
              <a:ext uri="{28A0092B-C50C-407E-A947-70E740481C1C}">
                <a14:useLocalDpi xmlns:a14="http://schemas.microsoft.com/office/drawing/2010/main" val="0"/>
              </a:ext>
            </a:extLst>
          </a:blip>
          <a:srcRect l="49609" t="33333" r="13281" b="44792"/>
          <a:stretch>
            <a:fillRect/>
          </a:stretch>
        </p:blipFill>
        <p:spPr bwMode="auto">
          <a:xfrm>
            <a:off x="3608388" y="2914666"/>
            <a:ext cx="2844800" cy="75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72" name="Group 76"/>
          <p:cNvGrpSpPr>
            <a:grpSpLocks/>
          </p:cNvGrpSpPr>
          <p:nvPr/>
        </p:nvGrpSpPr>
        <p:grpSpPr bwMode="auto">
          <a:xfrm>
            <a:off x="3695700" y="3757629"/>
            <a:ext cx="1246188" cy="382587"/>
            <a:chOff x="-70" y="2717"/>
            <a:chExt cx="1648" cy="268"/>
          </a:xfrm>
        </p:grpSpPr>
        <p:pic>
          <p:nvPicPr>
            <p:cNvPr id="23747" name="Picture 77"/>
            <p:cNvPicPr>
              <a:picLocks noChangeAspect="1" noChangeArrowheads="1"/>
            </p:cNvPicPr>
            <p:nvPr/>
          </p:nvPicPr>
          <p:blipFill>
            <a:blip r:embed="rId4">
              <a:extLst>
                <a:ext uri="{28A0092B-C50C-407E-A947-70E740481C1C}">
                  <a14:useLocalDpi xmlns:a14="http://schemas.microsoft.com/office/drawing/2010/main" val="0"/>
                </a:ext>
              </a:extLst>
            </a:blip>
            <a:srcRect l="75380" b="80222"/>
            <a:stretch>
              <a:fillRect/>
            </a:stretch>
          </p:blipFill>
          <p:spPr bwMode="auto">
            <a:xfrm>
              <a:off x="346" y="2718"/>
              <a:ext cx="123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48" name="Picture 78"/>
            <p:cNvPicPr>
              <a:picLocks noChangeAspect="1" noChangeArrowheads="1"/>
            </p:cNvPicPr>
            <p:nvPr/>
          </p:nvPicPr>
          <p:blipFill>
            <a:blip r:embed="rId4">
              <a:extLst>
                <a:ext uri="{28A0092B-C50C-407E-A947-70E740481C1C}">
                  <a14:useLocalDpi xmlns:a14="http://schemas.microsoft.com/office/drawing/2010/main" val="0"/>
                </a:ext>
              </a:extLst>
            </a:blip>
            <a:srcRect r="88968" b="80222"/>
            <a:stretch>
              <a:fillRect/>
            </a:stretch>
          </p:blipFill>
          <p:spPr bwMode="auto">
            <a:xfrm>
              <a:off x="-70" y="2717"/>
              <a:ext cx="55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573" name="Group 79"/>
          <p:cNvGrpSpPr>
            <a:grpSpLocks/>
          </p:cNvGrpSpPr>
          <p:nvPr/>
        </p:nvGrpSpPr>
        <p:grpSpPr bwMode="auto">
          <a:xfrm>
            <a:off x="5219732" y="4271979"/>
            <a:ext cx="1298575" cy="390525"/>
            <a:chOff x="-17" y="2658"/>
            <a:chExt cx="1536" cy="407"/>
          </a:xfrm>
        </p:grpSpPr>
        <p:pic>
          <p:nvPicPr>
            <p:cNvPr id="23745" name="Picture 80"/>
            <p:cNvPicPr>
              <a:picLocks noChangeAspect="1" noChangeArrowheads="1"/>
            </p:cNvPicPr>
            <p:nvPr/>
          </p:nvPicPr>
          <p:blipFill>
            <a:blip r:embed="rId4">
              <a:extLst>
                <a:ext uri="{28A0092B-C50C-407E-A947-70E740481C1C}">
                  <a14:useLocalDpi xmlns:a14="http://schemas.microsoft.com/office/drawing/2010/main" val="0"/>
                </a:ext>
              </a:extLst>
            </a:blip>
            <a:srcRect l="84293" t="50444" b="26074"/>
            <a:stretch>
              <a:fillRect/>
            </a:stretch>
          </p:blipFill>
          <p:spPr bwMode="auto">
            <a:xfrm>
              <a:off x="742" y="2658"/>
              <a:ext cx="777"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46" name="Picture 81"/>
            <p:cNvPicPr>
              <a:picLocks noChangeAspect="1" noChangeArrowheads="1"/>
            </p:cNvPicPr>
            <p:nvPr/>
          </p:nvPicPr>
          <p:blipFill>
            <a:blip r:embed="rId4">
              <a:extLst>
                <a:ext uri="{28A0092B-C50C-407E-A947-70E740481C1C}">
                  <a14:useLocalDpi xmlns:a14="http://schemas.microsoft.com/office/drawing/2010/main" val="0"/>
                </a:ext>
              </a:extLst>
            </a:blip>
            <a:srcRect t="50444" r="81874" b="26074"/>
            <a:stretch>
              <a:fillRect/>
            </a:stretch>
          </p:blipFill>
          <p:spPr bwMode="auto">
            <a:xfrm>
              <a:off x="-17" y="2660"/>
              <a:ext cx="897"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574" name="Group 82"/>
          <p:cNvGrpSpPr>
            <a:grpSpLocks/>
          </p:cNvGrpSpPr>
          <p:nvPr/>
        </p:nvGrpSpPr>
        <p:grpSpPr bwMode="auto">
          <a:xfrm>
            <a:off x="5210175" y="3732213"/>
            <a:ext cx="1295400" cy="428625"/>
            <a:chOff x="-153" y="3072"/>
            <a:chExt cx="1669" cy="320"/>
          </a:xfrm>
        </p:grpSpPr>
        <p:pic>
          <p:nvPicPr>
            <p:cNvPr id="23743" name="Picture 83"/>
            <p:cNvPicPr>
              <a:picLocks noChangeAspect="1" noChangeArrowheads="1"/>
            </p:cNvPicPr>
            <p:nvPr/>
          </p:nvPicPr>
          <p:blipFill>
            <a:blip r:embed="rId5">
              <a:extLst>
                <a:ext uri="{28A0092B-C50C-407E-A947-70E740481C1C}">
                  <a14:useLocalDpi xmlns:a14="http://schemas.microsoft.com/office/drawing/2010/main" val="0"/>
                </a:ext>
              </a:extLst>
            </a:blip>
            <a:srcRect l="83394" t="77333" b="-815"/>
            <a:stretch>
              <a:fillRect/>
            </a:stretch>
          </p:blipFill>
          <p:spPr bwMode="auto">
            <a:xfrm>
              <a:off x="685" y="3072"/>
              <a:ext cx="831"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44" name="Picture 84"/>
            <p:cNvPicPr>
              <a:picLocks noChangeAspect="1" noChangeArrowheads="1"/>
            </p:cNvPicPr>
            <p:nvPr/>
          </p:nvPicPr>
          <p:blipFill>
            <a:blip r:embed="rId4">
              <a:extLst>
                <a:ext uri="{28A0092B-C50C-407E-A947-70E740481C1C}">
                  <a14:useLocalDpi xmlns:a14="http://schemas.microsoft.com/office/drawing/2010/main" val="0"/>
                </a:ext>
              </a:extLst>
            </a:blip>
            <a:srcRect t="77333" r="80055" b="-815"/>
            <a:stretch>
              <a:fillRect/>
            </a:stretch>
          </p:blipFill>
          <p:spPr bwMode="auto">
            <a:xfrm>
              <a:off x="-153" y="3075"/>
              <a:ext cx="998"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575" name="Group 85"/>
          <p:cNvGrpSpPr>
            <a:grpSpLocks/>
          </p:cNvGrpSpPr>
          <p:nvPr/>
        </p:nvGrpSpPr>
        <p:grpSpPr bwMode="auto">
          <a:xfrm>
            <a:off x="3692557" y="4283076"/>
            <a:ext cx="1254125" cy="331788"/>
            <a:chOff x="-488" y="3097"/>
            <a:chExt cx="1412" cy="295"/>
          </a:xfrm>
        </p:grpSpPr>
        <p:pic>
          <p:nvPicPr>
            <p:cNvPr id="23741" name="Picture 86"/>
            <p:cNvPicPr>
              <a:picLocks noChangeAspect="1" noChangeArrowheads="1"/>
            </p:cNvPicPr>
            <p:nvPr/>
          </p:nvPicPr>
          <p:blipFill>
            <a:blip r:embed="rId6">
              <a:extLst>
                <a:ext uri="{28A0092B-C50C-407E-A947-70E740481C1C}">
                  <a14:useLocalDpi xmlns:a14="http://schemas.microsoft.com/office/drawing/2010/main" val="0"/>
                </a:ext>
              </a:extLst>
            </a:blip>
            <a:srcRect l="83405" b="7233"/>
            <a:stretch>
              <a:fillRect/>
            </a:stretch>
          </p:blipFill>
          <p:spPr bwMode="auto">
            <a:xfrm>
              <a:off x="0" y="3097"/>
              <a:ext cx="924"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42" name="Picture 87"/>
            <p:cNvPicPr>
              <a:picLocks noChangeAspect="1" noChangeArrowheads="1"/>
            </p:cNvPicPr>
            <p:nvPr/>
          </p:nvPicPr>
          <p:blipFill>
            <a:blip r:embed="rId7">
              <a:extLst>
                <a:ext uri="{28A0092B-C50C-407E-A947-70E740481C1C}">
                  <a14:useLocalDpi xmlns:a14="http://schemas.microsoft.com/office/drawing/2010/main" val="0"/>
                </a:ext>
              </a:extLst>
            </a:blip>
            <a:srcRect r="87463" b="7233"/>
            <a:stretch>
              <a:fillRect/>
            </a:stretch>
          </p:blipFill>
          <p:spPr bwMode="auto">
            <a:xfrm>
              <a:off x="-488" y="3097"/>
              <a:ext cx="698"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76" name="Rectangle 116"/>
          <p:cNvSpPr>
            <a:spLocks noChangeArrowheads="1"/>
          </p:cNvSpPr>
          <p:nvPr/>
        </p:nvSpPr>
        <p:spPr bwMode="auto">
          <a:xfrm>
            <a:off x="3389313" y="1043006"/>
            <a:ext cx="33528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0.33s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ô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T0 K33    ② T0 K330    ③ H T0 K33   ④H T0 K330</a:t>
            </a:r>
          </a:p>
        </p:txBody>
      </p:sp>
      <p:grpSp>
        <p:nvGrpSpPr>
          <p:cNvPr id="23577" name="Group 127"/>
          <p:cNvGrpSpPr>
            <a:grpSpLocks/>
          </p:cNvGrpSpPr>
          <p:nvPr/>
        </p:nvGrpSpPr>
        <p:grpSpPr bwMode="auto">
          <a:xfrm>
            <a:off x="3621088" y="1435100"/>
            <a:ext cx="2882900" cy="409575"/>
            <a:chOff x="2281" y="3029"/>
            <a:chExt cx="1816" cy="258"/>
          </a:xfrm>
        </p:grpSpPr>
        <p:sp>
          <p:nvSpPr>
            <p:cNvPr id="23732" name="Line 1073"/>
            <p:cNvSpPr>
              <a:spLocks noChangeShapeType="1"/>
            </p:cNvSpPr>
            <p:nvPr/>
          </p:nvSpPr>
          <p:spPr bwMode="auto">
            <a:xfrm>
              <a:off x="2510" y="3158"/>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33" name="Line 1074"/>
            <p:cNvSpPr>
              <a:spLocks noChangeShapeType="1"/>
            </p:cNvSpPr>
            <p:nvPr/>
          </p:nvSpPr>
          <p:spPr bwMode="auto">
            <a:xfrm>
              <a:off x="2567" y="3158"/>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34" name="Line 1075"/>
            <p:cNvSpPr>
              <a:spLocks noChangeShapeType="1"/>
            </p:cNvSpPr>
            <p:nvPr/>
          </p:nvSpPr>
          <p:spPr bwMode="auto">
            <a:xfrm flipH="1">
              <a:off x="2281" y="3195"/>
              <a:ext cx="2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35" name="Text Box 1076"/>
            <p:cNvSpPr txBox="1">
              <a:spLocks noChangeArrowheads="1"/>
            </p:cNvSpPr>
            <p:nvPr/>
          </p:nvSpPr>
          <p:spPr bwMode="auto">
            <a:xfrm>
              <a:off x="3438" y="3030"/>
              <a:ext cx="659"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3736" name="Text Box 1077"/>
            <p:cNvSpPr txBox="1">
              <a:spLocks noChangeArrowheads="1"/>
            </p:cNvSpPr>
            <p:nvPr/>
          </p:nvSpPr>
          <p:spPr bwMode="auto">
            <a:xfrm>
              <a:off x="2426" y="3029"/>
              <a:ext cx="24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737" name="Line 1078"/>
            <p:cNvSpPr>
              <a:spLocks noChangeShapeType="1"/>
            </p:cNvSpPr>
            <p:nvPr/>
          </p:nvSpPr>
          <p:spPr bwMode="auto">
            <a:xfrm>
              <a:off x="2281" y="3062"/>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38" name="Line 1079"/>
            <p:cNvSpPr>
              <a:spLocks noChangeShapeType="1"/>
            </p:cNvSpPr>
            <p:nvPr/>
          </p:nvSpPr>
          <p:spPr bwMode="auto">
            <a:xfrm>
              <a:off x="2567" y="3195"/>
              <a:ext cx="93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39" name="Line 1080"/>
            <p:cNvSpPr>
              <a:spLocks noChangeShapeType="1"/>
            </p:cNvSpPr>
            <p:nvPr/>
          </p:nvSpPr>
          <p:spPr bwMode="auto">
            <a:xfrm>
              <a:off x="3846" y="3195"/>
              <a:ext cx="2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40" name="Line 1081"/>
            <p:cNvSpPr>
              <a:spLocks noChangeShapeType="1"/>
            </p:cNvSpPr>
            <p:nvPr/>
          </p:nvSpPr>
          <p:spPr bwMode="auto">
            <a:xfrm>
              <a:off x="4061" y="3062"/>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23578" name="Group 1127"/>
          <p:cNvGrpSpPr>
            <a:grpSpLocks/>
          </p:cNvGrpSpPr>
          <p:nvPr/>
        </p:nvGrpSpPr>
        <p:grpSpPr bwMode="auto">
          <a:xfrm>
            <a:off x="361954" y="6557964"/>
            <a:ext cx="2995613" cy="2335212"/>
            <a:chOff x="2160" y="3029"/>
            <a:chExt cx="1844" cy="1784"/>
          </a:xfrm>
        </p:grpSpPr>
        <p:sp>
          <p:nvSpPr>
            <p:cNvPr id="23668" name="Line 1128"/>
            <p:cNvSpPr>
              <a:spLocks noChangeShapeType="1"/>
            </p:cNvSpPr>
            <p:nvPr/>
          </p:nvSpPr>
          <p:spPr bwMode="auto">
            <a:xfrm>
              <a:off x="2340" y="3977"/>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69" name="Line 1129"/>
            <p:cNvSpPr>
              <a:spLocks noChangeShapeType="1"/>
            </p:cNvSpPr>
            <p:nvPr/>
          </p:nvSpPr>
          <p:spPr bwMode="auto">
            <a:xfrm>
              <a:off x="2340" y="4121"/>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70" name="Text Box 1130"/>
            <p:cNvSpPr txBox="1">
              <a:spLocks noChangeArrowheads="1"/>
            </p:cNvSpPr>
            <p:nvPr/>
          </p:nvSpPr>
          <p:spPr bwMode="auto">
            <a:xfrm>
              <a:off x="2170" y="3853"/>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①   X0</a:t>
              </a:r>
            </a:p>
          </p:txBody>
        </p:sp>
        <p:sp>
          <p:nvSpPr>
            <p:cNvPr id="23671" name="Text Box 1131"/>
            <p:cNvSpPr txBox="1">
              <a:spLocks noChangeArrowheads="1"/>
            </p:cNvSpPr>
            <p:nvPr/>
          </p:nvSpPr>
          <p:spPr bwMode="auto">
            <a:xfrm>
              <a:off x="2276" y="4005"/>
              <a:ext cx="24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3672" name="Rectangle 1132"/>
            <p:cNvSpPr>
              <a:spLocks noChangeArrowheads="1"/>
            </p:cNvSpPr>
            <p:nvPr/>
          </p:nvSpPr>
          <p:spPr bwMode="auto">
            <a:xfrm>
              <a:off x="2580" y="3881"/>
              <a:ext cx="4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73" name="Rectangle 1133"/>
            <p:cNvSpPr>
              <a:spLocks noChangeArrowheads="1"/>
            </p:cNvSpPr>
            <p:nvPr/>
          </p:nvSpPr>
          <p:spPr bwMode="auto">
            <a:xfrm>
              <a:off x="2580" y="4025"/>
              <a:ext cx="36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74" name="Line 1134"/>
            <p:cNvSpPr>
              <a:spLocks noChangeShapeType="1"/>
            </p:cNvSpPr>
            <p:nvPr/>
          </p:nvSpPr>
          <p:spPr bwMode="auto">
            <a:xfrm>
              <a:off x="2578" y="3957"/>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75" name="Line 1135"/>
            <p:cNvSpPr>
              <a:spLocks noChangeShapeType="1"/>
            </p:cNvSpPr>
            <p:nvPr/>
          </p:nvSpPr>
          <p:spPr bwMode="auto">
            <a:xfrm>
              <a:off x="2564" y="316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76" name="Line 1136"/>
            <p:cNvSpPr>
              <a:spLocks noChangeShapeType="1"/>
            </p:cNvSpPr>
            <p:nvPr/>
          </p:nvSpPr>
          <p:spPr bwMode="auto">
            <a:xfrm>
              <a:off x="2612" y="316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77" name="Line 1137"/>
            <p:cNvSpPr>
              <a:spLocks noChangeShapeType="1"/>
            </p:cNvSpPr>
            <p:nvPr/>
          </p:nvSpPr>
          <p:spPr bwMode="auto">
            <a:xfrm flipH="1">
              <a:off x="2372" y="3210"/>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78" name="Text Box 1138"/>
            <p:cNvSpPr txBox="1">
              <a:spLocks noChangeArrowheads="1"/>
            </p:cNvSpPr>
            <p:nvPr/>
          </p:nvSpPr>
          <p:spPr bwMode="auto">
            <a:xfrm>
              <a:off x="3405" y="3047"/>
              <a:ext cx="34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Y70 )</a:t>
              </a:r>
            </a:p>
          </p:txBody>
        </p:sp>
        <p:sp>
          <p:nvSpPr>
            <p:cNvPr id="23679" name="Line 1139"/>
            <p:cNvSpPr>
              <a:spLocks noChangeShapeType="1"/>
            </p:cNvSpPr>
            <p:nvPr/>
          </p:nvSpPr>
          <p:spPr bwMode="auto">
            <a:xfrm>
              <a:off x="3860" y="3065"/>
              <a:ext cx="0" cy="6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0" name="Text Box 1140"/>
            <p:cNvSpPr txBox="1">
              <a:spLocks noChangeArrowheads="1"/>
            </p:cNvSpPr>
            <p:nvPr/>
          </p:nvSpPr>
          <p:spPr bwMode="auto">
            <a:xfrm>
              <a:off x="2494" y="3034"/>
              <a:ext cx="20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23681" name="Line 1141"/>
            <p:cNvSpPr>
              <a:spLocks noChangeShapeType="1"/>
            </p:cNvSpPr>
            <p:nvPr/>
          </p:nvSpPr>
          <p:spPr bwMode="auto">
            <a:xfrm>
              <a:off x="2372" y="3037"/>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2" name="Line 1142"/>
            <p:cNvSpPr>
              <a:spLocks noChangeShapeType="1"/>
            </p:cNvSpPr>
            <p:nvPr/>
          </p:nvSpPr>
          <p:spPr bwMode="auto">
            <a:xfrm>
              <a:off x="3668" y="3207"/>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3" name="Line 1143"/>
            <p:cNvSpPr>
              <a:spLocks noChangeShapeType="1"/>
            </p:cNvSpPr>
            <p:nvPr/>
          </p:nvSpPr>
          <p:spPr bwMode="auto">
            <a:xfrm>
              <a:off x="2564" y="359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4" name="Line 1144"/>
            <p:cNvSpPr>
              <a:spLocks noChangeShapeType="1"/>
            </p:cNvSpPr>
            <p:nvPr/>
          </p:nvSpPr>
          <p:spPr bwMode="auto">
            <a:xfrm>
              <a:off x="2612" y="359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5" name="Line 1145"/>
            <p:cNvSpPr>
              <a:spLocks noChangeShapeType="1"/>
            </p:cNvSpPr>
            <p:nvPr/>
          </p:nvSpPr>
          <p:spPr bwMode="auto">
            <a:xfrm flipH="1">
              <a:off x="2372" y="3640"/>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6" name="Text Box 1146"/>
            <p:cNvSpPr txBox="1">
              <a:spLocks noChangeArrowheads="1"/>
            </p:cNvSpPr>
            <p:nvPr/>
          </p:nvSpPr>
          <p:spPr bwMode="auto">
            <a:xfrm>
              <a:off x="3426" y="3565"/>
              <a:ext cx="30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T1 )</a:t>
              </a:r>
            </a:p>
          </p:txBody>
        </p:sp>
        <p:sp>
          <p:nvSpPr>
            <p:cNvPr id="23687" name="Line 1147"/>
            <p:cNvSpPr>
              <a:spLocks noChangeShapeType="1"/>
            </p:cNvSpPr>
            <p:nvPr/>
          </p:nvSpPr>
          <p:spPr bwMode="auto">
            <a:xfrm>
              <a:off x="2612" y="3636"/>
              <a:ext cx="86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8" name="Line 1148"/>
            <p:cNvSpPr>
              <a:spLocks noChangeShapeType="1"/>
            </p:cNvSpPr>
            <p:nvPr/>
          </p:nvSpPr>
          <p:spPr bwMode="auto">
            <a:xfrm>
              <a:off x="3668" y="3637"/>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89" name="Text Box 1149"/>
            <p:cNvSpPr txBox="1">
              <a:spLocks noChangeArrowheads="1"/>
            </p:cNvSpPr>
            <p:nvPr/>
          </p:nvSpPr>
          <p:spPr bwMode="auto">
            <a:xfrm>
              <a:off x="2471" y="3469"/>
              <a:ext cx="24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3690" name="Line 1150"/>
            <p:cNvSpPr>
              <a:spLocks noChangeShapeType="1"/>
            </p:cNvSpPr>
            <p:nvPr/>
          </p:nvSpPr>
          <p:spPr bwMode="auto">
            <a:xfrm>
              <a:off x="2564" y="335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1" name="Line 1151"/>
            <p:cNvSpPr>
              <a:spLocks noChangeShapeType="1"/>
            </p:cNvSpPr>
            <p:nvPr/>
          </p:nvSpPr>
          <p:spPr bwMode="auto">
            <a:xfrm>
              <a:off x="2612" y="335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2" name="Line 1152"/>
            <p:cNvSpPr>
              <a:spLocks noChangeShapeType="1"/>
            </p:cNvSpPr>
            <p:nvPr/>
          </p:nvSpPr>
          <p:spPr bwMode="auto">
            <a:xfrm flipH="1">
              <a:off x="2372" y="3400"/>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3" name="Text Box 1153"/>
            <p:cNvSpPr txBox="1">
              <a:spLocks noChangeArrowheads="1"/>
            </p:cNvSpPr>
            <p:nvPr/>
          </p:nvSpPr>
          <p:spPr bwMode="auto">
            <a:xfrm>
              <a:off x="2471" y="3229"/>
              <a:ext cx="24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3694" name="Line 1154"/>
            <p:cNvSpPr>
              <a:spLocks noChangeShapeType="1"/>
            </p:cNvSpPr>
            <p:nvPr/>
          </p:nvSpPr>
          <p:spPr bwMode="auto">
            <a:xfrm>
              <a:off x="2612" y="3401"/>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5" name="Line 1155"/>
            <p:cNvSpPr>
              <a:spLocks noChangeShapeType="1"/>
            </p:cNvSpPr>
            <p:nvPr/>
          </p:nvSpPr>
          <p:spPr bwMode="auto">
            <a:xfrm flipV="1">
              <a:off x="2804" y="3205"/>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6" name="Line 1156"/>
            <p:cNvSpPr>
              <a:spLocks noChangeShapeType="1"/>
            </p:cNvSpPr>
            <p:nvPr/>
          </p:nvSpPr>
          <p:spPr bwMode="auto">
            <a:xfrm>
              <a:off x="2996" y="3157"/>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7" name="Line 1157"/>
            <p:cNvSpPr>
              <a:spLocks noChangeShapeType="1"/>
            </p:cNvSpPr>
            <p:nvPr/>
          </p:nvSpPr>
          <p:spPr bwMode="auto">
            <a:xfrm>
              <a:off x="3044" y="3157"/>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8" name="Line 1158"/>
            <p:cNvSpPr>
              <a:spLocks noChangeShapeType="1"/>
            </p:cNvSpPr>
            <p:nvPr/>
          </p:nvSpPr>
          <p:spPr bwMode="auto">
            <a:xfrm flipH="1">
              <a:off x="2612" y="3205"/>
              <a:ext cx="3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99" name="Line 1159"/>
            <p:cNvSpPr>
              <a:spLocks noChangeShapeType="1"/>
            </p:cNvSpPr>
            <p:nvPr/>
          </p:nvSpPr>
          <p:spPr bwMode="auto">
            <a:xfrm flipH="1">
              <a:off x="3044" y="3205"/>
              <a:ext cx="43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00" name="Line 1160"/>
            <p:cNvSpPr>
              <a:spLocks noChangeShapeType="1"/>
            </p:cNvSpPr>
            <p:nvPr/>
          </p:nvSpPr>
          <p:spPr bwMode="auto">
            <a:xfrm flipH="1">
              <a:off x="2972" y="3161"/>
              <a:ext cx="96"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01" name="Text Box 1161"/>
            <p:cNvSpPr txBox="1">
              <a:spLocks noChangeArrowheads="1"/>
            </p:cNvSpPr>
            <p:nvPr/>
          </p:nvSpPr>
          <p:spPr bwMode="auto">
            <a:xfrm>
              <a:off x="2923" y="3029"/>
              <a:ext cx="19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T1</a:t>
              </a:r>
            </a:p>
          </p:txBody>
        </p:sp>
        <p:sp>
          <p:nvSpPr>
            <p:cNvPr id="23702" name="Line 1162"/>
            <p:cNvSpPr>
              <a:spLocks noChangeShapeType="1"/>
            </p:cNvSpPr>
            <p:nvPr/>
          </p:nvSpPr>
          <p:spPr bwMode="auto">
            <a:xfrm>
              <a:off x="3252" y="3977"/>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03" name="Line 1163"/>
            <p:cNvSpPr>
              <a:spLocks noChangeShapeType="1"/>
            </p:cNvSpPr>
            <p:nvPr/>
          </p:nvSpPr>
          <p:spPr bwMode="auto">
            <a:xfrm>
              <a:off x="3252" y="4121"/>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04" name="Text Box 1164"/>
            <p:cNvSpPr txBox="1">
              <a:spLocks noChangeArrowheads="1"/>
            </p:cNvSpPr>
            <p:nvPr/>
          </p:nvSpPr>
          <p:spPr bwMode="auto">
            <a:xfrm>
              <a:off x="3092" y="3853"/>
              <a:ext cx="32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②  X0</a:t>
              </a:r>
            </a:p>
          </p:txBody>
        </p:sp>
        <p:sp>
          <p:nvSpPr>
            <p:cNvPr id="23705" name="Text Box 1165"/>
            <p:cNvSpPr txBox="1">
              <a:spLocks noChangeArrowheads="1"/>
            </p:cNvSpPr>
            <p:nvPr/>
          </p:nvSpPr>
          <p:spPr bwMode="auto">
            <a:xfrm>
              <a:off x="3188" y="4005"/>
              <a:ext cx="24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3706" name="Rectangle 1166"/>
            <p:cNvSpPr>
              <a:spLocks noChangeArrowheads="1"/>
            </p:cNvSpPr>
            <p:nvPr/>
          </p:nvSpPr>
          <p:spPr bwMode="auto">
            <a:xfrm>
              <a:off x="3492" y="3881"/>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07" name="Rectangle 1167"/>
            <p:cNvSpPr>
              <a:spLocks noChangeArrowheads="1"/>
            </p:cNvSpPr>
            <p:nvPr/>
          </p:nvSpPr>
          <p:spPr bwMode="auto">
            <a:xfrm>
              <a:off x="3716" y="4025"/>
              <a:ext cx="28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08" name="Line 1168"/>
            <p:cNvSpPr>
              <a:spLocks noChangeShapeType="1"/>
            </p:cNvSpPr>
            <p:nvPr/>
          </p:nvSpPr>
          <p:spPr bwMode="auto">
            <a:xfrm>
              <a:off x="3490" y="3957"/>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09" name="Line 1169"/>
            <p:cNvSpPr>
              <a:spLocks noChangeShapeType="1"/>
            </p:cNvSpPr>
            <p:nvPr/>
          </p:nvSpPr>
          <p:spPr bwMode="auto">
            <a:xfrm>
              <a:off x="2340" y="4497"/>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10" name="Line 1170"/>
            <p:cNvSpPr>
              <a:spLocks noChangeShapeType="1"/>
            </p:cNvSpPr>
            <p:nvPr/>
          </p:nvSpPr>
          <p:spPr bwMode="auto">
            <a:xfrm>
              <a:off x="2340" y="4641"/>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11" name="Text Box 1171"/>
            <p:cNvSpPr txBox="1">
              <a:spLocks noChangeArrowheads="1"/>
            </p:cNvSpPr>
            <p:nvPr/>
          </p:nvSpPr>
          <p:spPr bwMode="auto">
            <a:xfrm>
              <a:off x="2160" y="4373"/>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③   X0</a:t>
              </a:r>
            </a:p>
          </p:txBody>
        </p:sp>
        <p:sp>
          <p:nvSpPr>
            <p:cNvPr id="23712" name="Text Box 1172"/>
            <p:cNvSpPr txBox="1">
              <a:spLocks noChangeArrowheads="1"/>
            </p:cNvSpPr>
            <p:nvPr/>
          </p:nvSpPr>
          <p:spPr bwMode="auto">
            <a:xfrm>
              <a:off x="2276" y="4525"/>
              <a:ext cx="24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3713" name="Rectangle 1173"/>
            <p:cNvSpPr>
              <a:spLocks noChangeArrowheads="1"/>
            </p:cNvSpPr>
            <p:nvPr/>
          </p:nvSpPr>
          <p:spPr bwMode="auto">
            <a:xfrm>
              <a:off x="2580" y="4401"/>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14" name="Rectangle 1174"/>
            <p:cNvSpPr>
              <a:spLocks noChangeArrowheads="1"/>
            </p:cNvSpPr>
            <p:nvPr/>
          </p:nvSpPr>
          <p:spPr bwMode="auto">
            <a:xfrm>
              <a:off x="2580" y="4545"/>
              <a:ext cx="36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15" name="Line 1175"/>
            <p:cNvSpPr>
              <a:spLocks noChangeShapeType="1"/>
            </p:cNvSpPr>
            <p:nvPr/>
          </p:nvSpPr>
          <p:spPr bwMode="auto">
            <a:xfrm>
              <a:off x="2578" y="4477"/>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16" name="Line 1176"/>
            <p:cNvSpPr>
              <a:spLocks noChangeShapeType="1"/>
            </p:cNvSpPr>
            <p:nvPr/>
          </p:nvSpPr>
          <p:spPr bwMode="auto">
            <a:xfrm>
              <a:off x="3252" y="4497"/>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17" name="Line 1177"/>
            <p:cNvSpPr>
              <a:spLocks noChangeShapeType="1"/>
            </p:cNvSpPr>
            <p:nvPr/>
          </p:nvSpPr>
          <p:spPr bwMode="auto">
            <a:xfrm>
              <a:off x="3252" y="4641"/>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18" name="Text Box 1178"/>
            <p:cNvSpPr txBox="1">
              <a:spLocks noChangeArrowheads="1"/>
            </p:cNvSpPr>
            <p:nvPr/>
          </p:nvSpPr>
          <p:spPr bwMode="auto">
            <a:xfrm>
              <a:off x="3092" y="4373"/>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④   X0</a:t>
              </a:r>
            </a:p>
          </p:txBody>
        </p:sp>
        <p:sp>
          <p:nvSpPr>
            <p:cNvPr id="23719" name="Text Box 1179"/>
            <p:cNvSpPr txBox="1">
              <a:spLocks noChangeArrowheads="1"/>
            </p:cNvSpPr>
            <p:nvPr/>
          </p:nvSpPr>
          <p:spPr bwMode="auto">
            <a:xfrm>
              <a:off x="3188" y="4525"/>
              <a:ext cx="24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23720" name="Rectangle 1180"/>
            <p:cNvSpPr>
              <a:spLocks noChangeArrowheads="1"/>
            </p:cNvSpPr>
            <p:nvPr/>
          </p:nvSpPr>
          <p:spPr bwMode="auto">
            <a:xfrm>
              <a:off x="3492" y="4401"/>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21" name="Rectangle 1181"/>
            <p:cNvSpPr>
              <a:spLocks noChangeArrowheads="1"/>
            </p:cNvSpPr>
            <p:nvPr/>
          </p:nvSpPr>
          <p:spPr bwMode="auto">
            <a:xfrm>
              <a:off x="3716" y="4545"/>
              <a:ext cx="28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722" name="Line 1182"/>
            <p:cNvSpPr>
              <a:spLocks noChangeShapeType="1"/>
            </p:cNvSpPr>
            <p:nvPr/>
          </p:nvSpPr>
          <p:spPr bwMode="auto">
            <a:xfrm>
              <a:off x="3490" y="4477"/>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23" name="Line 1183"/>
            <p:cNvSpPr>
              <a:spLocks noChangeShapeType="1"/>
            </p:cNvSpPr>
            <p:nvPr/>
          </p:nvSpPr>
          <p:spPr bwMode="auto">
            <a:xfrm>
              <a:off x="2600" y="4165"/>
              <a:ext cx="336"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24" name="Line 1184"/>
            <p:cNvSpPr>
              <a:spLocks noChangeShapeType="1"/>
            </p:cNvSpPr>
            <p:nvPr/>
          </p:nvSpPr>
          <p:spPr bwMode="auto">
            <a:xfrm>
              <a:off x="2608" y="4689"/>
              <a:ext cx="336"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25" name="Line 1185"/>
            <p:cNvSpPr>
              <a:spLocks noChangeShapeType="1"/>
            </p:cNvSpPr>
            <p:nvPr/>
          </p:nvSpPr>
          <p:spPr bwMode="auto">
            <a:xfrm>
              <a:off x="3492" y="4161"/>
              <a:ext cx="224"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26" name="Line 1186"/>
            <p:cNvSpPr>
              <a:spLocks noChangeShapeType="1"/>
            </p:cNvSpPr>
            <p:nvPr/>
          </p:nvSpPr>
          <p:spPr bwMode="auto">
            <a:xfrm>
              <a:off x="3496" y="4685"/>
              <a:ext cx="224"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727" name="Text Box 1187"/>
            <p:cNvSpPr txBox="1">
              <a:spLocks noChangeArrowheads="1"/>
            </p:cNvSpPr>
            <p:nvPr/>
          </p:nvSpPr>
          <p:spPr bwMode="auto">
            <a:xfrm>
              <a:off x="2646" y="4137"/>
              <a:ext cx="22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23728" name="Text Box 1188"/>
            <p:cNvSpPr txBox="1">
              <a:spLocks noChangeArrowheads="1"/>
            </p:cNvSpPr>
            <p:nvPr/>
          </p:nvSpPr>
          <p:spPr bwMode="auto">
            <a:xfrm>
              <a:off x="3478" y="4141"/>
              <a:ext cx="22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23729" name="Text Box 1189"/>
            <p:cNvSpPr txBox="1">
              <a:spLocks noChangeArrowheads="1"/>
            </p:cNvSpPr>
            <p:nvPr/>
          </p:nvSpPr>
          <p:spPr bwMode="auto">
            <a:xfrm>
              <a:off x="2612" y="4669"/>
              <a:ext cx="27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23730" name="Text Box 1190"/>
            <p:cNvSpPr txBox="1">
              <a:spLocks noChangeArrowheads="1"/>
            </p:cNvSpPr>
            <p:nvPr/>
          </p:nvSpPr>
          <p:spPr bwMode="auto">
            <a:xfrm>
              <a:off x="3462" y="4669"/>
              <a:ext cx="27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초</a:t>
              </a:r>
            </a:p>
          </p:txBody>
        </p:sp>
        <p:sp>
          <p:nvSpPr>
            <p:cNvPr id="23731" name="Text Box 1191"/>
            <p:cNvSpPr txBox="1">
              <a:spLocks noChangeArrowheads="1"/>
            </p:cNvSpPr>
            <p:nvPr/>
          </p:nvSpPr>
          <p:spPr bwMode="auto">
            <a:xfrm>
              <a:off x="3545" y="3481"/>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K10</a:t>
              </a:r>
            </a:p>
          </p:txBody>
        </p:sp>
      </p:grpSp>
      <p:sp>
        <p:nvSpPr>
          <p:cNvPr id="23579" name="Rectangle 550"/>
          <p:cNvSpPr>
            <a:spLocks noChangeArrowheads="1"/>
          </p:cNvSpPr>
          <p:nvPr/>
        </p:nvSpPr>
        <p:spPr bwMode="auto">
          <a:xfrm>
            <a:off x="279400" y="6223000"/>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Time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80" name="Rectangle 22"/>
          <p:cNvSpPr>
            <a:spLocks noChangeArrowheads="1"/>
          </p:cNvSpPr>
          <p:nvPr/>
        </p:nvSpPr>
        <p:spPr bwMode="auto">
          <a:xfrm>
            <a:off x="279403" y="4562491"/>
            <a:ext cx="3097213"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Sequence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Inter Lock</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dừng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23581" name="그룹 365"/>
          <p:cNvGrpSpPr>
            <a:grpSpLocks/>
          </p:cNvGrpSpPr>
          <p:nvPr/>
        </p:nvGrpSpPr>
        <p:grpSpPr bwMode="auto">
          <a:xfrm>
            <a:off x="423863" y="4803775"/>
            <a:ext cx="2781300" cy="914400"/>
            <a:chOff x="3671547" y="1640632"/>
            <a:chExt cx="2781789" cy="914313"/>
          </a:xfrm>
        </p:grpSpPr>
        <p:sp>
          <p:nvSpPr>
            <p:cNvPr id="23635" name="Line 112"/>
            <p:cNvSpPr>
              <a:spLocks noChangeShapeType="1"/>
            </p:cNvSpPr>
            <p:nvPr/>
          </p:nvSpPr>
          <p:spPr bwMode="auto">
            <a:xfrm>
              <a:off x="3671547" y="1724563"/>
              <a:ext cx="0" cy="8303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6" name="Line 113"/>
            <p:cNvSpPr>
              <a:spLocks noChangeShapeType="1"/>
            </p:cNvSpPr>
            <p:nvPr/>
          </p:nvSpPr>
          <p:spPr bwMode="auto">
            <a:xfrm>
              <a:off x="6453336" y="1724563"/>
              <a:ext cx="0" cy="8303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7" name="Oval 114"/>
            <p:cNvSpPr>
              <a:spLocks noChangeArrowheads="1"/>
            </p:cNvSpPr>
            <p:nvPr/>
          </p:nvSpPr>
          <p:spPr bwMode="auto">
            <a:xfrm>
              <a:off x="4032360" y="1888693"/>
              <a:ext cx="51220" cy="362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38" name="Oval 115"/>
            <p:cNvSpPr>
              <a:spLocks noChangeArrowheads="1"/>
            </p:cNvSpPr>
            <p:nvPr/>
          </p:nvSpPr>
          <p:spPr bwMode="auto">
            <a:xfrm>
              <a:off x="4187157" y="1888693"/>
              <a:ext cx="51220" cy="362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39" name="Line 116"/>
            <p:cNvSpPr>
              <a:spLocks noChangeShapeType="1"/>
            </p:cNvSpPr>
            <p:nvPr/>
          </p:nvSpPr>
          <p:spPr bwMode="auto">
            <a:xfrm>
              <a:off x="4032360" y="1936966"/>
              <a:ext cx="2060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40" name="Line 117"/>
            <p:cNvSpPr>
              <a:spLocks noChangeShapeType="1"/>
            </p:cNvSpPr>
            <p:nvPr/>
          </p:nvSpPr>
          <p:spPr bwMode="auto">
            <a:xfrm flipV="1">
              <a:off x="4134799" y="1895129"/>
              <a:ext cx="0" cy="36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41" name="Oval 119"/>
            <p:cNvSpPr>
              <a:spLocks noChangeArrowheads="1"/>
            </p:cNvSpPr>
            <p:nvPr/>
          </p:nvSpPr>
          <p:spPr bwMode="auto">
            <a:xfrm>
              <a:off x="4032360" y="2357987"/>
              <a:ext cx="51220" cy="362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42" name="Oval 120"/>
            <p:cNvSpPr>
              <a:spLocks noChangeArrowheads="1"/>
            </p:cNvSpPr>
            <p:nvPr/>
          </p:nvSpPr>
          <p:spPr bwMode="auto">
            <a:xfrm>
              <a:off x="4187157" y="2357987"/>
              <a:ext cx="51220" cy="362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43" name="Line 121"/>
            <p:cNvSpPr>
              <a:spLocks noChangeShapeType="1"/>
            </p:cNvSpPr>
            <p:nvPr/>
          </p:nvSpPr>
          <p:spPr bwMode="auto">
            <a:xfrm>
              <a:off x="4032360" y="2334656"/>
              <a:ext cx="2060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44" name="Oval 123"/>
            <p:cNvSpPr>
              <a:spLocks noChangeArrowheads="1"/>
            </p:cNvSpPr>
            <p:nvPr/>
          </p:nvSpPr>
          <p:spPr bwMode="auto">
            <a:xfrm>
              <a:off x="5525693" y="1815477"/>
              <a:ext cx="257994" cy="18263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a:t>
              </a:r>
            </a:p>
          </p:txBody>
        </p:sp>
        <p:sp>
          <p:nvSpPr>
            <p:cNvPr id="23645" name="Line 125"/>
            <p:cNvSpPr>
              <a:spLocks noChangeShapeType="1"/>
            </p:cNvSpPr>
            <p:nvPr/>
          </p:nvSpPr>
          <p:spPr bwMode="auto">
            <a:xfrm flipH="1">
              <a:off x="3671547" y="1907197"/>
              <a:ext cx="3608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46" name="Line 126"/>
            <p:cNvSpPr>
              <a:spLocks noChangeShapeType="1"/>
            </p:cNvSpPr>
            <p:nvPr/>
          </p:nvSpPr>
          <p:spPr bwMode="auto">
            <a:xfrm>
              <a:off x="5784067" y="1907197"/>
              <a:ext cx="6692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47" name="Line 127"/>
            <p:cNvSpPr>
              <a:spLocks noChangeShapeType="1"/>
            </p:cNvSpPr>
            <p:nvPr/>
          </p:nvSpPr>
          <p:spPr bwMode="auto">
            <a:xfrm flipH="1">
              <a:off x="3671547" y="2375688"/>
              <a:ext cx="3608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48" name="Oval 131"/>
            <p:cNvSpPr>
              <a:spLocks noChangeArrowheads="1"/>
            </p:cNvSpPr>
            <p:nvPr/>
          </p:nvSpPr>
          <p:spPr bwMode="auto">
            <a:xfrm>
              <a:off x="5525693" y="2273675"/>
              <a:ext cx="257994" cy="18263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a:t>
              </a:r>
            </a:p>
          </p:txBody>
        </p:sp>
        <p:sp>
          <p:nvSpPr>
            <p:cNvPr id="23649" name="Line 133"/>
            <p:cNvSpPr>
              <a:spLocks noChangeShapeType="1"/>
            </p:cNvSpPr>
            <p:nvPr/>
          </p:nvSpPr>
          <p:spPr bwMode="auto">
            <a:xfrm>
              <a:off x="4238377" y="2375688"/>
              <a:ext cx="12873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0" name="Line 134"/>
            <p:cNvSpPr>
              <a:spLocks noChangeShapeType="1"/>
            </p:cNvSpPr>
            <p:nvPr/>
          </p:nvSpPr>
          <p:spPr bwMode="auto">
            <a:xfrm>
              <a:off x="5784067" y="2370056"/>
              <a:ext cx="6692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1" name="Oval 135"/>
            <p:cNvSpPr>
              <a:spLocks noChangeArrowheads="1"/>
            </p:cNvSpPr>
            <p:nvPr/>
          </p:nvSpPr>
          <p:spPr bwMode="auto">
            <a:xfrm>
              <a:off x="4616263" y="1888693"/>
              <a:ext cx="51220" cy="4103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52" name="Oval 136"/>
            <p:cNvSpPr>
              <a:spLocks noChangeArrowheads="1"/>
            </p:cNvSpPr>
            <p:nvPr/>
          </p:nvSpPr>
          <p:spPr bwMode="auto">
            <a:xfrm>
              <a:off x="4771059" y="1888693"/>
              <a:ext cx="51220" cy="4103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53" name="Line 137"/>
            <p:cNvSpPr>
              <a:spLocks noChangeShapeType="1"/>
            </p:cNvSpPr>
            <p:nvPr/>
          </p:nvSpPr>
          <p:spPr bwMode="auto">
            <a:xfrm>
              <a:off x="4616263" y="1865360"/>
              <a:ext cx="206017" cy="8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4" name="Line 138"/>
            <p:cNvSpPr>
              <a:spLocks noChangeShapeType="1"/>
            </p:cNvSpPr>
            <p:nvPr/>
          </p:nvSpPr>
          <p:spPr bwMode="auto">
            <a:xfrm flipV="1">
              <a:off x="4718701" y="1829155"/>
              <a:ext cx="1139" cy="410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5" name="Line 140"/>
            <p:cNvSpPr>
              <a:spLocks noChangeShapeType="1"/>
            </p:cNvSpPr>
            <p:nvPr/>
          </p:nvSpPr>
          <p:spPr bwMode="auto">
            <a:xfrm flipH="1">
              <a:off x="4255449" y="1912829"/>
              <a:ext cx="3608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6" name="Line 141"/>
            <p:cNvSpPr>
              <a:spLocks noChangeShapeType="1"/>
            </p:cNvSpPr>
            <p:nvPr/>
          </p:nvSpPr>
          <p:spPr bwMode="auto">
            <a:xfrm>
              <a:off x="4822279" y="1912829"/>
              <a:ext cx="7034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7" name="Line 142"/>
            <p:cNvSpPr>
              <a:spLocks noChangeShapeType="1"/>
            </p:cNvSpPr>
            <p:nvPr/>
          </p:nvSpPr>
          <p:spPr bwMode="auto">
            <a:xfrm flipV="1">
              <a:off x="4444392" y="1912828"/>
              <a:ext cx="0" cy="2055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8" name="Line 143"/>
            <p:cNvSpPr>
              <a:spLocks noChangeShapeType="1"/>
            </p:cNvSpPr>
            <p:nvPr/>
          </p:nvSpPr>
          <p:spPr bwMode="auto">
            <a:xfrm flipV="1">
              <a:off x="5019189" y="1912619"/>
              <a:ext cx="0" cy="2114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59" name="Oval 145"/>
            <p:cNvSpPr>
              <a:spLocks noChangeArrowheads="1"/>
            </p:cNvSpPr>
            <p:nvPr/>
          </p:nvSpPr>
          <p:spPr bwMode="auto">
            <a:xfrm>
              <a:off x="4619228" y="2101900"/>
              <a:ext cx="51220" cy="362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60" name="Oval 146"/>
            <p:cNvSpPr>
              <a:spLocks noChangeArrowheads="1"/>
            </p:cNvSpPr>
            <p:nvPr/>
          </p:nvSpPr>
          <p:spPr bwMode="auto">
            <a:xfrm>
              <a:off x="4774026" y="2101900"/>
              <a:ext cx="51220" cy="362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61" name="Line 147"/>
            <p:cNvSpPr>
              <a:spLocks noChangeShapeType="1"/>
            </p:cNvSpPr>
            <p:nvPr/>
          </p:nvSpPr>
          <p:spPr bwMode="auto">
            <a:xfrm>
              <a:off x="4619228" y="2078567"/>
              <a:ext cx="2060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62" name="Line 149"/>
            <p:cNvSpPr>
              <a:spLocks noChangeShapeType="1"/>
            </p:cNvSpPr>
            <p:nvPr/>
          </p:nvSpPr>
          <p:spPr bwMode="auto">
            <a:xfrm>
              <a:off x="4823460" y="2126036"/>
              <a:ext cx="187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63" name="Line 150"/>
            <p:cNvSpPr>
              <a:spLocks noChangeShapeType="1"/>
            </p:cNvSpPr>
            <p:nvPr/>
          </p:nvSpPr>
          <p:spPr bwMode="auto">
            <a:xfrm flipH="1">
              <a:off x="4442459" y="2126036"/>
              <a:ext cx="17230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64" name="직사각형 510"/>
            <p:cNvSpPr>
              <a:spLocks noChangeArrowheads="1"/>
            </p:cNvSpPr>
            <p:nvPr/>
          </p:nvSpPr>
          <p:spPr bwMode="auto">
            <a:xfrm>
              <a:off x="3903231" y="1640632"/>
              <a:ext cx="496691" cy="228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P/B A</a:t>
              </a:r>
            </a:p>
          </p:txBody>
        </p:sp>
        <p:sp>
          <p:nvSpPr>
            <p:cNvPr id="23665" name="직사각형 511"/>
            <p:cNvSpPr>
              <a:spLocks noChangeArrowheads="1"/>
            </p:cNvSpPr>
            <p:nvPr/>
          </p:nvSpPr>
          <p:spPr bwMode="auto">
            <a:xfrm>
              <a:off x="4480852" y="1640632"/>
              <a:ext cx="498279" cy="228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P/B B</a:t>
              </a:r>
            </a:p>
          </p:txBody>
        </p:sp>
        <p:sp>
          <p:nvSpPr>
            <p:cNvPr id="23666" name="직사각형 512"/>
            <p:cNvSpPr>
              <a:spLocks noChangeArrowheads="1"/>
            </p:cNvSpPr>
            <p:nvPr/>
          </p:nvSpPr>
          <p:spPr bwMode="auto">
            <a:xfrm>
              <a:off x="4607802" y="1913183"/>
              <a:ext cx="260248" cy="228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a:t>
              </a:r>
            </a:p>
          </p:txBody>
        </p:sp>
        <p:sp>
          <p:nvSpPr>
            <p:cNvPr id="23667" name="직사각형 514"/>
            <p:cNvSpPr>
              <a:spLocks noChangeArrowheads="1"/>
            </p:cNvSpPr>
            <p:nvPr/>
          </p:nvSpPr>
          <p:spPr bwMode="auto">
            <a:xfrm>
              <a:off x="4007964" y="2141365"/>
              <a:ext cx="260247" cy="228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a:t>
              </a:r>
            </a:p>
          </p:txBody>
        </p:sp>
      </p:grpSp>
      <p:sp>
        <p:nvSpPr>
          <p:cNvPr id="23582" name="Rectangle 97"/>
          <p:cNvSpPr>
            <a:spLocks noChangeArrowheads="1"/>
          </p:cNvSpPr>
          <p:nvPr/>
        </p:nvSpPr>
        <p:spPr bwMode="auto">
          <a:xfrm>
            <a:off x="333379" y="1042991"/>
            <a:ext cx="3122613"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a:solidFill>
                  <a:srgbClr val="000000"/>
                </a:solidFill>
                <a:latin typeface="Times New Roman" panose="02020603050405020304" pitchFamily="18" charset="0"/>
                <a:cs typeface="Times New Roman" panose="02020603050405020304" pitchFamily="18" charset="0"/>
              </a:rPr>
              <a:t>nào</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được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sử</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dụng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trong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trường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hợp</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không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cần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tiến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hành</a:t>
            </a:r>
            <a:r>
              <a:rPr lang="en-US" altLang="ko-KR" sz="900">
                <a:solidFill>
                  <a:srgbClr val="000000"/>
                </a:solidFill>
                <a:latin typeface="Times New Roman" panose="02020603050405020304" pitchFamily="18" charset="0"/>
                <a:cs typeface="Times New Roman" panose="02020603050405020304" pitchFamily="18" charset="0"/>
              </a:rPr>
              <a:t> Scan </a:t>
            </a:r>
            <a:r>
              <a:rPr lang="en-US" altLang="ko-KR" sz="900" err="1">
                <a:solidFill>
                  <a:srgbClr val="000000"/>
                </a:solidFill>
                <a:latin typeface="Times New Roman" panose="02020603050405020304" pitchFamily="18" charset="0"/>
                <a:cs typeface="Times New Roman" panose="02020603050405020304" pitchFamily="18" charset="0"/>
              </a:rPr>
              <a:t>tất</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cả</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mọi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lần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đầu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ra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của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Printer</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Scan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tốc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thấp</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chờ</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23583" name="Group 18"/>
          <p:cNvGrpSpPr>
            <a:grpSpLocks/>
          </p:cNvGrpSpPr>
          <p:nvPr/>
        </p:nvGrpSpPr>
        <p:grpSpPr bwMode="auto">
          <a:xfrm>
            <a:off x="601667" y="2503490"/>
            <a:ext cx="2376487" cy="787400"/>
            <a:chOff x="436" y="2135"/>
            <a:chExt cx="1497" cy="496"/>
          </a:xfrm>
        </p:grpSpPr>
        <p:grpSp>
          <p:nvGrpSpPr>
            <p:cNvPr id="23618" name="Group 19"/>
            <p:cNvGrpSpPr>
              <a:grpSpLocks/>
            </p:cNvGrpSpPr>
            <p:nvPr/>
          </p:nvGrpSpPr>
          <p:grpSpPr bwMode="auto">
            <a:xfrm>
              <a:off x="436" y="2172"/>
              <a:ext cx="1497" cy="443"/>
              <a:chOff x="548" y="2284"/>
              <a:chExt cx="2482" cy="693"/>
            </a:xfrm>
          </p:grpSpPr>
          <p:sp>
            <p:nvSpPr>
              <p:cNvPr id="23623" name="Line 20"/>
              <p:cNvSpPr>
                <a:spLocks noChangeShapeType="1"/>
              </p:cNvSpPr>
              <p:nvPr/>
            </p:nvSpPr>
            <p:spPr bwMode="auto">
              <a:xfrm>
                <a:off x="548" y="2284"/>
                <a:ext cx="0" cy="69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24" name="Line 21"/>
              <p:cNvSpPr>
                <a:spLocks noChangeShapeType="1"/>
              </p:cNvSpPr>
              <p:nvPr/>
            </p:nvSpPr>
            <p:spPr bwMode="auto">
              <a:xfrm>
                <a:off x="3030" y="2284"/>
                <a:ext cx="0" cy="69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25" name="Line 22"/>
              <p:cNvSpPr>
                <a:spLocks noChangeShapeType="1"/>
              </p:cNvSpPr>
              <p:nvPr/>
            </p:nvSpPr>
            <p:spPr bwMode="auto">
              <a:xfrm>
                <a:off x="548" y="2495"/>
                <a:ext cx="2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26" name="Line 23"/>
              <p:cNvSpPr>
                <a:spLocks noChangeShapeType="1"/>
              </p:cNvSpPr>
              <p:nvPr/>
            </p:nvSpPr>
            <p:spPr bwMode="auto">
              <a:xfrm>
                <a:off x="791" y="2411"/>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27" name="Line 24"/>
              <p:cNvSpPr>
                <a:spLocks noChangeShapeType="1"/>
              </p:cNvSpPr>
              <p:nvPr/>
            </p:nvSpPr>
            <p:spPr bwMode="auto">
              <a:xfrm>
                <a:off x="888" y="2411"/>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28" name="Line 25"/>
              <p:cNvSpPr>
                <a:spLocks noChangeShapeType="1"/>
              </p:cNvSpPr>
              <p:nvPr/>
            </p:nvSpPr>
            <p:spPr bwMode="auto">
              <a:xfrm>
                <a:off x="888" y="2495"/>
                <a:ext cx="131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29" name="Line 26"/>
              <p:cNvSpPr>
                <a:spLocks noChangeShapeType="1"/>
              </p:cNvSpPr>
              <p:nvPr/>
            </p:nvSpPr>
            <p:spPr bwMode="auto">
              <a:xfrm>
                <a:off x="1911" y="2495"/>
                <a:ext cx="77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0" name="Line 27"/>
              <p:cNvSpPr>
                <a:spLocks noChangeShapeType="1"/>
              </p:cNvSpPr>
              <p:nvPr/>
            </p:nvSpPr>
            <p:spPr bwMode="auto">
              <a:xfrm>
                <a:off x="2933" y="2495"/>
                <a:ext cx="9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1" name="Line 28"/>
              <p:cNvSpPr>
                <a:spLocks noChangeShapeType="1"/>
              </p:cNvSpPr>
              <p:nvPr/>
            </p:nvSpPr>
            <p:spPr bwMode="auto">
              <a:xfrm>
                <a:off x="548" y="2851"/>
                <a:ext cx="2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2" name="Line 29"/>
              <p:cNvSpPr>
                <a:spLocks noChangeShapeType="1"/>
              </p:cNvSpPr>
              <p:nvPr/>
            </p:nvSpPr>
            <p:spPr bwMode="auto">
              <a:xfrm>
                <a:off x="791" y="2767"/>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3" name="Line 30"/>
              <p:cNvSpPr>
                <a:spLocks noChangeShapeType="1"/>
              </p:cNvSpPr>
              <p:nvPr/>
            </p:nvSpPr>
            <p:spPr bwMode="auto">
              <a:xfrm>
                <a:off x="888" y="2767"/>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34" name="Line 31"/>
              <p:cNvSpPr>
                <a:spLocks noChangeShapeType="1"/>
              </p:cNvSpPr>
              <p:nvPr/>
            </p:nvSpPr>
            <p:spPr bwMode="auto">
              <a:xfrm>
                <a:off x="888" y="2851"/>
                <a:ext cx="214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23619" name="Oval 32"/>
            <p:cNvSpPr>
              <a:spLocks noChangeArrowheads="1"/>
            </p:cNvSpPr>
            <p:nvPr/>
          </p:nvSpPr>
          <p:spPr bwMode="auto">
            <a:xfrm>
              <a:off x="1459" y="2217"/>
              <a:ext cx="431" cy="190"/>
            </a:xfrm>
            <a:prstGeom prst="ellipse">
              <a:avLst/>
            </a:prstGeom>
            <a:solidFill>
              <a:schemeClr val="bg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 K3</a:t>
              </a:r>
            </a:p>
          </p:txBody>
        </p:sp>
        <p:sp>
          <p:nvSpPr>
            <p:cNvPr id="23620" name="Oval 33"/>
            <p:cNvSpPr>
              <a:spLocks noChangeArrowheads="1"/>
            </p:cNvSpPr>
            <p:nvPr/>
          </p:nvSpPr>
          <p:spPr bwMode="auto">
            <a:xfrm>
              <a:off x="1459" y="2444"/>
              <a:ext cx="431" cy="187"/>
            </a:xfrm>
            <a:prstGeom prst="ellipse">
              <a:avLst/>
            </a:prstGeom>
            <a:solidFill>
              <a:schemeClr val="bg1"/>
            </a:solidFill>
            <a:ln w="9525">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RST C0</a:t>
              </a:r>
            </a:p>
          </p:txBody>
        </p:sp>
        <p:sp>
          <p:nvSpPr>
            <p:cNvPr id="23621" name="Text Box 34"/>
            <p:cNvSpPr txBox="1">
              <a:spLocks noChangeArrowheads="1"/>
            </p:cNvSpPr>
            <p:nvPr/>
          </p:nvSpPr>
          <p:spPr bwMode="auto">
            <a:xfrm>
              <a:off x="503" y="2135"/>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X6</a:t>
              </a:r>
            </a:p>
          </p:txBody>
        </p:sp>
        <p:sp>
          <p:nvSpPr>
            <p:cNvPr id="23622" name="Text Box 35"/>
            <p:cNvSpPr txBox="1">
              <a:spLocks noChangeArrowheads="1"/>
            </p:cNvSpPr>
            <p:nvPr/>
          </p:nvSpPr>
          <p:spPr bwMode="auto">
            <a:xfrm>
              <a:off x="510" y="2365"/>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X7</a:t>
              </a:r>
            </a:p>
          </p:txBody>
        </p:sp>
      </p:grpSp>
      <p:sp>
        <p:nvSpPr>
          <p:cNvPr id="23584" name="Rectangle 36"/>
          <p:cNvSpPr>
            <a:spLocks noChangeArrowheads="1"/>
          </p:cNvSpPr>
          <p:nvPr/>
        </p:nvSpPr>
        <p:spPr bwMode="auto">
          <a:xfrm>
            <a:off x="288926" y="2143125"/>
            <a:ext cx="31400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X6, X7</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Up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C0.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23585" name="Group 37"/>
          <p:cNvGrpSpPr>
            <a:grpSpLocks/>
          </p:cNvGrpSpPr>
          <p:nvPr/>
        </p:nvGrpSpPr>
        <p:grpSpPr bwMode="auto">
          <a:xfrm>
            <a:off x="428627" y="3452845"/>
            <a:ext cx="2608263" cy="1049338"/>
            <a:chOff x="270" y="3594"/>
            <a:chExt cx="1643" cy="661"/>
          </a:xfrm>
        </p:grpSpPr>
        <p:sp>
          <p:nvSpPr>
            <p:cNvPr id="23586" name="Text Box 38"/>
            <p:cNvSpPr txBox="1">
              <a:spLocks noChangeArrowheads="1"/>
            </p:cNvSpPr>
            <p:nvPr/>
          </p:nvSpPr>
          <p:spPr bwMode="auto">
            <a:xfrm>
              <a:off x="288" y="3637"/>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X6</a:t>
              </a:r>
            </a:p>
          </p:txBody>
        </p:sp>
        <p:sp>
          <p:nvSpPr>
            <p:cNvPr id="23587" name="Text Box 39"/>
            <p:cNvSpPr txBox="1">
              <a:spLocks noChangeArrowheads="1"/>
            </p:cNvSpPr>
            <p:nvPr/>
          </p:nvSpPr>
          <p:spPr bwMode="auto">
            <a:xfrm>
              <a:off x="270" y="4110"/>
              <a:ext cx="20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C0</a:t>
              </a:r>
            </a:p>
          </p:txBody>
        </p:sp>
        <p:sp>
          <p:nvSpPr>
            <p:cNvPr id="23588" name="Text Box 40"/>
            <p:cNvSpPr txBox="1">
              <a:spLocks noChangeArrowheads="1"/>
            </p:cNvSpPr>
            <p:nvPr/>
          </p:nvSpPr>
          <p:spPr bwMode="auto">
            <a:xfrm>
              <a:off x="288" y="3885"/>
              <a:ext cx="20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X7</a:t>
              </a:r>
            </a:p>
          </p:txBody>
        </p:sp>
        <p:sp>
          <p:nvSpPr>
            <p:cNvPr id="23589" name="Line 41"/>
            <p:cNvSpPr>
              <a:spLocks noChangeShapeType="1"/>
            </p:cNvSpPr>
            <p:nvPr/>
          </p:nvSpPr>
          <p:spPr bwMode="auto">
            <a:xfrm>
              <a:off x="481" y="3712"/>
              <a:ext cx="138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590" name="Rectangle 42"/>
            <p:cNvSpPr>
              <a:spLocks noChangeArrowheads="1"/>
            </p:cNvSpPr>
            <p:nvPr/>
          </p:nvSpPr>
          <p:spPr bwMode="auto">
            <a:xfrm>
              <a:off x="872" y="3594"/>
              <a:ext cx="108"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1" name="AutoShape 43"/>
            <p:cNvSpPr>
              <a:spLocks noChangeArrowheads="1"/>
            </p:cNvSpPr>
            <p:nvPr/>
          </p:nvSpPr>
          <p:spPr bwMode="auto">
            <a:xfrm>
              <a:off x="444" y="4094"/>
              <a:ext cx="1469" cy="147"/>
            </a:xfrm>
            <a:prstGeom prst="bracketPair">
              <a:avLst>
                <a:gd name="adj" fmla="val 16667"/>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2" name="Line 44"/>
            <p:cNvSpPr>
              <a:spLocks noChangeShapeType="1"/>
            </p:cNvSpPr>
            <p:nvPr/>
          </p:nvSpPr>
          <p:spPr bwMode="auto">
            <a:xfrm>
              <a:off x="481" y="4200"/>
              <a:ext cx="138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593" name="Rectangle 45"/>
            <p:cNvSpPr>
              <a:spLocks noChangeArrowheads="1"/>
            </p:cNvSpPr>
            <p:nvPr/>
          </p:nvSpPr>
          <p:spPr bwMode="auto">
            <a:xfrm>
              <a:off x="1048" y="3594"/>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4" name="Line 46"/>
            <p:cNvSpPr>
              <a:spLocks noChangeShapeType="1"/>
            </p:cNvSpPr>
            <p:nvPr/>
          </p:nvSpPr>
          <p:spPr bwMode="auto">
            <a:xfrm>
              <a:off x="481" y="3947"/>
              <a:ext cx="138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595" name="Rectangle 47"/>
            <p:cNvSpPr>
              <a:spLocks noChangeArrowheads="1"/>
            </p:cNvSpPr>
            <p:nvPr/>
          </p:nvSpPr>
          <p:spPr bwMode="auto">
            <a:xfrm>
              <a:off x="1241" y="3594"/>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6" name="Rectangle 48"/>
            <p:cNvSpPr>
              <a:spLocks noChangeArrowheads="1"/>
            </p:cNvSpPr>
            <p:nvPr/>
          </p:nvSpPr>
          <p:spPr bwMode="auto">
            <a:xfrm>
              <a:off x="1422" y="3594"/>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7" name="Rectangle 49"/>
            <p:cNvSpPr>
              <a:spLocks noChangeArrowheads="1"/>
            </p:cNvSpPr>
            <p:nvPr/>
          </p:nvSpPr>
          <p:spPr bwMode="auto">
            <a:xfrm>
              <a:off x="1593" y="3594"/>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8" name="Rectangle 50"/>
            <p:cNvSpPr>
              <a:spLocks noChangeArrowheads="1"/>
            </p:cNvSpPr>
            <p:nvPr/>
          </p:nvSpPr>
          <p:spPr bwMode="auto">
            <a:xfrm>
              <a:off x="510" y="3594"/>
              <a:ext cx="108"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599" name="Rectangle 51"/>
            <p:cNvSpPr>
              <a:spLocks noChangeArrowheads="1"/>
            </p:cNvSpPr>
            <p:nvPr/>
          </p:nvSpPr>
          <p:spPr bwMode="auto">
            <a:xfrm>
              <a:off x="687" y="3594"/>
              <a:ext cx="108"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00" name="Rectangle 52"/>
            <p:cNvSpPr>
              <a:spLocks noChangeArrowheads="1"/>
            </p:cNvSpPr>
            <p:nvPr/>
          </p:nvSpPr>
          <p:spPr bwMode="auto">
            <a:xfrm>
              <a:off x="537" y="3828"/>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01" name="Rectangle 53"/>
            <p:cNvSpPr>
              <a:spLocks noChangeArrowheads="1"/>
            </p:cNvSpPr>
            <p:nvPr/>
          </p:nvSpPr>
          <p:spPr bwMode="auto">
            <a:xfrm>
              <a:off x="1012" y="3828"/>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02" name="Rectangle 54"/>
            <p:cNvSpPr>
              <a:spLocks noChangeArrowheads="1"/>
            </p:cNvSpPr>
            <p:nvPr/>
          </p:nvSpPr>
          <p:spPr bwMode="auto">
            <a:xfrm>
              <a:off x="1732" y="3828"/>
              <a:ext cx="113" cy="118"/>
            </a:xfrm>
            <a:prstGeom prst="rect">
              <a:avLst/>
            </a:prstGeom>
            <a:solidFill>
              <a:schemeClr val="hlink"/>
            </a:solidFill>
            <a:ln w="9525">
              <a:solidFill>
                <a:schemeClr val="tx1"/>
              </a:solidFill>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3603" name="Line 55"/>
            <p:cNvSpPr>
              <a:spLocks noChangeShapeType="1"/>
            </p:cNvSpPr>
            <p:nvPr/>
          </p:nvSpPr>
          <p:spPr bwMode="auto">
            <a:xfrm>
              <a:off x="688"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04" name="Line 56"/>
            <p:cNvSpPr>
              <a:spLocks noChangeShapeType="1"/>
            </p:cNvSpPr>
            <p:nvPr/>
          </p:nvSpPr>
          <p:spPr bwMode="auto">
            <a:xfrm>
              <a:off x="869"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05" name="Line 57"/>
            <p:cNvSpPr>
              <a:spLocks noChangeShapeType="1"/>
            </p:cNvSpPr>
            <p:nvPr/>
          </p:nvSpPr>
          <p:spPr bwMode="auto">
            <a:xfrm>
              <a:off x="1051"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06" name="Line 58"/>
            <p:cNvSpPr>
              <a:spLocks noChangeShapeType="1"/>
            </p:cNvSpPr>
            <p:nvPr/>
          </p:nvSpPr>
          <p:spPr bwMode="auto">
            <a:xfrm>
              <a:off x="1244"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07" name="Line 59"/>
            <p:cNvSpPr>
              <a:spLocks noChangeShapeType="1"/>
            </p:cNvSpPr>
            <p:nvPr/>
          </p:nvSpPr>
          <p:spPr bwMode="auto">
            <a:xfrm>
              <a:off x="1420"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08" name="Line 60"/>
            <p:cNvSpPr>
              <a:spLocks noChangeShapeType="1"/>
            </p:cNvSpPr>
            <p:nvPr/>
          </p:nvSpPr>
          <p:spPr bwMode="auto">
            <a:xfrm>
              <a:off x="1595"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09" name="Rectangle 61"/>
            <p:cNvSpPr>
              <a:spLocks noChangeArrowheads="1"/>
            </p:cNvSpPr>
            <p:nvPr/>
          </p:nvSpPr>
          <p:spPr bwMode="auto">
            <a:xfrm>
              <a:off x="869" y="4084"/>
              <a:ext cx="105" cy="117"/>
            </a:xfrm>
            <a:prstGeom prst="rect">
              <a:avLst/>
            </a:prstGeom>
            <a:solidFill>
              <a:schemeClr val="bg1"/>
            </a:solidFill>
            <a:ln w="9525">
              <a:solidFill>
                <a:schemeClr val="tx1"/>
              </a:solidFill>
              <a:miter lim="800000"/>
              <a:headEnd/>
              <a:tailEnd/>
            </a:ln>
          </p:spPr>
          <p:txBody>
            <a:bodyPr wrap="none" anchor="ctr"/>
            <a:lstStyle>
              <a:lvl1pPr marL="342900" indent="-342900" defTabSz="854075" eaLnBrk="0" hangingPunct="0">
                <a:defRPr kumimoji="1">
                  <a:solidFill>
                    <a:schemeClr val="tx1"/>
                  </a:solidFill>
                  <a:latin typeface="굴림" pitchFamily="50" charset="-127"/>
                  <a:ea typeface="굴림" pitchFamily="50" charset="-127"/>
                </a:defRPr>
              </a:lvl1pPr>
              <a:lvl2pPr marL="742950" indent="-285750" defTabSz="854075" eaLnBrk="0" hangingPunct="0">
                <a:defRPr kumimoji="1">
                  <a:solidFill>
                    <a:schemeClr val="tx1"/>
                  </a:solidFill>
                  <a:latin typeface="굴림" pitchFamily="50" charset="-127"/>
                  <a:ea typeface="굴림" pitchFamily="50" charset="-127"/>
                </a:defRPr>
              </a:lvl2pPr>
              <a:lvl3pPr marL="1143000" indent="-228600" defTabSz="854075" eaLnBrk="0" hangingPunct="0">
                <a:defRPr kumimoji="1">
                  <a:solidFill>
                    <a:schemeClr val="tx1"/>
                  </a:solidFill>
                  <a:latin typeface="굴림" pitchFamily="50" charset="-127"/>
                  <a:ea typeface="굴림" pitchFamily="50" charset="-127"/>
                </a:defRPr>
              </a:lvl3pPr>
              <a:lvl4pPr marL="1600200" indent="-228600" defTabSz="854075" eaLnBrk="0" hangingPunct="0">
                <a:defRPr kumimoji="1">
                  <a:solidFill>
                    <a:schemeClr val="tx1"/>
                  </a:solidFill>
                  <a:latin typeface="굴림" pitchFamily="50" charset="-127"/>
                  <a:ea typeface="굴림" pitchFamily="50" charset="-127"/>
                </a:defRPr>
              </a:lvl4pPr>
              <a:lvl5pPr marL="2057400" indent="-228600" defTabSz="854075" eaLnBrk="0" hangingPunct="0">
                <a:defRPr kumimoji="1">
                  <a:solidFill>
                    <a:schemeClr val="tx1"/>
                  </a:solidFill>
                  <a:latin typeface="굴림" pitchFamily="50" charset="-127"/>
                  <a:ea typeface="굴림" pitchFamily="50" charset="-127"/>
                </a:defRPr>
              </a:lvl5pPr>
              <a:lvl6pPr marL="25146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a:t>
              </a:r>
            </a:p>
          </p:txBody>
        </p:sp>
        <p:sp>
          <p:nvSpPr>
            <p:cNvPr id="23610" name="Rectangle 62"/>
            <p:cNvSpPr>
              <a:spLocks noChangeArrowheads="1"/>
            </p:cNvSpPr>
            <p:nvPr/>
          </p:nvSpPr>
          <p:spPr bwMode="auto">
            <a:xfrm>
              <a:off x="1051" y="4084"/>
              <a:ext cx="105" cy="117"/>
            </a:xfrm>
            <a:prstGeom prst="rect">
              <a:avLst/>
            </a:prstGeom>
            <a:solidFill>
              <a:schemeClr val="bg1"/>
            </a:solidFill>
            <a:ln w="9525">
              <a:solidFill>
                <a:schemeClr val="tx1"/>
              </a:solidFill>
              <a:miter lim="800000"/>
              <a:headEnd/>
              <a:tailEnd/>
            </a:ln>
          </p:spPr>
          <p:txBody>
            <a:bodyPr wrap="none" anchor="ctr"/>
            <a:lstStyle>
              <a:lvl1pPr marL="342900" indent="-342900" defTabSz="854075" eaLnBrk="0" hangingPunct="0">
                <a:defRPr kumimoji="1">
                  <a:solidFill>
                    <a:schemeClr val="tx1"/>
                  </a:solidFill>
                  <a:latin typeface="굴림" pitchFamily="50" charset="-127"/>
                  <a:ea typeface="굴림" pitchFamily="50" charset="-127"/>
                </a:defRPr>
              </a:lvl1pPr>
              <a:lvl2pPr marL="742950" indent="-285750" defTabSz="854075" eaLnBrk="0" hangingPunct="0">
                <a:defRPr kumimoji="1">
                  <a:solidFill>
                    <a:schemeClr val="tx1"/>
                  </a:solidFill>
                  <a:latin typeface="굴림" pitchFamily="50" charset="-127"/>
                  <a:ea typeface="굴림" pitchFamily="50" charset="-127"/>
                </a:defRPr>
              </a:lvl2pPr>
              <a:lvl3pPr marL="1143000" indent="-228600" defTabSz="854075" eaLnBrk="0" hangingPunct="0">
                <a:defRPr kumimoji="1">
                  <a:solidFill>
                    <a:schemeClr val="tx1"/>
                  </a:solidFill>
                  <a:latin typeface="굴림" pitchFamily="50" charset="-127"/>
                  <a:ea typeface="굴림" pitchFamily="50" charset="-127"/>
                </a:defRPr>
              </a:lvl3pPr>
              <a:lvl4pPr marL="1600200" indent="-228600" defTabSz="854075" eaLnBrk="0" hangingPunct="0">
                <a:defRPr kumimoji="1">
                  <a:solidFill>
                    <a:schemeClr val="tx1"/>
                  </a:solidFill>
                  <a:latin typeface="굴림" pitchFamily="50" charset="-127"/>
                  <a:ea typeface="굴림" pitchFamily="50" charset="-127"/>
                </a:defRPr>
              </a:lvl4pPr>
              <a:lvl5pPr marL="2057400" indent="-228600" defTabSz="854075" eaLnBrk="0" hangingPunct="0">
                <a:defRPr kumimoji="1">
                  <a:solidFill>
                    <a:schemeClr val="tx1"/>
                  </a:solidFill>
                  <a:latin typeface="굴림" pitchFamily="50" charset="-127"/>
                  <a:ea typeface="굴림" pitchFamily="50" charset="-127"/>
                </a:defRPr>
              </a:lvl5pPr>
              <a:lvl6pPr marL="25146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②</a:t>
              </a:r>
            </a:p>
          </p:txBody>
        </p:sp>
        <p:sp>
          <p:nvSpPr>
            <p:cNvPr id="23611" name="Rectangle 63"/>
            <p:cNvSpPr>
              <a:spLocks noChangeArrowheads="1"/>
            </p:cNvSpPr>
            <p:nvPr/>
          </p:nvSpPr>
          <p:spPr bwMode="auto">
            <a:xfrm>
              <a:off x="1420" y="4084"/>
              <a:ext cx="105" cy="117"/>
            </a:xfrm>
            <a:prstGeom prst="rect">
              <a:avLst/>
            </a:prstGeom>
            <a:solidFill>
              <a:schemeClr val="bg1"/>
            </a:solidFill>
            <a:ln w="9525">
              <a:solidFill>
                <a:schemeClr val="tx1"/>
              </a:solidFill>
              <a:miter lim="800000"/>
              <a:headEnd/>
              <a:tailEnd/>
            </a:ln>
          </p:spPr>
          <p:txBody>
            <a:bodyPr wrap="none" anchor="ctr"/>
            <a:lstStyle>
              <a:lvl1pPr marL="342900" indent="-342900" defTabSz="854075" eaLnBrk="0" hangingPunct="0">
                <a:defRPr kumimoji="1">
                  <a:solidFill>
                    <a:schemeClr val="tx1"/>
                  </a:solidFill>
                  <a:latin typeface="굴림" pitchFamily="50" charset="-127"/>
                  <a:ea typeface="굴림" pitchFamily="50" charset="-127"/>
                </a:defRPr>
              </a:lvl1pPr>
              <a:lvl2pPr marL="742950" indent="-285750" defTabSz="854075" eaLnBrk="0" hangingPunct="0">
                <a:defRPr kumimoji="1">
                  <a:solidFill>
                    <a:schemeClr val="tx1"/>
                  </a:solidFill>
                  <a:latin typeface="굴림" pitchFamily="50" charset="-127"/>
                  <a:ea typeface="굴림" pitchFamily="50" charset="-127"/>
                </a:defRPr>
              </a:lvl2pPr>
              <a:lvl3pPr marL="1143000" indent="-228600" defTabSz="854075" eaLnBrk="0" hangingPunct="0">
                <a:defRPr kumimoji="1">
                  <a:solidFill>
                    <a:schemeClr val="tx1"/>
                  </a:solidFill>
                  <a:latin typeface="굴림" pitchFamily="50" charset="-127"/>
                  <a:ea typeface="굴림" pitchFamily="50" charset="-127"/>
                </a:defRPr>
              </a:lvl3pPr>
              <a:lvl4pPr marL="1600200" indent="-228600" defTabSz="854075" eaLnBrk="0" hangingPunct="0">
                <a:defRPr kumimoji="1">
                  <a:solidFill>
                    <a:schemeClr val="tx1"/>
                  </a:solidFill>
                  <a:latin typeface="굴림" pitchFamily="50" charset="-127"/>
                  <a:ea typeface="굴림" pitchFamily="50" charset="-127"/>
                </a:defRPr>
              </a:lvl4pPr>
              <a:lvl5pPr marL="2057400" indent="-228600" defTabSz="854075" eaLnBrk="0" hangingPunct="0">
                <a:defRPr kumimoji="1">
                  <a:solidFill>
                    <a:schemeClr val="tx1"/>
                  </a:solidFill>
                  <a:latin typeface="굴림" pitchFamily="50" charset="-127"/>
                  <a:ea typeface="굴림" pitchFamily="50" charset="-127"/>
                </a:defRPr>
              </a:lvl5pPr>
              <a:lvl6pPr marL="25146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③</a:t>
              </a:r>
            </a:p>
          </p:txBody>
        </p:sp>
        <p:sp>
          <p:nvSpPr>
            <p:cNvPr id="23612" name="Rectangle 64"/>
            <p:cNvSpPr>
              <a:spLocks noChangeArrowheads="1"/>
            </p:cNvSpPr>
            <p:nvPr/>
          </p:nvSpPr>
          <p:spPr bwMode="auto">
            <a:xfrm>
              <a:off x="1595" y="4084"/>
              <a:ext cx="105" cy="117"/>
            </a:xfrm>
            <a:prstGeom prst="rect">
              <a:avLst/>
            </a:prstGeom>
            <a:solidFill>
              <a:schemeClr val="bg1"/>
            </a:solidFill>
            <a:ln w="9525">
              <a:solidFill>
                <a:schemeClr val="tx1"/>
              </a:solidFill>
              <a:miter lim="800000"/>
              <a:headEnd/>
              <a:tailEnd/>
            </a:ln>
          </p:spPr>
          <p:txBody>
            <a:bodyPr wrap="none" anchor="ctr"/>
            <a:lstStyle>
              <a:lvl1pPr marL="342900" indent="-342900" defTabSz="854075" eaLnBrk="0" hangingPunct="0">
                <a:defRPr kumimoji="1">
                  <a:solidFill>
                    <a:schemeClr val="tx1"/>
                  </a:solidFill>
                  <a:latin typeface="굴림" pitchFamily="50" charset="-127"/>
                  <a:ea typeface="굴림" pitchFamily="50" charset="-127"/>
                </a:defRPr>
              </a:lvl1pPr>
              <a:lvl2pPr marL="742950" indent="-285750" defTabSz="854075" eaLnBrk="0" hangingPunct="0">
                <a:defRPr kumimoji="1">
                  <a:solidFill>
                    <a:schemeClr val="tx1"/>
                  </a:solidFill>
                  <a:latin typeface="굴림" pitchFamily="50" charset="-127"/>
                  <a:ea typeface="굴림" pitchFamily="50" charset="-127"/>
                </a:defRPr>
              </a:lvl2pPr>
              <a:lvl3pPr marL="1143000" indent="-228600" defTabSz="854075" eaLnBrk="0" hangingPunct="0">
                <a:defRPr kumimoji="1">
                  <a:solidFill>
                    <a:schemeClr val="tx1"/>
                  </a:solidFill>
                  <a:latin typeface="굴림" pitchFamily="50" charset="-127"/>
                  <a:ea typeface="굴림" pitchFamily="50" charset="-127"/>
                </a:defRPr>
              </a:lvl3pPr>
              <a:lvl4pPr marL="1600200" indent="-228600" defTabSz="854075" eaLnBrk="0" hangingPunct="0">
                <a:defRPr kumimoji="1">
                  <a:solidFill>
                    <a:schemeClr val="tx1"/>
                  </a:solidFill>
                  <a:latin typeface="굴림" pitchFamily="50" charset="-127"/>
                  <a:ea typeface="굴림" pitchFamily="50" charset="-127"/>
                </a:defRPr>
              </a:lvl4pPr>
              <a:lvl5pPr marL="2057400" indent="-228600" defTabSz="854075" eaLnBrk="0" hangingPunct="0">
                <a:defRPr kumimoji="1">
                  <a:solidFill>
                    <a:schemeClr val="tx1"/>
                  </a:solidFill>
                  <a:latin typeface="굴림" pitchFamily="50" charset="-127"/>
                  <a:ea typeface="굴림" pitchFamily="50" charset="-127"/>
                </a:defRPr>
              </a:lvl5pPr>
              <a:lvl6pPr marL="25146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854075"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④</a:t>
              </a:r>
            </a:p>
          </p:txBody>
        </p:sp>
        <p:sp>
          <p:nvSpPr>
            <p:cNvPr id="23613" name="Line 65"/>
            <p:cNvSpPr>
              <a:spLocks noChangeShapeType="1"/>
            </p:cNvSpPr>
            <p:nvPr/>
          </p:nvSpPr>
          <p:spPr bwMode="auto">
            <a:xfrm>
              <a:off x="514" y="3707"/>
              <a:ext cx="0" cy="476"/>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lIns="85337" tIns="42669" rIns="85337" bIns="42669" anchor="ctr">
              <a:spAutoFit/>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14" name="Line 66"/>
            <p:cNvSpPr>
              <a:spLocks noChangeShapeType="1"/>
            </p:cNvSpPr>
            <p:nvPr/>
          </p:nvSpPr>
          <p:spPr bwMode="auto">
            <a:xfrm flipV="1">
              <a:off x="869" y="4079"/>
              <a:ext cx="0" cy="11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15" name="Line 67"/>
            <p:cNvSpPr>
              <a:spLocks noChangeShapeType="1"/>
            </p:cNvSpPr>
            <p:nvPr/>
          </p:nvSpPr>
          <p:spPr bwMode="auto">
            <a:xfrm flipV="1">
              <a:off x="1055" y="4079"/>
              <a:ext cx="0" cy="11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16" name="Line 68"/>
            <p:cNvSpPr>
              <a:spLocks noChangeShapeType="1"/>
            </p:cNvSpPr>
            <p:nvPr/>
          </p:nvSpPr>
          <p:spPr bwMode="auto">
            <a:xfrm flipV="1">
              <a:off x="1421" y="4079"/>
              <a:ext cx="0" cy="11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3617" name="Line 69"/>
            <p:cNvSpPr>
              <a:spLocks noChangeShapeType="1"/>
            </p:cNvSpPr>
            <p:nvPr/>
          </p:nvSpPr>
          <p:spPr bwMode="auto">
            <a:xfrm flipV="1">
              <a:off x="1595" y="4079"/>
              <a:ext cx="0" cy="11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sp>
        <p:nvSpPr>
          <p:cNvPr id="286"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57194730"/>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457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93" name="Group 97"/>
          <p:cNvGraphicFramePr>
            <a:graphicFrameLocks noGrp="1"/>
          </p:cNvGraphicFramePr>
          <p:nvPr/>
        </p:nvGraphicFramePr>
        <p:xfrm>
          <a:off x="1412907" y="1668467"/>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3CF</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94" name="Group 98"/>
          <p:cNvGraphicFramePr>
            <a:graphicFrameLocks noGrp="1"/>
          </p:cNvGraphicFramePr>
          <p:nvPr/>
        </p:nvGraphicFramePr>
        <p:xfrm>
          <a:off x="3735420" y="1673229"/>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74020865"/>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5603"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5604"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05"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0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049965280"/>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4" name="직사각형 3"/>
          <p:cNvSpPr/>
          <p:nvPr/>
        </p:nvSpPr>
        <p:spPr>
          <a:xfrm>
            <a:off x="5926138" y="223854"/>
            <a:ext cx="431800" cy="1746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25617" name="직사각형 4"/>
          <p:cNvSpPr>
            <a:spLocks noChangeArrowheads="1"/>
          </p:cNvSpPr>
          <p:nvPr/>
        </p:nvSpPr>
        <p:spPr bwMode="auto">
          <a:xfrm>
            <a:off x="5876925" y="60166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a:t>
            </a: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5618" name="Rectangle 57"/>
          <p:cNvSpPr>
            <a:spLocks noChangeArrowheads="1"/>
          </p:cNvSpPr>
          <p:nvPr/>
        </p:nvSpPr>
        <p:spPr bwMode="auto">
          <a:xfrm>
            <a:off x="287338" y="900113"/>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marL="228600" indent="-228600" eaLnBrk="1" fontAlgn="base" latinLnBrk="1" hangingPunct="1">
              <a:spcBef>
                <a:spcPct val="0"/>
              </a:spcBef>
              <a:spcAft>
                <a:spcPct val="0"/>
              </a:spcAft>
              <a:buFontTx/>
              <a:buAutoNum type="arabicPeriod"/>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Drive “0”?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File Register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Parameter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D</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evice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19" name="Rectangle 16"/>
          <p:cNvSpPr>
            <a:spLocks noChangeArrowheads="1"/>
          </p:cNvSpPr>
          <p:nvPr/>
        </p:nvSpPr>
        <p:spPr bwMode="auto">
          <a:xfrm>
            <a:off x="288926" y="1893888"/>
            <a:ext cx="3140075" cy="1270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tin Link ban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80000"/>
              </a:lnSpc>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0"/>
              </a:lnSpc>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150000"/>
              </a:lnSpc>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Link Relay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Relay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70000"/>
              </a:lnSpc>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Link Resister                 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Relay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0" name="Rectangle 17"/>
          <p:cNvSpPr>
            <a:spLocks noChangeArrowheads="1"/>
          </p:cNvSpPr>
          <p:nvPr/>
        </p:nvSpPr>
        <p:spPr bwMode="auto">
          <a:xfrm>
            <a:off x="333374" y="2109788"/>
            <a:ext cx="2951605" cy="5048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1" name="Rectangle 70"/>
          <p:cNvSpPr>
            <a:spLocks noChangeArrowheads="1"/>
          </p:cNvSpPr>
          <p:nvPr/>
        </p:nvSpPr>
        <p:spPr bwMode="auto">
          <a:xfrm>
            <a:off x="333375" y="3276617"/>
            <a:ext cx="3178175" cy="1020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20000"/>
              </a:lnSpc>
              <a:spcBef>
                <a:spcPct val="5000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suất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60000"/>
              </a:lnSpc>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dung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70000"/>
              </a:lnSpc>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Scan Time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ổn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70000"/>
              </a:lnSpc>
              <a:spcBef>
                <a:spcPct val="5000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Dễ</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dàng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2" name="Rectangle 111"/>
          <p:cNvSpPr>
            <a:spLocks noChangeArrowheads="1"/>
          </p:cNvSpPr>
          <p:nvPr/>
        </p:nvSpPr>
        <p:spPr bwMode="auto">
          <a:xfrm>
            <a:off x="306388" y="4500580"/>
            <a:ext cx="312261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ô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Module CPU 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ngày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tuổi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thọ</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Battery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SRAM Card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khoảng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됩니다</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Q6BAT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Module CPU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tuổi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thọ</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1.1           ,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3" name="Rectangle 595"/>
          <p:cNvSpPr>
            <a:spLocks noChangeArrowheads="1"/>
          </p:cNvSpPr>
          <p:nvPr/>
        </p:nvSpPr>
        <p:spPr bwMode="auto">
          <a:xfrm>
            <a:off x="333375" y="5651507"/>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5.Trạng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Dip Switch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2, 3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ROM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SW2,3</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đều</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SW4,5</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đều</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SW2</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OFF</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SW4</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5</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a:t>
            </a:r>
          </a:p>
        </p:txBody>
      </p:sp>
      <p:sp>
        <p:nvSpPr>
          <p:cNvPr id="25624" name="Rectangle 67"/>
          <p:cNvSpPr>
            <a:spLocks noChangeArrowheads="1"/>
          </p:cNvSpPr>
          <p:nvPr/>
        </p:nvSpPr>
        <p:spPr bwMode="auto">
          <a:xfrm>
            <a:off x="287338" y="6588125"/>
            <a:ext cx="3429000" cy="140807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Parameter?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tùy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ý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bổ</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Slot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phức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Device Latch</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Thêm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Comment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5" name="Rectangle 70"/>
          <p:cNvSpPr>
            <a:spLocks noChangeArrowheads="1"/>
          </p:cNvSpPr>
          <p:nvPr/>
        </p:nvSpPr>
        <p:spPr bwMode="auto">
          <a:xfrm>
            <a:off x="3429000" y="900113"/>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Phím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tắt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Write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F4</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Shift + F4</a:t>
            </a: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Ctrl</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F4</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Alt + </a:t>
            </a:r>
            <a:r>
              <a:rPr lang="en-US" altLang="ko-KR" sz="900">
                <a:solidFill>
                  <a:srgbClr val="000000"/>
                </a:solidFill>
                <a:latin typeface="Times New Roman" panose="02020603050405020304" pitchFamily="18" charset="0"/>
                <a:cs typeface="Times New Roman" panose="02020603050405020304" pitchFamily="18" charset="0"/>
              </a:rPr>
              <a:t>Ctrl</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 F4</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5626" name="Rectangle 71"/>
          <p:cNvSpPr>
            <a:spLocks noChangeArrowheads="1"/>
          </p:cNvSpPr>
          <p:nvPr/>
        </p:nvSpPr>
        <p:spPr bwMode="auto">
          <a:xfrm>
            <a:off x="306388" y="7885113"/>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liên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khởi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Parameter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PLC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File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PLC RAS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chia I/O</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5627" name="Rectangle 72"/>
          <p:cNvSpPr>
            <a:spLocks noChangeArrowheads="1"/>
          </p:cNvSpPr>
          <p:nvPr/>
        </p:nvSpPr>
        <p:spPr bwMode="auto">
          <a:xfrm>
            <a:off x="3356990" y="1943100"/>
            <a:ext cx="3429000" cy="175432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nói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OFF →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1 Scan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ON→OFF, OFF→OFF</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Sau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Switch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RUN/STOP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RUN→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STOP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rồi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RUN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trở</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Latch Relay (L)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Latch Relay(L)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đang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1 Scan.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8" name="Rectangle 73"/>
          <p:cNvSpPr>
            <a:spLocks noChangeArrowheads="1"/>
          </p:cNvSpPr>
          <p:nvPr/>
        </p:nvSpPr>
        <p:spPr bwMode="auto">
          <a:xfrm>
            <a:off x="3429000" y="3892567"/>
            <a:ext cx="34290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đồ</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hóa</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vài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Block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 Diagram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Mnemonics.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SFC</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List Chart </a:t>
            </a: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Mnemonics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Scan</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29" name="Rectangle 42"/>
          <p:cNvSpPr>
            <a:spLocks noChangeArrowheads="1"/>
          </p:cNvSpPr>
          <p:nvPr/>
        </p:nvSpPr>
        <p:spPr bwMode="auto">
          <a:xfrm>
            <a:off x="3394075" y="5292743"/>
            <a:ext cx="33480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Counter?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vượt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quá</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K32767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âm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Up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 (Data Register)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K1~K32767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30" name="Rectangle 40"/>
          <p:cNvSpPr>
            <a:spLocks noChangeArrowheads="1"/>
          </p:cNvSpPr>
          <p:nvPr/>
        </p:nvSpPr>
        <p:spPr bwMode="auto">
          <a:xfrm>
            <a:off x="3429000" y="6588131"/>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“X”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Switch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Limit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Switch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v.v</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631" name="Rectangle 40"/>
          <p:cNvSpPr>
            <a:spLocks noChangeArrowheads="1"/>
          </p:cNvSpPr>
          <p:nvPr/>
        </p:nvSpPr>
        <p:spPr bwMode="auto">
          <a:xfrm>
            <a:off x="3429000" y="7780338"/>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những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Word</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Byte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Nibble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Bit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Byte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Quater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Word</a:t>
            </a: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Bit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Nibble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Quater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Word</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Bit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Nibble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Byte</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&lt; Word</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5"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20057343"/>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6627" name="Text Box 3"/>
          <p:cNvSpPr txBox="1">
            <a:spLocks noChangeArrowheads="1"/>
          </p:cNvSpPr>
          <p:nvPr/>
        </p:nvSpPr>
        <p:spPr bwMode="auto">
          <a:xfrm>
            <a:off x="228600" y="679468"/>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6628" name="Rectangle 4"/>
          <p:cNvSpPr>
            <a:spLocks noChangeArrowheads="1"/>
          </p:cNvSpPr>
          <p:nvPr/>
        </p:nvSpPr>
        <p:spPr bwMode="auto">
          <a:xfrm>
            <a:off x="3048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6629" name="Rectangle 5"/>
          <p:cNvSpPr>
            <a:spLocks noChangeArrowheads="1"/>
          </p:cNvSpPr>
          <p:nvPr/>
        </p:nvSpPr>
        <p:spPr bwMode="auto">
          <a:xfrm>
            <a:off x="3429000" y="984266"/>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66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719803294"/>
              </p:ext>
            </p:extLst>
          </p:nvPr>
        </p:nvGraphicFramePr>
        <p:xfrm>
          <a:off x="5445157"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6640" name="Rectangle 595"/>
          <p:cNvSpPr>
            <a:spLocks noChangeArrowheads="1"/>
          </p:cNvSpPr>
          <p:nvPr/>
        </p:nvSpPr>
        <p:spPr bwMode="auto">
          <a:xfrm>
            <a:off x="260560" y="1043006"/>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XB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Y42  M101 On,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Out,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FF,</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Mỗi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6641" name="Rectangle 595"/>
          <p:cNvSpPr>
            <a:spLocks noChangeArrowheads="1"/>
          </p:cNvSpPr>
          <p:nvPr/>
        </p:nvSpPr>
        <p:spPr bwMode="auto">
          <a:xfrm>
            <a:off x="3429000" y="1043006"/>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Edit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muốn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đảm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trước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Step?</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Thêm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Thêm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dãy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Thêm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NOP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6642" name="Rectangle 595"/>
          <p:cNvSpPr>
            <a:spLocks noChangeArrowheads="1"/>
          </p:cNvSpPr>
          <p:nvPr/>
        </p:nvSpPr>
        <p:spPr bwMode="auto">
          <a:xfrm>
            <a:off x="3429000" y="2001839"/>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Bit</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nhớ</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biệt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1, 2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6644" name="Rectangle 595"/>
          <p:cNvSpPr>
            <a:spLocks noChangeArrowheads="1"/>
          </p:cNvSpPr>
          <p:nvPr/>
        </p:nvSpPr>
        <p:spPr bwMode="auto">
          <a:xfrm>
            <a:off x="3429000" y="4716463"/>
            <a:ext cx="3429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chủng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Timer 100ms.</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Timer 10ms.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100ms</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Timer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tích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10ms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6645" name="Rectangle 595"/>
          <p:cNvSpPr>
            <a:spLocks noChangeArrowheads="1"/>
          </p:cNvSpPr>
          <p:nvPr/>
        </p:nvSpPr>
        <p:spPr bwMode="auto">
          <a:xfrm>
            <a:off x="3429000" y="5724525"/>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Timing Chart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100ms)</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26646" name="Picture 50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1713" y="6156326"/>
            <a:ext cx="2862262" cy="78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Rectangle 595"/>
          <p:cNvSpPr>
            <a:spLocks noChangeArrowheads="1"/>
          </p:cNvSpPr>
          <p:nvPr/>
        </p:nvSpPr>
        <p:spPr bwMode="auto">
          <a:xfrm>
            <a:off x="3429000" y="3419843"/>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Bit</a:t>
            </a:r>
            <a:r>
              <a:rPr lang="ko-KR"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nhớ</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biệt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chữ</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nhỏ</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nhất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1, 2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7"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0038580"/>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765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97" name="Group 101"/>
          <p:cNvGraphicFramePr>
            <a:graphicFrameLocks noGrp="1"/>
          </p:cNvGraphicFramePr>
          <p:nvPr/>
        </p:nvGraphicFramePr>
        <p:xfrm>
          <a:off x="1412907" y="1668467"/>
          <a:ext cx="1781175" cy="4953710"/>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9355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99" name="Group 103"/>
          <p:cNvGraphicFramePr>
            <a:graphicFrameLocks noGrp="1"/>
          </p:cNvGraphicFramePr>
          <p:nvPr/>
        </p:nvGraphicFramePr>
        <p:xfrm>
          <a:off x="3735420" y="1673229"/>
          <a:ext cx="1781175" cy="4521910"/>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주관식</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뒷장</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037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pic>
        <p:nvPicPr>
          <p:cNvPr id="27728" name="Picture 9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10070" y="7235825"/>
            <a:ext cx="1362075"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69695920"/>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8345" y="836629"/>
            <a:ext cx="5697537" cy="6543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2536043914"/>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699" name="Text Box 3"/>
          <p:cNvSpPr txBox="1">
            <a:spLocks noChangeArrowheads="1"/>
          </p:cNvSpPr>
          <p:nvPr/>
        </p:nvSpPr>
        <p:spPr bwMode="auto">
          <a:xfrm>
            <a:off x="228600" y="679466"/>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29700" name="Rectangle 4"/>
          <p:cNvSpPr>
            <a:spLocks noChangeArrowheads="1"/>
          </p:cNvSpPr>
          <p:nvPr/>
        </p:nvSpPr>
        <p:spPr bwMode="auto">
          <a:xfrm>
            <a:off x="3048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01" name="Rectangle 5"/>
          <p:cNvSpPr>
            <a:spLocks noChangeArrowheads="1"/>
          </p:cNvSpPr>
          <p:nvPr/>
        </p:nvSpPr>
        <p:spPr bwMode="auto">
          <a:xfrm>
            <a:off x="34290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1673268622"/>
              </p:ext>
            </p:extLst>
          </p:nvPr>
        </p:nvGraphicFramePr>
        <p:xfrm>
          <a:off x="544515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4" name="직사각형 3"/>
          <p:cNvSpPr/>
          <p:nvPr/>
        </p:nvSpPr>
        <p:spPr>
          <a:xfrm>
            <a:off x="5926138" y="223852"/>
            <a:ext cx="431800" cy="1746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29713" name="직사각형 4"/>
          <p:cNvSpPr>
            <a:spLocks noChangeArrowheads="1"/>
          </p:cNvSpPr>
          <p:nvPr/>
        </p:nvSpPr>
        <p:spPr bwMode="auto">
          <a:xfrm>
            <a:off x="5876925" y="60166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a:t>
            </a: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29714" name="Rectangle 57"/>
          <p:cNvSpPr>
            <a:spLocks noChangeArrowheads="1"/>
          </p:cNvSpPr>
          <p:nvPr/>
        </p:nvSpPr>
        <p:spPr bwMode="auto">
          <a:xfrm>
            <a:off x="260560" y="1055688"/>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FF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Nesting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N0~N15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Q Series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Nesting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mục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đích</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Scan Time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15" name="Rectangle 16"/>
          <p:cNvSpPr>
            <a:spLocks noChangeArrowheads="1"/>
          </p:cNvSpPr>
          <p:nvPr/>
        </p:nvSpPr>
        <p:spPr bwMode="auto">
          <a:xfrm>
            <a:off x="287342" y="2052652"/>
            <a:ext cx="31400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87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thập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sang BCD CODE?</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1001 0111 0001        ② 0001 0101 0111   </a:t>
            </a:r>
          </a:p>
          <a:p>
            <a:pPr eaLnBrk="1" fontAlgn="base" latinLnBrk="1" hangingPunct="1">
              <a:spcBef>
                <a:spcPct val="5000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0000 0010 1010        ④ 0000 1000 0111</a:t>
            </a:r>
          </a:p>
        </p:txBody>
      </p:sp>
      <p:sp>
        <p:nvSpPr>
          <p:cNvPr id="29716" name="Rectangle 595"/>
          <p:cNvSpPr>
            <a:spLocks noChangeArrowheads="1"/>
          </p:cNvSpPr>
          <p:nvPr/>
        </p:nvSpPr>
        <p:spPr bwMode="auto">
          <a:xfrm>
            <a:off x="287338" y="4425959"/>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5.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Time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hoạt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PLS          ② PLF         ③ FF         ④SET</a:t>
            </a:r>
          </a:p>
        </p:txBody>
      </p:sp>
      <p:sp>
        <p:nvSpPr>
          <p:cNvPr id="29717" name="Rectangle 67"/>
          <p:cNvSpPr>
            <a:spLocks noChangeArrowheads="1"/>
          </p:cNvSpPr>
          <p:nvPr/>
        </p:nvSpPr>
        <p:spPr bwMode="auto">
          <a:xfrm>
            <a:off x="287338" y="5519738"/>
            <a:ext cx="3429000" cy="85408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I/O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Module Q62DA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Y170~Y17F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Y110~Y11F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Y180~Y18F              ④ Y120~Y13F</a:t>
            </a:r>
          </a:p>
          <a:p>
            <a:pPr eaLnBrk="1" fontAlgn="base" latinLnBrk="1" hangingPunct="1">
              <a:spcBef>
                <a:spcPct val="5000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18" name="Rectangle 71"/>
          <p:cNvSpPr>
            <a:spLocks noChangeArrowheads="1"/>
          </p:cNvSpPr>
          <p:nvPr/>
        </p:nvSpPr>
        <p:spPr bwMode="auto">
          <a:xfrm>
            <a:off x="260350" y="7553325"/>
            <a:ext cx="3429000" cy="133882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dung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CPU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① </a:t>
            </a:r>
            <a:r>
              <a:rPr lang="en-US" altLang="ko-KR" sz="900" err="1">
                <a:solidFill>
                  <a:srgbClr val="000000"/>
                </a:solidFill>
                <a:latin typeface="Times New Roman" panose="02020603050405020304" pitchFamily="18" charset="0"/>
                <a:cs typeface="Times New Roman" panose="02020603050405020304" pitchFamily="18" charset="0"/>
              </a:rPr>
              <a:t>Người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sử</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dụng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có</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thể</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phân</a:t>
            </a:r>
            <a:r>
              <a:rPr lang="en-US" altLang="ko-KR" sz="900">
                <a:solidFill>
                  <a:srgbClr val="000000"/>
                </a:solidFill>
                <a:latin typeface="Times New Roman" panose="02020603050405020304" pitchFamily="18" charset="0"/>
                <a:cs typeface="Times New Roman" panose="02020603050405020304" pitchFamily="18" charset="0"/>
              </a:rPr>
              <a:t> chia Memory PLC </a:t>
            </a:r>
            <a:r>
              <a:rPr lang="en-US" altLang="ko-KR" sz="900" err="1">
                <a:solidFill>
                  <a:srgbClr val="000000"/>
                </a:solidFill>
                <a:latin typeface="Times New Roman" panose="02020603050405020304" pitchFamily="18" charset="0"/>
                <a:cs typeface="Times New Roman" panose="02020603050405020304" pitchFamily="18" charset="0"/>
              </a:rPr>
              <a:t>thành</a:t>
            </a:r>
            <a:r>
              <a:rPr lang="en-US" altLang="ko-KR" sz="900">
                <a:solidFill>
                  <a:srgbClr val="000000"/>
                </a:solidFill>
                <a:latin typeface="Times New Roman" panose="02020603050405020304" pitchFamily="18" charset="0"/>
                <a:cs typeface="Times New Roman" panose="02020603050405020304" pitchFamily="18" charset="0"/>
              </a:rPr>
              <a:t> 3 </a:t>
            </a:r>
            <a:r>
              <a:rPr lang="en-US" altLang="ko-KR" sz="900" err="1">
                <a:solidFill>
                  <a:srgbClr val="000000"/>
                </a:solidFill>
                <a:latin typeface="Times New Roman" panose="02020603050405020304" pitchFamily="18" charset="0"/>
                <a:cs typeface="Times New Roman" panose="02020603050405020304" pitchFamily="18" charset="0"/>
              </a:rPr>
              <a:t>loại</a:t>
            </a:r>
            <a:r>
              <a:rPr lang="en-US" altLang="ko-KR" sz="900">
                <a:solidFill>
                  <a:srgbClr val="000000"/>
                </a:solidFill>
                <a:latin typeface="Times New Roman" panose="02020603050405020304" pitchFamily="18" charset="0"/>
                <a:cs typeface="Times New Roman" panose="02020603050405020304" pitchFamily="18" charset="0"/>
              </a:rPr>
              <a:t> Program Memory, Data Memory, System Memory.</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② ROM </a:t>
            </a:r>
            <a:r>
              <a:rPr lang="en-US" altLang="ko-KR" sz="900" err="1">
                <a:solidFill>
                  <a:srgbClr val="000000"/>
                </a:solidFill>
                <a:latin typeface="Times New Roman" panose="02020603050405020304" pitchFamily="18" charset="0"/>
                <a:cs typeface="Times New Roman" panose="02020603050405020304" pitchFamily="18" charset="0"/>
              </a:rPr>
              <a:t>được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sử</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dụng</a:t>
            </a:r>
            <a:r>
              <a:rPr lang="en-US" altLang="ko-KR" sz="900">
                <a:solidFill>
                  <a:srgbClr val="000000"/>
                </a:solidFill>
                <a:latin typeface="Times New Roman" panose="02020603050405020304" pitchFamily="18" charset="0"/>
                <a:cs typeface="Times New Roman" panose="02020603050405020304" pitchFamily="18" charset="0"/>
              </a:rPr>
              <a:t> do </a:t>
            </a:r>
            <a:r>
              <a:rPr lang="en-US" altLang="ko-KR" sz="900" err="1">
                <a:solidFill>
                  <a:srgbClr val="000000"/>
                </a:solidFill>
                <a:latin typeface="Times New Roman" panose="02020603050405020304" pitchFamily="18" charset="0"/>
                <a:cs typeface="Times New Roman" panose="02020603050405020304" pitchFamily="18" charset="0"/>
              </a:rPr>
              <a:t>người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sử</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dụng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có</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thể</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đổi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nội</a:t>
            </a:r>
            <a:r>
              <a:rPr lang="en-US" altLang="ko-KR" sz="900">
                <a:solidFill>
                  <a:srgbClr val="000000"/>
                </a:solidFill>
                <a:latin typeface="Times New Roman" panose="02020603050405020304" pitchFamily="18" charset="0"/>
                <a:cs typeface="Times New Roman" panose="02020603050405020304" pitchFamily="18" charset="0"/>
              </a:rPr>
              <a:t> dung </a:t>
            </a:r>
            <a:r>
              <a:rPr lang="en-US" altLang="ko-KR" sz="900" err="1">
                <a:solidFill>
                  <a:srgbClr val="000000"/>
                </a:solidFill>
                <a:latin typeface="Times New Roman" panose="02020603050405020304" pitchFamily="18" charset="0"/>
                <a:cs typeface="Times New Roman" panose="02020603050405020304" pitchFamily="18" charset="0"/>
              </a:rPr>
              <a:t>điều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khiển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theo</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phạm</a:t>
            </a:r>
            <a:r>
              <a:rPr lang="en-US" altLang="ko-KR" sz="900">
                <a:solidFill>
                  <a:srgbClr val="000000"/>
                </a:solidFill>
                <a:latin typeface="Times New Roman" panose="02020603050405020304" pitchFamily="18" charset="0"/>
                <a:cs typeface="Times New Roman" panose="02020603050405020304" pitchFamily="18" charset="0"/>
              </a:rPr>
              <a:t> vi </a:t>
            </a:r>
            <a:r>
              <a:rPr lang="en-US" altLang="ko-KR" sz="900" err="1">
                <a:solidFill>
                  <a:srgbClr val="000000"/>
                </a:solidFill>
                <a:latin typeface="Times New Roman" panose="02020603050405020304" pitchFamily="18" charset="0"/>
                <a:cs typeface="Times New Roman" panose="02020603050405020304" pitchFamily="18" charset="0"/>
              </a:rPr>
              <a:t>lưu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chương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trình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đã</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viết</a:t>
            </a:r>
            <a:r>
              <a:rPr lang="en-US" altLang="ko-KR" sz="900">
                <a:solidFill>
                  <a:srgbClr val="000000"/>
                </a:solidFill>
                <a:latin typeface="Times New Roman" panose="02020603050405020304" pitchFamily="18" charset="0"/>
                <a:cs typeface="Times New Roman" panose="02020603050405020304" pitchFamily="18" charset="0"/>
              </a:rPr>
              <a:t>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a:solidFill>
                  <a:srgbClr val="000000"/>
                </a:solidFill>
                <a:latin typeface="Times New Roman" panose="02020603050405020304" pitchFamily="18" charset="0"/>
                <a:cs typeface="Times New Roman" panose="02020603050405020304" pitchFamily="18" charset="0"/>
              </a:rPr>
              <a:t>Data Memory </a:t>
            </a:r>
            <a:r>
              <a:rPr lang="en-US" altLang="ko-KR" sz="900" err="1">
                <a:solidFill>
                  <a:srgbClr val="000000"/>
                </a:solidFill>
                <a:latin typeface="Times New Roman" panose="02020603050405020304" pitchFamily="18" charset="0"/>
                <a:cs typeface="Times New Roman" panose="02020603050405020304" pitchFamily="18" charset="0"/>
              </a:rPr>
              <a:t>là</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phạm</a:t>
            </a:r>
            <a:r>
              <a:rPr lang="en-US" altLang="ko-KR" sz="900">
                <a:solidFill>
                  <a:srgbClr val="000000"/>
                </a:solidFill>
                <a:latin typeface="Times New Roman" panose="02020603050405020304" pitchFamily="18" charset="0"/>
                <a:cs typeface="Times New Roman" panose="02020603050405020304" pitchFamily="18" charset="0"/>
              </a:rPr>
              <a:t> vi </a:t>
            </a:r>
            <a:r>
              <a:rPr lang="en-US" altLang="ko-KR" sz="900" err="1">
                <a:solidFill>
                  <a:srgbClr val="000000"/>
                </a:solidFill>
                <a:latin typeface="Times New Roman" panose="02020603050405020304" pitchFamily="18" charset="0"/>
                <a:cs typeface="Times New Roman" panose="02020603050405020304" pitchFamily="18" charset="0"/>
              </a:rPr>
              <a:t>lưu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thông</a:t>
            </a:r>
            <a:r>
              <a:rPr lang="en-US" altLang="ko-KR" sz="900">
                <a:solidFill>
                  <a:srgbClr val="000000"/>
                </a:solidFill>
                <a:latin typeface="Times New Roman" panose="02020603050405020304" pitchFamily="18" charset="0"/>
                <a:cs typeface="Times New Roman" panose="02020603050405020304" pitchFamily="18" charset="0"/>
              </a:rPr>
              <a:t> tin </a:t>
            </a:r>
            <a:r>
              <a:rPr lang="en-US" altLang="ko-KR" sz="900" err="1">
                <a:solidFill>
                  <a:srgbClr val="000000"/>
                </a:solidFill>
                <a:latin typeface="Times New Roman" panose="02020603050405020304" pitchFamily="18" charset="0"/>
                <a:cs typeface="Times New Roman" panose="02020603050405020304" pitchFamily="18" charset="0"/>
              </a:rPr>
              <a:t>như</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giá</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trị</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hiện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tại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giá</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trị</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cài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đặt</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trạng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thái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tiếp</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điểm</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của</a:t>
            </a:r>
            <a:r>
              <a:rPr lang="en-US" altLang="ko-KR" sz="900">
                <a:solidFill>
                  <a:srgbClr val="000000"/>
                </a:solidFill>
                <a:latin typeface="Times New Roman" panose="02020603050405020304" pitchFamily="18" charset="0"/>
                <a:cs typeface="Times New Roman" panose="02020603050405020304" pitchFamily="18" charset="0"/>
              </a:rPr>
              <a:t> Counter </a:t>
            </a:r>
            <a:r>
              <a:rPr lang="en-US" altLang="ko-KR" sz="900" err="1">
                <a:solidFill>
                  <a:srgbClr val="000000"/>
                </a:solidFill>
                <a:latin typeface="Times New Roman" panose="02020603050405020304" pitchFamily="18" charset="0"/>
                <a:cs typeface="Times New Roman" panose="02020603050405020304" pitchFamily="18" charset="0"/>
              </a:rPr>
              <a:t>và</a:t>
            </a:r>
            <a:r>
              <a:rPr lang="en-US" altLang="ko-KR" sz="900">
                <a:solidFill>
                  <a:srgbClr val="000000"/>
                </a:solidFill>
                <a:latin typeface="Times New Roman" panose="02020603050405020304" pitchFamily="18" charset="0"/>
                <a:cs typeface="Times New Roman" panose="02020603050405020304" pitchFamily="18" charset="0"/>
              </a:rPr>
              <a:t> Timer, I/O </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④ </a:t>
            </a:r>
            <a:r>
              <a:rPr lang="en-US" altLang="ko-KR" sz="900">
                <a:solidFill>
                  <a:srgbClr val="000000"/>
                </a:solidFill>
                <a:latin typeface="Times New Roman" panose="02020603050405020304" pitchFamily="18" charset="0"/>
                <a:cs typeface="Times New Roman" panose="02020603050405020304" pitchFamily="18" charset="0"/>
              </a:rPr>
              <a:t>System Memory </a:t>
            </a:r>
            <a:r>
              <a:rPr lang="en-US" altLang="ko-KR" sz="900" err="1">
                <a:solidFill>
                  <a:srgbClr val="000000"/>
                </a:solidFill>
                <a:latin typeface="Times New Roman" panose="02020603050405020304" pitchFamily="18" charset="0"/>
                <a:cs typeface="Times New Roman" panose="02020603050405020304" pitchFamily="18" charset="0"/>
              </a:rPr>
              <a:t>là</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phạm</a:t>
            </a:r>
            <a:r>
              <a:rPr lang="en-US" altLang="ko-KR" sz="900">
                <a:solidFill>
                  <a:srgbClr val="000000"/>
                </a:solidFill>
                <a:latin typeface="Times New Roman" panose="02020603050405020304" pitchFamily="18" charset="0"/>
                <a:cs typeface="Times New Roman" panose="02020603050405020304" pitchFamily="18" charset="0"/>
              </a:rPr>
              <a:t> vi </a:t>
            </a:r>
            <a:r>
              <a:rPr lang="en-US" altLang="ko-KR" sz="900" err="1">
                <a:solidFill>
                  <a:srgbClr val="000000"/>
                </a:solidFill>
                <a:latin typeface="Times New Roman" panose="02020603050405020304" pitchFamily="18" charset="0"/>
                <a:cs typeface="Times New Roman" panose="02020603050405020304" pitchFamily="18" charset="0"/>
              </a:rPr>
              <a:t>lưu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chương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trình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hệ</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thống</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9719" name="Rectangle 72"/>
          <p:cNvSpPr>
            <a:spLocks noChangeArrowheads="1"/>
          </p:cNvSpPr>
          <p:nvPr/>
        </p:nvSpPr>
        <p:spPr bwMode="auto">
          <a:xfrm>
            <a:off x="3429000" y="1943100"/>
            <a:ext cx="34290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GPPW Project Menu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Menu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so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sánh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biệt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dung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đang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tin?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Đối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chiếu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Coppy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Data Edit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Macro</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20" name="Rectangle 73"/>
          <p:cNvSpPr>
            <a:spLocks noChangeArrowheads="1"/>
          </p:cNvSpPr>
          <p:nvPr/>
        </p:nvSpPr>
        <p:spPr bwMode="auto">
          <a:xfrm>
            <a:off x="3429000" y="3892550"/>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a:solidFill>
                  <a:srgbClr val="000000"/>
                </a:solidFill>
                <a:latin typeface="Times New Roman" panose="02020603050405020304" pitchFamily="18" charset="0"/>
                <a:cs typeface="Times New Roman" panose="02020603050405020304" pitchFamily="18" charset="0"/>
              </a:rPr>
              <a:t>nào</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được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sử</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dụng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trong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trường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hợp</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không</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cần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tiến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hành</a:t>
            </a:r>
            <a:r>
              <a:rPr lang="en-US" altLang="ko-KR" sz="900">
                <a:solidFill>
                  <a:srgbClr val="000000"/>
                </a:solidFill>
                <a:latin typeface="Times New Roman" panose="02020603050405020304" pitchFamily="18" charset="0"/>
                <a:cs typeface="Times New Roman" panose="02020603050405020304" pitchFamily="18" charset="0"/>
              </a:rPr>
              <a:t> Scan </a:t>
            </a:r>
            <a:r>
              <a:rPr lang="en-US" altLang="ko-KR" sz="900" err="1">
                <a:solidFill>
                  <a:srgbClr val="000000"/>
                </a:solidFill>
                <a:latin typeface="Times New Roman" panose="02020603050405020304" pitchFamily="18" charset="0"/>
                <a:cs typeface="Times New Roman" panose="02020603050405020304" pitchFamily="18" charset="0"/>
              </a:rPr>
              <a:t>tất</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cả</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mọi</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lần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đầu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ra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của</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Printer</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cs typeface="Times New Roman" panose="02020603050405020304" pitchFamily="18" charset="0"/>
              </a:rPr>
              <a:t>  ①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a:solidFill>
                  <a:srgbClr val="000000"/>
                </a:solidFill>
                <a:latin typeface="Times New Roman" panose="02020603050405020304" pitchFamily="18" charset="0"/>
                <a:cs typeface="Times New Roman" panose="02020603050405020304" pitchFamily="18" charset="0"/>
              </a:rPr>
              <a:t>tiến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hành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từ</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đầu</a:t>
            </a:r>
            <a:r>
              <a:rPr lang="ko-KR" altLang="en-US"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②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a:solidFill>
                  <a:srgbClr val="000000"/>
                </a:solidFill>
                <a:latin typeface="Times New Roman" panose="02020603050405020304" pitchFamily="18" charset="0"/>
                <a:cs typeface="Times New Roman" panose="02020603050405020304" pitchFamily="18" charset="0"/>
              </a:rPr>
              <a:t>tiến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hành</a:t>
            </a:r>
            <a:r>
              <a:rPr lang="en-US" altLang="ko-KR" sz="900">
                <a:solidFill>
                  <a:srgbClr val="000000"/>
                </a:solidFill>
                <a:latin typeface="Times New Roman" panose="02020603050405020304" pitchFamily="18" charset="0"/>
                <a:cs typeface="Times New Roman" panose="02020603050405020304" pitchFamily="18" charset="0"/>
              </a:rPr>
              <a:t> Scan</a:t>
            </a:r>
            <a:r>
              <a:rPr lang="ko-KR" altLang="en-US" sz="900">
                <a:solidFill>
                  <a:srgbClr val="000000"/>
                </a:solidFill>
                <a:latin typeface="Times New Roman" panose="02020603050405020304" pitchFamily="18" charset="0"/>
                <a:cs typeface="Times New Roman" panose="02020603050405020304" pitchFamily="18" charset="0"/>
              </a:rPr>
              <a:t> </a:t>
            </a: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③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a:solidFill>
                  <a:srgbClr val="000000"/>
                </a:solidFill>
                <a:latin typeface="Times New Roman" panose="02020603050405020304" pitchFamily="18" charset="0"/>
                <a:cs typeface="Times New Roman" panose="02020603050405020304" pitchFamily="18" charset="0"/>
              </a:rPr>
              <a:t>tiến</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hành</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tốc</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độ</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thấp</a:t>
            </a:r>
            <a:endParaRPr lang="ko-KR" altLang="en-US"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  ④ </a:t>
            </a:r>
            <a:r>
              <a:rPr lang="en-US" altLang="ko-KR" sz="900">
                <a:solidFill>
                  <a:srgbClr val="000000"/>
                </a:solidFill>
                <a:latin typeface="Times New Roman" panose="02020603050405020304" pitchFamily="18" charset="0"/>
                <a:cs typeface="Times New Roman" panose="02020603050405020304" pitchFamily="18" charset="0"/>
              </a:rPr>
              <a:t>Program </a:t>
            </a:r>
            <a:r>
              <a:rPr lang="en-US" altLang="ko-KR" sz="900" err="1">
                <a:solidFill>
                  <a:srgbClr val="000000"/>
                </a:solidFill>
                <a:latin typeface="Times New Roman" panose="02020603050405020304" pitchFamily="18" charset="0"/>
                <a:cs typeface="Times New Roman" panose="02020603050405020304" pitchFamily="18" charset="0"/>
              </a:rPr>
              <a:t>chu</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kỳ</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cố</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a:solidFill>
                  <a:srgbClr val="000000"/>
                </a:solidFill>
                <a:latin typeface="Times New Roman" panose="02020603050405020304" pitchFamily="18" charset="0"/>
                <a:cs typeface="Times New Roman" panose="02020603050405020304" pitchFamily="18" charset="0"/>
              </a:rPr>
              <a:t>định</a:t>
            </a:r>
            <a:endParaRPr lang="ko-KR" altLang="en-US" sz="900">
              <a:solidFill>
                <a:srgbClr val="000000"/>
              </a:solidFill>
              <a:latin typeface="Times New Roman" panose="02020603050405020304" pitchFamily="18" charset="0"/>
              <a:cs typeface="Times New Roman" panose="02020603050405020304" pitchFamily="18" charset="0"/>
            </a:endParaRPr>
          </a:p>
        </p:txBody>
      </p:sp>
      <p:sp>
        <p:nvSpPr>
          <p:cNvPr id="29721" name="Rectangle 42"/>
          <p:cNvSpPr>
            <a:spLocks noChangeArrowheads="1"/>
          </p:cNvSpPr>
          <p:nvPr/>
        </p:nvSpPr>
        <p:spPr bwMode="auto">
          <a:xfrm>
            <a:off x="3394075" y="4967289"/>
            <a:ext cx="3348038"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PLS?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vẫn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duy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 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 1 Scan.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từ</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ON 1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Scan.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ON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22" name="Rectangle 40"/>
          <p:cNvSpPr>
            <a:spLocks noChangeArrowheads="1"/>
          </p:cNvSpPr>
          <p:nvPr/>
        </p:nvSpPr>
        <p:spPr bwMode="auto">
          <a:xfrm>
            <a:off x="3429000" y="6588125"/>
            <a:ext cx="3429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0000 0000 1110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phân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sang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EA                              ② 167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359                             ④ E10</a:t>
            </a:r>
          </a:p>
        </p:txBody>
      </p:sp>
      <p:sp>
        <p:nvSpPr>
          <p:cNvPr id="29723" name="Rectangle 40"/>
          <p:cNvSpPr>
            <a:spLocks noChangeArrowheads="1"/>
          </p:cNvSpPr>
          <p:nvPr/>
        </p:nvSpPr>
        <p:spPr bwMode="auto">
          <a:xfrm>
            <a:off x="3429000" y="7780338"/>
            <a:ext cx="3429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DATA REGISTER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ứng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TIMER                   ② File Resister</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Link Resister          ④ Accumulator</a:t>
            </a:r>
          </a:p>
        </p:txBody>
      </p:sp>
      <p:sp>
        <p:nvSpPr>
          <p:cNvPr id="29724" name="Rectangle 102"/>
          <p:cNvSpPr>
            <a:spLocks noChangeArrowheads="1"/>
          </p:cNvSpPr>
          <p:nvPr/>
        </p:nvSpPr>
        <p:spPr bwMode="auto">
          <a:xfrm>
            <a:off x="287338" y="2843213"/>
            <a:ext cx="34290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Error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CHK</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Annunciator F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đèn</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LED</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 ERROR LED,    2. USER LED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3. BOOT LED       4. BAT. ALARM LED</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25" name="Rectangle 125"/>
          <p:cNvSpPr>
            <a:spLocks noChangeArrowheads="1"/>
          </p:cNvSpPr>
          <p:nvPr/>
        </p:nvSpPr>
        <p:spPr bwMode="auto">
          <a:xfrm>
            <a:off x="287338" y="3563860"/>
            <a:ext cx="342900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năng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PLC?</a:t>
            </a:r>
            <a:r>
              <a:rPr lang="ko-KR" altLang="ko-KR" sz="900" smtClean="0">
                <a:solidFill>
                  <a:srgbClr val="000000"/>
                </a:solidFill>
                <a:latin typeface="Times New Roman" panose="02020603050405020304" pitchFamily="18" charset="0"/>
                <a:cs typeface="Times New Roman" panose="02020603050405020304" pitchFamily="18" charset="0"/>
              </a:rPr>
              <a: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   )</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① </a:t>
            </a:r>
            <a:r>
              <a:rPr lang="en-US" altLang="ko-KR" sz="900" smtClean="0">
                <a:solidFill>
                  <a:srgbClr val="000000"/>
                </a:solidFill>
                <a:latin typeface="Times New Roman" panose="02020603050405020304" pitchFamily="18" charset="0"/>
                <a:cs typeface="Times New Roman" panose="02020603050405020304" pitchFamily="18" charset="0"/>
              </a:rPr>
              <a:t>Up Down Counter</a:t>
            </a:r>
            <a:r>
              <a:rPr lang="ko-KR" altLang="ko-KR" sz="900" smtClean="0">
                <a:solidFill>
                  <a:srgbClr val="000000"/>
                </a:solidFill>
                <a:latin typeface="Times New Roman" panose="02020603050405020304" pitchFamily="18" charset="0"/>
                <a:cs typeface="Times New Roman" panose="02020603050405020304" pitchFamily="18" charset="0"/>
              </a:rPr>
              <a:t>.</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② </a:t>
            </a:r>
            <a:r>
              <a:rPr lang="en-US" altLang="ko-KR" sz="900">
                <a:solidFill>
                  <a:srgbClr val="000000"/>
                </a:solidFill>
                <a:latin typeface="Times New Roman" panose="02020603050405020304" pitchFamily="18" charset="0"/>
                <a:cs typeface="Times New Roman" panose="02020603050405020304" pitchFamily="18" charset="0"/>
              </a:rPr>
              <a:t>Shift </a:t>
            </a:r>
            <a:r>
              <a:rPr lang="en-US" altLang="ko-KR" sz="900" smtClean="0">
                <a:solidFill>
                  <a:srgbClr val="000000"/>
                </a:solidFill>
                <a:latin typeface="Times New Roman" panose="02020603050405020304" pitchFamily="18" charset="0"/>
                <a:cs typeface="Times New Roman" panose="02020603050405020304" pitchFamily="18" charset="0"/>
              </a:rPr>
              <a:t>Register</a:t>
            </a:r>
            <a:r>
              <a:rPr lang="ko-KR" altLang="ko-KR" sz="900" smtClean="0">
                <a:solidFill>
                  <a:srgbClr val="000000"/>
                </a:solidFill>
                <a:latin typeface="Times New Roman" panose="02020603050405020304" pitchFamily="18" charset="0"/>
                <a:cs typeface="Times New Roman" panose="02020603050405020304" pitchFamily="18" charset="0"/>
              </a:rPr>
              <a:t>.</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③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học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Tính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toán</a:t>
            </a:r>
            <a:r>
              <a:rPr lang="en-US" altLang="ko-KR" sz="900" smtClean="0">
                <a:solidFill>
                  <a:srgbClr val="000000"/>
                </a:solidFill>
                <a:latin typeface="Times New Roman" panose="02020603050405020304" pitchFamily="18" charset="0"/>
                <a:cs typeface="Times New Roman" panose="02020603050405020304" pitchFamily="18" charset="0"/>
              </a:rPr>
              <a:t> logic</a:t>
            </a:r>
            <a:endParaRPr lang="ko-KR"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ko-KR"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Timer</a:t>
            </a:r>
            <a:r>
              <a:rPr lang="ko-KR"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p:txBody>
      </p:sp>
      <p:grpSp>
        <p:nvGrpSpPr>
          <p:cNvPr id="29726" name="Group 970"/>
          <p:cNvGrpSpPr>
            <a:grpSpLocks/>
          </p:cNvGrpSpPr>
          <p:nvPr/>
        </p:nvGrpSpPr>
        <p:grpSpPr bwMode="auto">
          <a:xfrm>
            <a:off x="476250" y="4699000"/>
            <a:ext cx="2762250" cy="571500"/>
            <a:chOff x="2296" y="4719"/>
            <a:chExt cx="1497" cy="362"/>
          </a:xfrm>
        </p:grpSpPr>
        <p:sp>
          <p:nvSpPr>
            <p:cNvPr id="29747" name="Freeform 971"/>
            <p:cNvSpPr>
              <a:spLocks/>
            </p:cNvSpPr>
            <p:nvPr/>
          </p:nvSpPr>
          <p:spPr bwMode="auto">
            <a:xfrm>
              <a:off x="2432" y="4719"/>
              <a:ext cx="1361" cy="91"/>
            </a:xfrm>
            <a:custGeom>
              <a:avLst/>
              <a:gdLst>
                <a:gd name="T0" fmla="*/ 0 w 1361"/>
                <a:gd name="T1" fmla="*/ 91 h 91"/>
                <a:gd name="T2" fmla="*/ 182 w 1361"/>
                <a:gd name="T3" fmla="*/ 91 h 91"/>
                <a:gd name="T4" fmla="*/ 182 w 1361"/>
                <a:gd name="T5" fmla="*/ 0 h 91"/>
                <a:gd name="T6" fmla="*/ 408 w 1361"/>
                <a:gd name="T7" fmla="*/ 0 h 91"/>
                <a:gd name="T8" fmla="*/ 408 w 1361"/>
                <a:gd name="T9" fmla="*/ 91 h 91"/>
                <a:gd name="T10" fmla="*/ 771 w 1361"/>
                <a:gd name="T11" fmla="*/ 91 h 91"/>
                <a:gd name="T12" fmla="*/ 771 w 1361"/>
                <a:gd name="T13" fmla="*/ 0 h 91"/>
                <a:gd name="T14" fmla="*/ 998 w 1361"/>
                <a:gd name="T15" fmla="*/ 0 h 91"/>
                <a:gd name="T16" fmla="*/ 998 w 1361"/>
                <a:gd name="T17" fmla="*/ 91 h 91"/>
                <a:gd name="T18" fmla="*/ 1361 w 1361"/>
                <a:gd name="T19" fmla="*/ 91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1"/>
                <a:gd name="T31" fmla="*/ 0 h 91"/>
                <a:gd name="T32" fmla="*/ 1361 w 1361"/>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1" h="91">
                  <a:moveTo>
                    <a:pt x="0" y="91"/>
                  </a:moveTo>
                  <a:lnTo>
                    <a:pt x="182" y="91"/>
                  </a:lnTo>
                  <a:lnTo>
                    <a:pt x="182" y="0"/>
                  </a:lnTo>
                  <a:lnTo>
                    <a:pt x="408" y="0"/>
                  </a:lnTo>
                  <a:lnTo>
                    <a:pt x="408" y="91"/>
                  </a:lnTo>
                  <a:lnTo>
                    <a:pt x="771" y="91"/>
                  </a:lnTo>
                  <a:lnTo>
                    <a:pt x="771" y="0"/>
                  </a:lnTo>
                  <a:lnTo>
                    <a:pt x="998" y="0"/>
                  </a:lnTo>
                  <a:lnTo>
                    <a:pt x="998" y="91"/>
                  </a:lnTo>
                  <a:lnTo>
                    <a:pt x="1361" y="91"/>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48" name="Freeform 972"/>
            <p:cNvSpPr>
              <a:spLocks/>
            </p:cNvSpPr>
            <p:nvPr/>
          </p:nvSpPr>
          <p:spPr bwMode="auto">
            <a:xfrm>
              <a:off x="2432" y="4934"/>
              <a:ext cx="1361" cy="91"/>
            </a:xfrm>
            <a:custGeom>
              <a:avLst/>
              <a:gdLst>
                <a:gd name="T0" fmla="*/ 0 w 1361"/>
                <a:gd name="T1" fmla="*/ 91 h 91"/>
                <a:gd name="T2" fmla="*/ 182 w 1361"/>
                <a:gd name="T3" fmla="*/ 91 h 91"/>
                <a:gd name="T4" fmla="*/ 182 w 1361"/>
                <a:gd name="T5" fmla="*/ 0 h 91"/>
                <a:gd name="T6" fmla="*/ 771 w 1361"/>
                <a:gd name="T7" fmla="*/ 0 h 91"/>
                <a:gd name="T8" fmla="*/ 771 w 1361"/>
                <a:gd name="T9" fmla="*/ 91 h 91"/>
                <a:gd name="T10" fmla="*/ 1361 w 1361"/>
                <a:gd name="T11" fmla="*/ 91 h 91"/>
                <a:gd name="T12" fmla="*/ 0 60000 65536"/>
                <a:gd name="T13" fmla="*/ 0 60000 65536"/>
                <a:gd name="T14" fmla="*/ 0 60000 65536"/>
                <a:gd name="T15" fmla="*/ 0 60000 65536"/>
                <a:gd name="T16" fmla="*/ 0 60000 65536"/>
                <a:gd name="T17" fmla="*/ 0 60000 65536"/>
                <a:gd name="T18" fmla="*/ 0 w 1361"/>
                <a:gd name="T19" fmla="*/ 0 h 91"/>
                <a:gd name="T20" fmla="*/ 1361 w 1361"/>
                <a:gd name="T21" fmla="*/ 91 h 91"/>
              </a:gdLst>
              <a:ahLst/>
              <a:cxnLst>
                <a:cxn ang="T12">
                  <a:pos x="T0" y="T1"/>
                </a:cxn>
                <a:cxn ang="T13">
                  <a:pos x="T2" y="T3"/>
                </a:cxn>
                <a:cxn ang="T14">
                  <a:pos x="T4" y="T5"/>
                </a:cxn>
                <a:cxn ang="T15">
                  <a:pos x="T6" y="T7"/>
                </a:cxn>
                <a:cxn ang="T16">
                  <a:pos x="T8" y="T9"/>
                </a:cxn>
                <a:cxn ang="T17">
                  <a:pos x="T10" y="T11"/>
                </a:cxn>
              </a:cxnLst>
              <a:rect l="T18" t="T19" r="T20" b="T21"/>
              <a:pathLst>
                <a:path w="1361" h="91">
                  <a:moveTo>
                    <a:pt x="0" y="91"/>
                  </a:moveTo>
                  <a:lnTo>
                    <a:pt x="182" y="91"/>
                  </a:lnTo>
                  <a:lnTo>
                    <a:pt x="182" y="0"/>
                  </a:lnTo>
                  <a:lnTo>
                    <a:pt x="771" y="0"/>
                  </a:lnTo>
                  <a:lnTo>
                    <a:pt x="771" y="91"/>
                  </a:lnTo>
                  <a:lnTo>
                    <a:pt x="1361" y="91"/>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49" name="Rectangle 973"/>
            <p:cNvSpPr>
              <a:spLocks noChangeArrowheads="1"/>
            </p:cNvSpPr>
            <p:nvPr/>
          </p:nvSpPr>
          <p:spPr bwMode="auto">
            <a:xfrm>
              <a:off x="2296" y="4726"/>
              <a:ext cx="15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100">
                  <a:solidFill>
                    <a:srgbClr val="000000"/>
                  </a:solidFill>
                  <a:latin typeface="Times New Roman" panose="02020603050405020304" pitchFamily="18" charset="0"/>
                  <a:cs typeface="Times New Roman" panose="02020603050405020304" pitchFamily="18" charset="0"/>
                </a:rPr>
                <a:t>X</a:t>
              </a:r>
            </a:p>
          </p:txBody>
        </p:sp>
        <p:sp>
          <p:nvSpPr>
            <p:cNvPr id="29750" name="Rectangle 974"/>
            <p:cNvSpPr>
              <a:spLocks noChangeArrowheads="1"/>
            </p:cNvSpPr>
            <p:nvPr/>
          </p:nvSpPr>
          <p:spPr bwMode="auto">
            <a:xfrm>
              <a:off x="2296" y="4937"/>
              <a:ext cx="15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100">
                  <a:solidFill>
                    <a:srgbClr val="000000"/>
                  </a:solidFill>
                  <a:latin typeface="Times New Roman" panose="02020603050405020304" pitchFamily="18" charset="0"/>
                  <a:cs typeface="Times New Roman" panose="02020603050405020304" pitchFamily="18" charset="0"/>
                </a:rPr>
                <a:t>Y</a:t>
              </a:r>
            </a:p>
          </p:txBody>
        </p:sp>
      </p:grpSp>
      <p:grpSp>
        <p:nvGrpSpPr>
          <p:cNvPr id="29727" name="Group 36"/>
          <p:cNvGrpSpPr>
            <a:grpSpLocks/>
          </p:cNvGrpSpPr>
          <p:nvPr/>
        </p:nvGrpSpPr>
        <p:grpSpPr bwMode="auto">
          <a:xfrm>
            <a:off x="279401" y="6178564"/>
            <a:ext cx="3243263" cy="1057275"/>
            <a:chOff x="164" y="761"/>
            <a:chExt cx="2052" cy="666"/>
          </a:xfrm>
        </p:grpSpPr>
        <p:sp>
          <p:nvSpPr>
            <p:cNvPr id="29730" name="Rectangle 76"/>
            <p:cNvSpPr>
              <a:spLocks noChangeArrowheads="1"/>
            </p:cNvSpPr>
            <p:nvPr/>
          </p:nvSpPr>
          <p:spPr bwMode="auto">
            <a:xfrm>
              <a:off x="192" y="761"/>
              <a:ext cx="1954" cy="66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a:solidFill>
                  <a:srgbClr val="000000"/>
                </a:solidFill>
                <a:latin typeface="Times New Roman" panose="02020603050405020304" pitchFamily="18" charset="0"/>
                <a:cs typeface="Times New Roman" panose="02020603050405020304" pitchFamily="18" charset="0"/>
              </a:endParaRPr>
            </a:p>
          </p:txBody>
        </p:sp>
        <p:sp>
          <p:nvSpPr>
            <p:cNvPr id="29731" name="Line 77"/>
            <p:cNvSpPr>
              <a:spLocks noChangeShapeType="1"/>
            </p:cNvSpPr>
            <p:nvPr/>
          </p:nvSpPr>
          <p:spPr bwMode="auto">
            <a:xfrm>
              <a:off x="437"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2" name="Line 78"/>
            <p:cNvSpPr>
              <a:spLocks noChangeShapeType="1"/>
            </p:cNvSpPr>
            <p:nvPr/>
          </p:nvSpPr>
          <p:spPr bwMode="auto">
            <a:xfrm>
              <a:off x="681"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3" name="Line 79"/>
            <p:cNvSpPr>
              <a:spLocks noChangeShapeType="1"/>
            </p:cNvSpPr>
            <p:nvPr/>
          </p:nvSpPr>
          <p:spPr bwMode="auto">
            <a:xfrm>
              <a:off x="925"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4" name="Line 80"/>
            <p:cNvSpPr>
              <a:spLocks noChangeShapeType="1"/>
            </p:cNvSpPr>
            <p:nvPr/>
          </p:nvSpPr>
          <p:spPr bwMode="auto">
            <a:xfrm>
              <a:off x="1169"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5" name="Line 81"/>
            <p:cNvSpPr>
              <a:spLocks noChangeShapeType="1"/>
            </p:cNvSpPr>
            <p:nvPr/>
          </p:nvSpPr>
          <p:spPr bwMode="auto">
            <a:xfrm>
              <a:off x="1413"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6" name="Line 82"/>
            <p:cNvSpPr>
              <a:spLocks noChangeShapeType="1"/>
            </p:cNvSpPr>
            <p:nvPr/>
          </p:nvSpPr>
          <p:spPr bwMode="auto">
            <a:xfrm>
              <a:off x="1658"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7" name="Line 83"/>
            <p:cNvSpPr>
              <a:spLocks noChangeShapeType="1"/>
            </p:cNvSpPr>
            <p:nvPr/>
          </p:nvSpPr>
          <p:spPr bwMode="auto">
            <a:xfrm>
              <a:off x="1902" y="761"/>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29738" name="Text Box 84"/>
            <p:cNvSpPr txBox="1">
              <a:spLocks noChangeArrowheads="1"/>
            </p:cNvSpPr>
            <p:nvPr/>
          </p:nvSpPr>
          <p:spPr bwMode="auto">
            <a:xfrm>
              <a:off x="164" y="914"/>
              <a:ext cx="283"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Power</a:t>
              </a: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UNIT</a:t>
              </a:r>
            </a:p>
          </p:txBody>
        </p:sp>
        <p:sp>
          <p:nvSpPr>
            <p:cNvPr id="29739" name="Text Box 85"/>
            <p:cNvSpPr txBox="1">
              <a:spLocks noChangeArrowheads="1"/>
            </p:cNvSpPr>
            <p:nvPr/>
          </p:nvSpPr>
          <p:spPr bwMode="auto">
            <a:xfrm>
              <a:off x="252" y="946"/>
              <a:ext cx="11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29740" name="Text Box 86"/>
            <p:cNvSpPr txBox="1">
              <a:spLocks noChangeArrowheads="1"/>
            </p:cNvSpPr>
            <p:nvPr/>
          </p:nvSpPr>
          <p:spPr bwMode="auto">
            <a:xfrm>
              <a:off x="395" y="909"/>
              <a:ext cx="296"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CPU</a:t>
              </a:r>
            </a:p>
          </p:txBody>
        </p:sp>
        <p:sp>
          <p:nvSpPr>
            <p:cNvPr id="29741" name="Text Box 87"/>
            <p:cNvSpPr txBox="1">
              <a:spLocks noChangeArrowheads="1"/>
            </p:cNvSpPr>
            <p:nvPr/>
          </p:nvSpPr>
          <p:spPr bwMode="auto">
            <a:xfrm>
              <a:off x="650" y="909"/>
              <a:ext cx="30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QX42</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9742" name="Text Box 88"/>
            <p:cNvSpPr txBox="1">
              <a:spLocks noChangeArrowheads="1"/>
            </p:cNvSpPr>
            <p:nvPr/>
          </p:nvSpPr>
          <p:spPr bwMode="auto">
            <a:xfrm>
              <a:off x="907" y="913"/>
              <a:ext cx="3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QY42</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9743" name="Text Box 89"/>
            <p:cNvSpPr txBox="1">
              <a:spLocks noChangeArrowheads="1"/>
            </p:cNvSpPr>
            <p:nvPr/>
          </p:nvSpPr>
          <p:spPr bwMode="auto">
            <a:xfrm>
              <a:off x="1148" y="917"/>
              <a:ext cx="3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QX42</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9744" name="Text Box 90"/>
            <p:cNvSpPr txBox="1">
              <a:spLocks noChangeArrowheads="1"/>
            </p:cNvSpPr>
            <p:nvPr/>
          </p:nvSpPr>
          <p:spPr bwMode="auto">
            <a:xfrm>
              <a:off x="1391" y="917"/>
              <a:ext cx="3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QY42</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t>
              </a:r>
            </a:p>
          </p:txBody>
        </p:sp>
        <p:sp>
          <p:nvSpPr>
            <p:cNvPr id="29745" name="Text Box 91"/>
            <p:cNvSpPr txBox="1">
              <a:spLocks noChangeArrowheads="1"/>
            </p:cNvSpPr>
            <p:nvPr/>
          </p:nvSpPr>
          <p:spPr bwMode="auto">
            <a:xfrm>
              <a:off x="1614" y="914"/>
              <a:ext cx="359"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Q64AD</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     )</a:t>
              </a:r>
            </a:p>
          </p:txBody>
        </p:sp>
        <p:sp>
          <p:nvSpPr>
            <p:cNvPr id="29746" name="Text Box 92"/>
            <p:cNvSpPr txBox="1">
              <a:spLocks noChangeArrowheads="1"/>
            </p:cNvSpPr>
            <p:nvPr/>
          </p:nvSpPr>
          <p:spPr bwMode="auto">
            <a:xfrm>
              <a:off x="1857" y="916"/>
              <a:ext cx="359"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FF0000"/>
                  </a:solidFill>
                  <a:latin typeface="Times New Roman" panose="02020603050405020304" pitchFamily="18" charset="0"/>
                  <a:ea typeface="돋움" pitchFamily="50" charset="-127"/>
                  <a:cs typeface="Times New Roman" panose="02020603050405020304" pitchFamily="18" charset="0"/>
                </a:rPr>
                <a:t>Q62DA</a:t>
              </a: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  ?   )</a:t>
              </a:r>
            </a:p>
          </p:txBody>
        </p:sp>
      </p:grpSp>
      <p:sp>
        <p:nvSpPr>
          <p:cNvPr id="52" name="직사각형 90"/>
          <p:cNvSpPr>
            <a:spLocks noChangeArrowheads="1"/>
          </p:cNvSpPr>
          <p:nvPr/>
        </p:nvSpPr>
        <p:spPr bwMode="auto">
          <a:xfrm>
            <a:off x="3443316" y="1028700"/>
            <a:ext cx="3095625" cy="881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nSpc>
                <a:spcPct val="90000"/>
              </a:lnSpc>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8.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Nội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dung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sau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đây</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thích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cho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Device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lnSpc>
                <a:spcPct val="90000"/>
              </a:lnSpc>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“Device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có</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thể</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chuyển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đổi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thông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tin Data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giữa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nhóm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Local,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Master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tại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Local,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Local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tại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Master”</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lnSpc>
                <a:spcPct val="90000"/>
              </a:lnSpc>
              <a:defRPr/>
            </a:pPr>
            <a:endParaRPr lang="en-US" altLang="ko-KR" sz="900" kern="0">
              <a:solidFill>
                <a:srgbClr val="000000"/>
              </a:solidFill>
              <a:latin typeface="Times New Roman" panose="02020603050405020304" pitchFamily="18" charset="0"/>
              <a:cs typeface="Times New Roman" panose="02020603050405020304" pitchFamily="18" charset="0"/>
            </a:endParaRPr>
          </a:p>
          <a:p>
            <a:pPr marL="457200" indent="-457200">
              <a:lnSpc>
                <a:spcPct val="70000"/>
              </a:lnSpc>
              <a:defRPr/>
            </a:pPr>
            <a:r>
              <a:rPr lang="en-US" altLang="ko-KR" sz="900" kern="0">
                <a:solidFill>
                  <a:srgbClr val="000000"/>
                </a:solidFill>
                <a:latin typeface="Times New Roman" panose="02020603050405020304" pitchFamily="18" charset="0"/>
                <a:cs typeface="Times New Roman" panose="02020603050405020304" pitchFamily="18" charset="0"/>
              </a:rPr>
              <a:t> ① W          </a:t>
            </a:r>
            <a:r>
              <a:rPr lang="en-US" altLang="ko-KR" sz="900" kern="0">
                <a:solidFill>
                  <a:sysClr val="windowText" lastClr="000000"/>
                </a:solidFill>
                <a:latin typeface="Times New Roman" panose="02020603050405020304" pitchFamily="18" charset="0"/>
                <a:cs typeface="Times New Roman" panose="02020603050405020304" pitchFamily="18" charset="0"/>
              </a:rPr>
              <a:t>② R           ③ B           ④ F</a:t>
            </a:r>
          </a:p>
        </p:txBody>
      </p:sp>
      <p:sp>
        <p:nvSpPr>
          <p:cNvPr id="29729" name="Text Box 192"/>
          <p:cNvSpPr txBox="1">
            <a:spLocks noChangeArrowheads="1"/>
          </p:cNvSpPr>
          <p:nvPr/>
        </p:nvSpPr>
        <p:spPr bwMode="auto">
          <a:xfrm>
            <a:off x="3409950" y="2771775"/>
            <a:ext cx="335861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Counter?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Counter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tăng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Up</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Count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Up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một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hay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RST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K1~K32767</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48"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001265"/>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23" name="Text Box 3"/>
          <p:cNvSpPr txBox="1">
            <a:spLocks noChangeArrowheads="1"/>
          </p:cNvSpPr>
          <p:nvPr/>
        </p:nvSpPr>
        <p:spPr bwMode="auto">
          <a:xfrm>
            <a:off x="228600" y="679466"/>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30724" name="Rectangle 4"/>
          <p:cNvSpPr>
            <a:spLocks noChangeArrowheads="1"/>
          </p:cNvSpPr>
          <p:nvPr/>
        </p:nvSpPr>
        <p:spPr bwMode="auto">
          <a:xfrm>
            <a:off x="3048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725" name="Rectangle 5"/>
          <p:cNvSpPr>
            <a:spLocks noChangeArrowheads="1"/>
          </p:cNvSpPr>
          <p:nvPr/>
        </p:nvSpPr>
        <p:spPr bwMode="auto">
          <a:xfrm>
            <a:off x="34290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72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262771422"/>
              </p:ext>
            </p:extLst>
          </p:nvPr>
        </p:nvGraphicFramePr>
        <p:xfrm>
          <a:off x="544515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0736" name="Rectangle 595"/>
          <p:cNvSpPr>
            <a:spLocks noChangeArrowheads="1"/>
          </p:cNvSpPr>
          <p:nvPr/>
        </p:nvSpPr>
        <p:spPr bwMode="auto">
          <a:xfrm>
            <a:off x="333375" y="1042988"/>
            <a:ext cx="305752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15.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Time Chart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mạch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30737" name="Group 351"/>
          <p:cNvGrpSpPr>
            <a:grpSpLocks/>
          </p:cNvGrpSpPr>
          <p:nvPr/>
        </p:nvGrpSpPr>
        <p:grpSpPr bwMode="auto">
          <a:xfrm>
            <a:off x="633413" y="1403350"/>
            <a:ext cx="2363787" cy="1174750"/>
            <a:chOff x="2387" y="838"/>
            <a:chExt cx="1489" cy="712"/>
          </a:xfrm>
        </p:grpSpPr>
        <p:sp>
          <p:nvSpPr>
            <p:cNvPr id="30783" name="Line 1135"/>
            <p:cNvSpPr>
              <a:spLocks noChangeShapeType="1"/>
            </p:cNvSpPr>
            <p:nvPr/>
          </p:nvSpPr>
          <p:spPr bwMode="auto">
            <a:xfrm>
              <a:off x="2582" y="97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84" name="Line 1136"/>
            <p:cNvSpPr>
              <a:spLocks noChangeShapeType="1"/>
            </p:cNvSpPr>
            <p:nvPr/>
          </p:nvSpPr>
          <p:spPr bwMode="auto">
            <a:xfrm>
              <a:off x="2630" y="97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85" name="Line 1137"/>
            <p:cNvSpPr>
              <a:spLocks noChangeShapeType="1"/>
            </p:cNvSpPr>
            <p:nvPr/>
          </p:nvSpPr>
          <p:spPr bwMode="auto">
            <a:xfrm flipH="1">
              <a:off x="2390" y="1019"/>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86" name="Text Box 1138"/>
            <p:cNvSpPr txBox="1">
              <a:spLocks noChangeArrowheads="1"/>
            </p:cNvSpPr>
            <p:nvPr/>
          </p:nvSpPr>
          <p:spPr bwMode="auto">
            <a:xfrm>
              <a:off x="3422" y="856"/>
              <a:ext cx="34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Y70 )</a:t>
              </a:r>
            </a:p>
          </p:txBody>
        </p:sp>
        <p:sp>
          <p:nvSpPr>
            <p:cNvPr id="30787" name="Line 1139"/>
            <p:cNvSpPr>
              <a:spLocks noChangeShapeType="1"/>
            </p:cNvSpPr>
            <p:nvPr/>
          </p:nvSpPr>
          <p:spPr bwMode="auto">
            <a:xfrm>
              <a:off x="3876" y="874"/>
              <a:ext cx="0" cy="6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88" name="Text Box 1140"/>
            <p:cNvSpPr txBox="1">
              <a:spLocks noChangeArrowheads="1"/>
            </p:cNvSpPr>
            <p:nvPr/>
          </p:nvSpPr>
          <p:spPr bwMode="auto">
            <a:xfrm>
              <a:off x="2512" y="843"/>
              <a:ext cx="2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X0</a:t>
              </a:r>
            </a:p>
          </p:txBody>
        </p:sp>
        <p:sp>
          <p:nvSpPr>
            <p:cNvPr id="30789" name="Line 1142"/>
            <p:cNvSpPr>
              <a:spLocks noChangeShapeType="1"/>
            </p:cNvSpPr>
            <p:nvPr/>
          </p:nvSpPr>
          <p:spPr bwMode="auto">
            <a:xfrm>
              <a:off x="3684" y="1016"/>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0" name="Line 1143"/>
            <p:cNvSpPr>
              <a:spLocks noChangeShapeType="1"/>
            </p:cNvSpPr>
            <p:nvPr/>
          </p:nvSpPr>
          <p:spPr bwMode="auto">
            <a:xfrm>
              <a:off x="2582" y="140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1" name="Line 1144"/>
            <p:cNvSpPr>
              <a:spLocks noChangeShapeType="1"/>
            </p:cNvSpPr>
            <p:nvPr/>
          </p:nvSpPr>
          <p:spPr bwMode="auto">
            <a:xfrm>
              <a:off x="2630" y="140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2" name="Line 1145"/>
            <p:cNvSpPr>
              <a:spLocks noChangeShapeType="1"/>
            </p:cNvSpPr>
            <p:nvPr/>
          </p:nvSpPr>
          <p:spPr bwMode="auto">
            <a:xfrm flipH="1">
              <a:off x="2390" y="1448"/>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3" name="Text Box 1146"/>
            <p:cNvSpPr txBox="1">
              <a:spLocks noChangeArrowheads="1"/>
            </p:cNvSpPr>
            <p:nvPr/>
          </p:nvSpPr>
          <p:spPr bwMode="auto">
            <a:xfrm>
              <a:off x="3443" y="1373"/>
              <a:ext cx="3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T1 )</a:t>
              </a:r>
            </a:p>
          </p:txBody>
        </p:sp>
        <p:sp>
          <p:nvSpPr>
            <p:cNvPr id="30794" name="Line 1147"/>
            <p:cNvSpPr>
              <a:spLocks noChangeShapeType="1"/>
            </p:cNvSpPr>
            <p:nvPr/>
          </p:nvSpPr>
          <p:spPr bwMode="auto">
            <a:xfrm>
              <a:off x="2630" y="1444"/>
              <a:ext cx="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5" name="Line 1148"/>
            <p:cNvSpPr>
              <a:spLocks noChangeShapeType="1"/>
            </p:cNvSpPr>
            <p:nvPr/>
          </p:nvSpPr>
          <p:spPr bwMode="auto">
            <a:xfrm>
              <a:off x="3684" y="1445"/>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6" name="Text Box 1149"/>
            <p:cNvSpPr txBox="1">
              <a:spLocks noChangeArrowheads="1"/>
            </p:cNvSpPr>
            <p:nvPr/>
          </p:nvSpPr>
          <p:spPr bwMode="auto">
            <a:xfrm>
              <a:off x="2489" y="1278"/>
              <a:ext cx="306"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30797" name="Line 1150"/>
            <p:cNvSpPr>
              <a:spLocks noChangeShapeType="1"/>
            </p:cNvSpPr>
            <p:nvPr/>
          </p:nvSpPr>
          <p:spPr bwMode="auto">
            <a:xfrm>
              <a:off x="2582" y="116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8" name="Line 1151"/>
            <p:cNvSpPr>
              <a:spLocks noChangeShapeType="1"/>
            </p:cNvSpPr>
            <p:nvPr/>
          </p:nvSpPr>
          <p:spPr bwMode="auto">
            <a:xfrm>
              <a:off x="2630" y="116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99" name="Line 1152"/>
            <p:cNvSpPr>
              <a:spLocks noChangeShapeType="1"/>
            </p:cNvSpPr>
            <p:nvPr/>
          </p:nvSpPr>
          <p:spPr bwMode="auto">
            <a:xfrm flipH="1">
              <a:off x="2390" y="1209"/>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0" name="Text Box 1153"/>
            <p:cNvSpPr txBox="1">
              <a:spLocks noChangeArrowheads="1"/>
            </p:cNvSpPr>
            <p:nvPr/>
          </p:nvSpPr>
          <p:spPr bwMode="auto">
            <a:xfrm>
              <a:off x="2489" y="1038"/>
              <a:ext cx="35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30801" name="Line 1154"/>
            <p:cNvSpPr>
              <a:spLocks noChangeShapeType="1"/>
            </p:cNvSpPr>
            <p:nvPr/>
          </p:nvSpPr>
          <p:spPr bwMode="auto">
            <a:xfrm>
              <a:off x="2630" y="1210"/>
              <a:ext cx="19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2" name="Line 1155"/>
            <p:cNvSpPr>
              <a:spLocks noChangeShapeType="1"/>
            </p:cNvSpPr>
            <p:nvPr/>
          </p:nvSpPr>
          <p:spPr bwMode="auto">
            <a:xfrm flipV="1">
              <a:off x="2821" y="1014"/>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3" name="Line 1156"/>
            <p:cNvSpPr>
              <a:spLocks noChangeShapeType="1"/>
            </p:cNvSpPr>
            <p:nvPr/>
          </p:nvSpPr>
          <p:spPr bwMode="auto">
            <a:xfrm>
              <a:off x="3013" y="96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4" name="Line 1157"/>
            <p:cNvSpPr>
              <a:spLocks noChangeShapeType="1"/>
            </p:cNvSpPr>
            <p:nvPr/>
          </p:nvSpPr>
          <p:spPr bwMode="auto">
            <a:xfrm>
              <a:off x="3061" y="96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5" name="Line 1158"/>
            <p:cNvSpPr>
              <a:spLocks noChangeShapeType="1"/>
            </p:cNvSpPr>
            <p:nvPr/>
          </p:nvSpPr>
          <p:spPr bwMode="auto">
            <a:xfrm flipH="1">
              <a:off x="2630" y="1014"/>
              <a:ext cx="38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6" name="Line 1159"/>
            <p:cNvSpPr>
              <a:spLocks noChangeShapeType="1"/>
            </p:cNvSpPr>
            <p:nvPr/>
          </p:nvSpPr>
          <p:spPr bwMode="auto">
            <a:xfrm flipH="1">
              <a:off x="3061" y="1014"/>
              <a:ext cx="43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7" name="Line 1160"/>
            <p:cNvSpPr>
              <a:spLocks noChangeShapeType="1"/>
            </p:cNvSpPr>
            <p:nvPr/>
          </p:nvSpPr>
          <p:spPr bwMode="auto">
            <a:xfrm flipH="1">
              <a:off x="2989" y="970"/>
              <a:ext cx="96"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808" name="Text Box 1161"/>
            <p:cNvSpPr txBox="1">
              <a:spLocks noChangeArrowheads="1"/>
            </p:cNvSpPr>
            <p:nvPr/>
          </p:nvSpPr>
          <p:spPr bwMode="auto">
            <a:xfrm>
              <a:off x="2940" y="838"/>
              <a:ext cx="30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T1</a:t>
              </a:r>
            </a:p>
          </p:txBody>
        </p:sp>
        <p:sp>
          <p:nvSpPr>
            <p:cNvPr id="30809" name="Text Box 1191"/>
            <p:cNvSpPr txBox="1">
              <a:spLocks noChangeArrowheads="1"/>
            </p:cNvSpPr>
            <p:nvPr/>
          </p:nvSpPr>
          <p:spPr bwMode="auto">
            <a:xfrm>
              <a:off x="3561" y="1289"/>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K10</a:t>
              </a:r>
            </a:p>
          </p:txBody>
        </p:sp>
        <p:sp>
          <p:nvSpPr>
            <p:cNvPr id="30810" name="Line 1141"/>
            <p:cNvSpPr>
              <a:spLocks noChangeShapeType="1"/>
            </p:cNvSpPr>
            <p:nvPr/>
          </p:nvSpPr>
          <p:spPr bwMode="auto">
            <a:xfrm>
              <a:off x="2387" y="879"/>
              <a:ext cx="0" cy="6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pSp>
      <p:grpSp>
        <p:nvGrpSpPr>
          <p:cNvPr id="30738" name="Group 352"/>
          <p:cNvGrpSpPr>
            <a:grpSpLocks/>
          </p:cNvGrpSpPr>
          <p:nvPr/>
        </p:nvGrpSpPr>
        <p:grpSpPr bwMode="auto">
          <a:xfrm>
            <a:off x="331788" y="2581276"/>
            <a:ext cx="2952750" cy="1465263"/>
            <a:chOff x="2160" y="1661"/>
            <a:chExt cx="1860" cy="923"/>
          </a:xfrm>
        </p:grpSpPr>
        <p:sp>
          <p:nvSpPr>
            <p:cNvPr id="30747" name="Line 1162"/>
            <p:cNvSpPr>
              <a:spLocks noChangeShapeType="1"/>
            </p:cNvSpPr>
            <p:nvPr/>
          </p:nvSpPr>
          <p:spPr bwMode="auto">
            <a:xfrm>
              <a:off x="3269" y="1785"/>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48" name="Line 1163"/>
            <p:cNvSpPr>
              <a:spLocks noChangeShapeType="1"/>
            </p:cNvSpPr>
            <p:nvPr/>
          </p:nvSpPr>
          <p:spPr bwMode="auto">
            <a:xfrm>
              <a:off x="3269" y="1929"/>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49" name="Text Box 1164"/>
            <p:cNvSpPr txBox="1">
              <a:spLocks noChangeArrowheads="1"/>
            </p:cNvSpPr>
            <p:nvPr/>
          </p:nvSpPr>
          <p:spPr bwMode="auto">
            <a:xfrm>
              <a:off x="3109" y="1661"/>
              <a:ext cx="32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X0</a:t>
              </a:r>
            </a:p>
          </p:txBody>
        </p:sp>
        <p:sp>
          <p:nvSpPr>
            <p:cNvPr id="30750" name="Text Box 1165"/>
            <p:cNvSpPr txBox="1">
              <a:spLocks noChangeArrowheads="1"/>
            </p:cNvSpPr>
            <p:nvPr/>
          </p:nvSpPr>
          <p:spPr bwMode="auto">
            <a:xfrm>
              <a:off x="3205" y="1813"/>
              <a:ext cx="31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30751" name="Rectangle 1166"/>
            <p:cNvSpPr>
              <a:spLocks noChangeArrowheads="1"/>
            </p:cNvSpPr>
            <p:nvPr/>
          </p:nvSpPr>
          <p:spPr bwMode="auto">
            <a:xfrm>
              <a:off x="3509" y="1689"/>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52" name="Rectangle 1167"/>
            <p:cNvSpPr>
              <a:spLocks noChangeArrowheads="1"/>
            </p:cNvSpPr>
            <p:nvPr/>
          </p:nvSpPr>
          <p:spPr bwMode="auto">
            <a:xfrm>
              <a:off x="3732" y="1833"/>
              <a:ext cx="28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53" name="Line 1168"/>
            <p:cNvSpPr>
              <a:spLocks noChangeShapeType="1"/>
            </p:cNvSpPr>
            <p:nvPr/>
          </p:nvSpPr>
          <p:spPr bwMode="auto">
            <a:xfrm>
              <a:off x="3507" y="1765"/>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54" name="Line 1176"/>
            <p:cNvSpPr>
              <a:spLocks noChangeShapeType="1"/>
            </p:cNvSpPr>
            <p:nvPr/>
          </p:nvSpPr>
          <p:spPr bwMode="auto">
            <a:xfrm>
              <a:off x="2320" y="2268"/>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55" name="Line 1177"/>
            <p:cNvSpPr>
              <a:spLocks noChangeShapeType="1"/>
            </p:cNvSpPr>
            <p:nvPr/>
          </p:nvSpPr>
          <p:spPr bwMode="auto">
            <a:xfrm>
              <a:off x="2320" y="2412"/>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56" name="Text Box 1178"/>
            <p:cNvSpPr txBox="1">
              <a:spLocks noChangeArrowheads="1"/>
            </p:cNvSpPr>
            <p:nvPr/>
          </p:nvSpPr>
          <p:spPr bwMode="auto">
            <a:xfrm>
              <a:off x="2160" y="2144"/>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③   X0</a:t>
              </a:r>
            </a:p>
          </p:txBody>
        </p:sp>
        <p:sp>
          <p:nvSpPr>
            <p:cNvPr id="30757" name="Text Box 1179"/>
            <p:cNvSpPr txBox="1">
              <a:spLocks noChangeArrowheads="1"/>
            </p:cNvSpPr>
            <p:nvPr/>
          </p:nvSpPr>
          <p:spPr bwMode="auto">
            <a:xfrm>
              <a:off x="2256" y="2296"/>
              <a:ext cx="26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30758" name="Rectangle 1180"/>
            <p:cNvSpPr>
              <a:spLocks noChangeArrowheads="1"/>
            </p:cNvSpPr>
            <p:nvPr/>
          </p:nvSpPr>
          <p:spPr bwMode="auto">
            <a:xfrm>
              <a:off x="2560" y="2172"/>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59" name="Rectangle 1181"/>
            <p:cNvSpPr>
              <a:spLocks noChangeArrowheads="1"/>
            </p:cNvSpPr>
            <p:nvPr/>
          </p:nvSpPr>
          <p:spPr bwMode="auto">
            <a:xfrm>
              <a:off x="2783" y="2316"/>
              <a:ext cx="288"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60" name="Line 1182"/>
            <p:cNvSpPr>
              <a:spLocks noChangeShapeType="1"/>
            </p:cNvSpPr>
            <p:nvPr/>
          </p:nvSpPr>
          <p:spPr bwMode="auto">
            <a:xfrm>
              <a:off x="2558" y="2248"/>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61" name="Line 1185"/>
            <p:cNvSpPr>
              <a:spLocks noChangeShapeType="1"/>
            </p:cNvSpPr>
            <p:nvPr/>
          </p:nvSpPr>
          <p:spPr bwMode="auto">
            <a:xfrm>
              <a:off x="3509" y="1969"/>
              <a:ext cx="223"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62" name="Line 1186"/>
            <p:cNvSpPr>
              <a:spLocks noChangeShapeType="1"/>
            </p:cNvSpPr>
            <p:nvPr/>
          </p:nvSpPr>
          <p:spPr bwMode="auto">
            <a:xfrm>
              <a:off x="2564" y="2456"/>
              <a:ext cx="223"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63" name="Line 1128"/>
            <p:cNvSpPr>
              <a:spLocks noChangeShapeType="1"/>
            </p:cNvSpPr>
            <p:nvPr/>
          </p:nvSpPr>
          <p:spPr bwMode="auto">
            <a:xfrm>
              <a:off x="3283" y="2267"/>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64" name="Line 1129"/>
            <p:cNvSpPr>
              <a:spLocks noChangeShapeType="1"/>
            </p:cNvSpPr>
            <p:nvPr/>
          </p:nvSpPr>
          <p:spPr bwMode="auto">
            <a:xfrm>
              <a:off x="3283" y="2411"/>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65" name="Text Box 1130"/>
            <p:cNvSpPr txBox="1">
              <a:spLocks noChangeArrowheads="1"/>
            </p:cNvSpPr>
            <p:nvPr/>
          </p:nvSpPr>
          <p:spPr bwMode="auto">
            <a:xfrm>
              <a:off x="3113" y="2143"/>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X0</a:t>
              </a:r>
            </a:p>
          </p:txBody>
        </p:sp>
        <p:sp>
          <p:nvSpPr>
            <p:cNvPr id="30766" name="Text Box 1131"/>
            <p:cNvSpPr txBox="1">
              <a:spLocks noChangeArrowheads="1"/>
            </p:cNvSpPr>
            <p:nvPr/>
          </p:nvSpPr>
          <p:spPr bwMode="auto">
            <a:xfrm>
              <a:off x="3219" y="2295"/>
              <a:ext cx="30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30767" name="Rectangle 1132"/>
            <p:cNvSpPr>
              <a:spLocks noChangeArrowheads="1"/>
            </p:cNvSpPr>
            <p:nvPr/>
          </p:nvSpPr>
          <p:spPr bwMode="auto">
            <a:xfrm>
              <a:off x="3523" y="2171"/>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68" name="Rectangle 1133"/>
            <p:cNvSpPr>
              <a:spLocks noChangeArrowheads="1"/>
            </p:cNvSpPr>
            <p:nvPr/>
          </p:nvSpPr>
          <p:spPr bwMode="auto">
            <a:xfrm>
              <a:off x="3523" y="2315"/>
              <a:ext cx="36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69" name="Line 1134"/>
            <p:cNvSpPr>
              <a:spLocks noChangeShapeType="1"/>
            </p:cNvSpPr>
            <p:nvPr/>
          </p:nvSpPr>
          <p:spPr bwMode="auto">
            <a:xfrm>
              <a:off x="3521" y="2247"/>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70" name="Line 1183"/>
            <p:cNvSpPr>
              <a:spLocks noChangeShapeType="1"/>
            </p:cNvSpPr>
            <p:nvPr/>
          </p:nvSpPr>
          <p:spPr bwMode="auto">
            <a:xfrm>
              <a:off x="3543" y="2455"/>
              <a:ext cx="335"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71" name="Text Box 1187"/>
            <p:cNvSpPr txBox="1">
              <a:spLocks noChangeArrowheads="1"/>
            </p:cNvSpPr>
            <p:nvPr/>
          </p:nvSpPr>
          <p:spPr bwMode="auto">
            <a:xfrm>
              <a:off x="3588" y="2427"/>
              <a:ext cx="22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772" name="Text Box 1188"/>
            <p:cNvSpPr txBox="1">
              <a:spLocks noChangeArrowheads="1"/>
            </p:cNvSpPr>
            <p:nvPr/>
          </p:nvSpPr>
          <p:spPr bwMode="auto">
            <a:xfrm>
              <a:off x="3495" y="1949"/>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773" name="Line 1169"/>
            <p:cNvSpPr>
              <a:spLocks noChangeShapeType="1"/>
            </p:cNvSpPr>
            <p:nvPr/>
          </p:nvSpPr>
          <p:spPr bwMode="auto">
            <a:xfrm>
              <a:off x="2340" y="1792"/>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74" name="Line 1170"/>
            <p:cNvSpPr>
              <a:spLocks noChangeShapeType="1"/>
            </p:cNvSpPr>
            <p:nvPr/>
          </p:nvSpPr>
          <p:spPr bwMode="auto">
            <a:xfrm>
              <a:off x="2340" y="1936"/>
              <a:ext cx="7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75" name="Text Box 1171"/>
            <p:cNvSpPr txBox="1">
              <a:spLocks noChangeArrowheads="1"/>
            </p:cNvSpPr>
            <p:nvPr/>
          </p:nvSpPr>
          <p:spPr bwMode="auto">
            <a:xfrm>
              <a:off x="2160" y="1668"/>
              <a:ext cx="34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X0</a:t>
              </a:r>
            </a:p>
          </p:txBody>
        </p:sp>
        <p:sp>
          <p:nvSpPr>
            <p:cNvPr id="30776" name="Text Box 1172"/>
            <p:cNvSpPr txBox="1">
              <a:spLocks noChangeArrowheads="1"/>
            </p:cNvSpPr>
            <p:nvPr/>
          </p:nvSpPr>
          <p:spPr bwMode="auto">
            <a:xfrm>
              <a:off x="2276" y="1820"/>
              <a:ext cx="3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Y70</a:t>
              </a:r>
            </a:p>
          </p:txBody>
        </p:sp>
        <p:sp>
          <p:nvSpPr>
            <p:cNvPr id="30777" name="Rectangle 1173"/>
            <p:cNvSpPr>
              <a:spLocks noChangeArrowheads="1"/>
            </p:cNvSpPr>
            <p:nvPr/>
          </p:nvSpPr>
          <p:spPr bwMode="auto">
            <a:xfrm>
              <a:off x="2580" y="1696"/>
              <a:ext cx="4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78" name="Rectangle 1174"/>
            <p:cNvSpPr>
              <a:spLocks noChangeArrowheads="1"/>
            </p:cNvSpPr>
            <p:nvPr/>
          </p:nvSpPr>
          <p:spPr bwMode="auto">
            <a:xfrm>
              <a:off x="2580" y="1840"/>
              <a:ext cx="36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0779" name="Line 1175"/>
            <p:cNvSpPr>
              <a:spLocks noChangeShapeType="1"/>
            </p:cNvSpPr>
            <p:nvPr/>
          </p:nvSpPr>
          <p:spPr bwMode="auto">
            <a:xfrm>
              <a:off x="2578" y="1772"/>
              <a:ext cx="2" cy="164"/>
            </a:xfrm>
            <a:prstGeom prst="line">
              <a:avLst/>
            </a:prstGeom>
            <a:noFill/>
            <a:ln w="952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80" name="Line 1184"/>
            <p:cNvSpPr>
              <a:spLocks noChangeShapeType="1"/>
            </p:cNvSpPr>
            <p:nvPr/>
          </p:nvSpPr>
          <p:spPr bwMode="auto">
            <a:xfrm>
              <a:off x="2608" y="1984"/>
              <a:ext cx="335"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0781" name="Text Box 1189"/>
            <p:cNvSpPr txBox="1">
              <a:spLocks noChangeArrowheads="1"/>
            </p:cNvSpPr>
            <p:nvPr/>
          </p:nvSpPr>
          <p:spPr bwMode="auto">
            <a:xfrm>
              <a:off x="2612" y="1964"/>
              <a:ext cx="26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782" name="Text Box 1190"/>
            <p:cNvSpPr txBox="1">
              <a:spLocks noChangeArrowheads="1"/>
            </p:cNvSpPr>
            <p:nvPr/>
          </p:nvSpPr>
          <p:spPr bwMode="auto">
            <a:xfrm>
              <a:off x="2530" y="2440"/>
              <a:ext cx="26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10s</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sp>
        <p:nvSpPr>
          <p:cNvPr id="30739" name="Rectangle 595"/>
          <p:cNvSpPr>
            <a:spLocks noChangeArrowheads="1"/>
          </p:cNvSpPr>
          <p:nvPr/>
        </p:nvSpPr>
        <p:spPr bwMode="auto">
          <a:xfrm>
            <a:off x="260350" y="4025282"/>
            <a:ext cx="342900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Link Relay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Link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output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tin Link ban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Read/Write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16Bit,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cấu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trúc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16Bit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Link.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30740" name="Picture 5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7825" y="7040577"/>
            <a:ext cx="2800350"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741" name="Rectangle 595"/>
          <p:cNvSpPr>
            <a:spLocks noChangeArrowheads="1"/>
          </p:cNvSpPr>
          <p:nvPr/>
        </p:nvSpPr>
        <p:spPr bwMode="auto">
          <a:xfrm>
            <a:off x="263525" y="6634163"/>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xem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Time </a:t>
            </a:r>
            <a:r>
              <a:rPr lang="en-US" altLang="ko-KR" sz="900">
                <a:solidFill>
                  <a:srgbClr val="000000"/>
                </a:solidFill>
                <a:latin typeface="Times New Roman" panose="02020603050405020304" pitchFamily="18" charset="0"/>
                <a:cs typeface="Times New Roman" panose="02020603050405020304" pitchFamily="18" charset="0"/>
              </a:rPr>
              <a:t>Chart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2 </a:t>
            </a:r>
            <a:r>
              <a:rPr lang="en-US" altLang="ko-KR" sz="900" err="1" smtClean="0">
                <a:solidFill>
                  <a:srgbClr val="000000"/>
                </a:solidFill>
                <a:latin typeface="Times New Roman" panose="02020603050405020304" pitchFamily="18" charset="0"/>
                <a:cs typeface="Times New Roman" panose="02020603050405020304" pitchFamily="18" charset="0"/>
              </a:rPr>
              <a:t>mạch</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Ladder</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742" name="Rectangle 595"/>
          <p:cNvSpPr>
            <a:spLocks noChangeArrowheads="1"/>
          </p:cNvSpPr>
          <p:nvPr/>
        </p:nvSpPr>
        <p:spPr bwMode="auto">
          <a:xfrm>
            <a:off x="3384550" y="1042988"/>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MC/MCR </a:t>
            </a:r>
            <a:r>
              <a:rPr lang="en-US" altLang="ko-KR" sz="900" err="1" smtClean="0">
                <a:solidFill>
                  <a:srgbClr val="000000"/>
                </a:solidFill>
                <a:latin typeface="Times New Roman" panose="02020603050405020304" pitchFamily="18" charset="0"/>
                <a:cs typeface="Times New Roman" panose="02020603050405020304" pitchFamily="18" charset="0"/>
              </a:rPr>
              <a:t>theo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cấu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tạo</a:t>
            </a:r>
            <a:r>
              <a:rPr lang="en-US" altLang="ko-KR" sz="900" smtClean="0">
                <a:solidFill>
                  <a:srgbClr val="000000"/>
                </a:solidFill>
                <a:latin typeface="Times New Roman" panose="02020603050405020304" pitchFamily="18" charset="0"/>
                <a:cs typeface="Times New Roman" panose="02020603050405020304" pitchFamily="18" charset="0"/>
              </a:rPr>
              <a:t> Nest </a:t>
            </a:r>
            <a:r>
              <a:rPr lang="en-US" altLang="ko-KR" sz="900" err="1" smtClean="0">
                <a:solidFill>
                  <a:srgbClr val="000000"/>
                </a:solidFill>
                <a:latin typeface="Times New Roman" panose="02020603050405020304" pitchFamily="18" charset="0"/>
                <a:cs typeface="Times New Roman" panose="02020603050405020304" pitchFamily="18" charset="0"/>
              </a:rPr>
              <a:t>như</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bên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dưới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vào</a:t>
            </a:r>
            <a:r>
              <a:rPr lang="en-US" altLang="ko-KR" sz="900" smtClean="0">
                <a:solidFill>
                  <a:srgbClr val="000000"/>
                </a:solidFill>
                <a:latin typeface="Times New Roman" panose="02020603050405020304" pitchFamily="18" charset="0"/>
                <a:cs typeface="Times New Roman" panose="02020603050405020304" pitchFamily="18" charset="0"/>
              </a:rPr>
              <a:t> ô </a:t>
            </a:r>
            <a:r>
              <a:rPr lang="en-US" altLang="ko-KR" sz="900" err="1" smtClean="0">
                <a:solidFill>
                  <a:srgbClr val="000000"/>
                </a:solidFill>
                <a:latin typeface="Times New Roman" panose="02020603050405020304" pitchFamily="18" charset="0"/>
                <a:cs typeface="Times New Roman" panose="02020603050405020304" pitchFamily="18" charset="0"/>
              </a:rPr>
              <a:t>trống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30743" name="Picture 5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73491" y="1547827"/>
            <a:ext cx="2835275" cy="288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744" name="Rectangle 595"/>
          <p:cNvSpPr>
            <a:spLocks noChangeArrowheads="1"/>
          </p:cNvSpPr>
          <p:nvPr/>
        </p:nvSpPr>
        <p:spPr bwMode="auto">
          <a:xfrm>
            <a:off x="3429000" y="4572000"/>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20.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Xem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Time </a:t>
            </a:r>
            <a:r>
              <a:rPr lang="en-US" altLang="ko-KR" sz="900">
                <a:solidFill>
                  <a:srgbClr val="000000"/>
                </a:solidFill>
                <a:latin typeface="Times New Roman" panose="02020603050405020304" pitchFamily="18" charset="0"/>
                <a:cs typeface="Times New Roman" panose="02020603050405020304" pitchFamily="18" charset="0"/>
              </a:rPr>
              <a:t>Chart </a:t>
            </a:r>
            <a:r>
              <a:rPr lang="en-US" altLang="ko-KR" sz="900" err="1" smtClean="0">
                <a:solidFill>
                  <a:srgbClr val="000000"/>
                </a:solidFill>
                <a:latin typeface="Times New Roman" panose="02020603050405020304" pitchFamily="18" charset="0"/>
                <a:cs typeface="Times New Roman" panose="02020603050405020304" pitchFamily="18" charset="0"/>
              </a:rPr>
              <a:t>và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viết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mạch</a:t>
            </a:r>
            <a:r>
              <a:rPr lang="en-US" altLang="ko-KR" sz="900" smtClean="0">
                <a:solidFill>
                  <a:srgbClr val="000000"/>
                </a:solidFill>
                <a:latin typeface="Times New Roman" panose="02020603050405020304" pitchFamily="18" charset="0"/>
                <a:cs typeface="Times New Roman" panose="02020603050405020304" pitchFamily="18" charset="0"/>
              </a:rPr>
              <a:t> Ladder </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30745" name="Picture 50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78225" y="4859344"/>
            <a:ext cx="2947988"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746" name="Rectangle 111"/>
          <p:cNvSpPr>
            <a:spLocks noChangeArrowheads="1"/>
          </p:cNvSpPr>
          <p:nvPr/>
        </p:nvSpPr>
        <p:spPr bwMode="auto">
          <a:xfrm>
            <a:off x="306388" y="5364164"/>
            <a:ext cx="3122612"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ô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trống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ON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nguồn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Module CPU 1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ngày</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tiếng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tuổi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thọ</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Battery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SRAM Card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khoảng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năm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됩니다</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Q6BAT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với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Module CPU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xúc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nhưng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tin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thường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tuổi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thọ</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năm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84"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71222476"/>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1747" name="Rectangle 4"/>
          <p:cNvSpPr>
            <a:spLocks noChangeArrowheads="1"/>
          </p:cNvSpPr>
          <p:nvPr/>
        </p:nvSpPr>
        <p:spPr bwMode="auto">
          <a:xfrm>
            <a:off x="304800" y="7556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97" name="Group 101"/>
          <p:cNvGraphicFramePr>
            <a:graphicFrameLocks noGrp="1"/>
          </p:cNvGraphicFramePr>
          <p:nvPr/>
        </p:nvGraphicFramePr>
        <p:xfrm>
          <a:off x="1412903" y="971552"/>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99" name="Group 103"/>
          <p:cNvGraphicFramePr>
            <a:graphicFrameLocks noGrp="1"/>
          </p:cNvGraphicFramePr>
          <p:nvPr/>
        </p:nvGraphicFramePr>
        <p:xfrm>
          <a:off x="3735416" y="976315"/>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pic>
        <p:nvPicPr>
          <p:cNvPr id="31825"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6894518"/>
            <a:ext cx="2770188" cy="162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826" name="Rectangle 595"/>
          <p:cNvSpPr>
            <a:spLocks noChangeArrowheads="1"/>
          </p:cNvSpPr>
          <p:nvPr/>
        </p:nvSpPr>
        <p:spPr bwMode="auto">
          <a:xfrm>
            <a:off x="3429000" y="6778624"/>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a:t>
            </a:r>
          </a:p>
        </p:txBody>
      </p:sp>
      <p:sp>
        <p:nvSpPr>
          <p:cNvPr id="31827" name="Rectangle 595"/>
          <p:cNvSpPr>
            <a:spLocks noChangeArrowheads="1"/>
          </p:cNvSpPr>
          <p:nvPr/>
        </p:nvSpPr>
        <p:spPr bwMode="auto">
          <a:xfrm>
            <a:off x="3429000" y="6291264"/>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a:t>
            </a:r>
          </a:p>
        </p:txBody>
      </p:sp>
      <p:pic>
        <p:nvPicPr>
          <p:cNvPr id="31828"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78250" y="6291263"/>
            <a:ext cx="1608138" cy="284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829" name="Picture 9"/>
          <p:cNvPicPr>
            <a:picLocks noChangeAspect="1" noChangeArrowheads="1"/>
          </p:cNvPicPr>
          <p:nvPr/>
        </p:nvPicPr>
        <p:blipFill>
          <a:blip r:embed="rId5">
            <a:extLst>
              <a:ext uri="{28A0092B-C50C-407E-A947-70E740481C1C}">
                <a14:useLocalDpi xmlns:a14="http://schemas.microsoft.com/office/drawing/2010/main" val="0"/>
              </a:ext>
            </a:extLst>
          </a:blip>
          <a:srcRect r="47980"/>
          <a:stretch>
            <a:fillRect/>
          </a:stretch>
        </p:blipFill>
        <p:spPr bwMode="auto">
          <a:xfrm>
            <a:off x="419100" y="6291277"/>
            <a:ext cx="1849438" cy="1285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830" name="Rectangle 595"/>
          <p:cNvSpPr>
            <a:spLocks noChangeArrowheads="1"/>
          </p:cNvSpPr>
          <p:nvPr/>
        </p:nvSpPr>
        <p:spPr bwMode="auto">
          <a:xfrm>
            <a:off x="322263" y="6165850"/>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a:t>
            </a:r>
          </a:p>
        </p:txBody>
      </p:sp>
      <p:pic>
        <p:nvPicPr>
          <p:cNvPr id="3183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8775" y="5740400"/>
            <a:ext cx="3354388"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832" name="Rectangle 595"/>
          <p:cNvSpPr>
            <a:spLocks noChangeArrowheads="1"/>
          </p:cNvSpPr>
          <p:nvPr/>
        </p:nvSpPr>
        <p:spPr bwMode="auto">
          <a:xfrm>
            <a:off x="349250" y="5580064"/>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a:t>
            </a:r>
          </a:p>
        </p:txBody>
      </p:sp>
      <p:pic>
        <p:nvPicPr>
          <p:cNvPr id="31833"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7838" y="7577152"/>
            <a:ext cx="1841500" cy="808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74145046"/>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2771" name="Text Box 3"/>
          <p:cNvSpPr txBox="1">
            <a:spLocks noChangeArrowheads="1"/>
          </p:cNvSpPr>
          <p:nvPr/>
        </p:nvSpPr>
        <p:spPr bwMode="auto">
          <a:xfrm>
            <a:off x="228600" y="679466"/>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32772" name="Rectangle 4"/>
          <p:cNvSpPr>
            <a:spLocks noChangeArrowheads="1"/>
          </p:cNvSpPr>
          <p:nvPr/>
        </p:nvSpPr>
        <p:spPr bwMode="auto">
          <a:xfrm>
            <a:off x="116540" y="984264"/>
            <a:ext cx="331246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73" name="Rectangle 5"/>
          <p:cNvSpPr>
            <a:spLocks noChangeArrowheads="1"/>
          </p:cNvSpPr>
          <p:nvPr/>
        </p:nvSpPr>
        <p:spPr bwMode="auto">
          <a:xfrm>
            <a:off x="34290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7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054097186"/>
              </p:ext>
            </p:extLst>
          </p:nvPr>
        </p:nvGraphicFramePr>
        <p:xfrm>
          <a:off x="544515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4" name="직사각형 3"/>
          <p:cNvSpPr/>
          <p:nvPr/>
        </p:nvSpPr>
        <p:spPr>
          <a:xfrm>
            <a:off x="5926138" y="223852"/>
            <a:ext cx="431800" cy="1746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32785" name="직사각형 4"/>
          <p:cNvSpPr>
            <a:spLocks noChangeArrowheads="1"/>
          </p:cNvSpPr>
          <p:nvPr/>
        </p:nvSpPr>
        <p:spPr bwMode="auto">
          <a:xfrm>
            <a:off x="5876925" y="60166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a:t>
            </a: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2786" name="Rectangle 57"/>
          <p:cNvSpPr>
            <a:spLocks noChangeArrowheads="1"/>
          </p:cNvSpPr>
          <p:nvPr/>
        </p:nvSpPr>
        <p:spPr bwMode="auto">
          <a:xfrm>
            <a:off x="44530" y="1055688"/>
            <a:ext cx="352849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A,B,C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bảng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Block PLC</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thù</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B-</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C-CPU</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Memory, B-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thù</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C-CPU</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Memory, B-CPU, C-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thù</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ra</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 -CPU, B-</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Memory, C-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Rơ</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le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thù</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ra</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87" name="Rectangle 72"/>
          <p:cNvSpPr>
            <a:spLocks noChangeArrowheads="1"/>
          </p:cNvSpPr>
          <p:nvPr/>
        </p:nvSpPr>
        <p:spPr bwMode="auto">
          <a:xfrm>
            <a:off x="3429000" y="1042988"/>
            <a:ext cx="3429000" cy="175432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Read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Refresh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rồi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input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quả</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Memory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nội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bộ</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Memory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chia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PLC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lớn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Main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Sub Program</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Main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bắt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buộc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RUN.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Sub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bắt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Main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Step 0</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88" name="Rectangle 73"/>
          <p:cNvSpPr>
            <a:spLocks noChangeArrowheads="1"/>
          </p:cNvSpPr>
          <p:nvPr/>
        </p:nvSpPr>
        <p:spPr bwMode="auto">
          <a:xfrm>
            <a:off x="3429000" y="3563938"/>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“X” DEVICE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Cấp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hoặc</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Data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thiết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bị</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ngoài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Switch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nhấn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Limit Switch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v.v</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tiếp</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điểm</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B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Program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giới</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hạn</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lượng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a:solidFill>
                  <a:srgbClr val="000000"/>
                </a:solidFill>
                <a:latin typeface="Times New Roman" panose="02020603050405020304" pitchFamily="18" charset="0"/>
                <a:ea typeface="돋움" pitchFamily="50" charset="-127"/>
                <a:cs typeface="Times New Roman" panose="02020603050405020304" pitchFamily="18" charset="0"/>
              </a:rPr>
              <a:t>trọng</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Program</a:t>
            </a:r>
            <a:endPar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Coil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89" name="Rectangle 42"/>
          <p:cNvSpPr>
            <a:spLocks noChangeArrowheads="1"/>
          </p:cNvSpPr>
          <p:nvPr/>
        </p:nvSpPr>
        <p:spPr bwMode="auto">
          <a:xfrm>
            <a:off x="3394075" y="4572016"/>
            <a:ext cx="33480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9.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Ladder,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viết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Ladder?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Comment Edit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Note Edit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Parameter</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Statement Edit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90" name="Rectangle 40"/>
          <p:cNvSpPr>
            <a:spLocks noChangeArrowheads="1"/>
          </p:cNvSpPr>
          <p:nvPr/>
        </p:nvSpPr>
        <p:spPr bwMode="auto">
          <a:xfrm>
            <a:off x="3429000" y="5219700"/>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MCR </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A-Series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tổng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cộng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8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N0~N7</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Scan Time ở MC~MCR</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như</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MC~MCR</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ON</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sang</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OFF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Timer 100ms, Timer 10ms,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100ms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sẽ</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chuyển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thủ</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91" name="Rectangle 40"/>
          <p:cNvSpPr>
            <a:spLocks noChangeArrowheads="1"/>
          </p:cNvSpPr>
          <p:nvPr/>
        </p:nvSpPr>
        <p:spPr bwMode="auto">
          <a:xfrm>
            <a:off x="3429000" y="7475540"/>
            <a:ext cx="342900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12.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mỗi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thời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gian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phần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PLC Parameter.</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phức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Network Refresh,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điều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Program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loại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theo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định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lập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bắt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Network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Refresh.</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52" name="직사각형 90"/>
          <p:cNvSpPr>
            <a:spLocks noChangeArrowheads="1"/>
          </p:cNvSpPr>
          <p:nvPr/>
        </p:nvSpPr>
        <p:spPr bwMode="auto">
          <a:xfrm>
            <a:off x="330201" y="7350125"/>
            <a:ext cx="3095625" cy="1241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nSpc>
                <a:spcPct val="90000"/>
              </a:lnSpc>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5.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thích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sai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về</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Bit </a:t>
            </a:r>
            <a:r>
              <a:rPr lang="en-US" altLang="ko-KR" sz="900" kern="0">
                <a:solidFill>
                  <a:sysClr val="windowText" lastClr="000000"/>
                </a:solidFill>
                <a:latin typeface="Times New Roman" panose="02020603050405020304" pitchFamily="18" charset="0"/>
                <a:cs typeface="Times New Roman" panose="02020603050405020304" pitchFamily="18" charset="0"/>
              </a:rPr>
              <a:t>Device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Y?</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lnSpc>
                <a:spcPct val="90000"/>
              </a:lnSpc>
              <a:spcBef>
                <a:spcPct val="50000"/>
              </a:spcBef>
              <a:defRPr/>
            </a:pPr>
            <a:r>
              <a:rPr lang="en-US" altLang="ko-KR" sz="900" kern="0">
                <a:solidFill>
                  <a:srgbClr val="000000"/>
                </a:solidFill>
                <a:latin typeface="Times New Roman" panose="02020603050405020304" pitchFamily="18" charset="0"/>
                <a:cs typeface="Times New Roman" panose="02020603050405020304" pitchFamily="18" charset="0"/>
              </a:rPr>
              <a:t> ① </a:t>
            </a:r>
            <a:r>
              <a:rPr lang="en-US" altLang="ko-KR" sz="900" kern="0" smtClean="0">
                <a:solidFill>
                  <a:srgbClr val="000000"/>
                </a:solidFill>
                <a:latin typeface="Times New Roman" panose="02020603050405020304" pitchFamily="18" charset="0"/>
                <a:cs typeface="Times New Roman" panose="02020603050405020304" pitchFamily="18" charset="0"/>
              </a:rPr>
              <a:t>Output </a:t>
            </a:r>
            <a:r>
              <a:rPr lang="en-US" altLang="ko-KR" sz="900" kern="0" err="1" smtClean="0">
                <a:solidFill>
                  <a:srgbClr val="000000"/>
                </a:solidFill>
                <a:latin typeface="Times New Roman" panose="02020603050405020304" pitchFamily="18" charset="0"/>
                <a:cs typeface="Times New Roman" panose="02020603050405020304" pitchFamily="18" charset="0"/>
              </a:rPr>
              <a:t>tốt</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trong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việc</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gửi</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ra</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bên</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ngoài</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tương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đương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tiếp</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điểm</a:t>
            </a:r>
            <a:r>
              <a:rPr lang="en-US" altLang="ko-KR" sz="900" kern="0" smtClean="0">
                <a:solidFill>
                  <a:srgbClr val="000000"/>
                </a:solidFill>
                <a:latin typeface="Times New Roman" panose="02020603050405020304" pitchFamily="18" charset="0"/>
                <a:cs typeface="Times New Roman" panose="02020603050405020304" pitchFamily="18" charset="0"/>
              </a:rPr>
              <a:t> 1A </a:t>
            </a:r>
            <a:endParaRPr lang="en-US" altLang="ko-KR" sz="900" kern="0">
              <a:solidFill>
                <a:srgbClr val="000000"/>
              </a:solidFill>
              <a:latin typeface="Times New Roman" panose="02020603050405020304" pitchFamily="18" charset="0"/>
              <a:cs typeface="Times New Roman" panose="02020603050405020304" pitchFamily="18" charset="0"/>
            </a:endParaRPr>
          </a:p>
          <a:p>
            <a:pPr marL="457200" indent="-457200">
              <a:lnSpc>
                <a:spcPct val="90000"/>
              </a:lnSpc>
              <a:spcBef>
                <a:spcPct val="50000"/>
              </a:spcBef>
              <a:defRPr/>
            </a:pPr>
            <a:r>
              <a:rPr lang="en-US" altLang="ko-KR" sz="900" kern="0">
                <a:solidFill>
                  <a:srgbClr val="000000"/>
                </a:solidFill>
                <a:latin typeface="Times New Roman" panose="02020603050405020304" pitchFamily="18" charset="0"/>
                <a:cs typeface="Times New Roman" panose="02020603050405020304" pitchFamily="18" charset="0"/>
              </a:rPr>
              <a:t> </a:t>
            </a:r>
            <a:r>
              <a:rPr lang="en-US" altLang="ko-KR" sz="900" kern="0">
                <a:solidFill>
                  <a:sysClr val="windowText" lastClr="000000"/>
                </a:solidFill>
                <a:latin typeface="Times New Roman" panose="02020603050405020304" pitchFamily="18" charset="0"/>
                <a:cs typeface="Times New Roman" panose="02020603050405020304" pitchFamily="18" charset="0"/>
              </a:rPr>
              <a:t>②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Không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hạn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số</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lượng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sử</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dụng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trong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Program</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lnSpc>
                <a:spcPct val="90000"/>
              </a:lnSpc>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③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Có</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thể</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đối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ứng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Relay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nội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bộ</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M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cho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Y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đối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ứng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ở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phạm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vi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không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gắn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Unit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phạm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vi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gắn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Unit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vào</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lnSpc>
                <a:spcPct val="90000"/>
              </a:lnSpc>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④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Y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duy</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trì</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tĩnh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điện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sử</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dụng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bằng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Relay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nội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bộ</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M</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p:txBody>
      </p:sp>
      <p:sp>
        <p:nvSpPr>
          <p:cNvPr id="32793" name="Text Box 192"/>
          <p:cNvSpPr txBox="1">
            <a:spLocks noChangeArrowheads="1"/>
          </p:cNvSpPr>
          <p:nvPr/>
        </p:nvSpPr>
        <p:spPr bwMode="auto">
          <a:xfrm>
            <a:off x="3409978" y="2771775"/>
            <a:ext cx="319350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việc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tiến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thành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công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output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thực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tế</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Data </a:t>
            </a:r>
          </a:p>
          <a:p>
            <a:pPr eaLnBrk="1" fontAlgn="base" latinLnBrk="1" hangingPunct="1">
              <a:spcBef>
                <a:spcPct val="0"/>
              </a:spcBef>
              <a:spcAft>
                <a:spcPct val="0"/>
              </a:spcAft>
            </a:pP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lưu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phạm</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vi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được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gọi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Refresh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toán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Refresh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ra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Xử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END</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3279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0216" y="2079626"/>
            <a:ext cx="2822575"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직사각형 2"/>
          <p:cNvSpPr/>
          <p:nvPr/>
        </p:nvSpPr>
        <p:spPr>
          <a:xfrm>
            <a:off x="2557463" y="2259014"/>
            <a:ext cx="506412" cy="3222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55" name="직사각형 54"/>
          <p:cNvSpPr/>
          <p:nvPr/>
        </p:nvSpPr>
        <p:spPr>
          <a:xfrm>
            <a:off x="1587499" y="2624142"/>
            <a:ext cx="508000" cy="14763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56" name="직사각형 55"/>
          <p:cNvSpPr/>
          <p:nvPr/>
        </p:nvSpPr>
        <p:spPr>
          <a:xfrm>
            <a:off x="1555750" y="2352689"/>
            <a:ext cx="508000" cy="187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latin typeface="Times New Roman" panose="02020603050405020304" pitchFamily="18" charset="0"/>
              <a:cs typeface="Times New Roman" panose="02020603050405020304" pitchFamily="18" charset="0"/>
            </a:endParaRPr>
          </a:p>
        </p:txBody>
      </p:sp>
      <p:sp>
        <p:nvSpPr>
          <p:cNvPr id="32798" name="Rectangle 72"/>
          <p:cNvSpPr>
            <a:spLocks noChangeArrowheads="1"/>
          </p:cNvSpPr>
          <p:nvPr/>
        </p:nvSpPr>
        <p:spPr bwMode="auto">
          <a:xfrm>
            <a:off x="1691872" y="2282824"/>
            <a:ext cx="284162"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799" name="Rectangle 72"/>
          <p:cNvSpPr>
            <a:spLocks noChangeArrowheads="1"/>
          </p:cNvSpPr>
          <p:nvPr/>
        </p:nvSpPr>
        <p:spPr bwMode="auto">
          <a:xfrm>
            <a:off x="1659025" y="2591595"/>
            <a:ext cx="28575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B</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2800" name="Rectangle 72"/>
          <p:cNvSpPr>
            <a:spLocks noChangeArrowheads="1"/>
          </p:cNvSpPr>
          <p:nvPr/>
        </p:nvSpPr>
        <p:spPr bwMode="auto">
          <a:xfrm>
            <a:off x="2593613" y="2305051"/>
            <a:ext cx="284163"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60" name="직사각형 90"/>
          <p:cNvSpPr>
            <a:spLocks noChangeArrowheads="1"/>
          </p:cNvSpPr>
          <p:nvPr/>
        </p:nvSpPr>
        <p:spPr bwMode="auto">
          <a:xfrm>
            <a:off x="319092" y="3419490"/>
            <a:ext cx="309562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2.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Điều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sai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trong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số</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thích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về</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Unit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ra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PLC?</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rgbClr val="000000"/>
                </a:solidFill>
                <a:latin typeface="Times New Roman" panose="02020603050405020304" pitchFamily="18" charset="0"/>
                <a:cs typeface="Times New Roman" panose="02020603050405020304" pitchFamily="18" charset="0"/>
              </a:rPr>
              <a:t> ① </a:t>
            </a:r>
            <a:r>
              <a:rPr lang="en-US" altLang="ko-KR" sz="900" kern="0" err="1" smtClean="0">
                <a:solidFill>
                  <a:srgbClr val="000000"/>
                </a:solidFill>
                <a:latin typeface="Times New Roman" panose="02020603050405020304" pitchFamily="18" charset="0"/>
                <a:cs typeface="Times New Roman" panose="02020603050405020304" pitchFamily="18" charset="0"/>
              </a:rPr>
              <a:t>Sử</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dụng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nguồn</a:t>
            </a:r>
            <a:r>
              <a:rPr lang="en-US" altLang="ko-KR" sz="900" kern="0" smtClean="0">
                <a:solidFill>
                  <a:srgbClr val="000000"/>
                </a:solidFill>
                <a:latin typeface="Times New Roman" panose="02020603050405020304" pitchFamily="18" charset="0"/>
                <a:cs typeface="Times New Roman" panose="02020603050405020304" pitchFamily="18" charset="0"/>
              </a:rPr>
              <a:t> DC+24(V) </a:t>
            </a:r>
            <a:r>
              <a:rPr lang="en-US" altLang="ko-KR" sz="900" kern="0" err="1" smtClean="0">
                <a:solidFill>
                  <a:srgbClr val="000000"/>
                </a:solidFill>
                <a:latin typeface="Times New Roman" panose="02020603050405020304" pitchFamily="18" charset="0"/>
                <a:cs typeface="Times New Roman" panose="02020603050405020304" pitchFamily="18" charset="0"/>
              </a:rPr>
              <a:t>bên</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trong</a:t>
            </a:r>
            <a:r>
              <a:rPr lang="en-US" altLang="ko-KR" sz="900" kern="0" smtClean="0">
                <a:solidFill>
                  <a:srgbClr val="000000"/>
                </a:solidFill>
                <a:latin typeface="Times New Roman" panose="02020603050405020304" pitchFamily="18" charset="0"/>
                <a:cs typeface="Times New Roman" panose="02020603050405020304" pitchFamily="18" charset="0"/>
              </a:rPr>
              <a:t> PLC (TTL level)</a:t>
            </a:r>
            <a:endParaRPr lang="en-US" altLang="ko-KR" sz="900" kern="0">
              <a:solidFill>
                <a:srgbClr val="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rgbClr val="000000"/>
                </a:solidFill>
                <a:latin typeface="Times New Roman" panose="02020603050405020304" pitchFamily="18" charset="0"/>
                <a:cs typeface="Times New Roman" panose="02020603050405020304" pitchFamily="18" charset="0"/>
              </a:rPr>
              <a:t> </a:t>
            </a:r>
            <a:r>
              <a:rPr lang="en-US" altLang="ko-KR" sz="900" kern="0">
                <a:solidFill>
                  <a:sysClr val="windowText" lastClr="000000"/>
                </a:solidFill>
                <a:latin typeface="Times New Roman" panose="02020603050405020304" pitchFamily="18" charset="0"/>
                <a:cs typeface="Times New Roman" panose="02020603050405020304" pitchFamily="18" charset="0"/>
              </a:rPr>
              <a:t>②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Tiếp</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xúc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giữa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vào.ra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bên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trong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PLC (interface)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cần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thiết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mang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tính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quyết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định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cho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sự</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ổn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định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System.</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③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Phải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nhất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trí</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quy</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cách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về</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điện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thiết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bên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ngoài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④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Phải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ngăn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chặn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Noise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từ</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thiết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bên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ngoài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truyền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CPU.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Sử</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dụng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Photo Coupler]</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p:txBody>
      </p:sp>
      <p:sp>
        <p:nvSpPr>
          <p:cNvPr id="61" name="직사각형 90"/>
          <p:cNvSpPr>
            <a:spLocks noChangeArrowheads="1"/>
          </p:cNvSpPr>
          <p:nvPr/>
        </p:nvSpPr>
        <p:spPr bwMode="auto">
          <a:xfrm>
            <a:off x="330201" y="4643447"/>
            <a:ext cx="309562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3.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Điều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sai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trong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số</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các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thích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về</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thông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số</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của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Unit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Digital?</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rgbClr val="000000"/>
                </a:solidFill>
                <a:latin typeface="Times New Roman" panose="02020603050405020304" pitchFamily="18" charset="0"/>
                <a:cs typeface="Times New Roman" panose="02020603050405020304" pitchFamily="18" charset="0"/>
              </a:rPr>
              <a:t> ① </a:t>
            </a:r>
            <a:r>
              <a:rPr lang="en-US" altLang="ko-KR" sz="900" kern="0" err="1" smtClean="0">
                <a:solidFill>
                  <a:srgbClr val="000000"/>
                </a:solidFill>
                <a:latin typeface="Times New Roman" panose="02020603050405020304" pitchFamily="18" charset="0"/>
                <a:cs typeface="Times New Roman" panose="02020603050405020304" pitchFamily="18" charset="0"/>
              </a:rPr>
              <a:t>Điện</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áp</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đầu</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vào</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quy</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định</a:t>
            </a:r>
            <a:r>
              <a:rPr lang="en-US" altLang="ko-KR" sz="900" kern="0" smtClean="0">
                <a:solidFill>
                  <a:srgbClr val="000000"/>
                </a:solidFill>
                <a:latin typeface="Times New Roman" panose="02020603050405020304" pitchFamily="18" charset="0"/>
                <a:cs typeface="Times New Roman" panose="02020603050405020304" pitchFamily="18" charset="0"/>
              </a:rPr>
              <a:t> DC </a:t>
            </a:r>
            <a:r>
              <a:rPr lang="en-US" altLang="ko-KR" sz="900" kern="0">
                <a:solidFill>
                  <a:srgbClr val="000000"/>
                </a:solidFill>
                <a:latin typeface="Times New Roman" panose="02020603050405020304" pitchFamily="18" charset="0"/>
                <a:cs typeface="Times New Roman" panose="02020603050405020304" pitchFamily="18" charset="0"/>
              </a:rPr>
              <a:t>24V ( </a:t>
            </a:r>
            <a:r>
              <a:rPr lang="en-US" altLang="ko-KR" sz="900" kern="0" err="1" smtClean="0">
                <a:solidFill>
                  <a:srgbClr val="000000"/>
                </a:solidFill>
                <a:latin typeface="Times New Roman" panose="02020603050405020304" pitchFamily="18" charset="0"/>
                <a:cs typeface="Times New Roman" panose="02020603050405020304" pitchFamily="18" charset="0"/>
              </a:rPr>
              <a:t>không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cực</a:t>
            </a:r>
            <a:r>
              <a:rPr lang="en-US" altLang="ko-KR" sz="900" kern="0" smtClean="0">
                <a:solidFill>
                  <a:srgbClr val="000000"/>
                </a:solidFill>
                <a:latin typeface="Times New Roman" panose="02020603050405020304" pitchFamily="18" charset="0"/>
                <a:cs typeface="Times New Roman" panose="02020603050405020304" pitchFamily="18" charset="0"/>
              </a:rPr>
              <a:t>)</a:t>
            </a:r>
            <a:r>
              <a:rPr lang="ko-KR" altLang="en-US" sz="900" kern="0" smtClean="0">
                <a:solidFill>
                  <a:srgbClr val="000000"/>
                </a:solidFill>
                <a:latin typeface="Times New Roman" panose="02020603050405020304" pitchFamily="18" charset="0"/>
                <a:cs typeface="Times New Roman" panose="02020603050405020304" pitchFamily="18" charset="0"/>
              </a:rPr>
              <a:t> </a:t>
            </a:r>
            <a:r>
              <a:rPr lang="en-US" altLang="ko-KR" sz="900" kern="0">
                <a:solidFill>
                  <a:srgbClr val="000000"/>
                </a:solidFill>
                <a:latin typeface="Times New Roman" panose="02020603050405020304" pitchFamily="18" charset="0"/>
                <a:cs typeface="Times New Roman" panose="02020603050405020304" pitchFamily="18" charset="0"/>
              </a:rPr>
              <a:t>, AC 100~120V</a:t>
            </a:r>
          </a:p>
          <a:p>
            <a:pPr marL="457200" indent="-457200">
              <a:defRPr/>
            </a:pPr>
            <a:r>
              <a:rPr lang="en-US" altLang="ko-KR" sz="900" kern="0">
                <a:solidFill>
                  <a:srgbClr val="000000"/>
                </a:solidFill>
                <a:latin typeface="Times New Roman" panose="02020603050405020304" pitchFamily="18" charset="0"/>
                <a:cs typeface="Times New Roman" panose="02020603050405020304" pitchFamily="18" charset="0"/>
              </a:rPr>
              <a:t> </a:t>
            </a:r>
            <a:r>
              <a:rPr lang="en-US" altLang="ko-KR" sz="900" kern="0">
                <a:solidFill>
                  <a:sysClr val="windowText" lastClr="000000"/>
                </a:solidFill>
                <a:latin typeface="Times New Roman" panose="02020603050405020304" pitchFamily="18" charset="0"/>
                <a:cs typeface="Times New Roman" panose="02020603050405020304" pitchFamily="18" charset="0"/>
              </a:rPr>
              <a:t>②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Điện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áp</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hoạt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động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ON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DC </a:t>
            </a:r>
            <a:r>
              <a:rPr lang="en-US" altLang="ko-KR" sz="900" kern="0">
                <a:solidFill>
                  <a:sysClr val="windowText" lastClr="000000"/>
                </a:solidFill>
                <a:latin typeface="Times New Roman" panose="02020603050405020304" pitchFamily="18" charset="0"/>
                <a:cs typeface="Times New Roman" panose="02020603050405020304" pitchFamily="18" charset="0"/>
              </a:rPr>
              <a:t>18V, AC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80V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trở</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lên</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③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Điện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áp</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hoạt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động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OFF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DC </a:t>
            </a:r>
            <a:r>
              <a:rPr lang="en-US" altLang="ko-KR" sz="900" kern="0">
                <a:solidFill>
                  <a:sysClr val="windowText" lastClr="000000"/>
                </a:solidFill>
                <a:latin typeface="Times New Roman" panose="02020603050405020304" pitchFamily="18" charset="0"/>
                <a:cs typeface="Times New Roman" panose="02020603050405020304" pitchFamily="18" charset="0"/>
              </a:rPr>
              <a:t>6V, AC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30V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trở</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xuống</a:t>
            </a:r>
            <a:endParaRPr lang="ko-KR" altLang="en-US"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④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Biểu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LED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màu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xanh</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p:txBody>
      </p:sp>
      <p:sp>
        <p:nvSpPr>
          <p:cNvPr id="62" name="직사각형 90"/>
          <p:cNvSpPr>
            <a:spLocks noChangeArrowheads="1"/>
          </p:cNvSpPr>
          <p:nvPr/>
        </p:nvSpPr>
        <p:spPr bwMode="auto">
          <a:xfrm>
            <a:off x="296863" y="5803914"/>
            <a:ext cx="3175000"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spcBef>
                <a:spcPct val="50000"/>
              </a:spcBef>
              <a:defRPr/>
            </a:pPr>
            <a:r>
              <a:rPr lang="en-US" altLang="ko-KR" sz="900" kern="0">
                <a:solidFill>
                  <a:sysClr val="windowText" lastClr="000000"/>
                </a:solidFill>
                <a:latin typeface="Times New Roman" panose="02020603050405020304" pitchFamily="18" charset="0"/>
                <a:cs typeface="Times New Roman" panose="02020603050405020304" pitchFamily="18" charset="0"/>
              </a:rPr>
              <a:t>4.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Điều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nào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sai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giải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thích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về</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Unit Count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tốc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độ</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cao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rgbClr val="000000"/>
                </a:solidFill>
                <a:latin typeface="Times New Roman" panose="02020603050405020304" pitchFamily="18" charset="0"/>
                <a:cs typeface="Times New Roman" panose="02020603050405020304" pitchFamily="18" charset="0"/>
              </a:rPr>
              <a:t> ① </a:t>
            </a:r>
            <a:r>
              <a:rPr lang="en-US" altLang="ko-KR" sz="900" kern="0" err="1" smtClean="0">
                <a:solidFill>
                  <a:srgbClr val="000000"/>
                </a:solidFill>
                <a:latin typeface="Times New Roman" panose="02020603050405020304" pitchFamily="18" charset="0"/>
                <a:cs typeface="Times New Roman" panose="02020603050405020304" pitchFamily="18" charset="0"/>
              </a:rPr>
              <a:t>Counetr</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trong</a:t>
            </a:r>
            <a:r>
              <a:rPr lang="en-US" altLang="ko-KR" sz="900" kern="0" smtClean="0">
                <a:solidFill>
                  <a:srgbClr val="000000"/>
                </a:solidFill>
                <a:latin typeface="Times New Roman" panose="02020603050405020304" pitchFamily="18" charset="0"/>
                <a:cs typeface="Times New Roman" panose="02020603050405020304" pitchFamily="18" charset="0"/>
              </a:rPr>
              <a:t> CPU Scan </a:t>
            </a:r>
            <a:r>
              <a:rPr lang="en-US" altLang="ko-KR" sz="900" kern="0" err="1" smtClean="0">
                <a:solidFill>
                  <a:srgbClr val="000000"/>
                </a:solidFill>
                <a:latin typeface="Times New Roman" panose="02020603050405020304" pitchFamily="18" charset="0"/>
                <a:cs typeface="Times New Roman" panose="02020603050405020304" pitchFamily="18" charset="0"/>
              </a:rPr>
              <a:t>chương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trình</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nên</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chu</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kỳ</a:t>
            </a:r>
            <a:r>
              <a:rPr lang="en-US" altLang="ko-KR" sz="900" kern="0" smtClean="0">
                <a:solidFill>
                  <a:srgbClr val="000000"/>
                </a:solidFill>
                <a:latin typeface="Times New Roman" panose="02020603050405020304" pitchFamily="18" charset="0"/>
                <a:cs typeface="Times New Roman" panose="02020603050405020304" pitchFamily="18" charset="0"/>
              </a:rPr>
              <a:t> SCAN</a:t>
            </a:r>
            <a:r>
              <a:rPr lang="en-US" altLang="ko-KR" sz="900" ker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hầu</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hết</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là</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trường</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hợp</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số</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μs</a:t>
            </a:r>
            <a:r>
              <a:rPr lang="ko-KR" altLang="en-US" sz="900" ker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trở</a:t>
            </a:r>
            <a:r>
              <a:rPr lang="en-US" altLang="ko-KR" sz="900" kern="0" smtClean="0">
                <a:solidFill>
                  <a:srgbClr val="000000"/>
                </a:solidFill>
                <a:latin typeface="Times New Roman" panose="02020603050405020304" pitchFamily="18" charset="0"/>
                <a:cs typeface="Times New Roman" panose="02020603050405020304" pitchFamily="18" charset="0"/>
              </a:rPr>
              <a:t> </a:t>
            </a:r>
            <a:r>
              <a:rPr lang="en-US" altLang="ko-KR" sz="900" kern="0" err="1" smtClean="0">
                <a:solidFill>
                  <a:srgbClr val="000000"/>
                </a:solidFill>
                <a:latin typeface="Times New Roman" panose="02020603050405020304" pitchFamily="18" charset="0"/>
                <a:cs typeface="Times New Roman" panose="02020603050405020304" pitchFamily="18" charset="0"/>
              </a:rPr>
              <a:t>xuống</a:t>
            </a:r>
            <a:endParaRPr lang="en-US" altLang="ko-KR" sz="900" kern="0">
              <a:solidFill>
                <a:srgbClr val="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rgbClr val="000000"/>
                </a:solidFill>
                <a:latin typeface="Times New Roman" panose="02020603050405020304" pitchFamily="18" charset="0"/>
                <a:cs typeface="Times New Roman" panose="02020603050405020304" pitchFamily="18" charset="0"/>
              </a:rPr>
              <a:t> </a:t>
            </a:r>
            <a:r>
              <a:rPr lang="en-US" altLang="ko-KR" sz="900" kern="0">
                <a:solidFill>
                  <a:sysClr val="windowText" lastClr="000000"/>
                </a:solidFill>
                <a:latin typeface="Times New Roman" panose="02020603050405020304" pitchFamily="18" charset="0"/>
                <a:cs typeface="Times New Roman" panose="02020603050405020304" pitchFamily="18" charset="0"/>
              </a:rPr>
              <a:t>②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Unit Count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tốc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độ</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cao</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đếm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Pulse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độc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lập</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CPU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của</a:t>
            </a:r>
            <a:r>
              <a:rPr lang="ko-KR" altLang="en-US"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PLC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đếm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những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Pulse 10μs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trở</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lên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③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Có</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chức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năng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so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sánh</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output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trạng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thái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giá</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a:solidFill>
                  <a:sysClr val="windowText" lastClr="000000"/>
                </a:solidFill>
                <a:latin typeface="Times New Roman" panose="02020603050405020304" pitchFamily="18" charset="0"/>
                <a:cs typeface="Times New Roman" panose="02020603050405020304" pitchFamily="18" charset="0"/>
              </a:rPr>
              <a:t>Counter ( &lt;, &gt;, = ) </a:t>
            </a:r>
            <a:r>
              <a:rPr lang="en-US" altLang="ko-KR" sz="900" kern="0" err="1">
                <a:solidFill>
                  <a:sysClr val="windowText" lastClr="000000"/>
                </a:solidFill>
                <a:latin typeface="Times New Roman" panose="02020603050405020304" pitchFamily="18" charset="0"/>
                <a:cs typeface="Times New Roman" panose="02020603050405020304" pitchFamily="18" charset="0"/>
              </a:rPr>
              <a:t>với</a:t>
            </a:r>
            <a:r>
              <a:rPr lang="en-US" altLang="ko-KR" sz="900" ker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giá</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cài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đặt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endParaRPr lang="ko-KR" altLang="en-US" sz="900" kern="0">
              <a:solidFill>
                <a:sysClr val="windowText" lastClr="000000"/>
              </a:solidFill>
              <a:latin typeface="Times New Roman" panose="02020603050405020304" pitchFamily="18" charset="0"/>
              <a:cs typeface="Times New Roman" panose="02020603050405020304" pitchFamily="18" charset="0"/>
            </a:endParaRPr>
          </a:p>
          <a:p>
            <a:pPr marL="457200" indent="-457200">
              <a:defRPr/>
            </a:pPr>
            <a:r>
              <a:rPr lang="en-US" altLang="ko-KR" sz="900" kern="0">
                <a:solidFill>
                  <a:sysClr val="windowText" lastClr="000000"/>
                </a:solidFill>
                <a:latin typeface="Times New Roman" panose="02020603050405020304" pitchFamily="18" charset="0"/>
                <a:cs typeface="Times New Roman" panose="02020603050405020304" pitchFamily="18" charset="0"/>
              </a:rPr>
              <a:t> ④ </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Chi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viện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Count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tăng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giảm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và</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cũng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được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sử</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dụng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trong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việc</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kiểm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trí</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máy</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giống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CNC,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khi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giá</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trị</a:t>
            </a:r>
            <a:r>
              <a:rPr lang="en-US" altLang="ko-KR" sz="900" ker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đếm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đồng</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nhất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với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giá</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trị</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cài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đặt</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thì</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có</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tiếp</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điểm</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đầu</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ra</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bên</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r>
              <a:rPr lang="en-US" altLang="ko-KR" sz="900" kern="0" err="1" smtClean="0">
                <a:solidFill>
                  <a:sysClr val="windowText" lastClr="000000"/>
                </a:solidFill>
                <a:latin typeface="Times New Roman" panose="02020603050405020304" pitchFamily="18" charset="0"/>
                <a:cs typeface="Times New Roman" panose="02020603050405020304" pitchFamily="18" charset="0"/>
              </a:rPr>
              <a:t>ngoài</a:t>
            </a:r>
            <a:r>
              <a:rPr lang="en-US" altLang="ko-KR" sz="900" kern="0" smtClean="0">
                <a:solidFill>
                  <a:sysClr val="windowText" lastClr="000000"/>
                </a:solidFill>
                <a:latin typeface="Times New Roman" panose="02020603050405020304" pitchFamily="18" charset="0"/>
                <a:cs typeface="Times New Roman" panose="02020603050405020304" pitchFamily="18" charset="0"/>
              </a:rPr>
              <a:t>. </a:t>
            </a:r>
            <a:endParaRPr lang="en-US" altLang="ko-KR" sz="900" kern="0">
              <a:solidFill>
                <a:sysClr val="windowText" lastClr="000000"/>
              </a:solidFill>
              <a:latin typeface="Times New Roman" panose="02020603050405020304" pitchFamily="18" charset="0"/>
              <a:cs typeface="Times New Roman" panose="02020603050405020304" pitchFamily="18" charset="0"/>
            </a:endParaRPr>
          </a:p>
        </p:txBody>
      </p:sp>
      <p:sp>
        <p:nvSpPr>
          <p:cNvPr id="32804" name="Rectangle 112"/>
          <p:cNvSpPr>
            <a:spLocks noChangeArrowheads="1"/>
          </p:cNvSpPr>
          <p:nvPr/>
        </p:nvSpPr>
        <p:spPr bwMode="auto">
          <a:xfrm>
            <a:off x="3425853" y="6429390"/>
            <a:ext cx="3121025"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11.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câu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đúng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số</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các</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COUNT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chỉ</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thay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tại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“0”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bằng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lệnh</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RST</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Dù</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sau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khi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UP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nếu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vẫn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đếm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110000"/>
              </a:lnSpc>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Có</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thể</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sử</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dụng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K0 ở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đầu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lnSpc>
                <a:spcPct val="110000"/>
              </a:lnSpc>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Trường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hợp</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trị</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cài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đặt</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COUNT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quá</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32767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gắn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D</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0"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75479140"/>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795" name="Text Box 3"/>
          <p:cNvSpPr txBox="1">
            <a:spLocks noChangeArrowheads="1"/>
          </p:cNvSpPr>
          <p:nvPr/>
        </p:nvSpPr>
        <p:spPr bwMode="auto">
          <a:xfrm>
            <a:off x="228600" y="679466"/>
            <a:ext cx="34323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latin typeface="Times New Roman" panose="02020603050405020304" pitchFamily="18" charset="0"/>
                <a:cs typeface="Times New Roman" panose="02020603050405020304" pitchFamily="18" charset="0"/>
              </a:rPr>
              <a:t>소속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사번 </a:t>
            </a:r>
            <a:r>
              <a:rPr lang="en-US" altLang="ko-KR" sz="1000">
                <a:solidFill>
                  <a:srgbClr val="000000"/>
                </a:solidFill>
                <a:latin typeface="Times New Roman" panose="02020603050405020304" pitchFamily="18" charset="0"/>
                <a:cs typeface="Times New Roman" panose="02020603050405020304" pitchFamily="18" charset="0"/>
              </a:rPr>
              <a:t>:                      </a:t>
            </a:r>
            <a:r>
              <a:rPr lang="ko-KR" altLang="en-US" sz="1000">
                <a:solidFill>
                  <a:srgbClr val="000000"/>
                </a:solidFill>
                <a:latin typeface="Times New Roman" panose="02020603050405020304" pitchFamily="18" charset="0"/>
                <a:cs typeface="Times New Roman" panose="02020603050405020304" pitchFamily="18" charset="0"/>
              </a:rPr>
              <a:t>이름 </a:t>
            </a:r>
            <a:r>
              <a:rPr lang="en-US" altLang="ko-KR" sz="1000">
                <a:solidFill>
                  <a:srgbClr val="000000"/>
                </a:solidFill>
                <a:latin typeface="Times New Roman" panose="02020603050405020304" pitchFamily="18" charset="0"/>
                <a:cs typeface="Times New Roman" panose="02020603050405020304" pitchFamily="18" charset="0"/>
              </a:rPr>
              <a:t>: </a:t>
            </a:r>
          </a:p>
        </p:txBody>
      </p:sp>
      <p:sp>
        <p:nvSpPr>
          <p:cNvPr id="33796" name="Rectangle 4"/>
          <p:cNvSpPr>
            <a:spLocks noChangeArrowheads="1"/>
          </p:cNvSpPr>
          <p:nvPr/>
        </p:nvSpPr>
        <p:spPr bwMode="auto">
          <a:xfrm>
            <a:off x="3048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3797" name="Rectangle 5"/>
          <p:cNvSpPr>
            <a:spLocks noChangeArrowheads="1"/>
          </p:cNvSpPr>
          <p:nvPr/>
        </p:nvSpPr>
        <p:spPr bwMode="auto">
          <a:xfrm>
            <a:off x="34290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337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538539893"/>
              </p:ext>
            </p:extLst>
          </p:nvPr>
        </p:nvGraphicFramePr>
        <p:xfrm>
          <a:off x="5445153"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3808" name="Rectangle 60"/>
          <p:cNvSpPr>
            <a:spLocks noChangeArrowheads="1"/>
          </p:cNvSpPr>
          <p:nvPr/>
        </p:nvSpPr>
        <p:spPr bwMode="auto">
          <a:xfrm>
            <a:off x="260350" y="982663"/>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13.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giải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thích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về</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Dip Switch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của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CPU Unit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nhìn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lựa</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chọn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Drive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hữu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hiệu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ROM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Ram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tiêu</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chuẩn</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Flash Card</a:t>
            </a: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④ SRAM Card</a:t>
            </a:r>
          </a:p>
        </p:txBody>
      </p:sp>
      <p:pic>
        <p:nvPicPr>
          <p:cNvPr id="33809" name="Picture 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4803" y="1258888"/>
            <a:ext cx="493713"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810" name="Rectangle 56"/>
          <p:cNvSpPr>
            <a:spLocks noChangeArrowheads="1"/>
          </p:cNvSpPr>
          <p:nvPr/>
        </p:nvSpPr>
        <p:spPr bwMode="auto">
          <a:xfrm>
            <a:off x="2565428" y="212248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Ảnh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sp>
        <p:nvSpPr>
          <p:cNvPr id="33811" name="Rectangle 70"/>
          <p:cNvSpPr>
            <a:spLocks noChangeArrowheads="1"/>
          </p:cNvSpPr>
          <p:nvPr/>
        </p:nvSpPr>
        <p:spPr bwMode="auto">
          <a:xfrm>
            <a:off x="260350" y="2513015"/>
            <a:ext cx="3429000" cy="9925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Trong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chương</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trình</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bên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dưới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thì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Y20 ON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vào</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mấy</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2.11</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21.1</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③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1.21</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④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Giây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12.1</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50000"/>
              </a:spcBef>
              <a:spcAft>
                <a:spcPct val="0"/>
              </a:spcAft>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pic>
        <p:nvPicPr>
          <p:cNvPr id="338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127" y="3316289"/>
            <a:ext cx="3019425" cy="1106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813" name="Rectangle 99"/>
          <p:cNvSpPr>
            <a:spLocks noChangeArrowheads="1"/>
          </p:cNvSpPr>
          <p:nvPr/>
        </p:nvSpPr>
        <p:spPr bwMode="auto">
          <a:xfrm>
            <a:off x="260350" y="4840288"/>
            <a:ext cx="3201988" cy="812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15.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chọn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đáp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án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với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điều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a:t>
            </a:r>
            <a:r>
              <a:rPr lang="en-US" altLang="ko-KR" sz="900" err="1" smtClean="0">
                <a:solidFill>
                  <a:srgbClr val="000000"/>
                </a:solidFill>
                <a:latin typeface="Times New Roman" panose="02020603050405020304" pitchFamily="18" charset="0"/>
                <a:cs typeface="Times New Roman" panose="02020603050405020304" pitchFamily="18" charset="0"/>
              </a:rPr>
              <a:t>Đổi</a:t>
            </a:r>
            <a:r>
              <a:rPr lang="en-US" altLang="ko-KR" sz="900" smtClean="0">
                <a:solidFill>
                  <a:srgbClr val="000000"/>
                </a:solidFill>
                <a:latin typeface="Times New Roman" panose="02020603050405020304" pitchFamily="18" charset="0"/>
                <a:cs typeface="Times New Roman" panose="02020603050405020304" pitchFamily="18" charset="0"/>
              </a:rPr>
              <a:t> 0000 </a:t>
            </a:r>
            <a:r>
              <a:rPr lang="en-US" altLang="ko-KR" sz="900">
                <a:solidFill>
                  <a:srgbClr val="000000"/>
                </a:solidFill>
                <a:latin typeface="Times New Roman" panose="02020603050405020304" pitchFamily="18" charset="0"/>
                <a:cs typeface="Times New Roman" panose="02020603050405020304" pitchFamily="18" charset="0"/>
              </a:rPr>
              <a:t>0001 0010 </a:t>
            </a:r>
            <a:r>
              <a:rPr lang="en-US" altLang="ko-KR" sz="900" smtClean="0">
                <a:solidFill>
                  <a:srgbClr val="000000"/>
                </a:solidFill>
                <a:latin typeface="Times New Roman" panose="02020603050405020304" pitchFamily="18" charset="0"/>
                <a:cs typeface="Times New Roman" panose="02020603050405020304" pitchFamily="18" charset="0"/>
              </a:rPr>
              <a:t>0101</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từ</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hệ</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nhị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phân</a:t>
            </a:r>
            <a:r>
              <a:rPr lang="en-US" altLang="ko-KR" sz="900" smtClean="0">
                <a:solidFill>
                  <a:srgbClr val="000000"/>
                </a:solidFill>
                <a:latin typeface="Times New Roman" panose="02020603050405020304" pitchFamily="18" charset="0"/>
                <a:cs typeface="Times New Roman" panose="02020603050405020304" pitchFamily="18" charset="0"/>
              </a:rPr>
              <a:t> sang</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BCD)</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① 0000 0010 0110 0101       ② 0000 0001 0010 0101</a:t>
            </a:r>
          </a:p>
          <a:p>
            <a:pPr eaLnBrk="1" fontAlgn="base" latinLnBrk="1" hangingPunct="1">
              <a:lnSpc>
                <a:spcPct val="120000"/>
              </a:lnSpc>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③ 0000 0010 1000 1001       ④ 0000 0010 1001 0011</a:t>
            </a:r>
          </a:p>
        </p:txBody>
      </p:sp>
      <p:sp>
        <p:nvSpPr>
          <p:cNvPr id="33814" name="Rectangle 219"/>
          <p:cNvSpPr>
            <a:spLocks noChangeArrowheads="1"/>
          </p:cNvSpPr>
          <p:nvPr/>
        </p:nvSpPr>
        <p:spPr bwMode="auto">
          <a:xfrm>
            <a:off x="260351" y="5795979"/>
            <a:ext cx="3122613"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16.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Hãy</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đổi</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974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từ</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10 sang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hệ</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16</a:t>
            </a:r>
            <a:r>
              <a:rPr lang="ko-KR" altLang="en-US"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tự</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err="1" smtClean="0">
                <a:solidFill>
                  <a:srgbClr val="000000"/>
                </a:solidFill>
                <a:latin typeface="Times New Roman" panose="02020603050405020304" pitchFamily="18" charset="0"/>
                <a:ea typeface="돋움" pitchFamily="50" charset="-127"/>
                <a:cs typeface="Times New Roman" panose="02020603050405020304" pitchFamily="18" charset="0"/>
              </a:rPr>
              <a:t>luận</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                  </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a:t>
            </a:r>
          </a:p>
        </p:txBody>
      </p:sp>
      <p:sp>
        <p:nvSpPr>
          <p:cNvPr id="33815" name="Rectangle 99"/>
          <p:cNvSpPr>
            <a:spLocks noChangeArrowheads="1"/>
          </p:cNvSpPr>
          <p:nvPr/>
        </p:nvSpPr>
        <p:spPr bwMode="auto">
          <a:xfrm>
            <a:off x="260350" y="6516703"/>
            <a:ext cx="3201988"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17. </a:t>
            </a:r>
            <a:r>
              <a:rPr lang="en-US" altLang="ko-KR" sz="900" err="1" smtClean="0">
                <a:solidFill>
                  <a:srgbClr val="000000"/>
                </a:solidFill>
                <a:latin typeface="Times New Roman" panose="02020603050405020304" pitchFamily="18" charset="0"/>
                <a:cs typeface="Times New Roman" panose="02020603050405020304" pitchFamily="18" charset="0"/>
              </a:rPr>
              <a:t>Trường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hợp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tháo</a:t>
            </a:r>
            <a:r>
              <a:rPr lang="en-US" altLang="ko-KR" sz="900" smtClean="0">
                <a:solidFill>
                  <a:srgbClr val="000000"/>
                </a:solidFill>
                <a:latin typeface="Times New Roman" panose="02020603050405020304" pitchFamily="18" charset="0"/>
                <a:cs typeface="Times New Roman" panose="02020603050405020304" pitchFamily="18" charset="0"/>
              </a:rPr>
              <a:t> Memory Card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CPU </a:t>
            </a:r>
            <a:r>
              <a:rPr lang="en-US" altLang="ko-KR" sz="900" err="1" smtClean="0">
                <a:solidFill>
                  <a:srgbClr val="000000"/>
                </a:solidFill>
                <a:latin typeface="Times New Roman" panose="02020603050405020304" pitchFamily="18" charset="0"/>
                <a:cs typeface="Times New Roman" panose="02020603050405020304" pitchFamily="18" charset="0"/>
              </a:rPr>
              <a:t>thì</a:t>
            </a:r>
            <a:r>
              <a:rPr lang="en-US" altLang="ko-KR" sz="900" smtClean="0">
                <a:solidFill>
                  <a:srgbClr val="000000"/>
                </a:solidFill>
                <a:latin typeface="Times New Roman" panose="02020603050405020304" pitchFamily="18" charset="0"/>
                <a:cs typeface="Times New Roman" panose="02020603050405020304" pitchFamily="18" charset="0"/>
              </a:rPr>
              <a:t> Relay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thù</a:t>
            </a:r>
            <a:r>
              <a:rPr lang="en-US" altLang="ko-KR" sz="900" smtClean="0">
                <a:solidFill>
                  <a:srgbClr val="000000"/>
                </a:solidFill>
                <a:latin typeface="Times New Roman" panose="02020603050405020304" pitchFamily="18" charset="0"/>
                <a:cs typeface="Times New Roman" panose="02020603050405020304" pitchFamily="18" charset="0"/>
              </a:rPr>
              <a:t> ON. Relay ON </a:t>
            </a:r>
            <a:r>
              <a:rPr lang="en-US" altLang="ko-KR" sz="900" err="1" smtClean="0">
                <a:solidFill>
                  <a:srgbClr val="000000"/>
                </a:solidFill>
                <a:latin typeface="Times New Roman" panose="02020603050405020304" pitchFamily="18" charset="0"/>
                <a:cs typeface="Times New Roman" panose="02020603050405020304" pitchFamily="18" charset="0"/>
              </a:rPr>
              <a:t>lúc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ko-KR" altLang="en-US" sz="900">
                <a:solidFill>
                  <a:srgbClr val="000000"/>
                </a:solidFill>
                <a:latin typeface="Times New Roman" panose="02020603050405020304" pitchFamily="18" charset="0"/>
                <a:cs typeface="Times New Roman" panose="02020603050405020304" pitchFamily="18" charset="0"/>
              </a:rPr>
              <a:t>① </a:t>
            </a:r>
            <a:r>
              <a:rPr lang="en-US" altLang="ko-KR" sz="900">
                <a:solidFill>
                  <a:srgbClr val="000000"/>
                </a:solidFill>
                <a:latin typeface="Times New Roman" panose="02020603050405020304" pitchFamily="18" charset="0"/>
                <a:cs typeface="Times New Roman" panose="02020603050405020304" pitchFamily="18" charset="0"/>
              </a:rPr>
              <a:t>SM604</a:t>
            </a:r>
            <a:r>
              <a:rPr lang="ko-KR" altLang="en-US" sz="900">
                <a:solidFill>
                  <a:srgbClr val="000000"/>
                </a:solidFill>
                <a:latin typeface="Times New Roman" panose="02020603050405020304" pitchFamily="18" charset="0"/>
                <a:cs typeface="Times New Roman" panose="02020603050405020304" pitchFamily="18" charset="0"/>
              </a:rPr>
              <a:t> ② </a:t>
            </a:r>
            <a:r>
              <a:rPr lang="en-US" altLang="ko-KR" sz="900">
                <a:solidFill>
                  <a:srgbClr val="000000"/>
                </a:solidFill>
                <a:latin typeface="Times New Roman" panose="02020603050405020304" pitchFamily="18" charset="0"/>
                <a:cs typeface="Times New Roman" panose="02020603050405020304" pitchFamily="18" charset="0"/>
              </a:rPr>
              <a:t>SM605 </a:t>
            </a:r>
            <a:r>
              <a:rPr lang="ko-KR" altLang="en-US" sz="900">
                <a:solidFill>
                  <a:srgbClr val="000000"/>
                </a:solidFill>
                <a:latin typeface="Times New Roman" panose="02020603050405020304" pitchFamily="18" charset="0"/>
                <a:cs typeface="Times New Roman" panose="02020603050405020304" pitchFamily="18" charset="0"/>
              </a:rPr>
              <a:t>③ </a:t>
            </a:r>
            <a:r>
              <a:rPr lang="en-US" altLang="ko-KR" sz="900">
                <a:solidFill>
                  <a:srgbClr val="000000"/>
                </a:solidFill>
                <a:latin typeface="Times New Roman" panose="02020603050405020304" pitchFamily="18" charset="0"/>
                <a:cs typeface="Times New Roman" panose="02020603050405020304" pitchFamily="18" charset="0"/>
              </a:rPr>
              <a:t>SM608 </a:t>
            </a:r>
            <a:r>
              <a:rPr lang="ko-KR" altLang="en-US" sz="900">
                <a:solidFill>
                  <a:srgbClr val="000000"/>
                </a:solidFill>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SM609</a:t>
            </a:r>
            <a:endParaRPr lang="ko-KR" altLang="en-US" sz="900">
              <a:solidFill>
                <a:srgbClr val="000000"/>
              </a:solidFill>
              <a:latin typeface="Times New Roman" panose="02020603050405020304" pitchFamily="18" charset="0"/>
              <a:cs typeface="Times New Roman" panose="02020603050405020304" pitchFamily="18" charset="0"/>
            </a:endParaRPr>
          </a:p>
        </p:txBody>
      </p:sp>
      <p:grpSp>
        <p:nvGrpSpPr>
          <p:cNvPr id="33816" name="Group 178"/>
          <p:cNvGrpSpPr>
            <a:grpSpLocks/>
          </p:cNvGrpSpPr>
          <p:nvPr/>
        </p:nvGrpSpPr>
        <p:grpSpPr bwMode="auto">
          <a:xfrm>
            <a:off x="3429000" y="1331922"/>
            <a:ext cx="3168650" cy="2673351"/>
            <a:chOff x="2206" y="1215"/>
            <a:chExt cx="1950" cy="1684"/>
          </a:xfrm>
        </p:grpSpPr>
        <p:grpSp>
          <p:nvGrpSpPr>
            <p:cNvPr id="33821" name="Group 179"/>
            <p:cNvGrpSpPr>
              <a:grpSpLocks/>
            </p:cNvGrpSpPr>
            <p:nvPr/>
          </p:nvGrpSpPr>
          <p:grpSpPr bwMode="auto">
            <a:xfrm>
              <a:off x="2244" y="1215"/>
              <a:ext cx="1853" cy="1371"/>
              <a:chOff x="2244" y="1215"/>
              <a:chExt cx="1853" cy="1371"/>
            </a:xfrm>
          </p:grpSpPr>
          <p:sp>
            <p:nvSpPr>
              <p:cNvPr id="33823" name="Rectangle 180"/>
              <p:cNvSpPr>
                <a:spLocks noChangeArrowheads="1"/>
              </p:cNvSpPr>
              <p:nvPr/>
            </p:nvSpPr>
            <p:spPr bwMode="auto">
              <a:xfrm>
                <a:off x="2325" y="1408"/>
                <a:ext cx="1742" cy="5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3824" name="Line 181"/>
              <p:cNvSpPr>
                <a:spLocks noChangeShapeType="1"/>
              </p:cNvSpPr>
              <p:nvPr/>
            </p:nvSpPr>
            <p:spPr bwMode="auto">
              <a:xfrm>
                <a:off x="2495"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25" name="Line 182"/>
              <p:cNvSpPr>
                <a:spLocks noChangeShapeType="1"/>
              </p:cNvSpPr>
              <p:nvPr/>
            </p:nvSpPr>
            <p:spPr bwMode="auto">
              <a:xfrm>
                <a:off x="2656"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26" name="Line 183"/>
              <p:cNvSpPr>
                <a:spLocks noChangeShapeType="1"/>
              </p:cNvSpPr>
              <p:nvPr/>
            </p:nvSpPr>
            <p:spPr bwMode="auto">
              <a:xfrm>
                <a:off x="2858"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27" name="Line 184"/>
              <p:cNvSpPr>
                <a:spLocks noChangeShapeType="1"/>
              </p:cNvSpPr>
              <p:nvPr/>
            </p:nvSpPr>
            <p:spPr bwMode="auto">
              <a:xfrm>
                <a:off x="3061"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28" name="Line 185"/>
              <p:cNvSpPr>
                <a:spLocks noChangeShapeType="1"/>
              </p:cNvSpPr>
              <p:nvPr/>
            </p:nvSpPr>
            <p:spPr bwMode="auto">
              <a:xfrm>
                <a:off x="3263"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29" name="Text Box 186"/>
              <p:cNvSpPr txBox="1">
                <a:spLocks noChangeArrowheads="1"/>
              </p:cNvSpPr>
              <p:nvPr/>
            </p:nvSpPr>
            <p:spPr bwMode="auto">
              <a:xfrm>
                <a:off x="2283" y="1572"/>
                <a:ext cx="27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cs typeface="Times New Roman" panose="02020603050405020304" pitchFamily="18" charset="0"/>
                  </a:rPr>
                  <a:t>Power</a:t>
                </a:r>
                <a:endParaRPr lang="ko-KR" altLang="en-US" sz="8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UNIT</a:t>
                </a:r>
              </a:p>
            </p:txBody>
          </p:sp>
          <p:sp>
            <p:nvSpPr>
              <p:cNvPr id="33830" name="Text Box 187"/>
              <p:cNvSpPr txBox="1">
                <a:spLocks noChangeArrowheads="1"/>
              </p:cNvSpPr>
              <p:nvPr/>
            </p:nvSpPr>
            <p:spPr bwMode="auto">
              <a:xfrm>
                <a:off x="2461" y="1572"/>
                <a:ext cx="237"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CPU</a:t>
                </a:r>
              </a:p>
            </p:txBody>
          </p:sp>
          <p:sp>
            <p:nvSpPr>
              <p:cNvPr id="33831" name="Text Box 188"/>
              <p:cNvSpPr txBox="1">
                <a:spLocks noChangeArrowheads="1"/>
              </p:cNvSpPr>
              <p:nvPr/>
            </p:nvSpPr>
            <p:spPr bwMode="auto">
              <a:xfrm>
                <a:off x="2615" y="1305"/>
                <a:ext cx="26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QX40</a:t>
                </a:r>
              </a:p>
            </p:txBody>
          </p:sp>
          <p:sp>
            <p:nvSpPr>
              <p:cNvPr id="33832" name="Text Box 189"/>
              <p:cNvSpPr txBox="1">
                <a:spLocks noChangeArrowheads="1"/>
              </p:cNvSpPr>
              <p:nvPr/>
            </p:nvSpPr>
            <p:spPr bwMode="auto">
              <a:xfrm>
                <a:off x="3029" y="1305"/>
                <a:ext cx="26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QX42</a:t>
                </a:r>
              </a:p>
            </p:txBody>
          </p:sp>
          <p:sp>
            <p:nvSpPr>
              <p:cNvPr id="33833" name="Text Box 190"/>
              <p:cNvSpPr txBox="1">
                <a:spLocks noChangeArrowheads="1"/>
              </p:cNvSpPr>
              <p:nvPr/>
            </p:nvSpPr>
            <p:spPr bwMode="auto">
              <a:xfrm>
                <a:off x="2827" y="1307"/>
                <a:ext cx="26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QY41</a:t>
                </a:r>
              </a:p>
            </p:txBody>
          </p:sp>
          <p:sp>
            <p:nvSpPr>
              <p:cNvPr id="33834" name="Text Box 191"/>
              <p:cNvSpPr txBox="1">
                <a:spLocks noChangeArrowheads="1"/>
              </p:cNvSpPr>
              <p:nvPr/>
            </p:nvSpPr>
            <p:spPr bwMode="auto">
              <a:xfrm>
                <a:off x="3220" y="1305"/>
                <a:ext cx="26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QY40</a:t>
                </a:r>
              </a:p>
            </p:txBody>
          </p:sp>
          <p:sp>
            <p:nvSpPr>
              <p:cNvPr id="33835" name="Line 192"/>
              <p:cNvSpPr>
                <a:spLocks noChangeShapeType="1"/>
              </p:cNvSpPr>
              <p:nvPr/>
            </p:nvSpPr>
            <p:spPr bwMode="auto">
              <a:xfrm>
                <a:off x="3466"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36" name="Text Box 193"/>
              <p:cNvSpPr txBox="1">
                <a:spLocks noChangeArrowheads="1"/>
              </p:cNvSpPr>
              <p:nvPr/>
            </p:nvSpPr>
            <p:spPr bwMode="auto">
              <a:xfrm>
                <a:off x="3624" y="1215"/>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cs typeface="Times New Roman" panose="02020603050405020304" pitchFamily="18" charset="0"/>
                  </a:rPr>
                  <a:t>Slot</a:t>
                </a:r>
              </a:p>
              <a:p>
                <a:pPr eaLnBrk="1" fontAlgn="base" latinLnBrk="1" hangingPunct="1">
                  <a:spcBef>
                    <a:spcPct val="0"/>
                  </a:spcBef>
                  <a:spcAft>
                    <a:spcPct val="0"/>
                  </a:spcAft>
                </a:pPr>
                <a:r>
                  <a:rPr lang="en-US" altLang="ko-KR" sz="800" err="1" smtClean="0">
                    <a:solidFill>
                      <a:srgbClr val="000000"/>
                    </a:solidFill>
                    <a:latin typeface="Times New Roman" panose="02020603050405020304" pitchFamily="18" charset="0"/>
                    <a:cs typeface="Times New Roman" panose="02020603050405020304" pitchFamily="18" charset="0"/>
                  </a:rPr>
                  <a:t>trống</a:t>
                </a:r>
                <a:endParaRPr lang="en-US" altLang="ko-KR" sz="800">
                  <a:solidFill>
                    <a:srgbClr val="000000"/>
                  </a:solidFill>
                  <a:latin typeface="Times New Roman" panose="02020603050405020304" pitchFamily="18" charset="0"/>
                  <a:cs typeface="Times New Roman" panose="02020603050405020304" pitchFamily="18" charset="0"/>
                </a:endParaRPr>
              </a:p>
            </p:txBody>
          </p:sp>
          <p:sp>
            <p:nvSpPr>
              <p:cNvPr id="33837" name="Line 194"/>
              <p:cNvSpPr>
                <a:spLocks noChangeShapeType="1"/>
              </p:cNvSpPr>
              <p:nvPr/>
            </p:nvSpPr>
            <p:spPr bwMode="auto">
              <a:xfrm>
                <a:off x="3668"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38" name="Text Box 195"/>
              <p:cNvSpPr txBox="1">
                <a:spLocks noChangeArrowheads="1"/>
              </p:cNvSpPr>
              <p:nvPr/>
            </p:nvSpPr>
            <p:spPr bwMode="auto">
              <a:xfrm>
                <a:off x="3407" y="1307"/>
                <a:ext cx="313"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Q64AD</a:t>
                </a:r>
              </a:p>
            </p:txBody>
          </p:sp>
          <p:sp>
            <p:nvSpPr>
              <p:cNvPr id="33839" name="Text Box 196"/>
              <p:cNvSpPr txBox="1">
                <a:spLocks noChangeArrowheads="1"/>
              </p:cNvSpPr>
              <p:nvPr/>
            </p:nvSpPr>
            <p:spPr bwMode="auto">
              <a:xfrm>
                <a:off x="3829" y="1305"/>
                <a:ext cx="26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QX42</a:t>
                </a:r>
              </a:p>
            </p:txBody>
          </p:sp>
          <p:sp>
            <p:nvSpPr>
              <p:cNvPr id="33840" name="Line 197"/>
              <p:cNvSpPr>
                <a:spLocks noChangeShapeType="1"/>
              </p:cNvSpPr>
              <p:nvPr/>
            </p:nvSpPr>
            <p:spPr bwMode="auto">
              <a:xfrm>
                <a:off x="3871" y="1408"/>
                <a:ext cx="0" cy="5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41" name="Line 198"/>
              <p:cNvSpPr>
                <a:spLocks noChangeShapeType="1"/>
              </p:cNvSpPr>
              <p:nvPr/>
            </p:nvSpPr>
            <p:spPr bwMode="auto">
              <a:xfrm>
                <a:off x="2244" y="1644"/>
                <a:ext cx="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42" name="Line 199"/>
              <p:cNvSpPr>
                <a:spLocks noChangeShapeType="1"/>
              </p:cNvSpPr>
              <p:nvPr/>
            </p:nvSpPr>
            <p:spPr bwMode="auto">
              <a:xfrm>
                <a:off x="2244" y="1644"/>
                <a:ext cx="0" cy="5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43" name="Line 200"/>
              <p:cNvSpPr>
                <a:spLocks noChangeShapeType="1"/>
              </p:cNvSpPr>
              <p:nvPr/>
            </p:nvSpPr>
            <p:spPr bwMode="auto">
              <a:xfrm>
                <a:off x="2244" y="2233"/>
                <a:ext cx="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44" name="Rectangle 201"/>
              <p:cNvSpPr>
                <a:spLocks noChangeArrowheads="1"/>
              </p:cNvSpPr>
              <p:nvPr/>
            </p:nvSpPr>
            <p:spPr bwMode="auto">
              <a:xfrm>
                <a:off x="2325" y="2076"/>
                <a:ext cx="1742" cy="51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latin typeface="Times New Roman" panose="02020603050405020304" pitchFamily="18" charset="0"/>
                  <a:cs typeface="Times New Roman" panose="02020603050405020304" pitchFamily="18" charset="0"/>
                </a:endParaRPr>
              </a:p>
            </p:txBody>
          </p:sp>
          <p:sp>
            <p:nvSpPr>
              <p:cNvPr id="33845" name="Line 202"/>
              <p:cNvSpPr>
                <a:spLocks noChangeShapeType="1"/>
              </p:cNvSpPr>
              <p:nvPr/>
            </p:nvSpPr>
            <p:spPr bwMode="auto">
              <a:xfrm>
                <a:off x="2495" y="2076"/>
                <a:ext cx="0" cy="5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46" name="Line 203"/>
              <p:cNvSpPr>
                <a:spLocks noChangeShapeType="1"/>
              </p:cNvSpPr>
              <p:nvPr/>
            </p:nvSpPr>
            <p:spPr bwMode="auto">
              <a:xfrm>
                <a:off x="2690" y="2076"/>
                <a:ext cx="0" cy="5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47" name="Text Box 204"/>
              <p:cNvSpPr txBox="1">
                <a:spLocks noChangeArrowheads="1"/>
              </p:cNvSpPr>
              <p:nvPr/>
            </p:nvSpPr>
            <p:spPr bwMode="auto">
              <a:xfrm>
                <a:off x="2446" y="1972"/>
                <a:ext cx="26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QX42</a:t>
                </a:r>
              </a:p>
            </p:txBody>
          </p:sp>
          <p:sp>
            <p:nvSpPr>
              <p:cNvPr id="33848" name="Text Box 205"/>
              <p:cNvSpPr txBox="1">
                <a:spLocks noChangeArrowheads="1"/>
              </p:cNvSpPr>
              <p:nvPr/>
            </p:nvSpPr>
            <p:spPr bwMode="auto">
              <a:xfrm>
                <a:off x="2287" y="2273"/>
                <a:ext cx="27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Times New Roman" panose="02020603050405020304" pitchFamily="18" charset="0"/>
                    <a:cs typeface="Times New Roman" panose="02020603050405020304" pitchFamily="18" charset="0"/>
                  </a:rPr>
                  <a:t>Power</a:t>
                </a:r>
                <a:endParaRPr lang="ko-KR" altLang="en-US" sz="8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UNIT</a:t>
                </a:r>
              </a:p>
            </p:txBody>
          </p:sp>
          <p:sp>
            <p:nvSpPr>
              <p:cNvPr id="33849" name="Line 206"/>
              <p:cNvSpPr>
                <a:spLocks noChangeShapeType="1"/>
              </p:cNvSpPr>
              <p:nvPr/>
            </p:nvSpPr>
            <p:spPr bwMode="auto">
              <a:xfrm>
                <a:off x="2877" y="2076"/>
                <a:ext cx="0" cy="5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latin typeface="Times New Roman" panose="02020603050405020304" pitchFamily="18" charset="0"/>
                  <a:cs typeface="Times New Roman" panose="02020603050405020304" pitchFamily="18" charset="0"/>
                </a:endParaRPr>
              </a:p>
            </p:txBody>
          </p:sp>
          <p:sp>
            <p:nvSpPr>
              <p:cNvPr id="33850" name="Text Box 207"/>
              <p:cNvSpPr txBox="1">
                <a:spLocks noChangeArrowheads="1"/>
              </p:cNvSpPr>
              <p:nvPr/>
            </p:nvSpPr>
            <p:spPr bwMode="auto">
              <a:xfrm>
                <a:off x="2635" y="1974"/>
                <a:ext cx="313"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Q62DA</a:t>
                </a:r>
              </a:p>
            </p:txBody>
          </p:sp>
          <p:sp>
            <p:nvSpPr>
              <p:cNvPr id="33851" name="Text Box 208"/>
              <p:cNvSpPr txBox="1">
                <a:spLocks noChangeArrowheads="1"/>
              </p:cNvSpPr>
              <p:nvPr/>
            </p:nvSpPr>
            <p:spPr bwMode="auto">
              <a:xfrm>
                <a:off x="2680" y="2266"/>
                <a:ext cx="226"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Times New Roman" panose="02020603050405020304" pitchFamily="18" charset="0"/>
                    <a:cs typeface="Times New Roman" panose="02020603050405020304" pitchFamily="18" charset="0"/>
                  </a:rPr>
                  <a:t>(</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①</a:t>
                </a:r>
                <a:r>
                  <a:rPr lang="en-US" altLang="ko-KR" sz="800">
                    <a:solidFill>
                      <a:srgbClr val="000000"/>
                    </a:solidFill>
                    <a:latin typeface="Times New Roman" panose="02020603050405020304" pitchFamily="18" charset="0"/>
                    <a:cs typeface="Times New Roman" panose="02020603050405020304" pitchFamily="18" charset="0"/>
                  </a:rPr>
                  <a:t>)</a:t>
                </a:r>
              </a:p>
            </p:txBody>
          </p:sp>
        </p:grpSp>
        <p:sp>
          <p:nvSpPr>
            <p:cNvPr id="33822" name="Rectangle 209"/>
            <p:cNvSpPr>
              <a:spLocks noChangeArrowheads="1"/>
            </p:cNvSpPr>
            <p:nvPr/>
          </p:nvSpPr>
          <p:spPr bwMode="auto">
            <a:xfrm>
              <a:off x="2206" y="2666"/>
              <a:ext cx="195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a:solidFill>
                  <a:srgbClr val="000000"/>
                </a:solidFill>
                <a:latin typeface="Times New Roman" panose="02020603050405020304" pitchFamily="18" charset="0"/>
                <a:cs typeface="Times New Roman" panose="02020603050405020304" pitchFamily="18" charset="0"/>
              </a:endParaRPr>
            </a:p>
          </p:txBody>
        </p:sp>
      </p:grpSp>
      <p:sp>
        <p:nvSpPr>
          <p:cNvPr id="33817" name="Rectangle 99"/>
          <p:cNvSpPr>
            <a:spLocks noChangeArrowheads="1"/>
          </p:cNvSpPr>
          <p:nvPr/>
        </p:nvSpPr>
        <p:spPr bwMode="auto">
          <a:xfrm>
            <a:off x="3395691" y="1043004"/>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18. </a:t>
            </a:r>
            <a:r>
              <a:rPr lang="en-US" altLang="ko-KR" sz="900" err="1" smtClean="0">
                <a:solidFill>
                  <a:srgbClr val="000000"/>
                </a:solidFill>
                <a:latin typeface="Times New Roman" panose="02020603050405020304" pitchFamily="18" charset="0"/>
                <a:cs typeface="Times New Roman" panose="02020603050405020304" pitchFamily="18" charset="0"/>
              </a:rPr>
              <a:t>Phạm</a:t>
            </a:r>
            <a:r>
              <a:rPr lang="en-US" altLang="ko-KR" sz="900" smtClean="0">
                <a:solidFill>
                  <a:srgbClr val="000000"/>
                </a:solidFill>
                <a:latin typeface="Times New Roman" panose="02020603050405020304" pitchFamily="18" charset="0"/>
                <a:cs typeface="Times New Roman" panose="02020603050405020304" pitchFamily="18" charset="0"/>
              </a:rPr>
              <a:t> vi Address </a:t>
            </a:r>
            <a:r>
              <a:rPr lang="en-US" altLang="ko-KR" sz="900" err="1" smtClean="0">
                <a:solidFill>
                  <a:srgbClr val="000000"/>
                </a:solidFill>
                <a:latin typeface="Times New Roman" panose="02020603050405020304" pitchFamily="18" charset="0"/>
                <a:cs typeface="Times New Roman" panose="02020603050405020304" pitchFamily="18" charset="0"/>
              </a:rPr>
              <a:t>của</a:t>
            </a:r>
            <a:r>
              <a:rPr lang="en-US" altLang="ko-KR" sz="900" smtClean="0">
                <a:solidFill>
                  <a:srgbClr val="000000"/>
                </a:solidFill>
                <a:latin typeface="Times New Roman" panose="02020603050405020304" pitchFamily="18" charset="0"/>
                <a:cs typeface="Times New Roman" panose="02020603050405020304" pitchFamily="18" charset="0"/>
              </a:rPr>
              <a:t> Card DA </a:t>
            </a:r>
            <a:r>
              <a:rPr lang="en-US" altLang="ko-KR" sz="900" err="1" smtClean="0">
                <a:solidFill>
                  <a:srgbClr val="000000"/>
                </a:solidFill>
                <a:latin typeface="Times New Roman" panose="02020603050405020304" pitchFamily="18" charset="0"/>
                <a:cs typeface="Times New Roman" panose="02020603050405020304" pitchFamily="18" charset="0"/>
              </a:rPr>
              <a:t>được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gắn</a:t>
            </a:r>
            <a:r>
              <a:rPr lang="en-US" altLang="ko-KR" sz="900" smtClean="0">
                <a:solidFill>
                  <a:srgbClr val="000000"/>
                </a:solidFill>
                <a:latin typeface="Times New Roman" panose="02020603050405020304" pitchFamily="18" charset="0"/>
                <a:cs typeface="Times New Roman" panose="02020603050405020304" pitchFamily="18" charset="0"/>
              </a:rPr>
              <a:t> ở </a:t>
            </a:r>
            <a:r>
              <a:rPr lang="en-US" altLang="ko-KR" sz="900" err="1" smtClean="0">
                <a:solidFill>
                  <a:srgbClr val="000000"/>
                </a:solidFill>
                <a:latin typeface="Times New Roman" panose="02020603050405020304" pitchFamily="18" charset="0"/>
                <a:cs typeface="Times New Roman" panose="02020603050405020304" pitchFamily="18" charset="0"/>
              </a:rPr>
              <a:t>vị</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trí</a:t>
            </a:r>
            <a:r>
              <a:rPr lang="en-US" altLang="ko-KR" sz="900" smtClean="0">
                <a:solidFill>
                  <a:srgbClr val="000000"/>
                </a:solidFill>
                <a:latin typeface="Times New Roman" panose="02020603050405020304" pitchFamily="18" charset="0"/>
                <a:cs typeface="Times New Roman" panose="02020603050405020304" pitchFamily="18" charset="0"/>
              </a:rPr>
              <a:t> ①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luận</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                  )</a:t>
            </a:r>
          </a:p>
        </p:txBody>
      </p:sp>
      <p:sp>
        <p:nvSpPr>
          <p:cNvPr id="33818" name="Rectangle 99"/>
          <p:cNvSpPr>
            <a:spLocks noChangeArrowheads="1"/>
          </p:cNvSpPr>
          <p:nvPr/>
        </p:nvSpPr>
        <p:spPr bwMode="auto">
          <a:xfrm>
            <a:off x="3384550" y="3635375"/>
            <a:ext cx="34290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19. </a:t>
            </a:r>
            <a:r>
              <a:rPr lang="en-US" altLang="ko-KR" sz="900" err="1" smtClean="0">
                <a:solidFill>
                  <a:srgbClr val="000000"/>
                </a:solidFill>
                <a:latin typeface="Times New Roman" panose="02020603050405020304" pitchFamily="18" charset="0"/>
                <a:cs typeface="Times New Roman" panose="02020603050405020304" pitchFamily="18" charset="0"/>
              </a:rPr>
              <a:t>Cái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nào</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không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đúng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trong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giải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thích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về</a:t>
            </a:r>
            <a:r>
              <a:rPr lang="en-US" altLang="ko-KR" sz="900" smtClean="0">
                <a:solidFill>
                  <a:srgbClr val="000000"/>
                </a:solidFill>
                <a:latin typeface="Times New Roman" panose="02020603050405020304" pitchFamily="18" charset="0"/>
                <a:cs typeface="Times New Roman" panose="02020603050405020304" pitchFamily="18" charset="0"/>
              </a:rPr>
              <a:t> Byte </a:t>
            </a:r>
            <a:r>
              <a:rPr lang="en-US" altLang="ko-KR" sz="900" err="1" smtClean="0">
                <a:solidFill>
                  <a:srgbClr val="000000"/>
                </a:solidFill>
                <a:latin typeface="Times New Roman" panose="02020603050405020304" pitchFamily="18" charset="0"/>
                <a:cs typeface="Times New Roman" panose="02020603050405020304" pitchFamily="18" charset="0"/>
              </a:rPr>
              <a:t>sau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đây</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1. </a:t>
            </a:r>
            <a:r>
              <a:rPr lang="en-US" altLang="ko-KR" sz="900" smtClean="0">
                <a:solidFill>
                  <a:srgbClr val="000000"/>
                </a:solidFill>
                <a:latin typeface="Times New Roman" panose="02020603050405020304" pitchFamily="18" charset="0"/>
                <a:cs typeface="Times New Roman" panose="02020603050405020304" pitchFamily="18" charset="0"/>
              </a:rPr>
              <a:t>Byte </a:t>
            </a:r>
            <a:r>
              <a:rPr lang="en-US" altLang="ko-KR" sz="900" err="1" smtClean="0">
                <a:solidFill>
                  <a:srgbClr val="000000"/>
                </a:solidFill>
                <a:latin typeface="Times New Roman" panose="02020603050405020304" pitchFamily="18" charset="0"/>
                <a:cs typeface="Times New Roman" panose="02020603050405020304" pitchFamily="18" charset="0"/>
              </a:rPr>
              <a:t>gồm</a:t>
            </a:r>
            <a:r>
              <a:rPr lang="en-US" altLang="ko-KR" sz="900" smtClean="0">
                <a:solidFill>
                  <a:srgbClr val="000000"/>
                </a:solidFill>
                <a:latin typeface="Times New Roman" panose="02020603050405020304" pitchFamily="18" charset="0"/>
                <a:cs typeface="Times New Roman" panose="02020603050405020304" pitchFamily="18" charset="0"/>
              </a:rPr>
              <a:t> 8 Bit </a:t>
            </a:r>
            <a:r>
              <a:rPr lang="en-US" altLang="ko-KR" sz="900" err="1" smtClean="0">
                <a:solidFill>
                  <a:srgbClr val="000000"/>
                </a:solidFill>
                <a:latin typeface="Times New Roman" panose="02020603050405020304" pitchFamily="18" charset="0"/>
                <a:cs typeface="Times New Roman" panose="02020603050405020304" pitchFamily="18" charset="0"/>
              </a:rPr>
              <a:t>gộp</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lại</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2.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đưa</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ra</a:t>
            </a:r>
            <a:r>
              <a:rPr lang="en-US" altLang="ko-KR" sz="900" smtClean="0">
                <a:solidFill>
                  <a:srgbClr val="000000"/>
                </a:solidFill>
                <a:latin typeface="Times New Roman" panose="02020603050405020304" pitchFamily="18" charset="0"/>
                <a:cs typeface="Times New Roman" panose="02020603050405020304" pitchFamily="18" charset="0"/>
              </a:rPr>
              <a:t> 256 </a:t>
            </a:r>
            <a:r>
              <a:rPr lang="en-US" altLang="ko-KR" sz="900" err="1" smtClean="0">
                <a:solidFill>
                  <a:srgbClr val="000000"/>
                </a:solidFill>
                <a:latin typeface="Times New Roman" panose="02020603050405020304" pitchFamily="18" charset="0"/>
                <a:cs typeface="Times New Roman" panose="02020603050405020304" pitchFamily="18" charset="0"/>
              </a:rPr>
              <a:t>loại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thông</a:t>
            </a:r>
            <a:r>
              <a:rPr lang="en-US" altLang="ko-KR" sz="900" smtClean="0">
                <a:solidFill>
                  <a:srgbClr val="000000"/>
                </a:solidFill>
                <a:latin typeface="Times New Roman" panose="02020603050405020304" pitchFamily="18" charset="0"/>
                <a:cs typeface="Times New Roman" panose="02020603050405020304" pitchFamily="18" charset="0"/>
              </a:rPr>
              <a:t> tin.</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3. </a:t>
            </a:r>
            <a:r>
              <a:rPr lang="en-US" altLang="ko-KR" sz="900" err="1" smtClean="0">
                <a:solidFill>
                  <a:srgbClr val="000000"/>
                </a:solidFill>
                <a:latin typeface="Times New Roman" panose="02020603050405020304" pitchFamily="18" charset="0"/>
                <a:cs typeface="Times New Roman" panose="02020603050405020304" pitchFamily="18" charset="0"/>
              </a:rPr>
              <a:t>Có</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thể</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biểu</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hiện</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tất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cả</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số</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tiếng</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anh</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ký</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đặc</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biệt</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4. </a:t>
            </a:r>
            <a:r>
              <a:rPr lang="en-US" altLang="ko-KR" sz="900" smtClean="0">
                <a:solidFill>
                  <a:srgbClr val="000000"/>
                </a:solidFill>
                <a:latin typeface="Times New Roman" panose="02020603050405020304" pitchFamily="18" charset="0"/>
                <a:cs typeface="Times New Roman" panose="02020603050405020304" pitchFamily="18" charset="0"/>
              </a:rPr>
              <a:t>1Byte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1Bit.</a:t>
            </a:r>
            <a:endParaRPr lang="en-US" altLang="ko-KR" sz="900">
              <a:solidFill>
                <a:srgbClr val="000000"/>
              </a:solidFill>
              <a:latin typeface="Times New Roman" panose="02020603050405020304" pitchFamily="18" charset="0"/>
              <a:cs typeface="Times New Roman" panose="02020603050405020304" pitchFamily="18" charset="0"/>
            </a:endParaRPr>
          </a:p>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5.1Byte </a:t>
            </a:r>
            <a:r>
              <a:rPr lang="en-US" altLang="ko-KR" sz="900" err="1" smtClean="0">
                <a:solidFill>
                  <a:srgbClr val="000000"/>
                </a:solidFill>
                <a:latin typeface="Times New Roman" panose="02020603050405020304" pitchFamily="18" charset="0"/>
                <a:cs typeface="Times New Roman" panose="02020603050405020304" pitchFamily="18" charset="0"/>
              </a:rPr>
              <a:t>gọi</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là</a:t>
            </a:r>
            <a:r>
              <a:rPr lang="en-US" altLang="ko-KR" sz="900" smtClean="0">
                <a:solidFill>
                  <a:srgbClr val="000000"/>
                </a:solidFill>
                <a:latin typeface="Times New Roman" panose="02020603050405020304" pitchFamily="18" charset="0"/>
                <a:cs typeface="Times New Roman" panose="02020603050405020304" pitchFamily="18" charset="0"/>
              </a:rPr>
              <a:t> 1Character.</a:t>
            </a:r>
            <a:endParaRPr lang="en-US" altLang="ko-KR" sz="900">
              <a:solidFill>
                <a:srgbClr val="000000"/>
              </a:solidFill>
              <a:latin typeface="Times New Roman" panose="02020603050405020304" pitchFamily="18" charset="0"/>
              <a:cs typeface="Times New Roman" panose="02020603050405020304" pitchFamily="18" charset="0"/>
            </a:endParaRPr>
          </a:p>
        </p:txBody>
      </p:sp>
      <p:pic>
        <p:nvPicPr>
          <p:cNvPr id="3381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68728" y="5338763"/>
            <a:ext cx="2524125" cy="96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820" name="Rectangle 143"/>
          <p:cNvSpPr>
            <a:spLocks noChangeArrowheads="1"/>
          </p:cNvSpPr>
          <p:nvPr/>
        </p:nvSpPr>
        <p:spPr bwMode="auto">
          <a:xfrm>
            <a:off x="3429000" y="5064124"/>
            <a:ext cx="2808782"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Times New Roman" panose="02020603050405020304" pitchFamily="18" charset="0"/>
                <a:cs typeface="Times New Roman" panose="02020603050405020304" pitchFamily="18" charset="0"/>
              </a:rPr>
              <a:t>20. </a:t>
            </a:r>
            <a:r>
              <a:rPr lang="en-US" altLang="ko-KR" sz="900" err="1" smtClean="0">
                <a:solidFill>
                  <a:srgbClr val="000000"/>
                </a:solidFill>
                <a:latin typeface="Times New Roman" panose="02020603050405020304" pitchFamily="18" charset="0"/>
                <a:cs typeface="Times New Roman" panose="02020603050405020304" pitchFamily="18" charset="0"/>
              </a:rPr>
              <a:t>Hãy</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vẽ</a:t>
            </a:r>
            <a:r>
              <a:rPr lang="en-US" altLang="ko-KR" sz="900" smtClean="0">
                <a:solidFill>
                  <a:srgbClr val="000000"/>
                </a:solidFill>
                <a:latin typeface="Times New Roman" panose="02020603050405020304" pitchFamily="18" charset="0"/>
                <a:cs typeface="Times New Roman" panose="02020603050405020304" pitchFamily="18" charset="0"/>
              </a:rPr>
              <a:t> Timing </a:t>
            </a:r>
            <a:r>
              <a:rPr lang="en-US" altLang="ko-KR" sz="900" err="1" smtClean="0">
                <a:solidFill>
                  <a:srgbClr val="000000"/>
                </a:solidFill>
                <a:latin typeface="Times New Roman" panose="02020603050405020304" pitchFamily="18" charset="0"/>
                <a:cs typeface="Times New Roman" panose="02020603050405020304" pitchFamily="18" charset="0"/>
              </a:rPr>
              <a:t>khi</a:t>
            </a:r>
            <a:r>
              <a:rPr lang="en-US" altLang="ko-KR" sz="900" smtClean="0">
                <a:solidFill>
                  <a:srgbClr val="000000"/>
                </a:solidFill>
                <a:latin typeface="Times New Roman" panose="02020603050405020304" pitchFamily="18" charset="0"/>
                <a:cs typeface="Times New Roman" panose="02020603050405020304" pitchFamily="18" charset="0"/>
              </a:rPr>
              <a:t> X0 </a:t>
            </a:r>
            <a:r>
              <a:rPr lang="en-US" altLang="ko-KR" sz="900" err="1" smtClean="0">
                <a:solidFill>
                  <a:srgbClr val="000000"/>
                </a:solidFill>
                <a:latin typeface="Times New Roman" panose="02020603050405020304" pitchFamily="18" charset="0"/>
                <a:cs typeface="Times New Roman" panose="02020603050405020304" pitchFamily="18" charset="0"/>
              </a:rPr>
              <a:t>hoạt</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động</a:t>
            </a:r>
            <a:r>
              <a:rPr lang="en-US" altLang="ko-KR" sz="900" smtClean="0">
                <a:solidFill>
                  <a:srgbClr val="000000"/>
                </a:solidFill>
                <a:latin typeface="Times New Roman" panose="02020603050405020304" pitchFamily="18" charset="0"/>
                <a:cs typeface="Times New Roman" panose="02020603050405020304" pitchFamily="18" charset="0"/>
              </a:rPr>
              <a:t> ON/OFF ?-</a:t>
            </a:r>
            <a:r>
              <a:rPr lang="en-US" altLang="ko-KR" sz="900" err="1" smtClean="0">
                <a:solidFill>
                  <a:srgbClr val="000000"/>
                </a:solidFill>
                <a:latin typeface="Times New Roman" panose="02020603050405020304" pitchFamily="18" charset="0"/>
                <a:cs typeface="Times New Roman" panose="02020603050405020304" pitchFamily="18" charset="0"/>
              </a:rPr>
              <a:t>tự</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err="1" smtClean="0">
                <a:solidFill>
                  <a:srgbClr val="000000"/>
                </a:solidFill>
                <a:latin typeface="Times New Roman" panose="02020603050405020304" pitchFamily="18" charset="0"/>
                <a:cs typeface="Times New Roman" panose="02020603050405020304" pitchFamily="18" charset="0"/>
              </a:rPr>
              <a:t>luận</a:t>
            </a:r>
            <a:r>
              <a:rPr lang="en-US" altLang="ko-KR" sz="900" smtClean="0">
                <a:solidFill>
                  <a:srgbClr val="000000"/>
                </a:solidFill>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53"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64777383"/>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4819" name="Rectangle 4"/>
          <p:cNvSpPr>
            <a:spLocks noChangeArrowheads="1"/>
          </p:cNvSpPr>
          <p:nvPr/>
        </p:nvSpPr>
        <p:spPr bwMode="auto">
          <a:xfrm>
            <a:off x="304800" y="7556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97" name="Group 101"/>
          <p:cNvGraphicFramePr>
            <a:graphicFrameLocks noGrp="1"/>
          </p:cNvGraphicFramePr>
          <p:nvPr>
            <p:extLst>
              <p:ext uri="{D42A27DB-BD31-4B8C-83A1-F6EECF244321}">
                <p14:modId xmlns:p14="http://schemas.microsoft.com/office/powerpoint/2010/main" val="64582531"/>
              </p:ext>
            </p:extLst>
          </p:nvPr>
        </p:nvGraphicFramePr>
        <p:xfrm>
          <a:off x="1412903" y="971552"/>
          <a:ext cx="194411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105352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Câu</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Đáp</a:t>
                      </a: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0" lang="en-US" altLang="ko-KR" sz="1800" b="1"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án</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3</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5</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6</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7</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8</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9</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10</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99" name="Group 103"/>
          <p:cNvGraphicFramePr>
            <a:graphicFrameLocks noGrp="1"/>
          </p:cNvGraphicFramePr>
          <p:nvPr>
            <p:extLst>
              <p:ext uri="{D42A27DB-BD31-4B8C-83A1-F6EECF244321}">
                <p14:modId xmlns:p14="http://schemas.microsoft.com/office/powerpoint/2010/main" val="3009001726"/>
              </p:ext>
            </p:extLst>
          </p:nvPr>
        </p:nvGraphicFramePr>
        <p:xfrm>
          <a:off x="3735388" y="976327"/>
          <a:ext cx="1925922" cy="5416973"/>
        </p:xfrm>
        <a:graphic>
          <a:graphicData uri="http://schemas.openxmlformats.org/drawingml/2006/table">
            <a:tbl>
              <a:tblPr/>
              <a:tblGrid>
                <a:gridCol w="890587">
                  <a:extLst>
                    <a:ext uri="{9D8B030D-6E8A-4147-A177-3AD203B41FA5}">
                      <a16:colId xmlns:a16="http://schemas.microsoft.com/office/drawing/2014/main" val="20000"/>
                    </a:ext>
                  </a:extLst>
                </a:gridCol>
                <a:gridCol w="1035335">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Câu</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Đáp</a:t>
                      </a: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 </a:t>
                      </a:r>
                      <a:r>
                        <a:rPr kumimoji="0" lang="en-US" altLang="ko-KR" sz="1800" b="1" i="0" u="none" strike="noStrike" cap="none" normalizeH="0" baseline="0" err="1"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án</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69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11</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3</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7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12</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7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13</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7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14</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7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15</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74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16</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3CE</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8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17</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541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18</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X120~X12F</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8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19</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4</a:t>
                      </a: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05874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rPr>
                        <a:t>20</a:t>
                      </a:r>
                      <a:endParaRPr kumimoji="0" lang="ko-KR" altLang="en-US"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Times New Roman" panose="02020603050405020304" pitchFamily="18" charset="0"/>
                        <a:ea typeface="굴림" pitchFamily="50" charset="-127"/>
                        <a:cs typeface="Times New Roman" panose="02020603050405020304" pitchFamily="18" charset="0"/>
                      </a:endParaRPr>
                    </a:p>
                  </a:txBody>
                  <a:tcPr marT="45715" marB="4571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pic>
        <p:nvPicPr>
          <p:cNvPr id="3489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98925" y="6516688"/>
            <a:ext cx="1430338" cy="162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43497514"/>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5843" name="Text Box 3"/>
          <p:cNvSpPr txBox="1">
            <a:spLocks noChangeArrowheads="1"/>
          </p:cNvSpPr>
          <p:nvPr/>
        </p:nvSpPr>
        <p:spPr bwMode="auto">
          <a:xfrm>
            <a:off x="228628" y="679465"/>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35844" name="Rectangle 4"/>
          <p:cNvSpPr>
            <a:spLocks noChangeArrowheads="1"/>
          </p:cNvSpPr>
          <p:nvPr/>
        </p:nvSpPr>
        <p:spPr bwMode="auto">
          <a:xfrm>
            <a:off x="3048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35845" name="Rectangle 5"/>
          <p:cNvSpPr>
            <a:spLocks noChangeArrowheads="1"/>
          </p:cNvSpPr>
          <p:nvPr/>
        </p:nvSpPr>
        <p:spPr bwMode="auto">
          <a:xfrm>
            <a:off x="3429000" y="984264"/>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28"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8"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9598463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686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nvGraphicFramePr>
        <p:xfrm>
          <a:off x="1412903"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nvGraphicFramePr>
        <p:xfrm>
          <a:off x="3735416"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en-US" altLang="ko-KR"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5934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PLC</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1259465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195" name="Text Box 3"/>
          <p:cNvSpPr txBox="1">
            <a:spLocks noChangeArrowheads="1"/>
          </p:cNvSpPr>
          <p:nvPr/>
        </p:nvSpPr>
        <p:spPr bwMode="auto">
          <a:xfrm>
            <a:off x="228622" y="679462"/>
            <a:ext cx="273664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err="1" smtClean="0">
                <a:solidFill>
                  <a:srgbClr val="000000"/>
                </a:solidFill>
                <a:latin typeface="Arial" panose="020B0604020202020204" pitchFamily="34" charset="0"/>
                <a:cs typeface="Arial" panose="020B0604020202020204" pitchFamily="34" charset="0"/>
              </a:rPr>
              <a:t>Bộ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phận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ID</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Tên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p>
        </p:txBody>
      </p:sp>
      <p:sp>
        <p:nvSpPr>
          <p:cNvPr id="8196" name="Rectangle 4"/>
          <p:cNvSpPr>
            <a:spLocks noChangeArrowheads="1"/>
          </p:cNvSpPr>
          <p:nvPr/>
        </p:nvSpPr>
        <p:spPr bwMode="auto">
          <a:xfrm>
            <a:off x="304800" y="984261"/>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700">
              <a:solidFill>
                <a:srgbClr val="000000"/>
              </a:solidFill>
              <a:latin typeface="Arial" panose="020B0604020202020204" pitchFamily="34" charset="0"/>
              <a:ea typeface="돋움" pitchFamily="50" charset="-127"/>
              <a:cs typeface="Arial" panose="020B0604020202020204" pitchFamily="34" charset="0"/>
            </a:endParaRPr>
          </a:p>
        </p:txBody>
      </p:sp>
      <p:sp>
        <p:nvSpPr>
          <p:cNvPr id="8197" name="Rectangle 5"/>
          <p:cNvSpPr>
            <a:spLocks noChangeArrowheads="1"/>
          </p:cNvSpPr>
          <p:nvPr/>
        </p:nvSpPr>
        <p:spPr bwMode="auto">
          <a:xfrm>
            <a:off x="3429000" y="984261"/>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7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50930755"/>
              </p:ext>
            </p:extLst>
          </p:nvPr>
        </p:nvGraphicFramePr>
        <p:xfrm>
          <a:off x="5346722"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8207" name="Rectangle 178"/>
          <p:cNvSpPr>
            <a:spLocks noChangeArrowheads="1"/>
          </p:cNvSpPr>
          <p:nvPr/>
        </p:nvSpPr>
        <p:spPr bwMode="auto">
          <a:xfrm>
            <a:off x="3429000" y="1692275"/>
            <a:ext cx="3124200" cy="52322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12. </a:t>
            </a:r>
            <a:r>
              <a:rPr lang="en-US" altLang="ko-KR" sz="700" err="1" smtClean="0">
                <a:solidFill>
                  <a:srgbClr val="000000"/>
                </a:solidFill>
                <a:latin typeface="Arial" panose="020B0604020202020204" pitchFamily="34" charset="0"/>
                <a:cs typeface="Arial" panose="020B0604020202020204" pitchFamily="34" charset="0"/>
              </a:rPr>
              <a:t>Đọc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đúng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lớn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sau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5.6 [</a:t>
            </a:r>
            <a:r>
              <a:rPr lang="en-US" altLang="ko-KR" sz="700" err="1">
                <a:solidFill>
                  <a:srgbClr val="000000"/>
                </a:solidFill>
                <a:latin typeface="Arial" panose="020B0604020202020204" pitchFamily="34" charset="0"/>
                <a:cs typeface="Arial" panose="020B0604020202020204" pitchFamily="34" charset="0"/>
              </a:rPr>
              <a:t>kΩ</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② </a:t>
            </a:r>
            <a:r>
              <a:rPr lang="en-US" altLang="ko-KR" sz="700">
                <a:solidFill>
                  <a:srgbClr val="000000"/>
                </a:solidFill>
                <a:latin typeface="Arial" panose="020B0604020202020204" pitchFamily="34" charset="0"/>
                <a:cs typeface="Arial" panose="020B0604020202020204" pitchFamily="34" charset="0"/>
              </a:rPr>
              <a:t>560 [Ω]</a:t>
            </a: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③ 650 [Ω]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④ 65 [</a:t>
            </a:r>
            <a:r>
              <a:rPr lang="en-US" altLang="ko-KR" sz="700" err="1">
                <a:solidFill>
                  <a:srgbClr val="000000"/>
                </a:solidFill>
                <a:latin typeface="Arial" panose="020B0604020202020204" pitchFamily="34" charset="0"/>
                <a:cs typeface="Arial" panose="020B0604020202020204" pitchFamily="34" charset="0"/>
              </a:rPr>
              <a:t>kΩ</a:t>
            </a:r>
            <a:r>
              <a:rPr lang="en-US" altLang="ko-KR" sz="700">
                <a:solidFill>
                  <a:srgbClr val="000000"/>
                </a:solidFill>
                <a:latin typeface="Arial" panose="020B0604020202020204" pitchFamily="34" charset="0"/>
                <a:cs typeface="Arial" panose="020B0604020202020204" pitchFamily="34" charset="0"/>
              </a:rPr>
              <a:t>]</a:t>
            </a:r>
          </a:p>
        </p:txBody>
      </p:sp>
      <p:grpSp>
        <p:nvGrpSpPr>
          <p:cNvPr id="8208" name="Group 179"/>
          <p:cNvGrpSpPr>
            <a:grpSpLocks/>
          </p:cNvGrpSpPr>
          <p:nvPr/>
        </p:nvGrpSpPr>
        <p:grpSpPr bwMode="auto">
          <a:xfrm>
            <a:off x="5118121" y="1917687"/>
            <a:ext cx="1408113" cy="352425"/>
            <a:chOff x="1296" y="5808"/>
            <a:chExt cx="774" cy="222"/>
          </a:xfrm>
        </p:grpSpPr>
        <p:graphicFrame>
          <p:nvGraphicFramePr>
            <p:cNvPr id="8288" name="Object 180"/>
            <p:cNvGraphicFramePr>
              <a:graphicFrameLocks noChangeAspect="1"/>
            </p:cNvGraphicFramePr>
            <p:nvPr/>
          </p:nvGraphicFramePr>
          <p:xfrm>
            <a:off x="1296" y="5808"/>
            <a:ext cx="774" cy="108"/>
          </p:xfrm>
          <a:graphic>
            <a:graphicData uri="http://schemas.openxmlformats.org/presentationml/2006/ole">
              <mc:AlternateContent xmlns:mc="http://schemas.openxmlformats.org/markup-compatibility/2006">
                <mc:Choice xmlns:v="urn:schemas-microsoft-com:vml" Requires="v">
                  <p:oleObj spid="_x0000_s3186" name="비트맵 이미지" r:id="rId4" imgW="1228571" imgH="171338" progId="Paint.Picture">
                    <p:embed/>
                  </p:oleObj>
                </mc:Choice>
                <mc:Fallback>
                  <p:oleObj name="비트맵 이미지" r:id="rId4" imgW="1228571" imgH="171338"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96" y="5808"/>
                          <a:ext cx="774" cy="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289" name="Text Box 181"/>
            <p:cNvSpPr txBox="1">
              <a:spLocks noChangeArrowheads="1"/>
            </p:cNvSpPr>
            <p:nvPr/>
          </p:nvSpPr>
          <p:spPr bwMode="auto">
            <a:xfrm>
              <a:off x="1478" y="5904"/>
              <a:ext cx="295" cy="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700" b="1">
                  <a:solidFill>
                    <a:srgbClr val="000000"/>
                  </a:solidFill>
                  <a:latin typeface="Arial" panose="020B0604020202020204" pitchFamily="34" charset="0"/>
                  <a:cs typeface="Arial" panose="020B0604020202020204" pitchFamily="34" charset="0"/>
                </a:rPr>
                <a:t>녹청갈금</a:t>
              </a:r>
            </a:p>
          </p:txBody>
        </p:sp>
      </p:grpSp>
      <p:sp>
        <p:nvSpPr>
          <p:cNvPr id="8209" name="Rectangle 82"/>
          <p:cNvSpPr>
            <a:spLocks noChangeArrowheads="1"/>
          </p:cNvSpPr>
          <p:nvPr/>
        </p:nvSpPr>
        <p:spPr bwMode="auto">
          <a:xfrm>
            <a:off x="3429000" y="2322514"/>
            <a:ext cx="3312460" cy="224676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Nhìn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kết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quả</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kí</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dưới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trả</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lời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câu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hỏi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dưới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(13~14 )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13</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trị</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Vp_p</a:t>
            </a:r>
            <a:r>
              <a:rPr lang="en-US" altLang="ko-KR" sz="700" smtClean="0">
                <a:solidFill>
                  <a:srgbClr val="000000"/>
                </a:solidFill>
                <a:latin typeface="Arial" panose="020B0604020202020204" pitchFamily="34" charset="0"/>
                <a:cs typeface="Arial" panose="020B0604020202020204" pitchFamily="34" charset="0"/>
              </a:rPr>
              <a:t>(Peak-peak)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nhiêu</a:t>
            </a:r>
            <a:r>
              <a:rPr lang="en-US" altLang="ko-KR" sz="700" smtClean="0">
                <a:solidFill>
                  <a:srgbClr val="000000"/>
                </a:solidFill>
                <a:latin typeface="Arial" panose="020B0604020202020204" pitchFamily="34" charset="0"/>
                <a:cs typeface="Arial" panose="020B0604020202020204" pitchFamily="34" charset="0"/>
              </a:rPr>
              <a:t>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3[V]        ② 6[V]       ③ 12[V]      ④ 24[V</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14. </a:t>
            </a:r>
            <a:r>
              <a:rPr lang="en-US" altLang="ko-KR" sz="700" err="1" smtClean="0">
                <a:solidFill>
                  <a:srgbClr val="000000"/>
                </a:solidFill>
                <a:latin typeface="Arial" panose="020B0604020202020204" pitchFamily="34" charset="0"/>
                <a:cs typeface="Arial" panose="020B0604020202020204" pitchFamily="34" charset="0"/>
              </a:rPr>
              <a:t>Giá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trị</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lực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nhiêu</a:t>
            </a:r>
            <a:r>
              <a:rPr lang="en-US" altLang="ko-KR" sz="700" smtClean="0">
                <a:solidFill>
                  <a:srgbClr val="000000"/>
                </a:solidFill>
                <a:latin typeface="Arial" panose="020B0604020202020204" pitchFamily="34" charset="0"/>
                <a:cs typeface="Arial" panose="020B0604020202020204" pitchFamily="34" charset="0"/>
              </a:rPr>
              <a:t>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① </a:t>
            </a:r>
            <a:r>
              <a:rPr lang="en-US" altLang="ko-KR" sz="700">
                <a:solidFill>
                  <a:srgbClr val="000000"/>
                </a:solidFill>
                <a:latin typeface="Arial" panose="020B0604020202020204" pitchFamily="34" charset="0"/>
                <a:cs typeface="Arial" panose="020B0604020202020204" pitchFamily="34" charset="0"/>
              </a:rPr>
              <a:t>4.242[V]  </a:t>
            </a:r>
            <a:r>
              <a:rPr lang="en-US" altLang="ko-KR" sz="700" smtClean="0">
                <a:solidFill>
                  <a:srgbClr val="000000"/>
                </a:solidFill>
                <a:latin typeface="Arial" panose="020B0604020202020204" pitchFamily="34" charset="0"/>
                <a:cs typeface="Arial" panose="020B0604020202020204" pitchFamily="34" charset="0"/>
              </a:rPr>
              <a:t>   ② </a:t>
            </a:r>
            <a:r>
              <a:rPr lang="en-US" altLang="ko-KR" sz="700">
                <a:solidFill>
                  <a:srgbClr val="000000"/>
                </a:solidFill>
                <a:latin typeface="Arial" panose="020B0604020202020204" pitchFamily="34" charset="0"/>
                <a:cs typeface="Arial" panose="020B0604020202020204" pitchFamily="34" charset="0"/>
              </a:rPr>
              <a:t>3.822[V]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③ 4.2[V]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④ 3.8[V]</a:t>
            </a:r>
          </a:p>
        </p:txBody>
      </p:sp>
      <p:grpSp>
        <p:nvGrpSpPr>
          <p:cNvPr id="8210" name="Group 83"/>
          <p:cNvGrpSpPr>
            <a:grpSpLocks/>
          </p:cNvGrpSpPr>
          <p:nvPr/>
        </p:nvGrpSpPr>
        <p:grpSpPr bwMode="auto">
          <a:xfrm>
            <a:off x="3685784" y="2528897"/>
            <a:ext cx="2380053" cy="1312025"/>
            <a:chOff x="3154" y="3456"/>
            <a:chExt cx="890" cy="694"/>
          </a:xfrm>
        </p:grpSpPr>
        <p:graphicFrame>
          <p:nvGraphicFramePr>
            <p:cNvPr id="8285" name="Object 84"/>
            <p:cNvGraphicFramePr>
              <a:graphicFrameLocks noChangeAspect="1"/>
            </p:cNvGraphicFramePr>
            <p:nvPr/>
          </p:nvGraphicFramePr>
          <p:xfrm>
            <a:off x="3168" y="3456"/>
            <a:ext cx="876" cy="624"/>
          </p:xfrm>
          <a:graphic>
            <a:graphicData uri="http://schemas.openxmlformats.org/presentationml/2006/ole">
              <mc:AlternateContent xmlns:mc="http://schemas.openxmlformats.org/markup-compatibility/2006">
                <mc:Choice xmlns:v="urn:schemas-microsoft-com:vml" Requires="v">
                  <p:oleObj spid="_x0000_s3187" name="비트맵 이미지" r:id="rId6" imgW="2781688" imgH="1980952" progId="Paint.Picture">
                    <p:embed/>
                  </p:oleObj>
                </mc:Choice>
                <mc:Fallback>
                  <p:oleObj name="비트맵 이미지" r:id="rId6" imgW="2781688" imgH="1980952" progId="Paint.Picture">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68" y="3456"/>
                          <a:ext cx="876"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286" name="Text Box 85"/>
            <p:cNvSpPr txBox="1">
              <a:spLocks noChangeArrowheads="1"/>
            </p:cNvSpPr>
            <p:nvPr/>
          </p:nvSpPr>
          <p:spPr bwMode="auto">
            <a:xfrm>
              <a:off x="3154" y="4044"/>
              <a:ext cx="233" cy="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ea typeface="돋움" pitchFamily="50" charset="-127"/>
                  <a:cs typeface="Arial" panose="020B0604020202020204" pitchFamily="34" charset="0"/>
                </a:rPr>
                <a:t>CH1 2.00V</a:t>
              </a:r>
            </a:p>
          </p:txBody>
        </p:sp>
        <p:sp>
          <p:nvSpPr>
            <p:cNvPr id="8287" name="Text Box 86"/>
            <p:cNvSpPr txBox="1">
              <a:spLocks noChangeArrowheads="1"/>
            </p:cNvSpPr>
            <p:nvPr/>
          </p:nvSpPr>
          <p:spPr bwMode="auto">
            <a:xfrm>
              <a:off x="3636" y="4037"/>
              <a:ext cx="199" cy="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ea typeface="돋움" pitchFamily="50" charset="-127"/>
                  <a:cs typeface="Arial" panose="020B0604020202020204" pitchFamily="34" charset="0"/>
                </a:rPr>
                <a:t>M 250μs</a:t>
              </a:r>
            </a:p>
          </p:txBody>
        </p:sp>
      </p:grpSp>
      <p:sp>
        <p:nvSpPr>
          <p:cNvPr id="8211" name="Rectangle 173"/>
          <p:cNvSpPr>
            <a:spLocks noChangeArrowheads="1"/>
          </p:cNvSpPr>
          <p:nvPr/>
        </p:nvSpPr>
        <p:spPr bwMode="auto">
          <a:xfrm>
            <a:off x="3429000" y="4356100"/>
            <a:ext cx="3124200" cy="41549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15.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đúng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để</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suất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định</a:t>
            </a:r>
            <a:r>
              <a:rPr lang="en-US" altLang="ko-KR" sz="700" smtClean="0">
                <a:solidFill>
                  <a:srgbClr val="000000"/>
                </a:solidFill>
                <a:latin typeface="Arial" panose="020B0604020202020204" pitchFamily="34" charset="0"/>
                <a:cs typeface="Arial" panose="020B0604020202020204" pitchFamily="34" charset="0"/>
              </a:rPr>
              <a:t> mức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P = VR     ② P = VI    ③ P = V/R    ④ P = I² V</a:t>
            </a:r>
          </a:p>
        </p:txBody>
      </p:sp>
      <p:sp>
        <p:nvSpPr>
          <p:cNvPr id="8212" name="Rectangle 398"/>
          <p:cNvSpPr>
            <a:spLocks noChangeArrowheads="1"/>
          </p:cNvSpPr>
          <p:nvPr/>
        </p:nvSpPr>
        <p:spPr bwMode="auto">
          <a:xfrm>
            <a:off x="3429000" y="4686723"/>
            <a:ext cx="311785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16. </a:t>
            </a:r>
            <a:r>
              <a:rPr lang="en-US" altLang="ko-KR" sz="700" err="1" smtClean="0">
                <a:solidFill>
                  <a:srgbClr val="000000"/>
                </a:solidFill>
                <a:latin typeface="Arial" panose="020B0604020202020204" pitchFamily="34" charset="0"/>
                <a:cs typeface="Arial" panose="020B0604020202020204" pitchFamily="34" charset="0"/>
              </a:rPr>
              <a:t>Trong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các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dưới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dẫn</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err="1" smtClean="0">
                <a:solidFill>
                  <a:srgbClr val="000000"/>
                </a:solidFill>
                <a:latin typeface="Arial" panose="020B0604020202020204" pitchFamily="34" charset="0"/>
                <a:cs typeface="Arial" panose="020B0604020202020204" pitchFamily="34" charset="0"/>
              </a:rPr>
              <a:t>Selium</a:t>
            </a:r>
            <a:r>
              <a:rPr lang="en-US" altLang="ko-KR" sz="700" smtClean="0">
                <a:solidFill>
                  <a:srgbClr val="000000"/>
                </a:solidFill>
                <a:latin typeface="Arial" panose="020B0604020202020204" pitchFamily="34" charset="0"/>
                <a:cs typeface="Arial" panose="020B0604020202020204" pitchFamily="34" charset="0"/>
              </a:rPr>
              <a:t> (Se</a:t>
            </a:r>
            <a:r>
              <a:rPr lang="en-US" altLang="ko-KR" sz="700">
                <a:solidFill>
                  <a:srgbClr val="000000"/>
                </a:solidFill>
                <a:latin typeface="Arial" panose="020B0604020202020204" pitchFamily="34" charset="0"/>
                <a:cs typeface="Arial" panose="020B0604020202020204" pitchFamily="34" charset="0"/>
              </a:rPr>
              <a:t>)  ② </a:t>
            </a:r>
            <a:r>
              <a:rPr lang="en-US" altLang="ko-KR" sz="700" smtClean="0">
                <a:solidFill>
                  <a:srgbClr val="000000"/>
                </a:solidFill>
                <a:latin typeface="Arial" panose="020B0604020202020204" pitchFamily="34" charset="0"/>
                <a:cs typeface="Arial" panose="020B0604020202020204" pitchFamily="34" charset="0"/>
              </a:rPr>
              <a:t>germanium(Ge</a:t>
            </a:r>
            <a:r>
              <a:rPr lang="en-US" altLang="ko-KR" sz="700">
                <a:solidFill>
                  <a:srgbClr val="000000"/>
                </a:solidFill>
                <a:latin typeface="Arial" panose="020B0604020202020204" pitchFamily="34" charset="0"/>
                <a:cs typeface="Arial" panose="020B0604020202020204" pitchFamily="34" charset="0"/>
              </a:rPr>
              <a:t>)  ③ </a:t>
            </a:r>
            <a:r>
              <a:rPr lang="en-US" altLang="ko-KR" sz="700" err="1" smtClean="0">
                <a:solidFill>
                  <a:srgbClr val="000000"/>
                </a:solidFill>
                <a:latin typeface="Arial" panose="020B0604020202020204" pitchFamily="34" charset="0"/>
                <a:cs typeface="Arial" panose="020B0604020202020204" pitchFamily="34" charset="0"/>
              </a:rPr>
              <a:t>Zincite</a:t>
            </a:r>
            <a:r>
              <a:rPr lang="en-US" altLang="ko-KR" sz="700" smtClean="0">
                <a:solidFill>
                  <a:srgbClr val="000000"/>
                </a:solidFill>
                <a:latin typeface="Arial" panose="020B0604020202020204" pitchFamily="34" charset="0"/>
                <a:cs typeface="Arial" panose="020B0604020202020204" pitchFamily="34" charset="0"/>
              </a:rPr>
              <a:t>  </a:t>
            </a:r>
            <a:r>
              <a:rPr lang="ko-KR" altLang="en-US" sz="700" smtClean="0">
                <a:solidFill>
                  <a:srgbClr val="000000"/>
                </a:solidFill>
                <a:latin typeface="Arial" panose="020B0604020202020204" pitchFamily="34" charset="0"/>
                <a:cs typeface="Arial" panose="020B0604020202020204" pitchFamily="34" charset="0"/>
              </a:rPr>
              <a:t>  </a:t>
            </a:r>
            <a:r>
              <a:rPr lang="ko-KR" altLang="en-US"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lưu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huỳnh</a:t>
            </a:r>
            <a:endParaRPr lang="ko-KR" altLang="en-US" sz="700">
              <a:solidFill>
                <a:srgbClr val="000000"/>
              </a:solidFill>
              <a:latin typeface="Arial" panose="020B0604020202020204" pitchFamily="34" charset="0"/>
              <a:cs typeface="Arial" panose="020B0604020202020204" pitchFamily="34" charset="0"/>
            </a:endParaRPr>
          </a:p>
        </p:txBody>
      </p:sp>
      <p:sp>
        <p:nvSpPr>
          <p:cNvPr id="8213" name="Rectangle 441"/>
          <p:cNvSpPr>
            <a:spLocks noChangeArrowheads="1"/>
          </p:cNvSpPr>
          <p:nvPr/>
        </p:nvSpPr>
        <p:spPr bwMode="auto">
          <a:xfrm>
            <a:off x="3429000" y="5054207"/>
            <a:ext cx="311785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17. </a:t>
            </a:r>
            <a:r>
              <a:rPr lang="en-US" altLang="ko-KR" sz="700" err="1" smtClean="0">
                <a:solidFill>
                  <a:srgbClr val="000000"/>
                </a:solidFill>
                <a:latin typeface="Arial" panose="020B0604020202020204" pitchFamily="34" charset="0"/>
                <a:cs typeface="Arial" panose="020B0604020202020204" pitchFamily="34" charset="0"/>
              </a:rPr>
              <a:t>Chọn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trong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các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nội</a:t>
            </a:r>
            <a:r>
              <a:rPr lang="en-US" altLang="ko-KR" sz="700" smtClean="0">
                <a:solidFill>
                  <a:srgbClr val="000000"/>
                </a:solidFill>
                <a:latin typeface="Arial" panose="020B0604020202020204" pitchFamily="34" charset="0"/>
                <a:cs typeface="Arial" panose="020B0604020202020204" pitchFamily="34" charset="0"/>
              </a:rPr>
              <a:t> dung </a:t>
            </a:r>
            <a:r>
              <a:rPr lang="en-US" altLang="ko-KR" sz="700" err="1" smtClean="0">
                <a:solidFill>
                  <a:srgbClr val="000000"/>
                </a:solidFill>
                <a:latin typeface="Arial" panose="020B0604020202020204" pitchFamily="34" charset="0"/>
                <a:cs typeface="Arial" panose="020B0604020202020204" pitchFamily="34" charset="0"/>
              </a:rPr>
              <a:t>về</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nhân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nguyên</a:t>
            </a:r>
            <a:r>
              <a:rPr lang="en-US" altLang="ko-KR" sz="700" smtClean="0">
                <a:solidFill>
                  <a:srgbClr val="000000"/>
                </a:solidFill>
                <a:latin typeface="Arial" panose="020B0604020202020204" pitchFamily="34" charset="0"/>
                <a:cs typeface="Arial" panose="020B0604020202020204" pitchFamily="34" charset="0"/>
              </a:rPr>
              <a:t> tử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err="1" smtClean="0">
                <a:solidFill>
                  <a:srgbClr val="000000"/>
                </a:solidFill>
                <a:latin typeface="Arial" panose="020B0604020202020204" pitchFamily="34" charset="0"/>
                <a:cs typeface="Arial" panose="020B0604020202020204" pitchFamily="34" charset="0"/>
              </a:rPr>
              <a:t>Hạt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nhân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nguyên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tử</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cấu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trúc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bằng</a:t>
            </a:r>
            <a:r>
              <a:rPr lang="en-US" altLang="ko-KR" sz="700" smtClean="0">
                <a:solidFill>
                  <a:srgbClr val="000000"/>
                </a:solidFill>
                <a:latin typeface="Arial" panose="020B0604020202020204" pitchFamily="34" charset="0"/>
                <a:cs typeface="Arial" panose="020B0604020202020204" pitchFamily="34" charset="0"/>
              </a:rPr>
              <a:t> proton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Neutron</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② </a:t>
            </a:r>
            <a:r>
              <a:rPr lang="en-US" altLang="ko-KR" sz="700" err="1" smtClean="0">
                <a:solidFill>
                  <a:srgbClr val="000000"/>
                </a:solidFill>
                <a:latin typeface="Arial" panose="020B0604020202020204" pitchFamily="34" charset="0"/>
                <a:cs typeface="Arial" panose="020B0604020202020204" pitchFamily="34" charset="0"/>
              </a:rPr>
              <a:t>Khối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proton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neutron </a:t>
            </a:r>
            <a:r>
              <a:rPr lang="en-US" altLang="ko-KR" sz="700" err="1" smtClean="0">
                <a:solidFill>
                  <a:srgbClr val="000000"/>
                </a:solidFill>
                <a:latin typeface="Arial" panose="020B0604020202020204" pitchFamily="34" charset="0"/>
                <a:cs typeface="Arial" panose="020B0604020202020204" pitchFamily="34" charset="0"/>
              </a:rPr>
              <a:t>gần</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như</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giống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nặng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gấp</a:t>
            </a:r>
            <a:r>
              <a:rPr lang="en-US" altLang="ko-KR" sz="700" smtClean="0">
                <a:solidFill>
                  <a:srgbClr val="000000"/>
                </a:solidFill>
                <a:latin typeface="Arial" panose="020B0604020202020204" pitchFamily="34" charset="0"/>
                <a:cs typeface="Arial" panose="020B0604020202020204" pitchFamily="34" charset="0"/>
              </a:rPr>
              <a:t> 1840 </a:t>
            </a:r>
            <a:r>
              <a:rPr lang="en-US" altLang="ko-KR" sz="700" err="1" smtClean="0">
                <a:solidFill>
                  <a:srgbClr val="000000"/>
                </a:solidFill>
                <a:latin typeface="Arial" panose="020B0604020202020204" pitchFamily="34" charset="0"/>
                <a:cs typeface="Arial" panose="020B0604020202020204" pitchFamily="34" charset="0"/>
              </a:rPr>
              <a:t>lần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hạt</a:t>
            </a:r>
            <a:r>
              <a:rPr lang="en-US" altLang="ko-KR" sz="700" smtClean="0">
                <a:solidFill>
                  <a:srgbClr val="000000"/>
                </a:solidFill>
                <a:latin typeface="Arial" panose="020B0604020202020204" pitchFamily="34" charset="0"/>
                <a:cs typeface="Arial" panose="020B0604020202020204" pitchFamily="34" charset="0"/>
              </a:rPr>
              <a:t> electron</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③ </a:t>
            </a:r>
            <a:r>
              <a:rPr lang="en-US" altLang="ko-KR" sz="700" smtClean="0">
                <a:solidFill>
                  <a:srgbClr val="000000"/>
                </a:solidFill>
                <a:latin typeface="Arial" panose="020B0604020202020204" pitchFamily="34" charset="0"/>
                <a:cs typeface="Arial" panose="020B0604020202020204" pitchFamily="34" charset="0"/>
              </a:rPr>
              <a:t>Proton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neutron </a:t>
            </a:r>
            <a:r>
              <a:rPr lang="en-US" altLang="ko-KR" sz="700" err="1" smtClean="0">
                <a:solidFill>
                  <a:srgbClr val="000000"/>
                </a:solidFill>
                <a:latin typeface="Arial" panose="020B0604020202020204" pitchFamily="34" charset="0"/>
                <a:cs typeface="Arial" panose="020B0604020202020204" pitchFamily="34" charset="0"/>
              </a:rPr>
              <a:t>gộp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lại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một</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chỗ</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gọi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nucleon</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Đồng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vị</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nguyên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tố:là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những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nguyên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giống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nhau</a:t>
            </a:r>
            <a:r>
              <a:rPr lang="en-US" altLang="ko-KR" sz="700">
                <a:solidFill>
                  <a:srgbClr val="000000"/>
                </a:solidFill>
                <a:latin typeface="Arial" panose="020B0604020202020204" pitchFamily="34" charset="0"/>
                <a:cs typeface="Arial" panose="020B0604020202020204" pitchFamily="34" charset="0"/>
              </a:rPr>
              <a: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nếu</a:t>
            </a:r>
            <a:r>
              <a:rPr lang="en-US" altLang="ko-KR" sz="700" smtClean="0">
                <a:solidFill>
                  <a:srgbClr val="000000"/>
                </a:solidFill>
                <a:latin typeface="Arial" panose="020B0604020202020204" pitchFamily="34" charset="0"/>
                <a:cs typeface="Arial" panose="020B0604020202020204" pitchFamily="34" charset="0"/>
              </a:rPr>
              <a:t> so </a:t>
            </a:r>
            <a:r>
              <a:rPr lang="en-US" altLang="ko-KR" sz="700" err="1" smtClean="0">
                <a:solidFill>
                  <a:srgbClr val="000000"/>
                </a:solidFill>
                <a:latin typeface="Arial" panose="020B0604020202020204" pitchFamily="34" charset="0"/>
                <a:cs typeface="Arial" panose="020B0604020202020204" pitchFamily="34" charset="0"/>
              </a:rPr>
              <a:t>sánh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nguyên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tử</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sẽ</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thấy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proton </a:t>
            </a:r>
            <a:r>
              <a:rPr lang="en-US" altLang="ko-KR" sz="700" err="1" smtClean="0">
                <a:solidFill>
                  <a:srgbClr val="000000"/>
                </a:solidFill>
                <a:latin typeface="Arial" panose="020B0604020202020204" pitchFamily="34" charset="0"/>
                <a:cs typeface="Arial" panose="020B0604020202020204" pitchFamily="34" charset="0"/>
              </a:rPr>
              <a:t>giống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nhưng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khối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tổng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nucleon </a:t>
            </a:r>
            <a:r>
              <a:rPr lang="en-US" altLang="ko-KR" sz="700" err="1" smtClean="0">
                <a:solidFill>
                  <a:srgbClr val="000000"/>
                </a:solidFill>
                <a:latin typeface="Arial" panose="020B0604020202020204" pitchFamily="34" charset="0"/>
                <a:cs typeface="Arial" panose="020B0604020202020204" pitchFamily="34" charset="0"/>
              </a:rPr>
              <a:t>khác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nhau</a:t>
            </a:r>
            <a:endParaRPr lang="ko-KR" altLang="en-US" sz="700">
              <a:solidFill>
                <a:srgbClr val="000000"/>
              </a:solidFill>
              <a:latin typeface="Arial" panose="020B0604020202020204" pitchFamily="34" charset="0"/>
              <a:cs typeface="Arial" panose="020B0604020202020204" pitchFamily="34" charset="0"/>
            </a:endParaRPr>
          </a:p>
        </p:txBody>
      </p:sp>
      <p:sp>
        <p:nvSpPr>
          <p:cNvPr id="8214" name="Rectangle 570"/>
          <p:cNvSpPr>
            <a:spLocks noChangeArrowheads="1"/>
          </p:cNvSpPr>
          <p:nvPr/>
        </p:nvSpPr>
        <p:spPr bwMode="auto">
          <a:xfrm>
            <a:off x="3429022" y="5996025"/>
            <a:ext cx="3108325" cy="1169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18. </a:t>
            </a:r>
            <a:r>
              <a:rPr lang="en-US" altLang="ko-KR" sz="700" err="1" smtClean="0">
                <a:solidFill>
                  <a:srgbClr val="000000"/>
                </a:solidFill>
                <a:latin typeface="Arial" panose="020B0604020202020204" pitchFamily="34" charset="0"/>
                <a:cs typeface="Arial" panose="020B0604020202020204" pitchFamily="34" charset="0"/>
              </a:rPr>
              <a:t>Chọn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thích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về</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 energy level)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electon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sẽ</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lớn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từng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cách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xa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nhân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nguyên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tử</a:t>
            </a:r>
            <a:r>
              <a:rPr lang="en-US" altLang="ko-KR" sz="700" smtClean="0">
                <a:solidFill>
                  <a:srgbClr val="000000"/>
                </a:solidFill>
                <a:latin typeface="Arial" panose="020B0604020202020204" pitchFamily="34" charset="0"/>
                <a:cs typeface="Arial" panose="020B0604020202020204" pitchFamily="34" charset="0"/>
              </a:rPr>
              <a:t>, electron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trung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gian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quan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hệ</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liên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tục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tồn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tại</a:t>
            </a:r>
            <a:r>
              <a:rPr lang="en-US" altLang="ko-KR" sz="700" smtClean="0">
                <a:solidFill>
                  <a:srgbClr val="000000"/>
                </a:solidFill>
                <a:latin typeface="Arial" panose="020B0604020202020204" pitchFamily="34" charset="0"/>
                <a:cs typeface="Arial" panose="020B0604020202020204" pitchFamily="34" charset="0"/>
              </a:rPr>
              <a:t> </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smtClean="0">
                <a:solidFill>
                  <a:srgbClr val="000000"/>
                </a:solidFill>
                <a:latin typeface="Arial" panose="020B0604020202020204" pitchFamily="34" charset="0"/>
                <a:cs typeface="Arial" panose="020B0604020202020204" pitchFamily="34" charset="0"/>
              </a:rPr>
              <a:t>②</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bản</a:t>
            </a:r>
            <a:r>
              <a:rPr lang="en-US" altLang="ko-KR" sz="700" smtClean="0">
                <a:solidFill>
                  <a:srgbClr val="000000"/>
                </a:solidFill>
                <a:latin typeface="Arial" panose="020B0604020202020204" pitchFamily="34" charset="0"/>
                <a:cs typeface="Arial" panose="020B0604020202020204" pitchFamily="34" charset="0"/>
              </a:rPr>
              <a:t> (Ground level):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thấp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trong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các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③ </a:t>
            </a:r>
            <a:r>
              <a:rPr lang="vi-VN" altLang="ko-KR" sz="700" smtClean="0">
                <a:solidFill>
                  <a:srgbClr val="000000"/>
                </a:solidFill>
                <a:latin typeface="Arial" panose="020B0604020202020204" pitchFamily="34" charset="0"/>
                <a:cs typeface="Arial" panose="020B0604020202020204" pitchFamily="34" charset="0"/>
              </a:rPr>
              <a:t>Cấp độ Fermi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electron </a:t>
            </a:r>
            <a:r>
              <a:rPr lang="en-US" altLang="ko-KR" sz="700" err="1" smtClean="0">
                <a:solidFill>
                  <a:srgbClr val="000000"/>
                </a:solidFill>
                <a:latin typeface="Arial" panose="020B0604020202020204" pitchFamily="34" charset="0"/>
                <a:cs typeface="Arial" panose="020B0604020202020204" pitchFamily="34" charset="0"/>
              </a:rPr>
              <a:t>ngoài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cùng</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bản</a:t>
            </a:r>
            <a:r>
              <a:rPr lang="en-US" altLang="ko-KR" sz="700" smtClean="0">
                <a:solidFill>
                  <a:srgbClr val="000000"/>
                </a:solidFill>
                <a:latin typeface="Arial" panose="020B0604020202020204" pitchFamily="34" charset="0"/>
                <a:cs typeface="Arial" panose="020B0604020202020204" pitchFamily="34" charset="0"/>
              </a:rPr>
              <a:t> (Ground level):  </a:t>
            </a:r>
            <a:r>
              <a:rPr lang="en-US" altLang="ko-KR" sz="700" err="1" smtClean="0">
                <a:solidFill>
                  <a:srgbClr val="000000"/>
                </a:solidFill>
                <a:latin typeface="Arial" panose="020B0604020202020204" pitchFamily="34" charset="0"/>
                <a:cs typeface="Arial" panose="020B0604020202020204" pitchFamily="34" charset="0"/>
              </a:rPr>
              <a:t>Mức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trong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các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cấp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lượng</a:t>
            </a:r>
            <a:endParaRPr lang="ko-KR" altLang="en-US" sz="700">
              <a:solidFill>
                <a:srgbClr val="000000"/>
              </a:solidFill>
              <a:latin typeface="Arial" panose="020B0604020202020204" pitchFamily="34" charset="0"/>
              <a:cs typeface="Arial" panose="020B0604020202020204" pitchFamily="34" charset="0"/>
            </a:endParaRPr>
          </a:p>
        </p:txBody>
      </p:sp>
      <p:sp>
        <p:nvSpPr>
          <p:cNvPr id="8215" name="Rectangle 591"/>
          <p:cNvSpPr>
            <a:spLocks noChangeArrowheads="1"/>
          </p:cNvSpPr>
          <p:nvPr/>
        </p:nvSpPr>
        <p:spPr bwMode="auto">
          <a:xfrm>
            <a:off x="3402013" y="7047789"/>
            <a:ext cx="3124200" cy="8463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19.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vật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sẽ</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thay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đổi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4 </a:t>
            </a:r>
            <a:r>
              <a:rPr lang="en-US" altLang="ko-KR" sz="700" err="1" smtClean="0">
                <a:solidFill>
                  <a:srgbClr val="000000"/>
                </a:solidFill>
                <a:latin typeface="Arial" panose="020B0604020202020204" pitchFamily="34" charset="0"/>
                <a:cs typeface="Arial" panose="020B0604020202020204" pitchFamily="34" charset="0"/>
              </a:rPr>
              <a:t>yếu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Chọn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trong</a:t>
            </a:r>
            <a:r>
              <a:rPr lang="en-US" altLang="ko-KR" sz="700" smtClean="0">
                <a:solidFill>
                  <a:srgbClr val="000000"/>
                </a:solidFill>
                <a:latin typeface="Arial" panose="020B0604020202020204" pitchFamily="34" charset="0"/>
                <a:cs typeface="Arial" panose="020B0604020202020204" pitchFamily="34" charset="0"/>
              </a:rPr>
              <a:t> 4 </a:t>
            </a:r>
            <a:r>
              <a:rPr lang="en-US" altLang="ko-KR" sz="700" err="1" smtClean="0">
                <a:solidFill>
                  <a:srgbClr val="000000"/>
                </a:solidFill>
                <a:latin typeface="Arial" panose="020B0604020202020204" pitchFamily="34" charset="0"/>
                <a:cs typeface="Arial" panose="020B0604020202020204" pitchFamily="34" charset="0"/>
              </a:rPr>
              <a:t>yếu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tố</a:t>
            </a:r>
            <a:r>
              <a:rPr lang="en-US" altLang="ko-KR" sz="700" smtClean="0">
                <a:solidFill>
                  <a:srgbClr val="000000"/>
                </a:solidFill>
                <a:latin typeface="Arial" panose="020B0604020202020204" pitchFamily="34" charset="0"/>
                <a:cs typeface="Arial" panose="020B0604020202020204" pitchFamily="34" charset="0"/>
              </a:rPr>
              <a:t> đó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① </a:t>
            </a:r>
            <a:r>
              <a:rPr lang="en-US" altLang="ko-KR" sz="700" err="1" smtClean="0">
                <a:solidFill>
                  <a:srgbClr val="000000"/>
                </a:solidFill>
                <a:latin typeface="Arial" panose="020B0604020202020204" pitchFamily="34" charset="0"/>
                <a:cs typeface="Arial" panose="020B0604020202020204" pitchFamily="34" charset="0"/>
              </a:rPr>
              <a:t>Diện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 ② </a:t>
            </a:r>
            <a:r>
              <a:rPr lang="en-US" altLang="ko-KR" sz="700" err="1" smtClean="0">
                <a:solidFill>
                  <a:srgbClr val="000000"/>
                </a:solidFill>
                <a:latin typeface="Arial" panose="020B0604020202020204" pitchFamily="34" charset="0"/>
                <a:cs typeface="Arial" panose="020B0604020202020204" pitchFamily="34" charset="0"/>
              </a:rPr>
              <a:t>Loại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vật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chất</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 </a:t>
            </a:r>
            <a:r>
              <a:rPr lang="ko-KR" altLang="en-US" sz="700" smtClean="0">
                <a:solidFill>
                  <a:srgbClr val="000000"/>
                </a:solidFill>
                <a:latin typeface="Arial" panose="020B0604020202020204" pitchFamily="34" charset="0"/>
                <a:cs typeface="Arial" panose="020B0604020202020204" pitchFamily="34" charset="0"/>
              </a:rPr>
              <a:t>③ </a:t>
            </a:r>
            <a:r>
              <a:rPr lang="en-US" altLang="ko-KR" sz="700" err="1" smtClean="0">
                <a:solidFill>
                  <a:srgbClr val="000000"/>
                </a:solidFill>
                <a:latin typeface="Arial" panose="020B0604020202020204" pitchFamily="34" charset="0"/>
                <a:cs typeface="Arial" panose="020B0604020202020204" pitchFamily="34" charset="0"/>
              </a:rPr>
              <a:t>Tiết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 ④ </a:t>
            </a:r>
            <a:r>
              <a:rPr lang="en-US" altLang="ko-KR" sz="700" err="1" smtClean="0">
                <a:solidFill>
                  <a:srgbClr val="000000"/>
                </a:solidFill>
                <a:latin typeface="Arial" panose="020B0604020202020204" pitchFamily="34" charset="0"/>
                <a:cs typeface="Arial" panose="020B0604020202020204" pitchFamily="34" charset="0"/>
              </a:rPr>
              <a:t>Chiều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dài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endParaRPr lang="ko-KR" altLang="en-US" sz="700">
              <a:solidFill>
                <a:srgbClr val="000000"/>
              </a:solidFill>
              <a:latin typeface="Arial" panose="020B0604020202020204" pitchFamily="34" charset="0"/>
              <a:cs typeface="Arial" panose="020B0604020202020204" pitchFamily="34" charset="0"/>
            </a:endParaRPr>
          </a:p>
        </p:txBody>
      </p:sp>
      <p:sp>
        <p:nvSpPr>
          <p:cNvPr id="8216" name="Rectangle 174"/>
          <p:cNvSpPr>
            <a:spLocks noChangeArrowheads="1"/>
          </p:cNvSpPr>
          <p:nvPr/>
        </p:nvSpPr>
        <p:spPr bwMode="auto">
          <a:xfrm>
            <a:off x="3384550" y="7877861"/>
            <a:ext cx="3429000"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marL="228600" indent="-228600" eaLnBrk="1" fontAlgn="base" latinLnBrk="1" hangingPunct="1">
              <a:spcBef>
                <a:spcPct val="0"/>
              </a:spcBef>
              <a:spcAft>
                <a:spcPct val="0"/>
              </a:spcAft>
              <a:buFontTx/>
              <a:buAutoNum type="arabicPeriod" startAt="20"/>
            </a:pPr>
            <a:r>
              <a:rPr lang="en-US" altLang="ko-KR" sz="700" smtClean="0">
                <a:solidFill>
                  <a:srgbClr val="000000"/>
                </a:solidFill>
                <a:latin typeface="Arial" panose="020B0604020202020204" pitchFamily="34" charset="0"/>
                <a:cs typeface="Arial" panose="020B0604020202020204" pitchFamily="34" charset="0"/>
              </a:rPr>
              <a:t>Điện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nhiệt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lớn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thể</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sử</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dụng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trong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mạch</a:t>
            </a:r>
            <a:r>
              <a:rPr lang="en-US" altLang="ko-KR" sz="700" smtClean="0">
                <a:solidFill>
                  <a:srgbClr val="000000"/>
                </a:solidFill>
                <a:latin typeface="Arial" panose="020B0604020202020204" pitchFamily="34" charset="0"/>
                <a:cs typeface="Arial" panose="020B0604020202020204" pitchFamily="34" charset="0"/>
              </a:rPr>
              <a:t> chính </a:t>
            </a:r>
          </a:p>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xác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thường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gọi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carbon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marL="228600" indent="-228600" eaLnBrk="1" fontAlgn="base" latinLnBrk="1" hangingPunct="1">
              <a:spcBef>
                <a:spcPct val="0"/>
              </a:spcBef>
              <a:spcAft>
                <a:spcPct val="0"/>
              </a:spcAft>
              <a:buFontTx/>
              <a:buAutoNum type="arabicPeriod" startAt="20"/>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①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màng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kim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loại</a:t>
            </a:r>
            <a:r>
              <a:rPr lang="ko-KR" altLang="en-US" sz="700" smtClean="0">
                <a:solidFill>
                  <a:srgbClr val="000000"/>
                </a:solidFill>
                <a:latin typeface="Arial" panose="020B0604020202020204" pitchFamily="34" charset="0"/>
                <a:cs typeface="Arial" panose="020B0604020202020204" pitchFamily="34" charset="0"/>
              </a:rPr>
              <a:t>                  </a:t>
            </a:r>
            <a:r>
              <a:rPr lang="ko-KR" altLang="en-US" sz="700">
                <a:solidFill>
                  <a:srgbClr val="000000"/>
                </a:solidFill>
                <a:latin typeface="Arial" panose="020B0604020202020204" pitchFamily="34" charset="0"/>
                <a:cs typeface="Arial" panose="020B0604020202020204" pitchFamily="34" charset="0"/>
              </a:rPr>
              <a:t>②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cement </a:t>
            </a:r>
          </a:p>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 ③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màng</a:t>
            </a:r>
            <a:r>
              <a:rPr lang="en-US" altLang="ko-KR" sz="700" smtClean="0">
                <a:solidFill>
                  <a:srgbClr val="000000"/>
                </a:solidFill>
                <a:latin typeface="Arial" panose="020B0604020202020204" pitchFamily="34" charset="0"/>
                <a:cs typeface="Arial" panose="020B0604020202020204" pitchFamily="34" charset="0"/>
              </a:rPr>
              <a:t> carbon </a:t>
            </a:r>
            <a:r>
              <a:rPr lang="en-US" altLang="ko-KR" sz="700" err="1" smtClean="0">
                <a:solidFill>
                  <a:srgbClr val="000000"/>
                </a:solidFill>
                <a:latin typeface="Arial" panose="020B0604020202020204" pitchFamily="34" charset="0"/>
                <a:cs typeface="Arial" panose="020B0604020202020204" pitchFamily="34" charset="0"/>
              </a:rPr>
              <a:t>nhỏ</a:t>
            </a:r>
            <a:r>
              <a:rPr lang="ko-KR" altLang="en-US" sz="700" smtClean="0">
                <a:solidFill>
                  <a:srgbClr val="000000"/>
                </a:solidFill>
                <a:latin typeface="Arial" panose="020B0604020202020204" pitchFamily="34" charset="0"/>
                <a:cs typeface="Arial" panose="020B0604020202020204" pitchFamily="34" charset="0"/>
              </a:rPr>
              <a:t>            </a:t>
            </a:r>
            <a:r>
              <a:rPr lang="ko-KR" altLang="en-US"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quấn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dây</a:t>
            </a:r>
            <a:endParaRPr lang="ko-KR" altLang="en-US" sz="700">
              <a:solidFill>
                <a:srgbClr val="000000"/>
              </a:solidFill>
              <a:latin typeface="Arial" panose="020B0604020202020204" pitchFamily="34" charset="0"/>
              <a:cs typeface="Arial" panose="020B0604020202020204" pitchFamily="34" charset="0"/>
            </a:endParaRPr>
          </a:p>
        </p:txBody>
      </p:sp>
      <p:sp>
        <p:nvSpPr>
          <p:cNvPr id="8217" name="Rectangle 156"/>
          <p:cNvSpPr>
            <a:spLocks noChangeArrowheads="1"/>
          </p:cNvSpPr>
          <p:nvPr/>
        </p:nvSpPr>
        <p:spPr bwMode="auto">
          <a:xfrm>
            <a:off x="260350" y="974725"/>
            <a:ext cx="3168650" cy="73866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marL="228600" indent="-228600" eaLnBrk="1" fontAlgn="base" latinLnBrk="1" hangingPunct="1">
              <a:spcBef>
                <a:spcPct val="0"/>
              </a:spcBef>
              <a:spcAft>
                <a:spcPct val="0"/>
              </a:spcAft>
              <a:buFontTx/>
              <a:buAutoNum type="arabicPeriod"/>
            </a:pPr>
            <a:r>
              <a:rPr lang="en-US" altLang="ko-KR" sz="700" smtClean="0">
                <a:solidFill>
                  <a:srgbClr val="000000"/>
                </a:solidFill>
                <a:latin typeface="Arial" panose="020B0604020202020204" pitchFamily="34" charset="0"/>
                <a:cs typeface="Arial" panose="020B0604020202020204" pitchFamily="34" charset="0"/>
              </a:rPr>
              <a:t>Đâu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ưu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điểm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Diot</a:t>
            </a:r>
            <a:r>
              <a:rPr lang="en-US" altLang="ko-KR" sz="700" smtClean="0">
                <a:solidFill>
                  <a:srgbClr val="000000"/>
                </a:solidFill>
                <a:latin typeface="Arial" panose="020B0604020202020204" pitchFamily="34" charset="0"/>
                <a:cs typeface="Arial" panose="020B0604020202020204" pitchFamily="34" charset="0"/>
              </a:rPr>
              <a:t> quang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p>
          <a:p>
            <a:pPr marL="228600" indent="-228600" eaLnBrk="1" fontAlgn="base" latinLnBrk="1" hangingPunct="1">
              <a:spcBef>
                <a:spcPct val="0"/>
              </a:spcBef>
              <a:spcAft>
                <a:spcPct val="0"/>
              </a:spcAft>
              <a:buFontTx/>
              <a:buAutoNum type="arabicPeriod"/>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tuyến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sáng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output </a:t>
            </a:r>
            <a:r>
              <a:rPr lang="en-US" altLang="ko-KR" sz="700" err="1" smtClean="0">
                <a:solidFill>
                  <a:srgbClr val="000000"/>
                </a:solidFill>
                <a:latin typeface="Arial" panose="020B0604020202020204" pitchFamily="34" charset="0"/>
                <a:cs typeface="Arial" panose="020B0604020202020204" pitchFamily="34" charset="0"/>
              </a:rPr>
              <a:t>tốt</a:t>
            </a:r>
            <a:r>
              <a:rPr lang="en-US" altLang="ko-KR" sz="700" smtClean="0">
                <a:solidFill>
                  <a:srgbClr val="000000"/>
                </a:solidFill>
                <a:latin typeface="Arial" panose="020B0604020202020204" pitchFamily="34" charset="0"/>
                <a:cs typeface="Arial" panose="020B0604020202020204" pitchFamily="34" charset="0"/>
              </a:rPr>
              <a:t>. </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② </a:t>
            </a:r>
            <a:r>
              <a:rPr lang="en-US" altLang="ko-KR" sz="700" err="1" smtClean="0">
                <a:solidFill>
                  <a:srgbClr val="000000"/>
                </a:solidFill>
                <a:latin typeface="Arial" panose="020B0604020202020204" pitchFamily="34" charset="0"/>
                <a:cs typeface="Arial" panose="020B0604020202020204" pitchFamily="34" charset="0"/>
              </a:rPr>
              <a:t>Tốc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phản</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hồi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nhanh</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③ </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Nếu</a:t>
            </a:r>
            <a:r>
              <a:rPr lang="en-US" altLang="ko-KR" sz="700" smtClean="0">
                <a:solidFill>
                  <a:srgbClr val="000000"/>
                </a:solidFill>
                <a:latin typeface="Arial" panose="020B0604020202020204" pitchFamily="34" charset="0"/>
                <a:cs typeface="Arial" panose="020B0604020202020204" pitchFamily="34" charset="0"/>
              </a:rPr>
              <a:t> so </a:t>
            </a:r>
            <a:r>
              <a:rPr lang="en-US" altLang="ko-KR" sz="700" err="1" smtClean="0">
                <a:solidFill>
                  <a:srgbClr val="000000"/>
                </a:solidFill>
                <a:latin typeface="Arial" panose="020B0604020202020204" pitchFamily="34" charset="0"/>
                <a:cs typeface="Arial" panose="020B0604020202020204" pitchFamily="34" charset="0"/>
              </a:rPr>
              <a:t>sánh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với</a:t>
            </a:r>
            <a:r>
              <a:rPr lang="en-US" altLang="ko-KR" sz="700" smtClean="0">
                <a:solidFill>
                  <a:srgbClr val="000000"/>
                </a:solidFill>
                <a:latin typeface="Arial" panose="020B0604020202020204" pitchFamily="34" charset="0"/>
                <a:cs typeface="Arial" panose="020B0604020202020204" pitchFamily="34" charset="0"/>
              </a:rPr>
              <a:t> phototransistor,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nhạy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sáng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thấp</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④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Biến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động</a:t>
            </a:r>
            <a:r>
              <a:rPr lang="en-US" altLang="ko-KR" sz="700" smtClean="0">
                <a:solidFill>
                  <a:srgbClr val="000000"/>
                </a:solidFill>
                <a:latin typeface="Arial" panose="020B0604020202020204" pitchFamily="34" charset="0"/>
                <a:cs typeface="Arial" panose="020B0604020202020204" pitchFamily="34" charset="0"/>
              </a:rPr>
              <a:t> output </a:t>
            </a:r>
            <a:r>
              <a:rPr lang="en-US" altLang="ko-KR" sz="700" err="1" smtClean="0">
                <a:solidFill>
                  <a:srgbClr val="000000"/>
                </a:solidFill>
                <a:latin typeface="Arial" panose="020B0604020202020204" pitchFamily="34" charset="0"/>
                <a:cs typeface="Arial" panose="020B0604020202020204" pitchFamily="34" charset="0"/>
              </a:rPr>
              <a:t>ít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thay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đổi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thay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đổi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nhiệt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xung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quanh</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p:txBody>
      </p:sp>
      <p:sp>
        <p:nvSpPr>
          <p:cNvPr id="8218" name="Rectangle 157"/>
          <p:cNvSpPr>
            <a:spLocks noChangeArrowheads="1"/>
          </p:cNvSpPr>
          <p:nvPr/>
        </p:nvSpPr>
        <p:spPr bwMode="auto">
          <a:xfrm>
            <a:off x="260350" y="1703813"/>
            <a:ext cx="3213100" cy="73866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2.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điểm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Photocoupler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ảnh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hưởng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Input </a:t>
            </a:r>
            <a:r>
              <a:rPr lang="en-US" altLang="ko-KR" sz="700" err="1" smtClean="0">
                <a:solidFill>
                  <a:srgbClr val="000000"/>
                </a:solidFill>
                <a:latin typeface="Arial" panose="020B0604020202020204" pitchFamily="34" charset="0"/>
                <a:cs typeface="Arial" panose="020B0604020202020204" pitchFamily="34" charset="0"/>
              </a:rPr>
              <a:t>đến</a:t>
            </a:r>
            <a:r>
              <a:rPr lang="en-US" altLang="ko-KR" sz="700" smtClean="0">
                <a:solidFill>
                  <a:srgbClr val="000000"/>
                </a:solidFill>
                <a:latin typeface="Arial" panose="020B0604020202020204" pitchFamily="34" charset="0"/>
                <a:cs typeface="Arial" panose="020B0604020202020204" pitchFamily="34" charset="0"/>
              </a:rPr>
              <a:t> output.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② </a:t>
            </a:r>
            <a:r>
              <a:rPr lang="en-US" altLang="ko-KR" sz="700" err="1" smtClean="0">
                <a:solidFill>
                  <a:srgbClr val="000000"/>
                </a:solidFill>
                <a:latin typeface="Arial" panose="020B0604020202020204" pitchFamily="34" charset="0"/>
                <a:cs typeface="Arial" panose="020B0604020202020204" pitchFamily="34" charset="0"/>
              </a:rPr>
              <a:t>Tốc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hồi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nhanh</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③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thể</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nâng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mật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bó</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Dễ</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dàng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truyền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giữa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mạch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thế</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khác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nhau</a:t>
            </a:r>
            <a:r>
              <a:rPr lang="en-US" altLang="ko-KR"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p:txBody>
      </p:sp>
      <p:sp>
        <p:nvSpPr>
          <p:cNvPr id="8219" name="Rectangle 173"/>
          <p:cNvSpPr>
            <a:spLocks noChangeArrowheads="1"/>
          </p:cNvSpPr>
          <p:nvPr/>
        </p:nvSpPr>
        <p:spPr bwMode="auto">
          <a:xfrm>
            <a:off x="260350" y="2409825"/>
            <a:ext cx="3124200" cy="8463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3.Yêu </a:t>
            </a:r>
            <a:r>
              <a:rPr lang="en-US" altLang="ko-KR" sz="700" err="1" smtClean="0">
                <a:solidFill>
                  <a:srgbClr val="000000"/>
                </a:solidFill>
                <a:latin typeface="Arial" panose="020B0604020202020204" pitchFamily="34" charset="0"/>
                <a:cs typeface="Arial" panose="020B0604020202020204" pitchFamily="34" charset="0"/>
              </a:rPr>
              <a:t>tố</a:t>
            </a:r>
            <a:r>
              <a:rPr lang="en-US" altLang="ko-KR" sz="700" smtClean="0">
                <a:solidFill>
                  <a:srgbClr val="000000"/>
                </a:solidFill>
                <a:latin typeface="Arial" panose="020B0604020202020204" pitchFamily="34" charset="0"/>
                <a:cs typeface="Arial" panose="020B0604020202020204" pitchFamily="34" charset="0"/>
              </a:rPr>
              <a:t> ở </a:t>
            </a:r>
            <a:r>
              <a:rPr lang="en-US" altLang="ko-KR" sz="700" err="1" smtClean="0">
                <a:solidFill>
                  <a:srgbClr val="000000"/>
                </a:solidFill>
                <a:latin typeface="Arial" panose="020B0604020202020204" pitchFamily="34" charset="0"/>
                <a:cs typeface="Arial" panose="020B0604020202020204" pitchFamily="34" charset="0"/>
              </a:rPr>
              <a:t>hình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cạnh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kí</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đồ</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mạch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Photocoupler</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gọi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phần</a:t>
            </a:r>
            <a:r>
              <a:rPr lang="en-US" altLang="ko-KR" sz="700" smtClean="0">
                <a:solidFill>
                  <a:srgbClr val="000000"/>
                </a:solidFill>
                <a:latin typeface="Arial" panose="020B0604020202020204" pitchFamily="34" charset="0"/>
                <a:cs typeface="Arial" panose="020B0604020202020204" pitchFamily="34" charset="0"/>
              </a:rPr>
              <a:t> ⓐ</a:t>
            </a:r>
            <a:r>
              <a:rPr lang="ko-KR" altLang="en-US"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gì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① Phototransistor</a:t>
            </a:r>
          </a:p>
          <a:p>
            <a:pPr eaLnBrk="1" fontAlgn="base" latinLnBrk="1" hangingPunct="1">
              <a:spcBef>
                <a:spcPct val="0"/>
              </a:spcBef>
              <a:spcAft>
                <a:spcPct val="0"/>
              </a:spcAft>
            </a:pPr>
            <a:r>
              <a:rPr lang="ko-KR" altLang="en-US" sz="700" smtClean="0">
                <a:solidFill>
                  <a:srgbClr val="000000"/>
                </a:solidFill>
                <a:latin typeface="Arial" panose="020B0604020202020204" pitchFamily="34" charset="0"/>
                <a:cs typeface="Arial" panose="020B0604020202020204" pitchFamily="34" charset="0"/>
              </a:rPr>
              <a:t>② </a:t>
            </a:r>
            <a:r>
              <a:rPr lang="en-US" altLang="ko-KR" sz="700">
                <a:solidFill>
                  <a:srgbClr val="000000"/>
                </a:solidFill>
                <a:latin typeface="Arial" panose="020B0604020202020204" pitchFamily="34" charset="0"/>
                <a:cs typeface="Arial" panose="020B0604020202020204" pitchFamily="34" charset="0"/>
              </a:rPr>
              <a:t>LED</a:t>
            </a: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③ </a:t>
            </a:r>
            <a:r>
              <a:rPr lang="en-US" altLang="ko-KR" sz="700" err="1" smtClean="0">
                <a:solidFill>
                  <a:srgbClr val="000000"/>
                </a:solidFill>
                <a:latin typeface="Arial" panose="020B0604020202020204" pitchFamily="34" charset="0"/>
                <a:cs typeface="Arial" panose="020B0604020202020204" pitchFamily="34" charset="0"/>
              </a:rPr>
              <a:t>Photocoupler</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④ </a:t>
            </a:r>
            <a:r>
              <a:rPr lang="en-US" altLang="ko-KR" sz="700">
                <a:solidFill>
                  <a:srgbClr val="000000"/>
                </a:solidFill>
                <a:latin typeface="Arial" panose="020B0604020202020204" pitchFamily="34" charset="0"/>
                <a:cs typeface="Arial" panose="020B0604020202020204" pitchFamily="34" charset="0"/>
              </a:rPr>
              <a:t>FET</a:t>
            </a:r>
          </a:p>
        </p:txBody>
      </p:sp>
      <p:grpSp>
        <p:nvGrpSpPr>
          <p:cNvPr id="8220" name="Group 174"/>
          <p:cNvGrpSpPr>
            <a:grpSpLocks/>
          </p:cNvGrpSpPr>
          <p:nvPr/>
        </p:nvGrpSpPr>
        <p:grpSpPr bwMode="auto">
          <a:xfrm>
            <a:off x="2271730" y="2624138"/>
            <a:ext cx="724935" cy="538162"/>
            <a:chOff x="3204" y="3755"/>
            <a:chExt cx="492" cy="373"/>
          </a:xfrm>
        </p:grpSpPr>
        <p:grpSp>
          <p:nvGrpSpPr>
            <p:cNvPr id="8265" name="Group 175"/>
            <p:cNvGrpSpPr>
              <a:grpSpLocks/>
            </p:cNvGrpSpPr>
            <p:nvPr/>
          </p:nvGrpSpPr>
          <p:grpSpPr bwMode="auto">
            <a:xfrm>
              <a:off x="3204" y="3755"/>
              <a:ext cx="492" cy="373"/>
              <a:chOff x="3204" y="5339"/>
              <a:chExt cx="492" cy="373"/>
            </a:xfrm>
          </p:grpSpPr>
          <p:sp>
            <p:nvSpPr>
              <p:cNvPr id="8268" name="Rectangle 176"/>
              <p:cNvSpPr>
                <a:spLocks noChangeArrowheads="1"/>
              </p:cNvSpPr>
              <p:nvPr/>
            </p:nvSpPr>
            <p:spPr bwMode="auto">
              <a:xfrm>
                <a:off x="3204" y="5356"/>
                <a:ext cx="492" cy="34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69" name="AutoShape 177"/>
              <p:cNvSpPr>
                <a:spLocks noChangeArrowheads="1"/>
              </p:cNvSpPr>
              <p:nvPr/>
            </p:nvSpPr>
            <p:spPr bwMode="auto">
              <a:xfrm>
                <a:off x="3278" y="5488"/>
                <a:ext cx="98" cy="105"/>
              </a:xfrm>
              <a:prstGeom prst="flowChartMerge">
                <a:avLst/>
              </a:prstGeom>
              <a:noFill/>
              <a:ln w="9525">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70" name="Line 178"/>
              <p:cNvSpPr>
                <a:spLocks noChangeShapeType="1"/>
              </p:cNvSpPr>
              <p:nvPr/>
            </p:nvSpPr>
            <p:spPr bwMode="auto">
              <a:xfrm>
                <a:off x="3287" y="5593"/>
                <a:ext cx="9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1" name="Line 179"/>
              <p:cNvSpPr>
                <a:spLocks noChangeShapeType="1"/>
              </p:cNvSpPr>
              <p:nvPr/>
            </p:nvSpPr>
            <p:spPr bwMode="auto">
              <a:xfrm flipV="1">
                <a:off x="3327" y="5356"/>
                <a:ext cx="0" cy="1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2" name="Line 180"/>
              <p:cNvSpPr>
                <a:spLocks noChangeShapeType="1"/>
              </p:cNvSpPr>
              <p:nvPr/>
            </p:nvSpPr>
            <p:spPr bwMode="auto">
              <a:xfrm flipV="1">
                <a:off x="3327" y="5593"/>
                <a:ext cx="0" cy="10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3" name="Line 181"/>
              <p:cNvSpPr>
                <a:spLocks noChangeShapeType="1"/>
              </p:cNvSpPr>
              <p:nvPr/>
            </p:nvSpPr>
            <p:spPr bwMode="auto">
              <a:xfrm>
                <a:off x="3505" y="5458"/>
                <a:ext cx="0" cy="1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4" name="Line 182"/>
              <p:cNvSpPr>
                <a:spLocks noChangeShapeType="1"/>
              </p:cNvSpPr>
              <p:nvPr/>
            </p:nvSpPr>
            <p:spPr bwMode="auto">
              <a:xfrm flipV="1">
                <a:off x="3505" y="5451"/>
                <a:ext cx="74" cy="5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5" name="Line 183"/>
              <p:cNvSpPr>
                <a:spLocks noChangeShapeType="1"/>
              </p:cNvSpPr>
              <p:nvPr/>
            </p:nvSpPr>
            <p:spPr bwMode="auto">
              <a:xfrm rot="-1196941">
                <a:off x="3515" y="5540"/>
                <a:ext cx="73" cy="8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6" name="Line 184"/>
              <p:cNvSpPr>
                <a:spLocks noChangeShapeType="1"/>
              </p:cNvSpPr>
              <p:nvPr/>
            </p:nvSpPr>
            <p:spPr bwMode="auto">
              <a:xfrm flipV="1">
                <a:off x="3573" y="5356"/>
                <a:ext cx="0" cy="10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7" name="Line 185"/>
              <p:cNvSpPr>
                <a:spLocks noChangeShapeType="1"/>
              </p:cNvSpPr>
              <p:nvPr/>
            </p:nvSpPr>
            <p:spPr bwMode="auto">
              <a:xfrm>
                <a:off x="3582" y="5593"/>
                <a:ext cx="0" cy="10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78" name="Oval 186"/>
              <p:cNvSpPr>
                <a:spLocks noChangeArrowheads="1"/>
              </p:cNvSpPr>
              <p:nvPr/>
            </p:nvSpPr>
            <p:spPr bwMode="auto">
              <a:xfrm>
                <a:off x="3315" y="5339"/>
                <a:ext cx="24" cy="2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79" name="Oval 187"/>
              <p:cNvSpPr>
                <a:spLocks noChangeArrowheads="1"/>
              </p:cNvSpPr>
              <p:nvPr/>
            </p:nvSpPr>
            <p:spPr bwMode="auto">
              <a:xfrm>
                <a:off x="3315" y="5686"/>
                <a:ext cx="24" cy="2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80" name="Oval 188"/>
              <p:cNvSpPr>
                <a:spLocks noChangeArrowheads="1"/>
              </p:cNvSpPr>
              <p:nvPr/>
            </p:nvSpPr>
            <p:spPr bwMode="auto">
              <a:xfrm>
                <a:off x="3570" y="5686"/>
                <a:ext cx="25" cy="2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81" name="Oval 189"/>
              <p:cNvSpPr>
                <a:spLocks noChangeArrowheads="1"/>
              </p:cNvSpPr>
              <p:nvPr/>
            </p:nvSpPr>
            <p:spPr bwMode="auto">
              <a:xfrm>
                <a:off x="3564" y="5342"/>
                <a:ext cx="24" cy="2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82" name="Line 190"/>
              <p:cNvSpPr>
                <a:spLocks noChangeShapeType="1"/>
              </p:cNvSpPr>
              <p:nvPr/>
            </p:nvSpPr>
            <p:spPr bwMode="auto">
              <a:xfrm>
                <a:off x="3425" y="5514"/>
                <a:ext cx="74" cy="26"/>
              </a:xfrm>
              <a:prstGeom prst="line">
                <a:avLst/>
              </a:prstGeom>
              <a:noFill/>
              <a:ln w="9525">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83" name="Line 191"/>
              <p:cNvSpPr>
                <a:spLocks noChangeShapeType="1"/>
              </p:cNvSpPr>
              <p:nvPr/>
            </p:nvSpPr>
            <p:spPr bwMode="auto">
              <a:xfrm>
                <a:off x="3425" y="5514"/>
                <a:ext cx="25" cy="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84" name="Line 192"/>
              <p:cNvSpPr>
                <a:spLocks noChangeShapeType="1"/>
              </p:cNvSpPr>
              <p:nvPr/>
            </p:nvSpPr>
            <p:spPr bwMode="auto">
              <a:xfrm flipH="1" flipV="1">
                <a:off x="3376" y="5514"/>
                <a:ext cx="74" cy="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grpSp>
        <p:sp>
          <p:nvSpPr>
            <p:cNvPr id="8266" name="Rectangle 193"/>
            <p:cNvSpPr>
              <a:spLocks noChangeArrowheads="1"/>
            </p:cNvSpPr>
            <p:nvPr/>
          </p:nvSpPr>
          <p:spPr bwMode="auto">
            <a:xfrm>
              <a:off x="3430" y="3772"/>
              <a:ext cx="245" cy="301"/>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67" name="Text Box 194"/>
            <p:cNvSpPr txBox="1">
              <a:spLocks noChangeArrowheads="1"/>
            </p:cNvSpPr>
            <p:nvPr/>
          </p:nvSpPr>
          <p:spPr bwMode="auto">
            <a:xfrm>
              <a:off x="3509" y="3852"/>
              <a:ext cx="185" cy="1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b="1">
                  <a:solidFill>
                    <a:srgbClr val="FF0000"/>
                  </a:solidFill>
                  <a:latin typeface="Arial" panose="020B0604020202020204" pitchFamily="34" charset="0"/>
                  <a:ea typeface="돋움" pitchFamily="50" charset="-127"/>
                  <a:cs typeface="Arial" panose="020B0604020202020204" pitchFamily="34" charset="0"/>
                </a:rPr>
                <a:t>ⓐ</a:t>
              </a:r>
            </a:p>
          </p:txBody>
        </p:sp>
      </p:grpSp>
      <p:sp>
        <p:nvSpPr>
          <p:cNvPr id="8221" name="Rectangle 211"/>
          <p:cNvSpPr>
            <a:spLocks noChangeArrowheads="1"/>
          </p:cNvSpPr>
          <p:nvPr/>
        </p:nvSpPr>
        <p:spPr bwMode="auto">
          <a:xfrm>
            <a:off x="266700" y="3251200"/>
            <a:ext cx="3124200" cy="73866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4. </a:t>
            </a:r>
            <a:r>
              <a:rPr lang="en-US" altLang="ko-KR" sz="700" smtClean="0">
                <a:solidFill>
                  <a:srgbClr val="000000"/>
                </a:solidFill>
                <a:latin typeface="Arial" panose="020B0604020202020204" pitchFamily="34" charset="0"/>
                <a:cs typeface="Arial" panose="020B0604020202020204" pitchFamily="34" charset="0"/>
              </a:rPr>
              <a:t>Output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tiếp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điểm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tử</a:t>
            </a:r>
            <a:r>
              <a:rPr lang="en-US" altLang="ko-KR" sz="700" smtClean="0">
                <a:solidFill>
                  <a:srgbClr val="000000"/>
                </a:solidFill>
                <a:latin typeface="Arial" panose="020B0604020202020204" pitchFamily="34" charset="0"/>
                <a:cs typeface="Arial" panose="020B0604020202020204" pitchFamily="34" charset="0"/>
              </a:rPr>
              <a:t> ở </a:t>
            </a:r>
            <a:r>
              <a:rPr lang="en-US" altLang="ko-KR" sz="700" err="1" smtClean="0">
                <a:solidFill>
                  <a:srgbClr val="000000"/>
                </a:solidFill>
                <a:latin typeface="Arial" panose="020B0604020202020204" pitchFamily="34" charset="0"/>
                <a:cs typeface="Arial" panose="020B0604020202020204" pitchFamily="34" charset="0"/>
              </a:rPr>
              <a:t>mạch</a:t>
            </a:r>
            <a:r>
              <a:rPr lang="en-US" altLang="ko-KR" sz="700" smtClean="0">
                <a:solidFill>
                  <a:srgbClr val="000000"/>
                </a:solidFill>
                <a:latin typeface="Arial" panose="020B0604020202020204" pitchFamily="34" charset="0"/>
                <a:cs typeface="Arial" panose="020B0604020202020204" pitchFamily="34" charset="0"/>
              </a:rPr>
              <a:t> output sensor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gì</a:t>
            </a:r>
            <a:r>
              <a:rPr lang="en-US" altLang="ko-KR" sz="700" smtClean="0">
                <a:solidFill>
                  <a:srgbClr val="000000"/>
                </a:solidFill>
                <a:latin typeface="Arial" panose="020B0604020202020204" pitchFamily="34" charset="0"/>
                <a:cs typeface="Arial" panose="020B0604020202020204" pitchFamily="34" charset="0"/>
              </a:rPr>
              <a:t>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 </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smtClean="0">
                <a:solidFill>
                  <a:srgbClr val="000000"/>
                </a:solidFill>
                <a:latin typeface="Arial" panose="020B0604020202020204" pitchFamily="34" charset="0"/>
                <a:cs typeface="Arial" panose="020B0604020202020204" pitchFamily="34" charset="0"/>
              </a:rPr>
              <a:t>NPN transistor</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O</a:t>
            </a:r>
            <a:r>
              <a:rPr lang="en-US" altLang="ko-KR" sz="700" smtClean="0">
                <a:solidFill>
                  <a:srgbClr val="000000"/>
                </a:solidFill>
                <a:latin typeface="Arial" panose="020B0604020202020204" pitchFamily="34" charset="0"/>
                <a:cs typeface="Arial" panose="020B0604020202020204" pitchFamily="34" charset="0"/>
              </a:rPr>
              <a:t>pen Collector</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② </a:t>
            </a:r>
            <a:r>
              <a:rPr lang="en-US" altLang="ko-KR" sz="700">
                <a:solidFill>
                  <a:srgbClr val="000000"/>
                </a:solidFill>
                <a:latin typeface="Arial" panose="020B0604020202020204" pitchFamily="34" charset="0"/>
                <a:cs typeface="Arial" panose="020B0604020202020204" pitchFamily="34" charset="0"/>
              </a:rPr>
              <a:t>PNP transistor</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open Collector </a:t>
            </a:r>
            <a:r>
              <a:rPr lang="en-US" altLang="ko-KR" sz="700" err="1" smtClean="0">
                <a:solidFill>
                  <a:srgbClr val="000000"/>
                </a:solidFill>
                <a:latin typeface="Arial" panose="020B0604020202020204" pitchFamily="34" charset="0"/>
                <a:cs typeface="Arial" panose="020B0604020202020204" pitchFamily="34" charset="0"/>
              </a:rPr>
              <a:t>dạng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xuyên</a:t>
            </a:r>
            <a:r>
              <a:rPr lang="en-US" altLang="ko-KR" sz="700" smtClean="0">
                <a:solidFill>
                  <a:srgbClr val="000000"/>
                </a:solidFill>
                <a:latin typeface="Arial" panose="020B0604020202020204" pitchFamily="34" charset="0"/>
                <a:cs typeface="Arial" panose="020B0604020202020204" pitchFamily="34" charset="0"/>
              </a:rPr>
              <a:t> qua</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③ </a:t>
            </a:r>
            <a:r>
              <a:rPr lang="en-US" altLang="ko-KR" sz="700" err="1" smtClean="0">
                <a:solidFill>
                  <a:srgbClr val="000000"/>
                </a:solidFill>
                <a:latin typeface="Arial" panose="020B0604020202020204" pitchFamily="34" charset="0"/>
                <a:cs typeface="Arial" panose="020B0604020202020204" pitchFamily="34" charset="0"/>
              </a:rPr>
              <a:t>Dạng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một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chiều</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Tiếp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điểm</a:t>
            </a:r>
            <a:r>
              <a:rPr lang="en-US" altLang="ko-KR" sz="700" smtClean="0">
                <a:solidFill>
                  <a:srgbClr val="000000"/>
                </a:solidFill>
                <a:latin typeface="Arial" panose="020B0604020202020204" pitchFamily="34" charset="0"/>
                <a:cs typeface="Arial" panose="020B0604020202020204" pitchFamily="34" charset="0"/>
              </a:rPr>
              <a:t> Relay</a:t>
            </a:r>
            <a:endParaRPr lang="ko-KR" altLang="en-US" sz="700">
              <a:solidFill>
                <a:srgbClr val="000000"/>
              </a:solidFill>
              <a:latin typeface="Arial" panose="020B0604020202020204" pitchFamily="34" charset="0"/>
              <a:cs typeface="Arial" panose="020B0604020202020204" pitchFamily="34" charset="0"/>
            </a:endParaRPr>
          </a:p>
        </p:txBody>
      </p:sp>
      <p:sp>
        <p:nvSpPr>
          <p:cNvPr id="8222" name="Rectangle 216"/>
          <p:cNvSpPr>
            <a:spLocks noChangeArrowheads="1"/>
          </p:cNvSpPr>
          <p:nvPr/>
        </p:nvSpPr>
        <p:spPr bwMode="auto">
          <a:xfrm>
            <a:off x="260350" y="3921129"/>
            <a:ext cx="3124200" cy="8463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5.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điểm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Diot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phát</a:t>
            </a:r>
            <a:r>
              <a:rPr lang="en-US" altLang="ko-KR" sz="700" smtClean="0">
                <a:solidFill>
                  <a:srgbClr val="000000"/>
                </a:solidFill>
                <a:latin typeface="Arial" panose="020B0604020202020204" pitchFamily="34" charset="0"/>
                <a:cs typeface="Arial" panose="020B0604020202020204" pitchFamily="34" charset="0"/>
              </a:rPr>
              <a:t> quang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thể</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hoạt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bằng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một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chiều</a:t>
            </a:r>
            <a:r>
              <a:rPr lang="en-US" altLang="ko-KR" sz="700" smtClean="0">
                <a:solidFill>
                  <a:srgbClr val="000000"/>
                </a:solidFill>
                <a:latin typeface="Arial" panose="020B0604020202020204" pitchFamily="34" charset="0"/>
                <a:cs typeface="Arial" panose="020B0604020202020204" pitchFamily="34" charset="0"/>
              </a:rPr>
              <a:t> hay </a:t>
            </a:r>
            <a:r>
              <a:rPr lang="en-US" altLang="ko-KR" sz="700" err="1" smtClean="0">
                <a:solidFill>
                  <a:srgbClr val="000000"/>
                </a:solidFill>
                <a:latin typeface="Arial" panose="020B0604020202020204" pitchFamily="34" charset="0"/>
                <a:cs typeface="Arial" panose="020B0604020202020204" pitchFamily="34" charset="0"/>
              </a:rPr>
              <a:t>xoay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chiều</a:t>
            </a:r>
            <a:r>
              <a:rPr lang="ko-KR" altLang="en-US"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smtClean="0">
                <a:solidFill>
                  <a:srgbClr val="000000"/>
                </a:solidFill>
                <a:latin typeface="Arial" panose="020B0604020202020204" pitchFamily="34" charset="0"/>
                <a:cs typeface="Arial" panose="020B0604020202020204" pitchFamily="34" charset="0"/>
              </a:rPr>
              <a:t>② </a:t>
            </a:r>
            <a:r>
              <a:rPr lang="en-US" altLang="ko-KR" sz="700" err="1" smtClean="0">
                <a:solidFill>
                  <a:srgbClr val="000000"/>
                </a:solidFill>
                <a:latin typeface="Arial" panose="020B0604020202020204" pitchFamily="34" charset="0"/>
                <a:cs typeface="Arial" panose="020B0604020202020204" pitchFamily="34" charset="0"/>
              </a:rPr>
              <a:t>Tốc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hồi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nhanh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thể</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biến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đổi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dựa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tần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xung</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③ </a:t>
            </a:r>
            <a:r>
              <a:rPr lang="en-US" altLang="ko-KR" sz="700" err="1" smtClean="0">
                <a:solidFill>
                  <a:srgbClr val="000000"/>
                </a:solidFill>
                <a:latin typeface="Arial" panose="020B0604020202020204" pitchFamily="34" charset="0"/>
                <a:cs typeface="Arial" panose="020B0604020202020204" pitchFamily="34" charset="0"/>
              </a:rPr>
              <a:t>Hiệu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phát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quang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thể</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nhận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output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 ở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năng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tiêu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thụ</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thấp</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p:txBody>
      </p:sp>
      <p:sp>
        <p:nvSpPr>
          <p:cNvPr id="8223" name="Rectangle 172"/>
          <p:cNvSpPr>
            <a:spLocks noChangeArrowheads="1"/>
          </p:cNvSpPr>
          <p:nvPr/>
        </p:nvSpPr>
        <p:spPr bwMode="auto">
          <a:xfrm>
            <a:off x="260350" y="4746633"/>
            <a:ext cx="3132138" cy="116955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6. </a:t>
            </a:r>
            <a:r>
              <a:rPr lang="en-US" altLang="ko-KR" sz="700" smtClean="0">
                <a:solidFill>
                  <a:srgbClr val="000000"/>
                </a:solidFill>
                <a:latin typeface="Arial" panose="020B0604020202020204" pitchFamily="34" charset="0"/>
                <a:cs typeface="Arial" panose="020B0604020202020204" pitchFamily="34" charset="0"/>
              </a:rPr>
              <a:t>Ở </a:t>
            </a:r>
            <a:r>
              <a:rPr lang="en-US" altLang="ko-KR" sz="700" err="1" smtClean="0">
                <a:solidFill>
                  <a:srgbClr val="000000"/>
                </a:solidFill>
                <a:latin typeface="Arial" panose="020B0604020202020204" pitchFamily="34" charset="0"/>
                <a:cs typeface="Arial" panose="020B0604020202020204" pitchFamily="34" charset="0"/>
              </a:rPr>
              <a:t>mạch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dưới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phía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 B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thứ</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tự</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11.3V, 0.7V</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② 0.7V, 11.3V</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③ 2.9V, 9.1V</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④ 9.1V, 2.9V</a:t>
            </a:r>
          </a:p>
        </p:txBody>
      </p:sp>
      <p:grpSp>
        <p:nvGrpSpPr>
          <p:cNvPr id="8224" name="Group 173"/>
          <p:cNvGrpSpPr>
            <a:grpSpLocks/>
          </p:cNvGrpSpPr>
          <p:nvPr/>
        </p:nvGrpSpPr>
        <p:grpSpPr bwMode="auto">
          <a:xfrm>
            <a:off x="1355725" y="4970463"/>
            <a:ext cx="1684338" cy="1041400"/>
            <a:chOff x="835" y="2224"/>
            <a:chExt cx="1061" cy="656"/>
          </a:xfrm>
        </p:grpSpPr>
        <p:sp>
          <p:nvSpPr>
            <p:cNvPr id="8233" name="Line 174"/>
            <p:cNvSpPr>
              <a:spLocks noChangeShapeType="1"/>
            </p:cNvSpPr>
            <p:nvPr/>
          </p:nvSpPr>
          <p:spPr bwMode="auto">
            <a:xfrm>
              <a:off x="1170" y="2233"/>
              <a:ext cx="0" cy="31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34" name="Line 175"/>
            <p:cNvSpPr>
              <a:spLocks noChangeShapeType="1"/>
            </p:cNvSpPr>
            <p:nvPr/>
          </p:nvSpPr>
          <p:spPr bwMode="auto">
            <a:xfrm>
              <a:off x="1165" y="2233"/>
              <a:ext cx="44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35" name="Line 176"/>
            <p:cNvSpPr>
              <a:spLocks noChangeShapeType="1"/>
            </p:cNvSpPr>
            <p:nvPr/>
          </p:nvSpPr>
          <p:spPr bwMode="auto">
            <a:xfrm>
              <a:off x="1617" y="2233"/>
              <a:ext cx="0" cy="9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grpSp>
          <p:nvGrpSpPr>
            <p:cNvPr id="8236" name="Group 177"/>
            <p:cNvGrpSpPr>
              <a:grpSpLocks/>
            </p:cNvGrpSpPr>
            <p:nvPr/>
          </p:nvGrpSpPr>
          <p:grpSpPr bwMode="auto">
            <a:xfrm>
              <a:off x="1572" y="2329"/>
              <a:ext cx="90" cy="120"/>
              <a:chOff x="1488" y="1152"/>
              <a:chExt cx="192" cy="336"/>
            </a:xfrm>
          </p:grpSpPr>
          <p:sp>
            <p:nvSpPr>
              <p:cNvPr id="8258" name="Line 178"/>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59" name="Line 179"/>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60" name="Line 180"/>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61" name="Line 181"/>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62" name="Line 182"/>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63" name="Line 183"/>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64" name="Line 184"/>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grpSp>
        <p:sp>
          <p:nvSpPr>
            <p:cNvPr id="8237" name="Line 185"/>
            <p:cNvSpPr>
              <a:spLocks noChangeShapeType="1"/>
            </p:cNvSpPr>
            <p:nvPr/>
          </p:nvSpPr>
          <p:spPr bwMode="auto">
            <a:xfrm>
              <a:off x="1617" y="2449"/>
              <a:ext cx="0" cy="20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38" name="AutoShape 186"/>
            <p:cNvSpPr>
              <a:spLocks noChangeArrowheads="1"/>
            </p:cNvSpPr>
            <p:nvPr/>
          </p:nvSpPr>
          <p:spPr bwMode="auto">
            <a:xfrm>
              <a:off x="1557" y="2655"/>
              <a:ext cx="120" cy="6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00">
                <a:solidFill>
                  <a:srgbClr val="000000"/>
                </a:solidFill>
                <a:latin typeface="Arial" panose="020B0604020202020204" pitchFamily="34" charset="0"/>
                <a:cs typeface="Arial" panose="020B0604020202020204" pitchFamily="34" charset="0"/>
              </a:endParaRPr>
            </a:p>
          </p:txBody>
        </p:sp>
        <p:sp>
          <p:nvSpPr>
            <p:cNvPr id="8239" name="Line 187"/>
            <p:cNvSpPr>
              <a:spLocks noChangeShapeType="1"/>
            </p:cNvSpPr>
            <p:nvPr/>
          </p:nvSpPr>
          <p:spPr bwMode="auto">
            <a:xfrm>
              <a:off x="1557" y="2715"/>
              <a:ext cx="12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0" name="Line 188"/>
            <p:cNvSpPr>
              <a:spLocks noChangeShapeType="1"/>
            </p:cNvSpPr>
            <p:nvPr/>
          </p:nvSpPr>
          <p:spPr bwMode="auto">
            <a:xfrm>
              <a:off x="1170" y="2874"/>
              <a:ext cx="447"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1" name="Line 189"/>
            <p:cNvSpPr>
              <a:spLocks noChangeShapeType="1"/>
            </p:cNvSpPr>
            <p:nvPr/>
          </p:nvSpPr>
          <p:spPr bwMode="auto">
            <a:xfrm>
              <a:off x="1617" y="2712"/>
              <a:ext cx="0" cy="16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2" name="Text Box 190"/>
            <p:cNvSpPr txBox="1">
              <a:spLocks noChangeArrowheads="1"/>
            </p:cNvSpPr>
            <p:nvPr/>
          </p:nvSpPr>
          <p:spPr bwMode="auto">
            <a:xfrm>
              <a:off x="1442" y="2367"/>
              <a:ext cx="157" cy="1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R</a:t>
              </a:r>
            </a:p>
          </p:txBody>
        </p:sp>
        <p:sp>
          <p:nvSpPr>
            <p:cNvPr id="8243" name="Line 191"/>
            <p:cNvSpPr>
              <a:spLocks noChangeShapeType="1"/>
            </p:cNvSpPr>
            <p:nvPr/>
          </p:nvSpPr>
          <p:spPr bwMode="auto">
            <a:xfrm flipV="1">
              <a:off x="1170" y="2561"/>
              <a:ext cx="0" cy="31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4" name="Line 192"/>
            <p:cNvSpPr>
              <a:spLocks noChangeShapeType="1"/>
            </p:cNvSpPr>
            <p:nvPr/>
          </p:nvSpPr>
          <p:spPr bwMode="auto">
            <a:xfrm>
              <a:off x="1114" y="2543"/>
              <a:ext cx="116"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5" name="Line 193"/>
            <p:cNvSpPr>
              <a:spLocks noChangeShapeType="1"/>
            </p:cNvSpPr>
            <p:nvPr/>
          </p:nvSpPr>
          <p:spPr bwMode="auto">
            <a:xfrm>
              <a:off x="1132" y="2565"/>
              <a:ext cx="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6" name="Text Box 194"/>
            <p:cNvSpPr txBox="1">
              <a:spLocks noChangeArrowheads="1"/>
            </p:cNvSpPr>
            <p:nvPr/>
          </p:nvSpPr>
          <p:spPr bwMode="auto">
            <a:xfrm>
              <a:off x="1067" y="2457"/>
              <a:ext cx="150" cy="1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a:t>
              </a:r>
            </a:p>
          </p:txBody>
        </p:sp>
        <p:sp>
          <p:nvSpPr>
            <p:cNvPr id="8247" name="Line 195"/>
            <p:cNvSpPr>
              <a:spLocks noChangeShapeType="1"/>
            </p:cNvSpPr>
            <p:nvPr/>
          </p:nvSpPr>
          <p:spPr bwMode="auto">
            <a:xfrm>
              <a:off x="1556" y="2655"/>
              <a:ext cx="121"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8" name="Line 196"/>
            <p:cNvSpPr>
              <a:spLocks noChangeShapeType="1"/>
            </p:cNvSpPr>
            <p:nvPr/>
          </p:nvSpPr>
          <p:spPr bwMode="auto">
            <a:xfrm>
              <a:off x="1677" y="2655"/>
              <a:ext cx="37" cy="3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49" name="Line 197"/>
            <p:cNvSpPr>
              <a:spLocks noChangeShapeType="1"/>
            </p:cNvSpPr>
            <p:nvPr/>
          </p:nvSpPr>
          <p:spPr bwMode="auto">
            <a:xfrm flipH="1" flipV="1">
              <a:off x="1514" y="2619"/>
              <a:ext cx="37" cy="3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50" name="Text Box 198"/>
            <p:cNvSpPr txBox="1">
              <a:spLocks noChangeArrowheads="1"/>
            </p:cNvSpPr>
            <p:nvPr/>
          </p:nvSpPr>
          <p:spPr bwMode="auto">
            <a:xfrm>
              <a:off x="1281" y="2600"/>
              <a:ext cx="271" cy="19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ZD</a:t>
              </a: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(9.1V)</a:t>
              </a:r>
            </a:p>
          </p:txBody>
        </p:sp>
        <p:sp>
          <p:nvSpPr>
            <p:cNvPr id="8251" name="Text Box 199"/>
            <p:cNvSpPr txBox="1">
              <a:spLocks noChangeArrowheads="1"/>
            </p:cNvSpPr>
            <p:nvPr/>
          </p:nvSpPr>
          <p:spPr bwMode="auto">
            <a:xfrm>
              <a:off x="835" y="2472"/>
              <a:ext cx="249" cy="1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12[V]</a:t>
              </a:r>
            </a:p>
          </p:txBody>
        </p:sp>
        <p:sp>
          <p:nvSpPr>
            <p:cNvPr id="8252" name="Line 200"/>
            <p:cNvSpPr>
              <a:spLocks noChangeShapeType="1"/>
            </p:cNvSpPr>
            <p:nvPr/>
          </p:nvSpPr>
          <p:spPr bwMode="auto">
            <a:xfrm flipH="1" flipV="1">
              <a:off x="1663" y="2224"/>
              <a:ext cx="112" cy="109"/>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53" name="Line 201"/>
            <p:cNvSpPr>
              <a:spLocks noChangeShapeType="1"/>
            </p:cNvSpPr>
            <p:nvPr/>
          </p:nvSpPr>
          <p:spPr bwMode="auto">
            <a:xfrm flipH="1">
              <a:off x="1663" y="2476"/>
              <a:ext cx="149" cy="72"/>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54" name="Text Box 202"/>
            <p:cNvSpPr txBox="1">
              <a:spLocks noChangeArrowheads="1"/>
            </p:cNvSpPr>
            <p:nvPr/>
          </p:nvSpPr>
          <p:spPr bwMode="auto">
            <a:xfrm>
              <a:off x="1737" y="2325"/>
              <a:ext cx="154" cy="1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A</a:t>
              </a:r>
            </a:p>
          </p:txBody>
        </p:sp>
        <p:sp>
          <p:nvSpPr>
            <p:cNvPr id="8255" name="Line 203"/>
            <p:cNvSpPr>
              <a:spLocks noChangeShapeType="1"/>
            </p:cNvSpPr>
            <p:nvPr/>
          </p:nvSpPr>
          <p:spPr bwMode="auto">
            <a:xfrm flipH="1" flipV="1">
              <a:off x="1668" y="2552"/>
              <a:ext cx="112" cy="109"/>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56" name="Line 204"/>
            <p:cNvSpPr>
              <a:spLocks noChangeShapeType="1"/>
            </p:cNvSpPr>
            <p:nvPr/>
          </p:nvSpPr>
          <p:spPr bwMode="auto">
            <a:xfrm flipH="1">
              <a:off x="1663" y="2799"/>
              <a:ext cx="149" cy="72"/>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00">
                <a:solidFill>
                  <a:srgbClr val="000000"/>
                </a:solidFill>
                <a:latin typeface="Arial" panose="020B0604020202020204" pitchFamily="34" charset="0"/>
                <a:cs typeface="Arial" panose="020B0604020202020204" pitchFamily="34" charset="0"/>
              </a:endParaRPr>
            </a:p>
          </p:txBody>
        </p:sp>
        <p:sp>
          <p:nvSpPr>
            <p:cNvPr id="8257" name="Text Box 205"/>
            <p:cNvSpPr txBox="1">
              <a:spLocks noChangeArrowheads="1"/>
            </p:cNvSpPr>
            <p:nvPr/>
          </p:nvSpPr>
          <p:spPr bwMode="auto">
            <a:xfrm>
              <a:off x="1742" y="2663"/>
              <a:ext cx="154" cy="1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B</a:t>
              </a:r>
            </a:p>
          </p:txBody>
        </p:sp>
      </p:grpSp>
      <p:sp>
        <p:nvSpPr>
          <p:cNvPr id="8225" name="Rectangle 209"/>
          <p:cNvSpPr>
            <a:spLocks noChangeArrowheads="1"/>
          </p:cNvSpPr>
          <p:nvPr/>
        </p:nvSpPr>
        <p:spPr bwMode="auto">
          <a:xfrm>
            <a:off x="260350" y="6059488"/>
            <a:ext cx="3125788" cy="63094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7. </a:t>
            </a:r>
            <a:r>
              <a:rPr lang="en-US" altLang="ko-KR" sz="700" smtClean="0">
                <a:solidFill>
                  <a:srgbClr val="000000"/>
                </a:solidFill>
                <a:latin typeface="Arial" panose="020B0604020202020204" pitchFamily="34" charset="0"/>
                <a:cs typeface="Arial" panose="020B0604020202020204" pitchFamily="34" charset="0"/>
              </a:rPr>
              <a:t>Sau </a:t>
            </a:r>
            <a:r>
              <a:rPr lang="en-US" altLang="ko-KR" sz="700" err="1" smtClean="0">
                <a:solidFill>
                  <a:srgbClr val="000000"/>
                </a:solidFill>
                <a:latin typeface="Arial" panose="020B0604020202020204" pitchFamily="34" charset="0"/>
                <a:cs typeface="Arial" panose="020B0604020202020204" pitchFamily="34" charset="0"/>
              </a:rPr>
              <a:t>đây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giải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thích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về</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nội</a:t>
            </a:r>
            <a:r>
              <a:rPr lang="en-US" altLang="ko-KR" sz="700" smtClean="0">
                <a:solidFill>
                  <a:srgbClr val="000000"/>
                </a:solidFill>
                <a:latin typeface="Arial" panose="020B0604020202020204" pitchFamily="34" charset="0"/>
                <a:cs typeface="Arial" panose="020B0604020202020204" pitchFamily="34" charset="0"/>
              </a:rPr>
              <a:t> dung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00" smtClean="0">
                <a:solidFill>
                  <a:srgbClr val="000000"/>
                </a:solidFill>
                <a:latin typeface="Arial" panose="020B0604020202020204" pitchFamily="34" charset="0"/>
                <a:cs typeface="Arial" panose="020B0604020202020204" pitchFamily="34" charset="0"/>
              </a:rPr>
              <a:t>‘</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tiếp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điểm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tử</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On </a:t>
            </a:r>
            <a:r>
              <a:rPr lang="en-US" altLang="ko-KR" sz="700" err="1" smtClean="0">
                <a:solidFill>
                  <a:srgbClr val="000000"/>
                </a:solidFill>
                <a:latin typeface="Arial" panose="020B0604020202020204" pitchFamily="34" charset="0"/>
                <a:cs typeface="Arial" panose="020B0604020202020204" pitchFamily="34" charset="0"/>
              </a:rPr>
              <a:t>khi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đang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hiện</a:t>
            </a:r>
            <a:r>
              <a:rPr lang="en-US" altLang="ko-KR" sz="700" smtClean="0">
                <a:solidFill>
                  <a:srgbClr val="000000"/>
                </a:solidFill>
                <a:latin typeface="Arial" panose="020B0604020202020204" pitchFamily="34" charset="0"/>
                <a:cs typeface="Arial" panose="020B0604020202020204" pitchFamily="34" charset="0"/>
              </a:rPr>
              <a:t> Input </a:t>
            </a:r>
            <a:r>
              <a:rPr lang="en-US" altLang="ko-KR" sz="700" err="1" smtClean="0">
                <a:solidFill>
                  <a:srgbClr val="000000"/>
                </a:solidFill>
                <a:latin typeface="Arial" panose="020B0604020202020204" pitchFamily="34" charset="0"/>
                <a:cs typeface="Arial" panose="020B0604020202020204" pitchFamily="34" charset="0"/>
              </a:rPr>
              <a:t>đưa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vào</a:t>
            </a:r>
            <a:r>
              <a:rPr lang="en-US" altLang="ko-KR" sz="700" smtClean="0">
                <a:solidFill>
                  <a:srgbClr val="000000"/>
                </a:solidFill>
                <a:latin typeface="Arial" panose="020B0604020202020204" pitchFamily="34" charset="0"/>
                <a:cs typeface="Arial" panose="020B0604020202020204" pitchFamily="34" charset="0"/>
              </a:rPr>
              <a:t>, OFF </a:t>
            </a:r>
            <a:r>
              <a:rPr lang="en-US" altLang="ko-KR" sz="700" err="1" smtClean="0">
                <a:solidFill>
                  <a:srgbClr val="000000"/>
                </a:solidFill>
                <a:latin typeface="Arial" panose="020B0604020202020204" pitchFamily="34" charset="0"/>
                <a:cs typeface="Arial" panose="020B0604020202020204" pitchFamily="34" charset="0"/>
              </a:rPr>
              <a:t>khi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hiệu</a:t>
            </a:r>
            <a:r>
              <a:rPr lang="en-US" altLang="ko-KR" sz="700" smtClean="0">
                <a:solidFill>
                  <a:srgbClr val="000000"/>
                </a:solidFill>
                <a:latin typeface="Arial" panose="020B0604020202020204" pitchFamily="34" charset="0"/>
                <a:cs typeface="Arial" panose="020B0604020202020204" pitchFamily="34" charset="0"/>
              </a:rPr>
              <a:t> Input </a:t>
            </a:r>
            <a:r>
              <a:rPr lang="en-US" altLang="ko-KR" sz="700" err="1" smtClean="0">
                <a:solidFill>
                  <a:srgbClr val="000000"/>
                </a:solidFill>
                <a:latin typeface="Arial" panose="020B0604020202020204" pitchFamily="34" charset="0"/>
                <a:cs typeface="Arial" panose="020B0604020202020204" pitchFamily="34" charset="0"/>
              </a:rPr>
              <a:t>biến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mất</a:t>
            </a:r>
            <a:r>
              <a:rPr lang="en-US" altLang="ko-KR" sz="700" smtClean="0">
                <a:solidFill>
                  <a:srgbClr val="000000"/>
                </a:solidFill>
                <a:latin typeface="Arial" panose="020B0604020202020204" pitchFamily="34" charset="0"/>
                <a:cs typeface="Arial" panose="020B0604020202020204" pitchFamily="34" charset="0"/>
              </a:rPr>
              <a:t>, Input </a:t>
            </a:r>
            <a:r>
              <a:rPr lang="en-US" altLang="ko-KR" sz="700" err="1" smtClean="0">
                <a:solidFill>
                  <a:srgbClr val="000000"/>
                </a:solidFill>
                <a:latin typeface="Arial" panose="020B0604020202020204" pitchFamily="34" charset="0"/>
                <a:cs typeface="Arial" panose="020B0604020202020204" pitchFamily="34" charset="0"/>
              </a:rPr>
              <a:t>và</a:t>
            </a:r>
            <a:r>
              <a:rPr lang="en-US" altLang="ko-KR" sz="700" smtClean="0">
                <a:solidFill>
                  <a:srgbClr val="000000"/>
                </a:solidFill>
                <a:latin typeface="Arial" panose="020B0604020202020204" pitchFamily="34" charset="0"/>
                <a:cs typeface="Arial" panose="020B0604020202020204" pitchFamily="34" charset="0"/>
              </a:rPr>
              <a:t> Output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cách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SCR      ② SSR      ③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nhiệt</a:t>
            </a:r>
            <a:r>
              <a:rPr lang="ko-KR" altLang="en-US" sz="700" smtClean="0">
                <a:solidFill>
                  <a:srgbClr val="000000"/>
                </a:solidFill>
                <a:latin typeface="Arial" panose="020B0604020202020204" pitchFamily="34" charset="0"/>
                <a:cs typeface="Arial" panose="020B0604020202020204" pitchFamily="34" charset="0"/>
              </a:rPr>
              <a:t>      </a:t>
            </a:r>
            <a:r>
              <a:rPr lang="ko-KR" altLang="en-US" sz="700">
                <a:solidFill>
                  <a:srgbClr val="000000"/>
                </a:solidFill>
                <a:latin typeface="Arial" panose="020B0604020202020204" pitchFamily="34" charset="0"/>
                <a:cs typeface="Arial" panose="020B0604020202020204" pitchFamily="34" charset="0"/>
              </a:rPr>
              <a:t>④ </a:t>
            </a:r>
            <a:r>
              <a:rPr lang="en-US" altLang="ko-KR" sz="700" smtClean="0">
                <a:solidFill>
                  <a:srgbClr val="000000"/>
                </a:solidFill>
                <a:latin typeface="Arial" panose="020B0604020202020204" pitchFamily="34" charset="0"/>
                <a:cs typeface="Arial" panose="020B0604020202020204" pitchFamily="34" charset="0"/>
              </a:rPr>
              <a:t>TRIAC</a:t>
            </a:r>
            <a:endParaRPr lang="ko-KR" altLang="en-US" sz="700">
              <a:solidFill>
                <a:srgbClr val="000000"/>
              </a:solidFill>
              <a:latin typeface="Arial" panose="020B0604020202020204" pitchFamily="34" charset="0"/>
              <a:cs typeface="Arial" panose="020B0604020202020204" pitchFamily="34" charset="0"/>
            </a:endParaRPr>
          </a:p>
        </p:txBody>
      </p:sp>
      <p:sp>
        <p:nvSpPr>
          <p:cNvPr id="8226" name="Rectangle 132"/>
          <p:cNvSpPr>
            <a:spLocks noChangeArrowheads="1"/>
          </p:cNvSpPr>
          <p:nvPr/>
        </p:nvSpPr>
        <p:spPr bwMode="auto">
          <a:xfrm>
            <a:off x="231775" y="6762750"/>
            <a:ext cx="3125788" cy="52322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8. </a:t>
            </a:r>
            <a:r>
              <a:rPr lang="en-US" altLang="ko-KR" sz="700" err="1" smtClean="0">
                <a:solidFill>
                  <a:srgbClr val="000000"/>
                </a:solidFill>
                <a:latin typeface="Arial" panose="020B0604020202020204" pitchFamily="34" charset="0"/>
                <a:cs typeface="Arial" panose="020B0604020202020204" pitchFamily="34" charset="0"/>
              </a:rPr>
              <a:t>Khi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phân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loại</a:t>
            </a:r>
            <a:r>
              <a:rPr lang="en-US" altLang="ko-KR" sz="700" smtClean="0">
                <a:solidFill>
                  <a:srgbClr val="000000"/>
                </a:solidFill>
                <a:latin typeface="Arial" panose="020B0604020202020204" pitchFamily="34" charset="0"/>
                <a:cs typeface="Arial" panose="020B0604020202020204" pitchFamily="34" charset="0"/>
              </a:rPr>
              <a:t> TRANSISTOR</a:t>
            </a:r>
            <a:r>
              <a:rPr lang="ko-KR" altLang="en-US"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Part no, TRANSISTOR  </a:t>
            </a:r>
            <a:r>
              <a:rPr lang="en-US" altLang="ko-KR" sz="700" err="1" smtClean="0">
                <a:solidFill>
                  <a:srgbClr val="000000"/>
                </a:solidFill>
                <a:latin typeface="Arial" panose="020B0604020202020204" pitchFamily="34" charset="0"/>
                <a:cs typeface="Arial" panose="020B0604020202020204" pitchFamily="34" charset="0"/>
              </a:rPr>
              <a:t>dùng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tần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thấp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PNP TYPE</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gì</a:t>
            </a:r>
            <a:r>
              <a:rPr lang="en-US" altLang="ko-KR" sz="700" smtClean="0">
                <a:solidFill>
                  <a:srgbClr val="000000"/>
                </a:solidFill>
                <a:latin typeface="Arial" panose="020B0604020202020204" pitchFamily="34" charset="0"/>
                <a:cs typeface="Arial" panose="020B0604020202020204" pitchFamily="34" charset="0"/>
              </a:rPr>
              <a:t>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① 2SAxx     ② 2SBxx     ③ 2SCxx      ④ 2SDxx</a:t>
            </a:r>
          </a:p>
        </p:txBody>
      </p:sp>
      <p:sp>
        <p:nvSpPr>
          <p:cNvPr id="8227" name="Rectangle 290"/>
          <p:cNvSpPr>
            <a:spLocks noChangeArrowheads="1"/>
          </p:cNvSpPr>
          <p:nvPr/>
        </p:nvSpPr>
        <p:spPr bwMode="auto">
          <a:xfrm>
            <a:off x="260350" y="7246660"/>
            <a:ext cx="3124200"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9.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phỉa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Diot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smtClean="0">
                <a:solidFill>
                  <a:srgbClr val="000000"/>
                </a:solidFill>
                <a:latin typeface="Arial" panose="020B0604020202020204" pitchFamily="34" charset="0"/>
                <a:cs typeface="Arial" panose="020B0604020202020204" pitchFamily="34" charset="0"/>
              </a:rPr>
              <a:t> Cho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a:t>
            </a:r>
            <a:r>
              <a:rPr lang="en-US" altLang="ko-KR" sz="700" smtClean="0">
                <a:solidFill>
                  <a:srgbClr val="000000"/>
                </a:solidFill>
                <a:latin typeface="Arial" panose="020B0604020202020204" pitchFamily="34" charset="0"/>
                <a:cs typeface="Arial" panose="020B0604020202020204" pitchFamily="34" charset="0"/>
              </a:rPr>
              <a:t> qua </a:t>
            </a:r>
            <a:r>
              <a:rPr lang="en-US" altLang="ko-KR" sz="700" err="1" smtClean="0">
                <a:solidFill>
                  <a:srgbClr val="000000"/>
                </a:solidFill>
                <a:latin typeface="Arial" panose="020B0604020202020204" pitchFamily="34" charset="0"/>
                <a:cs typeface="Arial" panose="020B0604020202020204" pitchFamily="34" charset="0"/>
              </a:rPr>
              <a:t>tốt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một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chiều</a:t>
            </a:r>
            <a:r>
              <a:rPr lang="en-US" altLang="ko-KR" sz="700" smtClean="0">
                <a:solidFill>
                  <a:srgbClr val="000000"/>
                </a:solidFill>
                <a:latin typeface="Arial" panose="020B0604020202020204" pitchFamily="34" charset="0"/>
                <a:cs typeface="Arial" panose="020B0604020202020204" pitchFamily="34" charset="0"/>
              </a:rPr>
              <a:t>. </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②  </a:t>
            </a:r>
            <a:r>
              <a:rPr lang="en-US" altLang="ko-KR" sz="700" err="1" smtClean="0">
                <a:solidFill>
                  <a:srgbClr val="000000"/>
                </a:solidFill>
                <a:latin typeface="Arial" panose="020B0604020202020204" pitchFamily="34" charset="0"/>
                <a:cs typeface="Arial" panose="020B0604020202020204" pitchFamily="34" charset="0"/>
              </a:rPr>
              <a:t>Hầu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như</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a:t>
            </a:r>
            <a:r>
              <a:rPr lang="en-US" altLang="ko-KR" sz="700" smtClean="0">
                <a:solidFill>
                  <a:srgbClr val="000000"/>
                </a:solidFill>
                <a:latin typeface="Arial" panose="020B0604020202020204" pitchFamily="34" charset="0"/>
                <a:cs typeface="Arial" panose="020B0604020202020204" pitchFamily="34" charset="0"/>
              </a:rPr>
              <a:t> qua </a:t>
            </a:r>
            <a:r>
              <a:rPr lang="en-US" altLang="ko-KR" sz="700" err="1" smtClean="0">
                <a:solidFill>
                  <a:srgbClr val="000000"/>
                </a:solidFill>
                <a:latin typeface="Arial" panose="020B0604020202020204" pitchFamily="34" charset="0"/>
                <a:cs typeface="Arial" panose="020B0604020202020204" pitchFamily="34" charset="0"/>
              </a:rPr>
              <a:t>theo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hướng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lại</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③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chiều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xuôi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thấp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lại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hướng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ngược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lại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rất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cao</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④ </a:t>
            </a:r>
            <a:r>
              <a:rPr lang="en-US" altLang="ko-KR" sz="700" err="1" smtClean="0">
                <a:solidFill>
                  <a:srgbClr val="000000"/>
                </a:solidFill>
                <a:latin typeface="Arial" panose="020B0604020202020204" pitchFamily="34" charset="0"/>
                <a:cs typeface="Arial" panose="020B0604020202020204" pitchFamily="34" charset="0"/>
              </a:rPr>
              <a:t>Tất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cả</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diot</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dẫn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số</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đều</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có</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hai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hướng</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p:txBody>
      </p:sp>
      <p:sp>
        <p:nvSpPr>
          <p:cNvPr id="8228" name="Rectangle 287"/>
          <p:cNvSpPr>
            <a:spLocks noChangeArrowheads="1"/>
          </p:cNvSpPr>
          <p:nvPr/>
        </p:nvSpPr>
        <p:spPr bwMode="auto">
          <a:xfrm>
            <a:off x="260350" y="8077274"/>
            <a:ext cx="3095625" cy="738664"/>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10. </a:t>
            </a:r>
            <a:r>
              <a:rPr lang="en-US" altLang="ko-KR" sz="700" err="1" smtClean="0">
                <a:solidFill>
                  <a:srgbClr val="000000"/>
                </a:solidFill>
                <a:latin typeface="Arial" panose="020B0604020202020204" pitchFamily="34" charset="0"/>
                <a:cs typeface="Arial" panose="020B0604020202020204" pitchFamily="34" charset="0"/>
              </a:rPr>
              <a:t>Giá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trị</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được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hiển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thị</a:t>
            </a:r>
            <a:r>
              <a:rPr lang="en-US" altLang="ko-KR" sz="700" smtClean="0">
                <a:solidFill>
                  <a:srgbClr val="000000"/>
                </a:solidFill>
                <a:latin typeface="Arial" panose="020B0604020202020204" pitchFamily="34" charset="0"/>
                <a:cs typeface="Arial" panose="020B0604020202020204" pitchFamily="34" charset="0"/>
              </a:rPr>
              <a:t> ở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Chip </a:t>
            </a:r>
            <a:r>
              <a:rPr lang="en-US" altLang="ko-KR" sz="700" err="1" smtClean="0">
                <a:solidFill>
                  <a:srgbClr val="000000"/>
                </a:solidFill>
                <a:latin typeface="Arial" panose="020B0604020202020204" pitchFamily="34" charset="0"/>
                <a:cs typeface="Arial" panose="020B0604020202020204" pitchFamily="34" charset="0"/>
              </a:rPr>
              <a:t>bên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dưới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ko-KR" altLang="en-US" sz="700" smtClean="0">
                <a:solidFill>
                  <a:srgbClr val="000000"/>
                </a:solidFill>
                <a:latin typeface="Arial" panose="020B0604020202020204" pitchFamily="34" charset="0"/>
                <a:cs typeface="Arial" panose="020B0604020202020204" pitchFamily="34" charset="0"/>
              </a:rPr>
              <a:t> </a:t>
            </a:r>
            <a:r>
              <a:rPr lang="ko-KR" altLang="en-US" sz="700">
                <a:solidFill>
                  <a:srgbClr val="000000"/>
                </a:solidFill>
                <a:latin typeface="Arial" panose="020B0604020202020204" pitchFamily="34" charset="0"/>
                <a:cs typeface="Arial" panose="020B0604020202020204" pitchFamily="34" charset="0"/>
              </a:rPr>
              <a:t>“</a:t>
            </a:r>
            <a:r>
              <a:rPr lang="en-US" altLang="ko-KR" sz="700">
                <a:solidFill>
                  <a:srgbClr val="000000"/>
                </a:solidFill>
                <a:latin typeface="Arial" panose="020B0604020202020204" pitchFamily="34" charset="0"/>
                <a:cs typeface="Arial" panose="020B0604020202020204" pitchFamily="34" charset="0"/>
              </a:rPr>
              <a:t>106</a:t>
            </a:r>
            <a:r>
              <a:rPr lang="en-US" altLang="ko-KR" sz="700" smtClean="0">
                <a:solidFill>
                  <a:srgbClr val="000000"/>
                </a:solidFill>
                <a:latin typeface="Arial" panose="020B0604020202020204" pitchFamily="34" charset="0"/>
                <a:cs typeface="Arial" panose="020B0604020202020204" pitchFamily="34" charset="0"/>
              </a:rPr>
              <a:t>”.</a:t>
            </a: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Giá</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trị</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trở</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bao</a:t>
            </a:r>
            <a:r>
              <a:rPr lang="en-US" altLang="ko-KR" sz="700" smtClean="0">
                <a:solidFill>
                  <a:srgbClr val="000000"/>
                </a:solidFill>
                <a:latin typeface="Arial" panose="020B0604020202020204" pitchFamily="34" charset="0"/>
                <a:cs typeface="Arial" panose="020B0604020202020204" pitchFamily="34" charset="0"/>
              </a:rPr>
              <a:t> nhiêu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106 Ω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② 106 </a:t>
            </a:r>
            <a:r>
              <a:rPr lang="en-US" altLang="ko-KR" sz="7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③ 10 ㏀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④ 10 ㏁</a:t>
            </a:r>
          </a:p>
        </p:txBody>
      </p:sp>
      <p:grpSp>
        <p:nvGrpSpPr>
          <p:cNvPr id="8229" name="Group 293"/>
          <p:cNvGrpSpPr>
            <a:grpSpLocks/>
          </p:cNvGrpSpPr>
          <p:nvPr/>
        </p:nvGrpSpPr>
        <p:grpSpPr bwMode="auto">
          <a:xfrm>
            <a:off x="1991610" y="8378873"/>
            <a:ext cx="1149350" cy="314325"/>
            <a:chOff x="3174" y="1850"/>
            <a:chExt cx="724" cy="342"/>
          </a:xfrm>
        </p:grpSpPr>
        <p:pic>
          <p:nvPicPr>
            <p:cNvPr id="8231" name="Picture 29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4" y="1850"/>
              <a:ext cx="724"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32" name="Rectangle 295"/>
            <p:cNvSpPr>
              <a:spLocks noChangeArrowheads="1"/>
            </p:cNvSpPr>
            <p:nvPr/>
          </p:nvSpPr>
          <p:spPr bwMode="auto">
            <a:xfrm>
              <a:off x="3354" y="1930"/>
              <a:ext cx="363" cy="181"/>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00" b="1">
                  <a:solidFill>
                    <a:srgbClr val="FFFFFF"/>
                  </a:solidFill>
                  <a:latin typeface="Arial" panose="020B0604020202020204" pitchFamily="34" charset="0"/>
                  <a:cs typeface="Arial" panose="020B0604020202020204" pitchFamily="34" charset="0"/>
                </a:rPr>
                <a:t>106</a:t>
              </a:r>
            </a:p>
          </p:txBody>
        </p:sp>
      </p:grpSp>
      <p:sp>
        <p:nvSpPr>
          <p:cNvPr id="8230" name="Rectangle 283"/>
          <p:cNvSpPr>
            <a:spLocks noChangeArrowheads="1"/>
          </p:cNvSpPr>
          <p:nvPr/>
        </p:nvSpPr>
        <p:spPr bwMode="auto">
          <a:xfrm>
            <a:off x="3473450" y="1060450"/>
            <a:ext cx="3124200"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11. </a:t>
            </a:r>
            <a:r>
              <a:rPr lang="en-US" altLang="ko-KR" sz="700" err="1" smtClean="0">
                <a:solidFill>
                  <a:srgbClr val="000000"/>
                </a:solidFill>
                <a:latin typeface="Arial" panose="020B0604020202020204" pitchFamily="34" charset="0"/>
                <a:cs typeface="Arial" panose="020B0604020202020204" pitchFamily="34" charset="0"/>
              </a:rPr>
              <a:t>Đáp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nào</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không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phải</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coil ?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00">
                <a:solidFill>
                  <a:srgbClr val="000000"/>
                </a:solidFill>
                <a:latin typeface="Arial" panose="020B0604020202020204" pitchFamily="34" charset="0"/>
                <a:cs typeface="Arial" panose="020B0604020202020204" pitchFamily="34" charset="0"/>
              </a:rPr>
              <a:t>① </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làm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ổn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định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sự</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thay</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đổi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② </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dụng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tự</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cảm</a:t>
            </a:r>
            <a:r>
              <a:rPr lang="en-US" altLang="ko-KR" sz="700" smtClean="0">
                <a:solidFill>
                  <a:srgbClr val="000000"/>
                </a:solidFill>
                <a:latin typeface="Arial" panose="020B0604020202020204" pitchFamily="34" charset="0"/>
                <a:cs typeface="Arial" panose="020B0604020202020204" pitchFamily="34" charset="0"/>
              </a:rPr>
              <a:t> </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③ </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Đặc</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tính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của</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nam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châm</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endParaRPr lang="ko-KR" altLang="en-US" sz="7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00">
                <a:solidFill>
                  <a:srgbClr val="000000"/>
                </a:solidFill>
                <a:latin typeface="Arial" panose="020B0604020202020204" pitchFamily="34" charset="0"/>
                <a:cs typeface="Arial" panose="020B0604020202020204" pitchFamily="34" charset="0"/>
              </a:rPr>
              <a:t>④ </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Áp</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dụng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hiện</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tượng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khuếch</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đại</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dòng</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điện</a:t>
            </a:r>
            <a:endParaRPr lang="ko-KR" altLang="en-US" sz="700">
              <a:solidFill>
                <a:srgbClr val="000000"/>
              </a:solidFill>
              <a:latin typeface="Arial" panose="020B0604020202020204" pitchFamily="34" charset="0"/>
              <a:cs typeface="Arial" panose="020B0604020202020204" pitchFamily="34" charset="0"/>
            </a:endParaRPr>
          </a:p>
        </p:txBody>
      </p:sp>
      <p:sp>
        <p:nvSpPr>
          <p:cNvPr id="91" name="TextBox 13"/>
          <p:cNvSpPr txBox="1">
            <a:spLocks noChangeArrowheads="1"/>
          </p:cNvSpPr>
          <p:nvPr/>
        </p:nvSpPr>
        <p:spPr bwMode="auto">
          <a:xfrm rot="16200000">
            <a:off x="5333478" y="1605129"/>
            <a:ext cx="430887" cy="351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squar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fontAlgn="base" latinLnBrk="1" hangingPunct="1">
              <a:spcBef>
                <a:spcPct val="0"/>
              </a:spcBef>
              <a:spcAft>
                <a:spcPct val="0"/>
              </a:spcAft>
              <a:buFontTx/>
              <a:buNone/>
            </a:pPr>
            <a:r>
              <a:rPr lang="en-US" altLang="ko-KR" sz="800" smtClean="0">
                <a:solidFill>
                  <a:srgbClr val="000000"/>
                </a:solidFill>
                <a:latin typeface="LG스마트체 Regular" charset="-127"/>
                <a:ea typeface="LG스마트체 Regular" charset="-127"/>
              </a:rPr>
              <a:t>Xanh lá</a:t>
            </a:r>
            <a:endParaRPr lang="ko-KR" altLang="en-US" sz="800">
              <a:solidFill>
                <a:srgbClr val="000000"/>
              </a:solidFill>
              <a:latin typeface="LG스마트체 Regular" charset="-127"/>
              <a:ea typeface="LG스마트체 Regular" charset="-127"/>
            </a:endParaRPr>
          </a:p>
        </p:txBody>
      </p:sp>
      <p:cxnSp>
        <p:nvCxnSpPr>
          <p:cNvPr id="4" name="Straight Arrow Connector 3"/>
          <p:cNvCxnSpPr/>
          <p:nvPr/>
        </p:nvCxnSpPr>
        <p:spPr>
          <a:xfrm flipH="1" flipV="1">
            <a:off x="5549115" y="1846698"/>
            <a:ext cx="135251" cy="8706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flipH="1" flipV="1">
            <a:off x="5765592" y="1656568"/>
            <a:ext cx="2" cy="27719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6" name="TextBox 13"/>
          <p:cNvSpPr txBox="1">
            <a:spLocks noChangeArrowheads="1"/>
          </p:cNvSpPr>
          <p:nvPr/>
        </p:nvSpPr>
        <p:spPr bwMode="auto">
          <a:xfrm rot="16200000">
            <a:off x="5545781" y="1343869"/>
            <a:ext cx="553998" cy="351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squar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fontAlgn="base" latinLnBrk="1" hangingPunct="1">
              <a:spcBef>
                <a:spcPct val="0"/>
              </a:spcBef>
              <a:spcAft>
                <a:spcPct val="0"/>
              </a:spcAft>
              <a:buFontTx/>
              <a:buNone/>
            </a:pPr>
            <a:r>
              <a:rPr lang="en-US" altLang="ko-KR" sz="800" smtClean="0">
                <a:solidFill>
                  <a:srgbClr val="000000"/>
                </a:solidFill>
                <a:latin typeface="LG스마트체 Regular" charset="-127"/>
                <a:ea typeface="LG스마트체 Regular" charset="-127"/>
              </a:rPr>
              <a:t>Xanh da trời</a:t>
            </a:r>
            <a:endParaRPr lang="ko-KR" altLang="en-US" sz="800">
              <a:solidFill>
                <a:srgbClr val="000000"/>
              </a:solidFill>
              <a:latin typeface="LG스마트체 Regular" charset="-127"/>
              <a:ea typeface="LG스마트체 Regular" charset="-127"/>
            </a:endParaRPr>
          </a:p>
        </p:txBody>
      </p:sp>
      <p:sp>
        <p:nvSpPr>
          <p:cNvPr id="97" name="TextBox 13"/>
          <p:cNvSpPr txBox="1">
            <a:spLocks noChangeArrowheads="1"/>
          </p:cNvSpPr>
          <p:nvPr/>
        </p:nvSpPr>
        <p:spPr bwMode="auto">
          <a:xfrm rot="16200000">
            <a:off x="6054833" y="1425934"/>
            <a:ext cx="284102" cy="351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squar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fontAlgn="base" latinLnBrk="1" hangingPunct="1">
              <a:spcBef>
                <a:spcPct val="0"/>
              </a:spcBef>
              <a:spcAft>
                <a:spcPct val="0"/>
              </a:spcAft>
              <a:buFontTx/>
              <a:buNone/>
            </a:pPr>
            <a:r>
              <a:rPr lang="en-US" altLang="ko-KR" sz="800" smtClean="0">
                <a:solidFill>
                  <a:srgbClr val="000000"/>
                </a:solidFill>
                <a:latin typeface="LG스마트체 Regular" charset="-127"/>
                <a:ea typeface="LG스마트체 Regular" charset="-127"/>
              </a:rPr>
              <a:t>Đen</a:t>
            </a:r>
            <a:endParaRPr lang="ko-KR" altLang="en-US" sz="800">
              <a:solidFill>
                <a:srgbClr val="000000"/>
              </a:solidFill>
              <a:latin typeface="LG스마트체 Regular" charset="-127"/>
              <a:ea typeface="LG스마트체 Regular" charset="-127"/>
            </a:endParaRPr>
          </a:p>
        </p:txBody>
      </p:sp>
      <p:cxnSp>
        <p:nvCxnSpPr>
          <p:cNvPr id="98" name="Straight Arrow Connector 97"/>
          <p:cNvCxnSpPr/>
          <p:nvPr/>
        </p:nvCxnSpPr>
        <p:spPr>
          <a:xfrm flipV="1">
            <a:off x="5844697" y="1703813"/>
            <a:ext cx="184488" cy="22994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32395605"/>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304800" y="684213"/>
            <a:ext cx="3124200" cy="82486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9219" name="Rectangle 3"/>
          <p:cNvSpPr>
            <a:spLocks noChangeArrowheads="1"/>
          </p:cNvSpPr>
          <p:nvPr/>
        </p:nvSpPr>
        <p:spPr bwMode="auto">
          <a:xfrm>
            <a:off x="3429000" y="684213"/>
            <a:ext cx="3124200" cy="82486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9220" name="Line 5"/>
          <p:cNvSpPr>
            <a:spLocks noChangeShapeType="1"/>
          </p:cNvSpPr>
          <p:nvPr/>
        </p:nvSpPr>
        <p:spPr bwMode="auto">
          <a:xfrm>
            <a:off x="228600" y="561975"/>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3" name="표 2"/>
          <p:cNvGraphicFramePr>
            <a:graphicFrameLocks noGrp="1"/>
          </p:cNvGraphicFramePr>
          <p:nvPr>
            <p:extLst>
              <p:ext uri="{D42A27DB-BD31-4B8C-83A1-F6EECF244321}">
                <p14:modId xmlns:p14="http://schemas.microsoft.com/office/powerpoint/2010/main" val="1766534030"/>
              </p:ext>
            </p:extLst>
          </p:nvPr>
        </p:nvGraphicFramePr>
        <p:xfrm>
          <a:off x="1143000" y="2664646"/>
          <a:ext cx="4572000" cy="4100899"/>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gridCol w="914400">
                  <a:extLst>
                    <a:ext uri="{9D8B030D-6E8A-4147-A177-3AD203B41FA5}">
                      <a16:colId xmlns:a16="http://schemas.microsoft.com/office/drawing/2014/main" val="20004"/>
                    </a:ext>
                  </a:extLst>
                </a:gridCol>
              </a:tblGrid>
              <a:tr h="372809">
                <a:tc>
                  <a:txBody>
                    <a:bodyPr/>
                    <a:lstStyle/>
                    <a:p>
                      <a:pPr latinLnBrk="1"/>
                      <a:r>
                        <a:rPr lang="en-US" altLang="ko-KR" sz="1800" b="0" smtClean="0">
                          <a:solidFill>
                            <a:schemeClr val="tx1"/>
                          </a:solidFill>
                        </a:rPr>
                        <a:t>1</a:t>
                      </a: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11</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2809">
                <a:tc>
                  <a:txBody>
                    <a:bodyPr/>
                    <a:lstStyle/>
                    <a:p>
                      <a:pPr latinLnBrk="1"/>
                      <a:r>
                        <a:rPr lang="en-US" altLang="ko-KR" sz="1800" b="0" smtClean="0">
                          <a:solidFill>
                            <a:schemeClr val="tx1"/>
                          </a:solidFill>
                        </a:rPr>
                        <a:t>2</a:t>
                      </a: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1</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12</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2</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2809">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1</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3</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72809">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1</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72809">
                <a:tc>
                  <a:txBody>
                    <a:bodyPr/>
                    <a:lstStyle/>
                    <a:p>
                      <a:pPr latinLnBrk="1"/>
                      <a:r>
                        <a:rPr lang="en-US" altLang="ko-KR" sz="1800" b="0" smtClean="0">
                          <a:solidFill>
                            <a:schemeClr val="tx1"/>
                          </a:solidFill>
                        </a:rPr>
                        <a:t>5</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15</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2</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72809">
                <a:tc>
                  <a:txBody>
                    <a:bodyPr/>
                    <a:lstStyle/>
                    <a:p>
                      <a:pPr latinLnBrk="1"/>
                      <a:r>
                        <a:rPr lang="en-US" altLang="ko-KR" sz="1800" b="0" smtClean="0">
                          <a:solidFill>
                            <a:schemeClr val="tx1"/>
                          </a:solidFill>
                        </a:rPr>
                        <a:t>6</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16</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72809">
                <a:tc>
                  <a:txBody>
                    <a:bodyPr/>
                    <a:lstStyle/>
                    <a:p>
                      <a:pPr latinLnBrk="1"/>
                      <a:r>
                        <a:rPr lang="en-US" altLang="ko-KR" sz="1800" b="0" smtClean="0">
                          <a:solidFill>
                            <a:schemeClr val="tx1"/>
                          </a:solidFill>
                        </a:rPr>
                        <a:t>7</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2</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17</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372809">
                <a:tc>
                  <a:txBody>
                    <a:bodyPr/>
                    <a:lstStyle/>
                    <a:p>
                      <a:pPr latinLnBrk="1"/>
                      <a:r>
                        <a:rPr lang="en-US" altLang="ko-KR" sz="1800" b="0" smtClean="0">
                          <a:solidFill>
                            <a:schemeClr val="tx1"/>
                          </a:solidFill>
                        </a:rPr>
                        <a:t>8</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2</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18</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372809">
                <a:tc>
                  <a:txBody>
                    <a:bodyPr/>
                    <a:lstStyle/>
                    <a:p>
                      <a:pPr latinLnBrk="1"/>
                      <a:r>
                        <a:rPr lang="en-US" altLang="ko-KR" sz="1800" b="0" smtClean="0">
                          <a:solidFill>
                            <a:schemeClr val="tx1"/>
                          </a:solidFill>
                        </a:rPr>
                        <a:t>9</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19</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372809">
                <a:tc>
                  <a:txBody>
                    <a:bodyPr/>
                    <a:lstStyle/>
                    <a:p>
                      <a:pPr latinLnBrk="1"/>
                      <a:r>
                        <a:rPr lang="en-US" altLang="ko-KR" sz="1800" b="0" smtClean="0">
                          <a:solidFill>
                            <a:schemeClr val="tx1"/>
                          </a:solidFill>
                        </a:rPr>
                        <a:t>10</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20</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3</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372809">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7653843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44"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750">
              <a:solidFill>
                <a:srgbClr val="000000"/>
              </a:solidFill>
              <a:latin typeface="Arial" panose="020B0604020202020204" pitchFamily="34" charset="0"/>
              <a:ea typeface="돋움" pitchFamily="50" charset="-127"/>
              <a:cs typeface="Arial" panose="020B0604020202020204" pitchFamily="34" charset="0"/>
            </a:endParaRPr>
          </a:p>
        </p:txBody>
      </p:sp>
      <p:sp>
        <p:nvSpPr>
          <p:cNvPr id="10245"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613647060"/>
              </p:ext>
            </p:extLst>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0255" name="Rectangle 464"/>
          <p:cNvSpPr>
            <a:spLocks noChangeArrowheads="1"/>
          </p:cNvSpPr>
          <p:nvPr/>
        </p:nvSpPr>
        <p:spPr bwMode="auto">
          <a:xfrm>
            <a:off x="250825" y="973148"/>
            <a:ext cx="2728632" cy="2077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ctr"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sai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nội</a:t>
            </a:r>
            <a:r>
              <a:rPr lang="en-US" altLang="ko-KR" sz="750" smtClean="0">
                <a:solidFill>
                  <a:srgbClr val="000000"/>
                </a:solidFill>
                <a:latin typeface="Arial" panose="020B0604020202020204" pitchFamily="34" charset="0"/>
                <a:cs typeface="Arial" panose="020B0604020202020204" pitchFamily="34" charset="0"/>
              </a:rPr>
              <a:t> dung </a:t>
            </a:r>
            <a:r>
              <a:rPr lang="en-US" altLang="ko-KR" sz="750" err="1" smtClean="0">
                <a:solidFill>
                  <a:srgbClr val="000000"/>
                </a:solidFill>
                <a:latin typeface="Arial" panose="020B0604020202020204" pitchFamily="34" charset="0"/>
                <a:cs typeface="Arial" panose="020B0604020202020204" pitchFamily="34" charset="0"/>
              </a:rPr>
              <a:t>cấu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trúc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p>
        </p:txBody>
      </p:sp>
      <p:grpSp>
        <p:nvGrpSpPr>
          <p:cNvPr id="10256" name="Group 523"/>
          <p:cNvGrpSpPr>
            <a:grpSpLocks/>
          </p:cNvGrpSpPr>
          <p:nvPr/>
        </p:nvGrpSpPr>
        <p:grpSpPr bwMode="auto">
          <a:xfrm>
            <a:off x="311150" y="1187458"/>
            <a:ext cx="3117850" cy="1198563"/>
            <a:chOff x="196" y="839"/>
            <a:chExt cx="1964" cy="876"/>
          </a:xfrm>
        </p:grpSpPr>
        <p:grpSp>
          <p:nvGrpSpPr>
            <p:cNvPr id="10313" name="Group 521"/>
            <p:cNvGrpSpPr>
              <a:grpSpLocks/>
            </p:cNvGrpSpPr>
            <p:nvPr/>
          </p:nvGrpSpPr>
          <p:grpSpPr bwMode="auto">
            <a:xfrm>
              <a:off x="196" y="839"/>
              <a:ext cx="1964" cy="876"/>
              <a:chOff x="196" y="915"/>
              <a:chExt cx="1964" cy="876"/>
            </a:xfrm>
          </p:grpSpPr>
          <p:grpSp>
            <p:nvGrpSpPr>
              <p:cNvPr id="10315" name="Group 494"/>
              <p:cNvGrpSpPr>
                <a:grpSpLocks/>
              </p:cNvGrpSpPr>
              <p:nvPr/>
            </p:nvGrpSpPr>
            <p:grpSpPr bwMode="auto">
              <a:xfrm>
                <a:off x="196" y="915"/>
                <a:ext cx="1964" cy="876"/>
                <a:chOff x="23" y="156"/>
                <a:chExt cx="494" cy="138"/>
              </a:xfrm>
            </p:grpSpPr>
            <p:sp>
              <p:nvSpPr>
                <p:cNvPr id="10321" name="Rectangle 495"/>
                <p:cNvSpPr>
                  <a:spLocks noChangeArrowheads="1"/>
                </p:cNvSpPr>
                <p:nvPr/>
              </p:nvSpPr>
              <p:spPr bwMode="auto">
                <a:xfrm>
                  <a:off x="316" y="187"/>
                  <a:ext cx="201" cy="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②</a:t>
                  </a:r>
                </a:p>
              </p:txBody>
            </p:sp>
            <p:sp>
              <p:nvSpPr>
                <p:cNvPr id="10322" name="Rectangle 496"/>
                <p:cNvSpPr>
                  <a:spLocks noChangeArrowheads="1"/>
                </p:cNvSpPr>
                <p:nvPr/>
              </p:nvSpPr>
              <p:spPr bwMode="auto">
                <a:xfrm>
                  <a:off x="132" y="187"/>
                  <a:ext cx="184" cy="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a:t>
                  </a:r>
                </a:p>
              </p:txBody>
            </p:sp>
            <p:sp>
              <p:nvSpPr>
                <p:cNvPr id="10323" name="Rectangle 497"/>
                <p:cNvSpPr>
                  <a:spLocks noChangeArrowheads="1"/>
                </p:cNvSpPr>
                <p:nvPr/>
              </p:nvSpPr>
              <p:spPr bwMode="auto">
                <a:xfrm>
                  <a:off x="23" y="187"/>
                  <a:ext cx="109" cy="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Proton</a:t>
                  </a:r>
                  <a:endParaRPr lang="ko-KR" altLang="en-US" sz="750">
                    <a:solidFill>
                      <a:srgbClr val="000000"/>
                    </a:solidFill>
                    <a:latin typeface="Arial" panose="020B0604020202020204" pitchFamily="34" charset="0"/>
                    <a:cs typeface="Arial" panose="020B0604020202020204" pitchFamily="34" charset="0"/>
                  </a:endParaRPr>
                </a:p>
              </p:txBody>
            </p:sp>
            <p:sp>
              <p:nvSpPr>
                <p:cNvPr id="10324" name="Rectangle 498"/>
                <p:cNvSpPr>
                  <a:spLocks noChangeArrowheads="1"/>
                </p:cNvSpPr>
                <p:nvPr/>
              </p:nvSpPr>
              <p:spPr bwMode="auto">
                <a:xfrm>
                  <a:off x="316" y="217"/>
                  <a:ext cx="201" cy="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a:t>
                  </a:r>
                </a:p>
              </p:txBody>
            </p:sp>
            <p:sp>
              <p:nvSpPr>
                <p:cNvPr id="10325" name="Rectangle 499"/>
                <p:cNvSpPr>
                  <a:spLocks noChangeArrowheads="1"/>
                </p:cNvSpPr>
                <p:nvPr/>
              </p:nvSpPr>
              <p:spPr bwMode="auto">
                <a:xfrm>
                  <a:off x="132" y="217"/>
                  <a:ext cx="184" cy="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sz="750">
                    <a:solidFill>
                      <a:srgbClr val="000000"/>
                    </a:solidFill>
                    <a:latin typeface="Arial" panose="020B0604020202020204" pitchFamily="34" charset="0"/>
                    <a:cs typeface="Arial" panose="020B0604020202020204" pitchFamily="34" charset="0"/>
                  </a:endParaRPr>
                </a:p>
              </p:txBody>
            </p:sp>
            <p:sp>
              <p:nvSpPr>
                <p:cNvPr id="10326" name="Rectangle 500"/>
                <p:cNvSpPr>
                  <a:spLocks noChangeArrowheads="1"/>
                </p:cNvSpPr>
                <p:nvPr/>
              </p:nvSpPr>
              <p:spPr bwMode="auto">
                <a:xfrm>
                  <a:off x="23" y="217"/>
                  <a:ext cx="109" cy="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Neutron</a:t>
                  </a:r>
                  <a:endParaRPr lang="ko-KR" altLang="en-US" sz="750">
                    <a:solidFill>
                      <a:srgbClr val="000000"/>
                    </a:solidFill>
                    <a:latin typeface="Arial" panose="020B0604020202020204" pitchFamily="34" charset="0"/>
                    <a:cs typeface="Arial" panose="020B0604020202020204" pitchFamily="34" charset="0"/>
                  </a:endParaRPr>
                </a:p>
              </p:txBody>
            </p:sp>
            <p:sp>
              <p:nvSpPr>
                <p:cNvPr id="10327" name="Rectangle 501"/>
                <p:cNvSpPr>
                  <a:spLocks noChangeArrowheads="1"/>
                </p:cNvSpPr>
                <p:nvPr/>
              </p:nvSpPr>
              <p:spPr bwMode="auto">
                <a:xfrm>
                  <a:off x="132" y="248"/>
                  <a:ext cx="184" cy="4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endParaRPr lang="ko-KR" altLang="ko-KR" sz="750">
                    <a:solidFill>
                      <a:srgbClr val="000000"/>
                    </a:solidFill>
                    <a:latin typeface="Arial" panose="020B0604020202020204" pitchFamily="34" charset="0"/>
                    <a:cs typeface="Arial" panose="020B0604020202020204" pitchFamily="34" charset="0"/>
                  </a:endParaRPr>
                </a:p>
              </p:txBody>
            </p:sp>
            <p:sp>
              <p:nvSpPr>
                <p:cNvPr id="10328" name="Rectangle 502"/>
                <p:cNvSpPr>
                  <a:spLocks noChangeArrowheads="1"/>
                </p:cNvSpPr>
                <p:nvPr/>
              </p:nvSpPr>
              <p:spPr bwMode="auto">
                <a:xfrm>
                  <a:off x="132" y="156"/>
                  <a:ext cx="184" cy="31"/>
                </a:xfrm>
                <a:prstGeom prst="rect">
                  <a:avLst/>
                </a:prstGeom>
                <a:solidFill>
                  <a:srgbClr val="CCCC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tích</a:t>
                  </a:r>
                  <a:endParaRPr lang="ko-KR" altLang="en-US" sz="750">
                    <a:solidFill>
                      <a:srgbClr val="000000"/>
                    </a:solidFill>
                    <a:latin typeface="Arial" panose="020B0604020202020204" pitchFamily="34" charset="0"/>
                    <a:cs typeface="Arial" panose="020B0604020202020204" pitchFamily="34" charset="0"/>
                  </a:endParaRPr>
                </a:p>
              </p:txBody>
            </p:sp>
            <p:sp>
              <p:nvSpPr>
                <p:cNvPr id="10329" name="Rectangle 503"/>
                <p:cNvSpPr>
                  <a:spLocks noChangeArrowheads="1"/>
                </p:cNvSpPr>
                <p:nvPr/>
              </p:nvSpPr>
              <p:spPr bwMode="auto">
                <a:xfrm>
                  <a:off x="316" y="248"/>
                  <a:ext cx="201" cy="4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④</a:t>
                  </a:r>
                </a:p>
              </p:txBody>
            </p:sp>
            <p:sp>
              <p:nvSpPr>
                <p:cNvPr id="10330" name="Rectangle 504"/>
                <p:cNvSpPr>
                  <a:spLocks noChangeArrowheads="1"/>
                </p:cNvSpPr>
                <p:nvPr/>
              </p:nvSpPr>
              <p:spPr bwMode="auto">
                <a:xfrm>
                  <a:off x="23" y="248"/>
                  <a:ext cx="109" cy="4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tự</a:t>
                  </a:r>
                  <a:r>
                    <a:rPr lang="en-US" altLang="ko-KR" sz="750" smtClean="0">
                      <a:solidFill>
                        <a:srgbClr val="000000"/>
                      </a:solidFill>
                      <a:latin typeface="Arial" panose="020B0604020202020204" pitchFamily="34" charset="0"/>
                      <a:cs typeface="Arial" panose="020B0604020202020204" pitchFamily="34" charset="0"/>
                    </a:rPr>
                    <a:t> do</a:t>
                  </a:r>
                  <a:endParaRPr lang="ko-KR" altLang="en-US" sz="750">
                    <a:solidFill>
                      <a:srgbClr val="000000"/>
                    </a:solidFill>
                    <a:latin typeface="Arial" panose="020B0604020202020204" pitchFamily="34" charset="0"/>
                    <a:cs typeface="Arial" panose="020B0604020202020204" pitchFamily="34" charset="0"/>
                  </a:endParaRPr>
                </a:p>
                <a:p>
                  <a:pPr algn="ctr" eaLnBrk="1" fontAlgn="base" latinLnBrk="1" hangingPunct="1">
                    <a:spcBef>
                      <a:spcPct val="0"/>
                    </a:spcBef>
                    <a:spcAft>
                      <a:spcPct val="0"/>
                    </a:spcAft>
                  </a:pP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OR </a:t>
                  </a:r>
                  <a:endParaRPr lang="ko-KR" altLang="en-US" sz="750">
                    <a:solidFill>
                      <a:srgbClr val="000000"/>
                    </a:solidFill>
                    <a:latin typeface="Arial" panose="020B0604020202020204" pitchFamily="34" charset="0"/>
                    <a:cs typeface="Arial" panose="020B0604020202020204" pitchFamily="34" charset="0"/>
                  </a:endParaRPr>
                </a:p>
              </p:txBody>
            </p:sp>
            <p:sp>
              <p:nvSpPr>
                <p:cNvPr id="10331" name="Rectangle 505"/>
                <p:cNvSpPr>
                  <a:spLocks noChangeArrowheads="1"/>
                </p:cNvSpPr>
                <p:nvPr/>
              </p:nvSpPr>
              <p:spPr bwMode="auto">
                <a:xfrm>
                  <a:off x="316" y="156"/>
                  <a:ext cx="201" cy="31"/>
                </a:xfrm>
                <a:prstGeom prst="rect">
                  <a:avLst/>
                </a:prstGeom>
                <a:solidFill>
                  <a:srgbClr val="CCCC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err="1" smtClean="0">
                      <a:solidFill>
                        <a:srgbClr val="000000"/>
                      </a:solidFill>
                      <a:latin typeface="Arial" panose="020B0604020202020204" pitchFamily="34" charset="0"/>
                      <a:cs typeface="Arial" panose="020B0604020202020204" pitchFamily="34" charset="0"/>
                    </a:rPr>
                    <a:t>Khối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lượng</a:t>
                  </a:r>
                  <a:endParaRPr lang="ko-KR" altLang="en-US" sz="750">
                    <a:solidFill>
                      <a:srgbClr val="000000"/>
                    </a:solidFill>
                    <a:latin typeface="Arial" panose="020B0604020202020204" pitchFamily="34" charset="0"/>
                    <a:cs typeface="Arial" panose="020B0604020202020204" pitchFamily="34" charset="0"/>
                  </a:endParaRPr>
                </a:p>
              </p:txBody>
            </p:sp>
            <p:sp>
              <p:nvSpPr>
                <p:cNvPr id="10332" name="Rectangle 506"/>
                <p:cNvSpPr>
                  <a:spLocks noChangeArrowheads="1"/>
                </p:cNvSpPr>
                <p:nvPr/>
              </p:nvSpPr>
              <p:spPr bwMode="auto">
                <a:xfrm>
                  <a:off x="23" y="156"/>
                  <a:ext cx="109" cy="31"/>
                </a:xfrm>
                <a:prstGeom prst="rect">
                  <a:avLst/>
                </a:prstGeom>
                <a:solidFill>
                  <a:srgbClr val="CCCC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err="1" smtClean="0">
                      <a:solidFill>
                        <a:srgbClr val="000000"/>
                      </a:solidFill>
                      <a:latin typeface="Arial" panose="020B0604020202020204" pitchFamily="34" charset="0"/>
                      <a:cs typeface="Arial" panose="020B0604020202020204" pitchFamily="34" charset="0"/>
                    </a:rPr>
                    <a:t>Hạt</a:t>
                  </a:r>
                  <a:endParaRPr lang="ko-KR" altLang="en-US" sz="750">
                    <a:solidFill>
                      <a:srgbClr val="000000"/>
                    </a:solidFill>
                    <a:latin typeface="Arial" panose="020B0604020202020204" pitchFamily="34" charset="0"/>
                    <a:cs typeface="Arial" panose="020B0604020202020204" pitchFamily="34" charset="0"/>
                  </a:endParaRPr>
                </a:p>
              </p:txBody>
            </p:sp>
            <p:sp>
              <p:nvSpPr>
                <p:cNvPr id="10333" name="Line 507"/>
                <p:cNvSpPr>
                  <a:spLocks noChangeShapeType="1"/>
                </p:cNvSpPr>
                <p:nvPr/>
              </p:nvSpPr>
              <p:spPr bwMode="auto">
                <a:xfrm>
                  <a:off x="23" y="187"/>
                  <a:ext cx="49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34" name="Line 508"/>
                <p:cNvSpPr>
                  <a:spLocks noChangeShapeType="1"/>
                </p:cNvSpPr>
                <p:nvPr/>
              </p:nvSpPr>
              <p:spPr bwMode="auto">
                <a:xfrm>
                  <a:off x="132" y="156"/>
                  <a:ext cx="0" cy="138"/>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35" name="Line 509"/>
                <p:cNvSpPr>
                  <a:spLocks noChangeShapeType="1"/>
                </p:cNvSpPr>
                <p:nvPr/>
              </p:nvSpPr>
              <p:spPr bwMode="auto">
                <a:xfrm>
                  <a:off x="316" y="156"/>
                  <a:ext cx="0" cy="138"/>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36" name="Line 510"/>
                <p:cNvSpPr>
                  <a:spLocks noChangeShapeType="1"/>
                </p:cNvSpPr>
                <p:nvPr/>
              </p:nvSpPr>
              <p:spPr bwMode="auto">
                <a:xfrm>
                  <a:off x="23" y="248"/>
                  <a:ext cx="49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37" name="Line 511"/>
                <p:cNvSpPr>
                  <a:spLocks noChangeShapeType="1"/>
                </p:cNvSpPr>
                <p:nvPr/>
              </p:nvSpPr>
              <p:spPr bwMode="auto">
                <a:xfrm>
                  <a:off x="23" y="217"/>
                  <a:ext cx="49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38" name="Line 512"/>
                <p:cNvSpPr>
                  <a:spLocks noChangeShapeType="1"/>
                </p:cNvSpPr>
                <p:nvPr/>
              </p:nvSpPr>
              <p:spPr bwMode="auto">
                <a:xfrm>
                  <a:off x="23" y="156"/>
                  <a:ext cx="494" cy="0"/>
                </a:xfrm>
                <a:prstGeom prst="line">
                  <a:avLst/>
                </a:prstGeom>
                <a:noFill/>
                <a:ln w="12700" cap="sq">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39" name="Line 513"/>
                <p:cNvSpPr>
                  <a:spLocks noChangeShapeType="1"/>
                </p:cNvSpPr>
                <p:nvPr/>
              </p:nvSpPr>
              <p:spPr bwMode="auto">
                <a:xfrm>
                  <a:off x="23" y="156"/>
                  <a:ext cx="0" cy="138"/>
                </a:xfrm>
                <a:prstGeom prst="line">
                  <a:avLst/>
                </a:prstGeom>
                <a:noFill/>
                <a:ln w="12700" cap="sq">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40" name="Line 514"/>
                <p:cNvSpPr>
                  <a:spLocks noChangeShapeType="1"/>
                </p:cNvSpPr>
                <p:nvPr/>
              </p:nvSpPr>
              <p:spPr bwMode="auto">
                <a:xfrm>
                  <a:off x="517" y="156"/>
                  <a:ext cx="0" cy="138"/>
                </a:xfrm>
                <a:prstGeom prst="line">
                  <a:avLst/>
                </a:prstGeom>
                <a:noFill/>
                <a:ln w="12700" cap="sq">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41" name="Line 515"/>
                <p:cNvSpPr>
                  <a:spLocks noChangeShapeType="1"/>
                </p:cNvSpPr>
                <p:nvPr/>
              </p:nvSpPr>
              <p:spPr bwMode="auto">
                <a:xfrm>
                  <a:off x="23" y="294"/>
                  <a:ext cx="494" cy="0"/>
                </a:xfrm>
                <a:prstGeom prst="line">
                  <a:avLst/>
                </a:prstGeom>
                <a:noFill/>
                <a:ln w="12700" cap="sq">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grpSp>
          <p:pic>
            <p:nvPicPr>
              <p:cNvPr id="10316" name="Picture 5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13" y="1117"/>
                <a:ext cx="589"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0317" name="Picture 5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 y="1304"/>
                <a:ext cx="569"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0318" name="Picture 51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9" y="1548"/>
                <a:ext cx="604"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0319" name="Picture 5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4" y="1111"/>
                <a:ext cx="628"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0320" name="Picture 5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9" y="1554"/>
                <a:ext cx="628" cy="1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pic>
          <p:nvPicPr>
            <p:cNvPr id="10314" name="Picture 52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33" y="1253"/>
              <a:ext cx="258" cy="1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sp>
        <p:nvSpPr>
          <p:cNvPr id="10257" name="Rectangle 441"/>
          <p:cNvSpPr>
            <a:spLocks noChangeArrowheads="1"/>
          </p:cNvSpPr>
          <p:nvPr/>
        </p:nvSpPr>
        <p:spPr bwMode="auto">
          <a:xfrm>
            <a:off x="260350" y="2411413"/>
            <a:ext cx="311785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2.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sai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nội</a:t>
            </a:r>
            <a:r>
              <a:rPr lang="en-US" altLang="ko-KR" sz="750" smtClean="0">
                <a:solidFill>
                  <a:srgbClr val="000000"/>
                </a:solidFill>
                <a:latin typeface="Arial" panose="020B0604020202020204" pitchFamily="34" charset="0"/>
                <a:cs typeface="Arial" panose="020B0604020202020204" pitchFamily="34" charset="0"/>
              </a:rPr>
              <a:t> dung </a:t>
            </a:r>
            <a:r>
              <a:rPr lang="en-US" altLang="ko-KR" sz="750" err="1" smtClean="0">
                <a:solidFill>
                  <a:srgbClr val="000000"/>
                </a:solidFill>
                <a:latin typeface="Arial" panose="020B0604020202020204" pitchFamily="34" charset="0"/>
                <a:cs typeface="Arial" panose="020B0604020202020204" pitchFamily="34" charset="0"/>
              </a:rPr>
              <a:t>về</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nhân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a:solidFill>
                  <a:srgbClr val="000000"/>
                </a:solidFill>
                <a:latin typeface="Arial" panose="020B0604020202020204" pitchFamily="34" charset="0"/>
                <a:cs typeface="Arial" panose="020B0604020202020204" pitchFamily="34" charset="0"/>
              </a:rPr>
              <a:t>Hạt</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nhân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nguyên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tử</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cấu</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trúc</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bằng</a:t>
            </a:r>
            <a:r>
              <a:rPr lang="en-US" altLang="ko-KR" sz="750">
                <a:solidFill>
                  <a:srgbClr val="000000"/>
                </a:solidFill>
                <a:latin typeface="Arial" panose="020B0604020202020204" pitchFamily="34" charset="0"/>
                <a:cs typeface="Arial" panose="020B0604020202020204" pitchFamily="34" charset="0"/>
              </a:rPr>
              <a:t> proton </a:t>
            </a:r>
            <a:r>
              <a:rPr lang="en-US" altLang="ko-KR" sz="750" err="1">
                <a:solidFill>
                  <a:srgbClr val="000000"/>
                </a:solidFill>
                <a:latin typeface="Arial" panose="020B0604020202020204" pitchFamily="34" charset="0"/>
                <a:cs typeface="Arial" panose="020B0604020202020204" pitchFamily="34" charset="0"/>
              </a:rPr>
              <a:t>và</a:t>
            </a:r>
            <a:r>
              <a:rPr lang="en-US" altLang="ko-KR" sz="750">
                <a:solidFill>
                  <a:srgbClr val="000000"/>
                </a:solidFill>
                <a:latin typeface="Arial" panose="020B0604020202020204" pitchFamily="34" charset="0"/>
                <a:cs typeface="Arial" panose="020B0604020202020204" pitchFamily="34" charset="0"/>
              </a:rPr>
              <a:t> Neutron</a:t>
            </a:r>
            <a:r>
              <a:rPr lang="ko-KR" altLang="en-US" sz="75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② </a:t>
            </a:r>
            <a:r>
              <a:rPr lang="en-US" altLang="ko-KR" sz="750" err="1">
                <a:solidFill>
                  <a:srgbClr val="000000"/>
                </a:solidFill>
                <a:latin typeface="Arial" panose="020B0604020202020204" pitchFamily="34" charset="0"/>
                <a:cs typeface="Arial" panose="020B0604020202020204" pitchFamily="34" charset="0"/>
              </a:rPr>
              <a:t>Khối</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lượng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của</a:t>
            </a:r>
            <a:r>
              <a:rPr lang="en-US" altLang="ko-KR" sz="750">
                <a:solidFill>
                  <a:srgbClr val="000000"/>
                </a:solidFill>
                <a:latin typeface="Arial" panose="020B0604020202020204" pitchFamily="34" charset="0"/>
                <a:cs typeface="Arial" panose="020B0604020202020204" pitchFamily="34" charset="0"/>
              </a:rPr>
              <a:t> proton </a:t>
            </a:r>
            <a:r>
              <a:rPr lang="en-US" altLang="ko-KR" sz="750" err="1">
                <a:solidFill>
                  <a:srgbClr val="000000"/>
                </a:solidFill>
                <a:latin typeface="Arial" panose="020B0604020202020204" pitchFamily="34" charset="0"/>
                <a:cs typeface="Arial" panose="020B0604020202020204" pitchFamily="34" charset="0"/>
              </a:rPr>
              <a:t>và</a:t>
            </a:r>
            <a:r>
              <a:rPr lang="en-US" altLang="ko-KR" sz="750">
                <a:solidFill>
                  <a:srgbClr val="000000"/>
                </a:solidFill>
                <a:latin typeface="Arial" panose="020B0604020202020204" pitchFamily="34" charset="0"/>
                <a:cs typeface="Arial" panose="020B0604020202020204" pitchFamily="34" charset="0"/>
              </a:rPr>
              <a:t> neutron </a:t>
            </a:r>
            <a:r>
              <a:rPr lang="en-US" altLang="ko-KR" sz="750" err="1">
                <a:solidFill>
                  <a:srgbClr val="000000"/>
                </a:solidFill>
                <a:latin typeface="Arial" panose="020B0604020202020204" pitchFamily="34" charset="0"/>
                <a:cs typeface="Arial" panose="020B0604020202020204" pitchFamily="34" charset="0"/>
              </a:rPr>
              <a:t>gần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như</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giống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nhau</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là</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hạt</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nặng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gấp</a:t>
            </a:r>
            <a:r>
              <a:rPr lang="en-US" altLang="ko-KR" sz="750">
                <a:solidFill>
                  <a:srgbClr val="000000"/>
                </a:solidFill>
                <a:latin typeface="Arial" panose="020B0604020202020204" pitchFamily="34" charset="0"/>
                <a:cs typeface="Arial" panose="020B0604020202020204" pitchFamily="34" charset="0"/>
              </a:rPr>
              <a:t> 1840 </a:t>
            </a:r>
            <a:r>
              <a:rPr lang="en-US" altLang="ko-KR" sz="750" err="1">
                <a:solidFill>
                  <a:srgbClr val="000000"/>
                </a:solidFill>
                <a:latin typeface="Arial" panose="020B0604020202020204" pitchFamily="34" charset="0"/>
                <a:cs typeface="Arial" panose="020B0604020202020204" pitchFamily="34" charset="0"/>
              </a:rPr>
              <a:t>lần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hạt</a:t>
            </a:r>
            <a:r>
              <a:rPr lang="en-US" altLang="ko-KR" sz="750">
                <a:solidFill>
                  <a:srgbClr val="000000"/>
                </a:solidFill>
                <a:latin typeface="Arial" panose="020B0604020202020204" pitchFamily="34" charset="0"/>
                <a:cs typeface="Arial" panose="020B0604020202020204" pitchFamily="34" charset="0"/>
              </a:rPr>
              <a:t> electron</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③ </a:t>
            </a:r>
            <a:r>
              <a:rPr lang="en-US" altLang="ko-KR" sz="750">
                <a:solidFill>
                  <a:srgbClr val="000000"/>
                </a:solidFill>
                <a:latin typeface="Arial" panose="020B0604020202020204" pitchFamily="34" charset="0"/>
                <a:cs typeface="Arial" panose="020B0604020202020204" pitchFamily="34" charset="0"/>
              </a:rPr>
              <a:t>Proton </a:t>
            </a:r>
            <a:r>
              <a:rPr lang="en-US" altLang="ko-KR" sz="750" err="1">
                <a:solidFill>
                  <a:srgbClr val="000000"/>
                </a:solidFill>
                <a:latin typeface="Arial" panose="020B0604020202020204" pitchFamily="34" charset="0"/>
                <a:cs typeface="Arial" panose="020B0604020202020204" pitchFamily="34" charset="0"/>
              </a:rPr>
              <a:t>và</a:t>
            </a:r>
            <a:r>
              <a:rPr lang="en-US" altLang="ko-KR" sz="750">
                <a:solidFill>
                  <a:srgbClr val="000000"/>
                </a:solidFill>
                <a:latin typeface="Arial" panose="020B0604020202020204" pitchFamily="34" charset="0"/>
                <a:cs typeface="Arial" panose="020B0604020202020204" pitchFamily="34" charset="0"/>
              </a:rPr>
              <a:t> neutron </a:t>
            </a:r>
            <a:r>
              <a:rPr lang="en-US" altLang="ko-KR" sz="750" err="1">
                <a:solidFill>
                  <a:srgbClr val="000000"/>
                </a:solidFill>
                <a:latin typeface="Arial" panose="020B0604020202020204" pitchFamily="34" charset="0"/>
                <a:cs typeface="Arial" panose="020B0604020202020204" pitchFamily="34" charset="0"/>
              </a:rPr>
              <a:t>gộp</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lại</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một</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chỗ</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gọi</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là</a:t>
            </a:r>
            <a:r>
              <a:rPr lang="en-US" altLang="ko-KR" sz="750">
                <a:solidFill>
                  <a:srgbClr val="000000"/>
                </a:solidFill>
                <a:latin typeface="Arial" panose="020B0604020202020204" pitchFamily="34" charset="0"/>
                <a:cs typeface="Arial" panose="020B0604020202020204" pitchFamily="34" charset="0"/>
              </a:rPr>
              <a:t> nucleon</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④ </a:t>
            </a:r>
            <a:r>
              <a:rPr lang="en-US" altLang="ko-KR" sz="750" err="1">
                <a:solidFill>
                  <a:srgbClr val="000000"/>
                </a:solidFill>
                <a:latin typeface="Arial" panose="020B0604020202020204" pitchFamily="34" charset="0"/>
                <a:cs typeface="Arial" panose="020B0604020202020204" pitchFamily="34" charset="0"/>
              </a:rPr>
              <a:t>Đồng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vị</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nguyên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tố:là</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những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nguyên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giống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nhau</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nếu</a:t>
            </a:r>
            <a:r>
              <a:rPr lang="en-US" altLang="ko-KR" sz="750">
                <a:solidFill>
                  <a:srgbClr val="000000"/>
                </a:solidFill>
                <a:latin typeface="Arial" panose="020B0604020202020204" pitchFamily="34" charset="0"/>
                <a:cs typeface="Arial" panose="020B0604020202020204" pitchFamily="34" charset="0"/>
              </a:rPr>
              <a:t> so </a:t>
            </a:r>
            <a:r>
              <a:rPr lang="en-US" altLang="ko-KR" sz="750" err="1">
                <a:solidFill>
                  <a:srgbClr val="000000"/>
                </a:solidFill>
                <a:latin typeface="Arial" panose="020B0604020202020204" pitchFamily="34" charset="0"/>
                <a:cs typeface="Arial" panose="020B0604020202020204" pitchFamily="34" charset="0"/>
              </a:rPr>
              <a:t>sánh</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hai</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nguyên</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tử</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sẽ</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thấy</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số</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lượng</a:t>
            </a:r>
            <a:r>
              <a:rPr lang="en-US" altLang="ko-KR" sz="750">
                <a:solidFill>
                  <a:srgbClr val="000000"/>
                </a:solidFill>
                <a:latin typeface="Arial" panose="020B0604020202020204" pitchFamily="34" charset="0"/>
                <a:cs typeface="Arial" panose="020B0604020202020204" pitchFamily="34" charset="0"/>
              </a:rPr>
              <a:t> proton </a:t>
            </a:r>
            <a:r>
              <a:rPr lang="en-US" altLang="ko-KR" sz="750" err="1">
                <a:solidFill>
                  <a:srgbClr val="000000"/>
                </a:solidFill>
                <a:latin typeface="Arial" panose="020B0604020202020204" pitchFamily="34" charset="0"/>
                <a:cs typeface="Arial" panose="020B0604020202020204" pitchFamily="34" charset="0"/>
              </a:rPr>
              <a:t>giống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nhau</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nhưng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số</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khối</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của</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tổng</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số</a:t>
            </a:r>
            <a:r>
              <a:rPr lang="en-US" altLang="ko-KR" sz="750">
                <a:solidFill>
                  <a:srgbClr val="000000"/>
                </a:solidFill>
                <a:latin typeface="Arial" panose="020B0604020202020204" pitchFamily="34" charset="0"/>
                <a:cs typeface="Arial" panose="020B0604020202020204" pitchFamily="34" charset="0"/>
              </a:rPr>
              <a:t> nucleon </a:t>
            </a:r>
            <a:r>
              <a:rPr lang="en-US" altLang="ko-KR" sz="750" err="1">
                <a:solidFill>
                  <a:srgbClr val="000000"/>
                </a:solidFill>
                <a:latin typeface="Arial" panose="020B0604020202020204" pitchFamily="34" charset="0"/>
                <a:cs typeface="Arial" panose="020B0604020202020204" pitchFamily="34" charset="0"/>
              </a:rPr>
              <a:t>khác</a:t>
            </a:r>
            <a:r>
              <a:rPr lang="en-US" altLang="ko-KR" sz="750">
                <a:solidFill>
                  <a:srgbClr val="000000"/>
                </a:solidFill>
                <a:latin typeface="Arial" panose="020B0604020202020204" pitchFamily="34" charset="0"/>
                <a:cs typeface="Arial" panose="020B0604020202020204" pitchFamily="34" charset="0"/>
              </a:rPr>
              <a:t> </a:t>
            </a:r>
            <a:r>
              <a:rPr lang="en-US" altLang="ko-KR" sz="750" err="1">
                <a:solidFill>
                  <a:srgbClr val="000000"/>
                </a:solidFill>
                <a:latin typeface="Arial" panose="020B0604020202020204" pitchFamily="34" charset="0"/>
                <a:cs typeface="Arial" panose="020B0604020202020204" pitchFamily="34" charset="0"/>
              </a:rPr>
              <a:t>nhau</a:t>
            </a:r>
            <a:endParaRPr lang="ko-KR" altLang="en-US" sz="750">
              <a:solidFill>
                <a:srgbClr val="000000"/>
              </a:solidFill>
              <a:latin typeface="Arial" panose="020B0604020202020204" pitchFamily="34" charset="0"/>
              <a:cs typeface="Arial" panose="020B0604020202020204" pitchFamily="34" charset="0"/>
            </a:endParaRPr>
          </a:p>
        </p:txBody>
      </p:sp>
      <p:sp>
        <p:nvSpPr>
          <p:cNvPr id="10258" name="Rectangle 568"/>
          <p:cNvSpPr>
            <a:spLocks noChangeArrowheads="1"/>
          </p:cNvSpPr>
          <p:nvPr/>
        </p:nvSpPr>
        <p:spPr bwMode="auto">
          <a:xfrm>
            <a:off x="260351" y="3419483"/>
            <a:ext cx="3262313"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3.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thích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sai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smtClean="0">
                <a:solidFill>
                  <a:srgbClr val="000000"/>
                </a:solidFill>
                <a:latin typeface="Arial" panose="020B0604020202020204" pitchFamily="34" charset="0"/>
                <a:cs typeface="Arial" panose="020B0604020202020204" pitchFamily="34" charset="0"/>
              </a:rPr>
              <a:t>Electron </a:t>
            </a:r>
            <a:r>
              <a:rPr lang="en-US" altLang="ko-KR" sz="750" err="1" smtClean="0">
                <a:solidFill>
                  <a:srgbClr val="000000"/>
                </a:solidFill>
                <a:latin typeface="Arial" panose="020B0604020202020204" pitchFamily="34" charset="0"/>
                <a:cs typeface="Arial" panose="020B0604020202020204" pitchFamily="34" charset="0"/>
              </a:rPr>
              <a:t>hóa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trị</a:t>
            </a:r>
            <a:r>
              <a:rPr lang="en-US" altLang="ko-KR" sz="750" smtClean="0">
                <a:solidFill>
                  <a:srgbClr val="000000"/>
                </a:solidFill>
                <a:latin typeface="Arial" panose="020B0604020202020204" pitchFamily="34" charset="0"/>
                <a:cs typeface="Arial" panose="020B0604020202020204" pitchFamily="34" charset="0"/>
              </a:rPr>
              <a:t> :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các</a:t>
            </a:r>
            <a:r>
              <a:rPr lang="en-US" altLang="ko-KR" sz="750" smtClean="0">
                <a:solidFill>
                  <a:srgbClr val="000000"/>
                </a:solidFill>
                <a:latin typeface="Arial" panose="020B0604020202020204" pitchFamily="34" charset="0"/>
                <a:cs typeface="Arial" panose="020B0604020202020204" pitchFamily="34" charset="0"/>
              </a:rPr>
              <a:t> electron </a:t>
            </a:r>
            <a:r>
              <a:rPr lang="en-US" altLang="ko-KR" sz="750" err="1" smtClean="0">
                <a:solidFill>
                  <a:srgbClr val="000000"/>
                </a:solidFill>
                <a:latin typeface="Arial" panose="020B0604020202020204" pitchFamily="34" charset="0"/>
                <a:cs typeface="Arial" panose="020B0604020202020204" pitchFamily="34" charset="0"/>
              </a:rPr>
              <a:t>tồn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tại</a:t>
            </a:r>
            <a:r>
              <a:rPr lang="en-US" altLang="ko-KR" sz="750" smtClean="0">
                <a:solidFill>
                  <a:srgbClr val="000000"/>
                </a:solidFill>
                <a:latin typeface="Arial" panose="020B0604020202020204" pitchFamily="34" charset="0"/>
                <a:cs typeface="Arial" panose="020B0604020202020204" pitchFamily="34" charset="0"/>
              </a:rPr>
              <a:t> ở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ngoài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cùng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lực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liên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kết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nhân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yếu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dễ</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rời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ra</a:t>
            </a:r>
            <a:r>
              <a:rPr lang="ko-KR" altLang="en-US" sz="750" smtClean="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Vỏ</a:t>
            </a:r>
            <a:r>
              <a:rPr lang="en-US" altLang="ko-KR" sz="750" smtClean="0">
                <a:solidFill>
                  <a:srgbClr val="000000"/>
                </a:solidFill>
                <a:latin typeface="Arial" panose="020B0604020202020204" pitchFamily="34" charset="0"/>
                <a:cs typeface="Arial" panose="020B0604020202020204" pitchFamily="34" charset="0"/>
              </a:rPr>
              <a:t> electron: </a:t>
            </a:r>
            <a:r>
              <a:rPr lang="en-US" altLang="ko-KR" sz="750" err="1" smtClean="0">
                <a:solidFill>
                  <a:srgbClr val="000000"/>
                </a:solidFill>
                <a:latin typeface="Arial" panose="020B0604020202020204" pitchFamily="34" charset="0"/>
                <a:cs typeface="Arial" panose="020B0604020202020204" pitchFamily="34" charset="0"/>
              </a:rPr>
              <a:t>Vỏ</a:t>
            </a:r>
            <a:r>
              <a:rPr lang="en-US" altLang="ko-KR" sz="750" smtClean="0">
                <a:solidFill>
                  <a:srgbClr val="000000"/>
                </a:solidFill>
                <a:latin typeface="Arial" panose="020B0604020202020204" pitchFamily="34" charset="0"/>
                <a:cs typeface="Arial" panose="020B0604020202020204" pitchFamily="34" charset="0"/>
              </a:rPr>
              <a:t> Electron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electrong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hình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thành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tròn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định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xoay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quanh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nhân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Các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vỏ</a:t>
            </a:r>
            <a:r>
              <a:rPr lang="en-US" altLang="ko-KR" sz="750" smtClean="0">
                <a:solidFill>
                  <a:srgbClr val="000000"/>
                </a:solidFill>
                <a:latin typeface="Arial" panose="020B0604020202020204" pitchFamily="34" charset="0"/>
                <a:cs typeface="Arial" panose="020B0604020202020204" pitchFamily="34" charset="0"/>
              </a:rPr>
              <a:t> electron </a:t>
            </a:r>
            <a:r>
              <a:rPr lang="en-US" altLang="ko-KR" sz="750" err="1" smtClean="0">
                <a:solidFill>
                  <a:srgbClr val="000000"/>
                </a:solidFill>
                <a:latin typeface="Arial" panose="020B0604020202020204" pitchFamily="34" charset="0"/>
                <a:cs typeface="Arial" panose="020B0604020202020204" pitchFamily="34" charset="0"/>
              </a:rPr>
              <a:t>theo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thứ</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tự</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từ</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nhân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gọi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K</a:t>
            </a:r>
            <a:r>
              <a:rPr lang="ko-KR" altLang="en-US"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L</a:t>
            </a:r>
            <a:r>
              <a:rPr lang="ko-KR" altLang="en-US"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M</a:t>
            </a:r>
            <a:r>
              <a:rPr lang="ko-KR" altLang="en-US"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N</a:t>
            </a:r>
            <a:r>
              <a:rPr lang="ko-KR" altLang="en-US" sz="750" smtClean="0">
                <a:solidFill>
                  <a:srgbClr val="000000"/>
                </a:solidFill>
                <a:latin typeface="Arial" panose="020B0604020202020204" pitchFamily="34" charset="0"/>
                <a:cs typeface="Arial" panose="020B0604020202020204" pitchFamily="34" charset="0"/>
              </a:rPr>
              <a:t>→</a:t>
            </a:r>
            <a:r>
              <a:rPr lang="en-US" altLang="ko-KR" sz="750" smtClean="0">
                <a:solidFill>
                  <a:srgbClr val="000000"/>
                </a:solidFill>
                <a:latin typeface="Arial" panose="020B0604020202020204" pitchFamily="34" charset="0"/>
                <a:cs typeface="Arial" panose="020B0604020202020204" pitchFamily="34" charset="0"/>
              </a:rPr>
              <a:t>…</a:t>
            </a:r>
            <a:endParaRPr lang="ko-KR" altLang="en-US" sz="75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smtClean="0">
                <a:solidFill>
                  <a:srgbClr val="000000"/>
                </a:solidFill>
                <a:latin typeface="Arial" panose="020B0604020202020204" pitchFamily="34" charset="0"/>
                <a:cs typeface="Arial" panose="020B0604020202020204" pitchFamily="34" charset="0"/>
              </a:rPr>
              <a:t>④ </a:t>
            </a:r>
            <a:r>
              <a:rPr lang="en-US" altLang="ko-KR" sz="750" smtClean="0">
                <a:solidFill>
                  <a:srgbClr val="000000"/>
                </a:solidFill>
                <a:latin typeface="Arial" panose="020B0604020202020204" pitchFamily="34" charset="0"/>
                <a:cs typeface="Arial" panose="020B0604020202020204" pitchFamily="34" charset="0"/>
              </a:rPr>
              <a:t>Electron </a:t>
            </a:r>
            <a:r>
              <a:rPr lang="en-US" altLang="ko-KR" sz="750" err="1" smtClean="0">
                <a:solidFill>
                  <a:srgbClr val="000000"/>
                </a:solidFill>
                <a:latin typeface="Arial" panose="020B0604020202020204" pitchFamily="34" charset="0"/>
                <a:cs typeface="Arial" panose="020B0604020202020204" pitchFamily="34" charset="0"/>
              </a:rPr>
              <a:t>tự</a:t>
            </a:r>
            <a:r>
              <a:rPr lang="en-US" altLang="ko-KR" sz="750" smtClean="0">
                <a:solidFill>
                  <a:srgbClr val="000000"/>
                </a:solidFill>
                <a:latin typeface="Arial" panose="020B0604020202020204" pitchFamily="34" charset="0"/>
                <a:cs typeface="Arial" panose="020B0604020202020204" pitchFamily="34" charset="0"/>
              </a:rPr>
              <a:t> do: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các</a:t>
            </a:r>
            <a:r>
              <a:rPr lang="en-US" altLang="ko-KR" sz="750" smtClean="0">
                <a:solidFill>
                  <a:srgbClr val="000000"/>
                </a:solidFill>
                <a:latin typeface="Arial" panose="020B0604020202020204" pitchFamily="34" charset="0"/>
                <a:cs typeface="Arial" panose="020B0604020202020204" pitchFamily="34" charset="0"/>
              </a:rPr>
              <a:t> Electron ở </a:t>
            </a:r>
            <a:r>
              <a:rPr lang="en-US" altLang="ko-KR" sz="750" err="1" smtClean="0">
                <a:solidFill>
                  <a:srgbClr val="000000"/>
                </a:solidFill>
                <a:latin typeface="Arial" panose="020B0604020202020204" pitchFamily="34" charset="0"/>
                <a:cs typeface="Arial" panose="020B0604020202020204" pitchFamily="34" charset="0"/>
              </a:rPr>
              <a:t>lớp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ngoài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cùng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 electron </a:t>
            </a:r>
            <a:r>
              <a:rPr lang="en-US" altLang="ko-KR" sz="750" err="1" smtClean="0">
                <a:solidFill>
                  <a:srgbClr val="000000"/>
                </a:solidFill>
                <a:latin typeface="Arial" panose="020B0604020202020204" pitchFamily="34" charset="0"/>
                <a:cs typeface="Arial" panose="020B0604020202020204" pitchFamily="34" charset="0"/>
              </a:rPr>
              <a:t>hóa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trị</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đã</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nhận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đủ</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năng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lượng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tách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ra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khỏi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liên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kết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endParaRPr lang="ko-KR" altLang="en-US" sz="750">
              <a:solidFill>
                <a:srgbClr val="000000"/>
              </a:solidFill>
              <a:latin typeface="Arial" panose="020B0604020202020204" pitchFamily="34" charset="0"/>
              <a:cs typeface="Arial" panose="020B0604020202020204" pitchFamily="34" charset="0"/>
            </a:endParaRPr>
          </a:p>
        </p:txBody>
      </p:sp>
      <p:sp>
        <p:nvSpPr>
          <p:cNvPr id="10259" name="Rectangle 574"/>
          <p:cNvSpPr>
            <a:spLocks noChangeArrowheads="1"/>
          </p:cNvSpPr>
          <p:nvPr/>
        </p:nvSpPr>
        <p:spPr bwMode="auto">
          <a:xfrm>
            <a:off x="260350" y="4643438"/>
            <a:ext cx="3124200"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4.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thích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về</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smtClean="0">
                <a:solidFill>
                  <a:srgbClr val="000000"/>
                </a:solidFill>
                <a:latin typeface="Arial" panose="020B0604020202020204" pitchFamily="34" charset="0"/>
                <a:cs typeface="Arial" panose="020B0604020202020204" pitchFamily="34" charset="0"/>
              </a:rPr>
              <a:t>Cường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độ</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lượng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di </a:t>
            </a:r>
            <a:r>
              <a:rPr lang="en-US" altLang="ko-KR" sz="750" err="1" smtClean="0">
                <a:solidFill>
                  <a:srgbClr val="000000"/>
                </a:solidFill>
                <a:latin typeface="Arial" panose="020B0604020202020204" pitchFamily="34" charset="0"/>
                <a:cs typeface="Arial" panose="020B0604020202020204" pitchFamily="34" charset="0"/>
              </a:rPr>
              <a:t>chuyển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dẫn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vòng</a:t>
            </a:r>
            <a:r>
              <a:rPr lang="en-US" altLang="ko-KR" sz="750" smtClean="0">
                <a:solidFill>
                  <a:srgbClr val="000000"/>
                </a:solidFill>
                <a:latin typeface="Arial" panose="020B0604020202020204" pitchFamily="34" charset="0"/>
                <a:cs typeface="Arial" panose="020B0604020202020204" pitchFamily="34" charset="0"/>
              </a:rPr>
              <a:t> 1 </a:t>
            </a:r>
            <a:r>
              <a:rPr lang="en-US" altLang="ko-KR" sz="750" err="1" smtClean="0">
                <a:solidFill>
                  <a:srgbClr val="000000"/>
                </a:solidFill>
                <a:latin typeface="Arial" panose="020B0604020202020204" pitchFamily="34" charset="0"/>
                <a:cs typeface="Arial" panose="020B0604020202020204" pitchFamily="34" charset="0"/>
              </a:rPr>
              <a:t>giây</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Đơn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vị</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Ampe</a:t>
            </a:r>
            <a:r>
              <a:rPr lang="en-US" altLang="ko-KR" sz="750" smtClean="0">
                <a:solidFill>
                  <a:srgbClr val="000000"/>
                </a:solidFill>
                <a:latin typeface="Arial" panose="020B0604020202020204" pitchFamily="34" charset="0"/>
                <a:cs typeface="Arial" panose="020B0604020202020204" pitchFamily="34" charset="0"/>
              </a:rPr>
              <a:t> [A</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Công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thức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tính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I=Q/T </a:t>
            </a:r>
            <a:r>
              <a:rPr lang="en-US" altLang="ko-KR" sz="750">
                <a:solidFill>
                  <a:srgbClr val="000000"/>
                </a:solidFill>
                <a:latin typeface="Arial" panose="020B0604020202020204" pitchFamily="34" charset="0"/>
                <a:cs typeface="Arial" panose="020B0604020202020204" pitchFamily="34" charset="0"/>
              </a:rPr>
              <a:t>[A]</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④ </a:t>
            </a:r>
            <a:r>
              <a:rPr lang="en-US" altLang="ko-KR" sz="750" err="1" smtClean="0">
                <a:solidFill>
                  <a:srgbClr val="000000"/>
                </a:solidFill>
                <a:latin typeface="Arial" panose="020B0604020202020204" pitchFamily="34" charset="0"/>
                <a:cs typeface="Arial" panose="020B0604020202020204" pitchFamily="34" charset="0"/>
              </a:rPr>
              <a:t>Nếu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vòng</a:t>
            </a:r>
            <a:r>
              <a:rPr lang="en-US" altLang="ko-KR" sz="750" smtClean="0">
                <a:solidFill>
                  <a:srgbClr val="000000"/>
                </a:solidFill>
                <a:latin typeface="Arial" panose="020B0604020202020204" pitchFamily="34" charset="0"/>
                <a:cs typeface="Arial" panose="020B0604020202020204" pitchFamily="34" charset="0"/>
              </a:rPr>
              <a:t> 1 </a:t>
            </a:r>
            <a:r>
              <a:rPr lang="en-US" altLang="ko-KR" sz="750" err="1" smtClean="0">
                <a:solidFill>
                  <a:srgbClr val="000000"/>
                </a:solidFill>
                <a:latin typeface="Arial" panose="020B0604020202020204" pitchFamily="34" charset="0"/>
                <a:cs typeface="Arial" panose="020B0604020202020204" pitchFamily="34" charset="0"/>
              </a:rPr>
              <a:t>phút</a:t>
            </a:r>
            <a:r>
              <a:rPr lang="en-US" altLang="ko-KR" sz="750" smtClean="0">
                <a:solidFill>
                  <a:srgbClr val="000000"/>
                </a:solidFill>
                <a:latin typeface="Arial" panose="020B0604020202020204" pitchFamily="34" charset="0"/>
                <a:cs typeface="Arial" panose="020B0604020202020204" pitchFamily="34" charset="0"/>
              </a:rPr>
              <a:t> di </a:t>
            </a:r>
            <a:r>
              <a:rPr lang="en-US" altLang="ko-KR" sz="750" err="1" smtClean="0">
                <a:solidFill>
                  <a:srgbClr val="000000"/>
                </a:solidFill>
                <a:latin typeface="Arial" panose="020B0604020202020204" pitchFamily="34" charset="0"/>
                <a:cs typeface="Arial" panose="020B0604020202020204" pitchFamily="34" charset="0"/>
              </a:rPr>
              <a:t>chuyển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một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lượng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1[C] </a:t>
            </a:r>
            <a:r>
              <a:rPr lang="en-US" altLang="ko-KR" sz="750" err="1" smtClean="0">
                <a:solidFill>
                  <a:srgbClr val="000000"/>
                </a:solidFill>
                <a:latin typeface="Arial" panose="020B0604020202020204" pitchFamily="34" charset="0"/>
                <a:cs typeface="Arial" panose="020B0604020202020204" pitchFamily="34" charset="0"/>
              </a:rPr>
              <a:t>thì</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cường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độ</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1[A].</a:t>
            </a:r>
            <a:endParaRPr lang="en-US" altLang="ko-KR" sz="750">
              <a:solidFill>
                <a:srgbClr val="000000"/>
              </a:solidFill>
              <a:latin typeface="Arial" panose="020B0604020202020204" pitchFamily="34" charset="0"/>
              <a:cs typeface="Arial" panose="020B0604020202020204" pitchFamily="34" charset="0"/>
            </a:endParaRPr>
          </a:p>
        </p:txBody>
      </p:sp>
      <p:sp>
        <p:nvSpPr>
          <p:cNvPr id="10260" name="Rectangle 576"/>
          <p:cNvSpPr>
            <a:spLocks noChangeArrowheads="1"/>
          </p:cNvSpPr>
          <p:nvPr/>
        </p:nvSpPr>
        <p:spPr bwMode="auto">
          <a:xfrm>
            <a:off x="260350" y="5554452"/>
            <a:ext cx="3117850"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ea typeface="돋움" pitchFamily="50" charset="-127"/>
                <a:cs typeface="Arial" panose="020B0604020202020204" pitchFamily="34" charset="0"/>
              </a:rPr>
              <a:t>5. </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Ở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Hàn</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Quốc</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số</a:t>
            </a:r>
            <a:r>
              <a:rPr lang="ko-KR" altLang="en-US"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a:solidFill>
                  <a:srgbClr val="000000"/>
                </a:solidFill>
                <a:latin typeface="Arial" panose="020B0604020202020204" pitchFamily="34" charset="0"/>
                <a:ea typeface="돋움" pitchFamily="50" charset="-127"/>
                <a:cs typeface="Arial" panose="020B0604020202020204" pitchFamily="34" charset="0"/>
              </a:rPr>
              <a:t>60[Hz</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nếu</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pha</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thì</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thế</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bao</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err="1" smtClean="0">
                <a:solidFill>
                  <a:srgbClr val="000000"/>
                </a:solidFill>
                <a:latin typeface="Arial" panose="020B0604020202020204" pitchFamily="34" charset="0"/>
                <a:ea typeface="돋움" pitchFamily="50" charset="-127"/>
                <a:cs typeface="Arial" panose="020B0604020202020204" pitchFamily="34" charset="0"/>
              </a:rPr>
              <a:t>nhiêu</a:t>
            </a:r>
            <a:r>
              <a:rPr lang="en-US" altLang="ko-KR" sz="75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endParaRPr lang="en-US" altLang="ko-KR" sz="75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ea typeface="돋움" pitchFamily="50" charset="-127"/>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① 180′  ② 150′  ③ 120′  ④ 90′</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6. </a:t>
            </a:r>
            <a:r>
              <a:rPr lang="en-US" altLang="ko-KR" sz="750" err="1" smtClean="0">
                <a:solidFill>
                  <a:srgbClr val="000000"/>
                </a:solidFill>
                <a:latin typeface="Arial" panose="020B0604020202020204" pitchFamily="34" charset="0"/>
                <a:cs typeface="Arial" panose="020B0604020202020204" pitchFamily="34" charset="0"/>
              </a:rPr>
              <a:t>Nhìn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hình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dưới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đây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tìm</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trị</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hiệu</a:t>
            </a:r>
            <a:r>
              <a:rPr lang="en-US" altLang="ko-KR" sz="750" smtClean="0">
                <a:solidFill>
                  <a:srgbClr val="000000"/>
                </a:solidFill>
                <a:latin typeface="Arial" panose="020B0604020202020204" pitchFamily="34" charset="0"/>
                <a:cs typeface="Arial" panose="020B0604020202020204" pitchFamily="34" charset="0"/>
              </a:rPr>
              <a:t> dụng ?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p:txBody>
      </p:sp>
      <p:grpSp>
        <p:nvGrpSpPr>
          <p:cNvPr id="10261" name="Group 587"/>
          <p:cNvGrpSpPr>
            <a:grpSpLocks/>
          </p:cNvGrpSpPr>
          <p:nvPr/>
        </p:nvGrpSpPr>
        <p:grpSpPr bwMode="auto">
          <a:xfrm>
            <a:off x="466727" y="6194064"/>
            <a:ext cx="2746244" cy="819420"/>
            <a:chOff x="2166" y="3522"/>
            <a:chExt cx="1964" cy="918"/>
          </a:xfrm>
        </p:grpSpPr>
        <p:pic>
          <p:nvPicPr>
            <p:cNvPr id="10307" name="Picture 577" descr="ScreenHunter_00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6" y="3522"/>
              <a:ext cx="1964" cy="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08" name="Rectangle 578"/>
            <p:cNvSpPr>
              <a:spLocks noChangeArrowheads="1"/>
            </p:cNvSpPr>
            <p:nvPr/>
          </p:nvSpPr>
          <p:spPr bwMode="auto">
            <a:xfrm>
              <a:off x="2468" y="3787"/>
              <a:ext cx="318" cy="90"/>
            </a:xfrm>
            <a:prstGeom prst="rect">
              <a:avLst/>
            </a:prstGeom>
            <a:solidFill>
              <a:srgbClr val="FFFFFF"/>
            </a:solidFill>
            <a:ln w="9525">
              <a:solidFill>
                <a:srgbClr val="000000"/>
              </a:solidFill>
              <a:miter lim="800000"/>
              <a:headEnd/>
              <a:tailEnd/>
            </a:ln>
          </p:spPr>
          <p:txBody>
            <a:bodyPr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a:t>
              </a:r>
            </a:p>
          </p:txBody>
        </p:sp>
        <p:sp>
          <p:nvSpPr>
            <p:cNvPr id="10309" name="Rectangle 579"/>
            <p:cNvSpPr>
              <a:spLocks noChangeArrowheads="1"/>
            </p:cNvSpPr>
            <p:nvPr/>
          </p:nvSpPr>
          <p:spPr bwMode="auto">
            <a:xfrm>
              <a:off x="2912" y="3841"/>
              <a:ext cx="318" cy="96"/>
            </a:xfrm>
            <a:prstGeom prst="rect">
              <a:avLst/>
            </a:prstGeom>
            <a:solidFill>
              <a:srgbClr val="FFFFFF"/>
            </a:solidFill>
            <a:ln w="9525">
              <a:solidFill>
                <a:srgbClr val="000000"/>
              </a:solidFill>
              <a:miter lim="800000"/>
              <a:headEnd/>
              <a:tailEnd/>
            </a:ln>
          </p:spPr>
          <p:txBody>
            <a:bodyPr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②</a:t>
              </a:r>
            </a:p>
          </p:txBody>
        </p:sp>
        <p:sp>
          <p:nvSpPr>
            <p:cNvPr id="10310" name="Rectangle 580"/>
            <p:cNvSpPr>
              <a:spLocks noChangeArrowheads="1"/>
            </p:cNvSpPr>
            <p:nvPr/>
          </p:nvSpPr>
          <p:spPr bwMode="auto">
            <a:xfrm>
              <a:off x="3255" y="3835"/>
              <a:ext cx="318" cy="96"/>
            </a:xfrm>
            <a:prstGeom prst="rect">
              <a:avLst/>
            </a:prstGeom>
            <a:solidFill>
              <a:srgbClr val="FFFFFF"/>
            </a:solidFill>
            <a:ln w="9525">
              <a:solidFill>
                <a:srgbClr val="000000"/>
              </a:solidFill>
              <a:miter lim="800000"/>
              <a:headEnd/>
              <a:tailEnd/>
            </a:ln>
          </p:spPr>
          <p:txBody>
            <a:bodyPr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a:t>
              </a:r>
            </a:p>
          </p:txBody>
        </p:sp>
        <p:sp>
          <p:nvSpPr>
            <p:cNvPr id="10311" name="Rectangle 581"/>
            <p:cNvSpPr>
              <a:spLocks noChangeArrowheads="1"/>
            </p:cNvSpPr>
            <p:nvPr/>
          </p:nvSpPr>
          <p:spPr bwMode="auto">
            <a:xfrm>
              <a:off x="3536" y="4105"/>
              <a:ext cx="588" cy="84"/>
            </a:xfrm>
            <a:prstGeom prst="rect">
              <a:avLst/>
            </a:prstGeom>
            <a:solidFill>
              <a:srgbClr val="FFFFFF"/>
            </a:solidFill>
            <a:ln w="9525">
              <a:solidFill>
                <a:srgbClr val="000000"/>
              </a:solidFill>
              <a:miter lim="800000"/>
              <a:headEnd/>
              <a:tailEnd/>
            </a:ln>
          </p:spPr>
          <p:txBody>
            <a:bodyPr anchor="ctr" anchorCtr="1"/>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④</a:t>
              </a:r>
            </a:p>
          </p:txBody>
        </p:sp>
        <p:sp>
          <p:nvSpPr>
            <p:cNvPr id="10312" name="Rectangle 582"/>
            <p:cNvSpPr>
              <a:spLocks noChangeArrowheads="1"/>
            </p:cNvSpPr>
            <p:nvPr/>
          </p:nvSpPr>
          <p:spPr bwMode="auto">
            <a:xfrm>
              <a:off x="2498" y="4189"/>
              <a:ext cx="318" cy="84"/>
            </a:xfrm>
            <a:prstGeom prst="rect">
              <a:avLst/>
            </a:prstGeom>
            <a:solidFill>
              <a:srgbClr val="FFFFFF"/>
            </a:solidFill>
            <a:ln w="9525">
              <a:solidFill>
                <a:srgbClr val="000000"/>
              </a:solidFill>
              <a:miter lim="800000"/>
              <a:headEnd/>
              <a:tailEnd/>
            </a:ln>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50">
                <a:solidFill>
                  <a:srgbClr val="000000"/>
                </a:solidFill>
                <a:latin typeface="Arial" panose="020B0604020202020204" pitchFamily="34" charset="0"/>
                <a:cs typeface="Arial" panose="020B0604020202020204" pitchFamily="34" charset="0"/>
              </a:endParaRPr>
            </a:p>
          </p:txBody>
        </p:sp>
      </p:grpSp>
      <p:sp>
        <p:nvSpPr>
          <p:cNvPr id="10262" name="Rectangle 70"/>
          <p:cNvSpPr>
            <a:spLocks noChangeArrowheads="1"/>
          </p:cNvSpPr>
          <p:nvPr/>
        </p:nvSpPr>
        <p:spPr bwMode="auto">
          <a:xfrm>
            <a:off x="260350" y="7164361"/>
            <a:ext cx="3124200" cy="1015663"/>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7.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cả</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các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thích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về</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cầu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dao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a:t>
            </a:r>
            <a:r>
              <a:rPr lang="en-US" altLang="ko-KR" sz="750" smtClean="0">
                <a:solidFill>
                  <a:srgbClr val="000000"/>
                </a:solidFill>
                <a:latin typeface="Arial" panose="020B0604020202020204" pitchFamily="34" charset="0"/>
                <a:cs typeface="Arial" panose="020B0604020202020204" pitchFamily="34" charset="0"/>
              </a:rPr>
              <a:t> dòng?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smtClean="0">
                <a:solidFill>
                  <a:srgbClr val="000000"/>
                </a:solidFill>
                <a:latin typeface="Arial" panose="020B0604020202020204" pitchFamily="34" charset="0"/>
                <a:cs typeface="Arial" panose="020B0604020202020204" pitchFamily="34" charset="0"/>
              </a:rPr>
              <a:t>Chặn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cả</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sinh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đoản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mạch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quá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tải</a:t>
            </a:r>
            <a:r>
              <a:rPr lang="en-US" altLang="ko-KR" sz="750" smtClean="0">
                <a:solidFill>
                  <a:srgbClr val="000000"/>
                </a:solidFill>
                <a:latin typeface="Arial" panose="020B0604020202020204" pitchFamily="34" charset="0"/>
                <a:cs typeface="Arial" panose="020B0604020202020204" pitchFamily="34" charset="0"/>
              </a:rPr>
              <a:t>.  </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Cũng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cầu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dao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chỉ</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mục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đích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chặn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③ </a:t>
            </a:r>
            <a:r>
              <a:rPr lang="en-US" altLang="ko-KR" sz="750" smtClean="0">
                <a:solidFill>
                  <a:srgbClr val="000000"/>
                </a:solidFill>
                <a:latin typeface="Arial" panose="020B0604020202020204" pitchFamily="34" charset="0"/>
                <a:cs typeface="Arial" panose="020B0604020202020204" pitchFamily="34" charset="0"/>
              </a:rPr>
              <a:t>Button </a:t>
            </a:r>
            <a:r>
              <a:rPr lang="en-US" altLang="ko-KR" sz="750" err="1" smtClean="0">
                <a:solidFill>
                  <a:srgbClr val="000000"/>
                </a:solidFill>
                <a:latin typeface="Arial" panose="020B0604020202020204" pitchFamily="34" charset="0"/>
                <a:cs typeface="Arial" panose="020B0604020202020204" pitchFamily="34" charset="0"/>
              </a:rPr>
              <a:t>thử</a:t>
            </a:r>
            <a:r>
              <a:rPr lang="en-US" altLang="ko-KR" sz="750" smtClean="0">
                <a:solidFill>
                  <a:srgbClr val="000000"/>
                </a:solidFill>
                <a:latin typeface="Arial" panose="020B0604020202020204" pitchFamily="34" charset="0"/>
                <a:cs typeface="Arial" panose="020B0604020202020204" pitchFamily="34" charset="0"/>
              </a:rPr>
              <a:t> ELB </a:t>
            </a:r>
            <a:r>
              <a:rPr lang="en-US" altLang="ko-KR" sz="750" err="1" smtClean="0">
                <a:solidFill>
                  <a:srgbClr val="000000"/>
                </a:solidFill>
                <a:latin typeface="Arial" panose="020B0604020202020204" pitchFamily="34" charset="0"/>
                <a:cs typeface="Arial" panose="020B0604020202020204" pitchFamily="34" charset="0"/>
              </a:rPr>
              <a:t>màu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xanh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hoặc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xanh</a:t>
            </a:r>
            <a:r>
              <a:rPr lang="en-US" altLang="ko-KR" sz="750" smtClean="0">
                <a:solidFill>
                  <a:srgbClr val="000000"/>
                </a:solidFill>
                <a:latin typeface="Arial" panose="020B0604020202020204" pitchFamily="34" charset="0"/>
                <a:cs typeface="Arial" panose="020B0604020202020204" pitchFamily="34" charset="0"/>
              </a:rPr>
              <a:t> lam </a:t>
            </a:r>
            <a:r>
              <a:rPr lang="en-US" altLang="ko-KR" sz="750" err="1" smtClean="0">
                <a:solidFill>
                  <a:srgbClr val="000000"/>
                </a:solidFill>
                <a:latin typeface="Arial" panose="020B0604020202020204" pitchFamily="34" charset="0"/>
                <a:cs typeface="Arial" panose="020B0604020202020204" pitchFamily="34" charset="0"/>
              </a:rPr>
              <a:t>thì</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chỉ</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chặn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chặn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quá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tải</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④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cấu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trúc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bởi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chặn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mạch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và,THR</a:t>
            </a:r>
            <a:endParaRPr lang="ko-KR" altLang="en-US" sz="750">
              <a:solidFill>
                <a:srgbClr val="000000"/>
              </a:solidFill>
              <a:latin typeface="Arial" panose="020B0604020202020204" pitchFamily="34" charset="0"/>
              <a:cs typeface="Arial" panose="020B0604020202020204" pitchFamily="34" charset="0"/>
            </a:endParaRPr>
          </a:p>
        </p:txBody>
      </p:sp>
      <p:sp>
        <p:nvSpPr>
          <p:cNvPr id="10263" name="Rectangle 74"/>
          <p:cNvSpPr>
            <a:spLocks noChangeArrowheads="1"/>
          </p:cNvSpPr>
          <p:nvPr/>
        </p:nvSpPr>
        <p:spPr bwMode="auto">
          <a:xfrm>
            <a:off x="260350" y="8094951"/>
            <a:ext cx="3124200" cy="90024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8.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thích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sau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về</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kì</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số ?(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smtClean="0">
                <a:solidFill>
                  <a:srgbClr val="000000"/>
                </a:solidFill>
                <a:latin typeface="Arial" panose="020B0604020202020204" pitchFamily="34" charset="0"/>
                <a:cs typeface="Arial" panose="020B0604020202020204" pitchFamily="34" charset="0"/>
              </a:rPr>
              <a:t>Chu </a:t>
            </a:r>
            <a:r>
              <a:rPr lang="en-US" altLang="ko-KR" sz="750" err="1" smtClean="0">
                <a:solidFill>
                  <a:srgbClr val="000000"/>
                </a:solidFill>
                <a:latin typeface="Arial" panose="020B0604020202020204" pitchFamily="34" charset="0"/>
                <a:cs typeface="Arial" panose="020B0604020202020204" pitchFamily="34" charset="0"/>
              </a:rPr>
              <a:t>kì</a:t>
            </a:r>
            <a:r>
              <a:rPr lang="en-US" altLang="ko-KR" sz="750">
                <a:solidFill>
                  <a:srgbClr val="000000"/>
                </a:solidFill>
                <a:latin typeface="Arial" panose="020B0604020202020204" pitchFamily="34" charset="0"/>
                <a:cs typeface="Arial" panose="020B0604020202020204" pitchFamily="34" charset="0"/>
              </a:rPr>
              <a: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Chiều</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dài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thời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gian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một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dạng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sóng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lặp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hoàn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thành</a:t>
            </a:r>
            <a:r>
              <a:rPr lang="ko-KR" altLang="en-US" sz="750" smtClean="0">
                <a:solidFill>
                  <a:srgbClr val="000000"/>
                </a:solidFill>
                <a:latin typeface="Arial" panose="020B0604020202020204" pitchFamily="34" charset="0"/>
                <a:cs typeface="Arial" panose="020B0604020202020204" pitchFamily="34" charset="0"/>
              </a:rPr>
              <a:t> </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lặp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một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dạng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sóng</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hoàn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thành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vòng</a:t>
            </a:r>
            <a:r>
              <a:rPr lang="en-US" altLang="ko-KR" sz="750" smtClean="0">
                <a:solidFill>
                  <a:srgbClr val="000000"/>
                </a:solidFill>
                <a:latin typeface="Arial" panose="020B0604020202020204" pitchFamily="34" charset="0"/>
                <a:cs typeface="Arial" panose="020B0604020202020204" pitchFamily="34" charset="0"/>
              </a:rPr>
              <a:t> 1 </a:t>
            </a:r>
            <a:r>
              <a:rPr lang="en-US" altLang="ko-KR" sz="750" err="1" smtClean="0">
                <a:solidFill>
                  <a:srgbClr val="000000"/>
                </a:solidFill>
                <a:latin typeface="Arial" panose="020B0604020202020204" pitchFamily="34" charset="0"/>
                <a:cs typeface="Arial" panose="020B0604020202020204" pitchFamily="34" charset="0"/>
              </a:rPr>
              <a:t>giây</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Kí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hiệu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kì</a:t>
            </a:r>
            <a:r>
              <a:rPr lang="en-US" altLang="ko-KR" sz="750" smtClean="0">
                <a:solidFill>
                  <a:srgbClr val="000000"/>
                </a:solidFill>
                <a:latin typeface="Arial" panose="020B0604020202020204" pitchFamily="34" charset="0"/>
                <a:cs typeface="Arial" panose="020B0604020202020204" pitchFamily="34" charset="0"/>
              </a:rPr>
              <a:t> : T </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hiệu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f</a:t>
            </a:r>
          </a:p>
          <a:p>
            <a:pPr eaLnBrk="1" fontAlgn="base" latinLnBrk="1" hangingPunct="1">
              <a:spcBef>
                <a:spcPct val="0"/>
              </a:spcBef>
              <a:spcAft>
                <a:spcPct val="0"/>
              </a:spcAft>
            </a:pPr>
            <a:r>
              <a:rPr lang="ko-KR" altLang="en-US" sz="750" smtClean="0">
                <a:solidFill>
                  <a:srgbClr val="000000"/>
                </a:solidFill>
                <a:latin typeface="Arial" panose="020B0604020202020204" pitchFamily="34" charset="0"/>
                <a:cs typeface="Arial" panose="020B0604020202020204" pitchFamily="34" charset="0"/>
              </a:rPr>
              <a:t>④ </a:t>
            </a:r>
            <a:r>
              <a:rPr lang="en-US" altLang="ko-KR" sz="750" err="1" smtClean="0">
                <a:solidFill>
                  <a:srgbClr val="000000"/>
                </a:solidFill>
                <a:latin typeface="Arial" panose="020B0604020202020204" pitchFamily="34" charset="0"/>
                <a:cs typeface="Arial" panose="020B0604020202020204" pitchFamily="34" charset="0"/>
              </a:rPr>
              <a:t>Đơn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vị</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Hr  </a:t>
            </a:r>
            <a:endParaRPr lang="ko-KR" altLang="en-US" sz="750">
              <a:solidFill>
                <a:srgbClr val="000000"/>
              </a:solidFill>
              <a:latin typeface="Arial" panose="020B0604020202020204" pitchFamily="34" charset="0"/>
              <a:cs typeface="Arial" panose="020B0604020202020204" pitchFamily="34" charset="0"/>
            </a:endParaRPr>
          </a:p>
        </p:txBody>
      </p:sp>
      <p:sp>
        <p:nvSpPr>
          <p:cNvPr id="10264" name="Rectangle 285"/>
          <p:cNvSpPr>
            <a:spLocks noChangeArrowheads="1"/>
          </p:cNvSpPr>
          <p:nvPr/>
        </p:nvSpPr>
        <p:spPr bwMode="auto">
          <a:xfrm>
            <a:off x="3429000" y="989013"/>
            <a:ext cx="3124200"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10.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cuộn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cảm</a:t>
            </a:r>
            <a:r>
              <a:rPr lang="en-US" altLang="ko-KR" sz="750" smtClean="0">
                <a:solidFill>
                  <a:srgbClr val="000000"/>
                </a:solidFill>
                <a:latin typeface="Arial" panose="020B0604020202020204" pitchFamily="34" charset="0"/>
                <a:cs typeface="Arial" panose="020B0604020202020204" pitchFamily="34" charset="0"/>
              </a:rPr>
              <a:t> ( coil inductor)? </a:t>
            </a:r>
            <a:r>
              <a:rPr lang="en-US" altLang="ko-KR" sz="75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 ① </a:t>
            </a:r>
            <a:r>
              <a:rPr lang="en-US" altLang="ko-KR" sz="750" err="1" smtClean="0">
                <a:solidFill>
                  <a:srgbClr val="000000"/>
                </a:solidFill>
                <a:latin typeface="Arial" panose="020B0604020202020204" pitchFamily="34" charset="0"/>
                <a:cs typeface="Arial" panose="020B0604020202020204" pitchFamily="34" charset="0"/>
              </a:rPr>
              <a:t>Cuộn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cảm</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kháng</a:t>
            </a:r>
            <a:r>
              <a:rPr lang="en-US" altLang="ko-KR" sz="750" smtClean="0">
                <a:solidFill>
                  <a:srgbClr val="000000"/>
                </a:solidFill>
                <a:latin typeface="Arial" panose="020B0604020202020204" pitchFamily="34" charset="0"/>
                <a:cs typeface="Arial" panose="020B0604020202020204" pitchFamily="34" charset="0"/>
              </a:rPr>
              <a:t> (choke coil)</a:t>
            </a:r>
            <a:r>
              <a:rPr lang="ko-KR" altLang="en-US" sz="750" smtClean="0">
                <a:solidFill>
                  <a:srgbClr val="000000"/>
                </a:solidFill>
                <a:latin typeface="Arial" panose="020B0604020202020204" pitchFamily="34" charset="0"/>
                <a:cs typeface="Arial" panose="020B0604020202020204" pitchFamily="34" charset="0"/>
              </a:rPr>
              <a:t>      </a:t>
            </a:r>
            <a:r>
              <a:rPr lang="ko-KR" altLang="en-US" sz="750">
                <a:solidFill>
                  <a:srgbClr val="000000"/>
                </a:solidFill>
                <a:latin typeface="Arial" panose="020B0604020202020204" pitchFamily="34" charset="0"/>
                <a:cs typeface="Arial" panose="020B0604020202020204" pitchFamily="34" charset="0"/>
              </a:rPr>
              <a:t>② </a:t>
            </a:r>
            <a:r>
              <a:rPr lang="en-US" altLang="ko-KR" sz="750" smtClean="0">
                <a:solidFill>
                  <a:srgbClr val="000000"/>
                </a:solidFill>
                <a:latin typeface="Arial" panose="020B0604020202020204" pitchFamily="34" charset="0"/>
                <a:cs typeface="Arial" panose="020B0604020202020204" pitchFamily="34" charset="0"/>
              </a:rPr>
              <a:t>bar </a:t>
            </a:r>
            <a:r>
              <a:rPr lang="en-US" altLang="ko-KR" sz="750" err="1" smtClean="0">
                <a:solidFill>
                  <a:srgbClr val="000000"/>
                </a:solidFill>
                <a:latin typeface="Arial" panose="020B0604020202020204" pitchFamily="34" charset="0"/>
                <a:cs typeface="Arial" panose="020B0604020202020204" pitchFamily="34" charset="0"/>
              </a:rPr>
              <a:t>anten</a:t>
            </a:r>
            <a:r>
              <a:rPr lang="ko-KR" altLang="en-US" sz="750" smtClean="0">
                <a:solidFill>
                  <a:srgbClr val="000000"/>
                </a:solidFill>
                <a:latin typeface="Arial" panose="020B0604020202020204" pitchFamily="34" charset="0"/>
                <a:cs typeface="Arial" panose="020B0604020202020204" pitchFamily="34" charset="0"/>
              </a:rPr>
              <a:t>  </a:t>
            </a:r>
            <a:endParaRPr lang="en-US" altLang="ko-KR" sz="75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smtClean="0">
                <a:solidFill>
                  <a:srgbClr val="000000"/>
                </a:solidFill>
                <a:latin typeface="Arial" panose="020B0604020202020204" pitchFamily="34" charset="0"/>
                <a:cs typeface="Arial" panose="020B0604020202020204" pitchFamily="34" charset="0"/>
              </a:rPr>
              <a:t> </a:t>
            </a:r>
            <a:r>
              <a:rPr lang="ko-KR" altLang="en-US" sz="750">
                <a:solidFill>
                  <a:srgbClr val="000000"/>
                </a:solidFill>
                <a:latin typeface="Arial" panose="020B0604020202020204" pitchFamily="34" charset="0"/>
                <a:cs typeface="Arial" panose="020B0604020202020204" pitchFamily="34" charset="0"/>
              </a:rPr>
              <a:t>③ </a:t>
            </a:r>
            <a:r>
              <a:rPr lang="en-US" altLang="ko-KR" sz="750" smtClean="0">
                <a:solidFill>
                  <a:srgbClr val="000000"/>
                </a:solidFill>
                <a:latin typeface="Arial" panose="020B0604020202020204" pitchFamily="34" charset="0"/>
                <a:cs typeface="Arial" panose="020B0604020202020204" pitchFamily="34" charset="0"/>
              </a:rPr>
              <a:t>Choke </a:t>
            </a:r>
            <a:r>
              <a:rPr lang="en-US" altLang="ko-KR" sz="750" err="1" smtClean="0">
                <a:solidFill>
                  <a:srgbClr val="000000"/>
                </a:solidFill>
                <a:latin typeface="Arial" panose="020B0604020202020204" pitchFamily="34" charset="0"/>
                <a:cs typeface="Arial" panose="020B0604020202020204" pitchFamily="34" charset="0"/>
              </a:rPr>
              <a:t>dùng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nguồn</a:t>
            </a:r>
            <a:r>
              <a:rPr lang="ko-KR" altLang="en-US" sz="750" smtClean="0">
                <a:solidFill>
                  <a:srgbClr val="000000"/>
                </a:solidFill>
                <a:latin typeface="Arial" panose="020B0604020202020204" pitchFamily="34" charset="0"/>
                <a:cs typeface="Arial" panose="020B0604020202020204" pitchFamily="34" charset="0"/>
              </a:rPr>
              <a:t>               ④ </a:t>
            </a:r>
            <a:r>
              <a:rPr lang="en-US" altLang="ko-KR" sz="750" err="1" smtClean="0">
                <a:solidFill>
                  <a:srgbClr val="000000"/>
                </a:solidFill>
                <a:latin typeface="Arial" panose="020B0604020202020204" pitchFamily="34" charset="0"/>
                <a:cs typeface="Arial" panose="020B0604020202020204" pitchFamily="34" charset="0"/>
              </a:rPr>
              <a:t>máy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biến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thế</a:t>
            </a:r>
            <a:endParaRPr lang="ko-KR" altLang="en-US" sz="750">
              <a:solidFill>
                <a:srgbClr val="000000"/>
              </a:solidFill>
              <a:latin typeface="Arial" panose="020B0604020202020204" pitchFamily="34" charset="0"/>
              <a:cs typeface="Arial" panose="020B0604020202020204" pitchFamily="34" charset="0"/>
            </a:endParaRPr>
          </a:p>
        </p:txBody>
      </p:sp>
      <p:sp>
        <p:nvSpPr>
          <p:cNvPr id="10265" name="Rectangle 279"/>
          <p:cNvSpPr>
            <a:spLocks noChangeArrowheads="1"/>
          </p:cNvSpPr>
          <p:nvPr/>
        </p:nvSpPr>
        <p:spPr bwMode="auto">
          <a:xfrm>
            <a:off x="3429000" y="1403560"/>
            <a:ext cx="3124200"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11. </a:t>
            </a:r>
            <a:r>
              <a:rPr lang="en-US" altLang="ko-KR" sz="750" smtClean="0">
                <a:solidFill>
                  <a:srgbClr val="000000"/>
                </a:solidFill>
                <a:latin typeface="Arial" panose="020B0604020202020204" pitchFamily="34" charset="0"/>
                <a:cs typeface="Arial" panose="020B0604020202020204" pitchFamily="34" charset="0"/>
              </a:rPr>
              <a:t>Sau </a:t>
            </a:r>
            <a:r>
              <a:rPr lang="en-US" altLang="ko-KR" sz="750" err="1" smtClean="0">
                <a:solidFill>
                  <a:srgbClr val="000000"/>
                </a:solidFill>
                <a:latin typeface="Arial" panose="020B0604020202020204" pitchFamily="34" charset="0"/>
                <a:cs typeface="Arial" panose="020B0604020202020204" pitchFamily="34" charset="0"/>
              </a:rPr>
              <a:t>đây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nội</a:t>
            </a:r>
            <a:r>
              <a:rPr lang="en-US" altLang="ko-KR" sz="750" smtClean="0">
                <a:solidFill>
                  <a:srgbClr val="000000"/>
                </a:solidFill>
                <a:latin typeface="Arial" panose="020B0604020202020204" pitchFamily="34" charset="0"/>
                <a:cs typeface="Arial" panose="020B0604020202020204" pitchFamily="34" charset="0"/>
              </a:rPr>
              <a:t> dung </a:t>
            </a:r>
            <a:r>
              <a:rPr lang="en-US" altLang="ko-KR" sz="750" err="1" smtClean="0">
                <a:solidFill>
                  <a:srgbClr val="000000"/>
                </a:solidFill>
                <a:latin typeface="Arial" panose="020B0604020202020204" pitchFamily="34" charset="0"/>
                <a:cs typeface="Arial" panose="020B0604020202020204" pitchFamily="34" charset="0"/>
              </a:rPr>
              <a:t>giải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thích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về</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gì</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Coil </a:t>
            </a:r>
            <a:r>
              <a:rPr lang="en-US" altLang="ko-KR" sz="750" err="1" smtClean="0">
                <a:solidFill>
                  <a:srgbClr val="000000"/>
                </a:solidFill>
                <a:latin typeface="Arial" panose="020B0604020202020204" pitchFamily="34" charset="0"/>
                <a:cs typeface="Arial" panose="020B0604020202020204" pitchFamily="34" charset="0"/>
              </a:rPr>
              <a:t>này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coil </a:t>
            </a:r>
            <a:r>
              <a:rPr lang="en-US" altLang="ko-KR" sz="750" err="1" smtClean="0">
                <a:solidFill>
                  <a:srgbClr val="000000"/>
                </a:solidFill>
                <a:latin typeface="Arial" panose="020B0604020202020204" pitchFamily="34" charset="0"/>
                <a:cs typeface="Arial" panose="020B0604020202020204" pitchFamily="34" charset="0"/>
              </a:rPr>
              <a:t>đơn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phạm</a:t>
            </a:r>
            <a:r>
              <a:rPr lang="en-US" altLang="ko-KR" sz="750" smtClean="0">
                <a:solidFill>
                  <a:srgbClr val="000000"/>
                </a:solidFill>
                <a:latin typeface="Arial" panose="020B0604020202020204" pitchFamily="34" charset="0"/>
                <a:cs typeface="Arial" panose="020B0604020202020204" pitchFamily="34" charset="0"/>
              </a:rPr>
              <a:t> vi </a:t>
            </a:r>
            <a:r>
              <a:rPr lang="en-US" altLang="ko-KR" sz="750" err="1" smtClean="0">
                <a:solidFill>
                  <a:srgbClr val="000000"/>
                </a:solidFill>
                <a:latin typeface="Arial" panose="020B0604020202020204" pitchFamily="34" charset="0"/>
                <a:cs typeface="Arial" panose="020B0604020202020204" pitchFamily="34" charset="0"/>
              </a:rPr>
              <a:t>công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suất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từ</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uH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đến</a:t>
            </a:r>
            <a:r>
              <a:rPr lang="en-US" altLang="ko-KR" sz="750" smtClean="0">
                <a:solidFill>
                  <a:srgbClr val="000000"/>
                </a:solidFill>
                <a:latin typeface="Arial" panose="020B0604020202020204" pitchFamily="34" charset="0"/>
                <a:cs typeface="Arial" panose="020B0604020202020204" pitchFamily="34" charset="0"/>
              </a:rPr>
              <a:t> vài </a:t>
            </a:r>
            <a:r>
              <a:rPr lang="en-US" altLang="ko-KR" sz="750" err="1" smtClean="0">
                <a:solidFill>
                  <a:srgbClr val="000000"/>
                </a:solidFill>
                <a:latin typeface="Arial" panose="020B0604020202020204" pitchFamily="34" charset="0"/>
                <a:cs typeface="Arial" panose="020B0604020202020204" pitchFamily="34" charset="0"/>
              </a:rPr>
              <a:t>mH</a:t>
            </a:r>
            <a:r>
              <a:rPr lang="en-US" altLang="ko-KR" sz="750" smtClean="0">
                <a:solidFill>
                  <a:srgbClr val="000000"/>
                </a:solidFill>
                <a:latin typeface="Arial" panose="020B0604020202020204" pitchFamily="34" charset="0"/>
                <a:cs typeface="Arial" panose="020B0604020202020204" pitchFamily="34" charset="0"/>
              </a:rPr>
              <a:t>. Ở </a:t>
            </a:r>
            <a:r>
              <a:rPr lang="en-US" altLang="ko-KR" sz="750" err="1" smtClean="0">
                <a:solidFill>
                  <a:srgbClr val="000000"/>
                </a:solidFill>
                <a:latin typeface="Arial" panose="020B0604020202020204" pitchFamily="34" charset="0"/>
                <a:cs typeface="Arial" panose="020B0604020202020204" pitchFamily="34" charset="0"/>
              </a:rPr>
              <a:t>dưới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uH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loại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lõi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rỗng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nhưng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thường</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sẽ</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dụng</a:t>
            </a:r>
            <a:r>
              <a:rPr lang="en-US" altLang="ko-KR" sz="750" smtClean="0">
                <a:solidFill>
                  <a:srgbClr val="000000"/>
                </a:solidFill>
                <a:latin typeface="Arial" panose="020B0604020202020204" pitchFamily="34" charset="0"/>
                <a:cs typeface="Arial" panose="020B0604020202020204" pitchFamily="34" charset="0"/>
              </a:rPr>
              <a:t> core.</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smtClean="0">
                <a:solidFill>
                  <a:srgbClr val="000000"/>
                </a:solidFill>
                <a:latin typeface="Arial" panose="020B0604020202020204" pitchFamily="34" charset="0"/>
                <a:cs typeface="Arial" panose="020B0604020202020204" pitchFamily="34" charset="0"/>
              </a:rPr>
              <a:t>Choke Coil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cao</a:t>
            </a:r>
            <a:r>
              <a:rPr lang="en-US" altLang="ko-KR" sz="750" smtClean="0">
                <a:solidFill>
                  <a:srgbClr val="000000"/>
                </a:solidFill>
                <a:latin typeface="Arial" panose="020B0604020202020204" pitchFamily="34" charset="0"/>
                <a:cs typeface="Arial" panose="020B0604020202020204" pitchFamily="34" charset="0"/>
              </a:rPr>
              <a:t> </a:t>
            </a:r>
            <a:r>
              <a:rPr lang="ko-KR" altLang="en-US" sz="750" smtClean="0">
                <a:solidFill>
                  <a:srgbClr val="000000"/>
                </a:solidFill>
                <a:latin typeface="Arial" panose="020B0604020202020204" pitchFamily="34" charset="0"/>
                <a:cs typeface="Arial" panose="020B0604020202020204" pitchFamily="34" charset="0"/>
              </a:rPr>
              <a:t>                 </a:t>
            </a:r>
            <a:r>
              <a:rPr lang="ko-KR" altLang="en-US"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Tunning</a:t>
            </a:r>
            <a:r>
              <a:rPr lang="en-US" altLang="ko-KR" sz="750" smtClean="0">
                <a:solidFill>
                  <a:srgbClr val="000000"/>
                </a:solidFill>
                <a:latin typeface="Arial" panose="020B0604020202020204" pitchFamily="34" charset="0"/>
                <a:cs typeface="Arial" panose="020B0604020202020204" pitchFamily="34" charset="0"/>
              </a:rPr>
              <a:t> Coil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cao</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Tunning</a:t>
            </a:r>
            <a:r>
              <a:rPr lang="en-US" altLang="ko-KR" sz="750" smtClean="0">
                <a:solidFill>
                  <a:srgbClr val="000000"/>
                </a:solidFill>
                <a:latin typeface="Arial" panose="020B0604020202020204" pitchFamily="34" charset="0"/>
                <a:cs typeface="Arial" panose="020B0604020202020204" pitchFamily="34" charset="0"/>
              </a:rPr>
              <a:t> coil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trung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gian</a:t>
            </a:r>
            <a:r>
              <a:rPr lang="ko-KR" altLang="en-US" sz="750" smtClean="0">
                <a:solidFill>
                  <a:srgbClr val="000000"/>
                </a:solidFill>
                <a:latin typeface="Arial" panose="020B0604020202020204" pitchFamily="34" charset="0"/>
                <a:cs typeface="Arial" panose="020B0604020202020204" pitchFamily="34" charset="0"/>
              </a:rPr>
              <a:t>       </a:t>
            </a:r>
            <a:r>
              <a:rPr lang="ko-KR" altLang="en-US" sz="750">
                <a:solidFill>
                  <a:srgbClr val="000000"/>
                </a:solidFill>
                <a:latin typeface="Arial" panose="020B0604020202020204" pitchFamily="34" charset="0"/>
                <a:cs typeface="Arial" panose="020B0604020202020204" pitchFamily="34" charset="0"/>
              </a:rPr>
              <a:t>④ </a:t>
            </a:r>
            <a:r>
              <a:rPr lang="ko-KR" altLang="en-US" sz="750" smtClean="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Bar Antenna coil</a:t>
            </a:r>
            <a:endParaRPr lang="ko-KR" altLang="en-US" sz="750">
              <a:solidFill>
                <a:srgbClr val="000000"/>
              </a:solidFill>
              <a:latin typeface="Arial" panose="020B0604020202020204" pitchFamily="34" charset="0"/>
              <a:cs typeface="Arial" panose="020B0604020202020204" pitchFamily="34" charset="0"/>
            </a:endParaRPr>
          </a:p>
        </p:txBody>
      </p:sp>
      <p:sp>
        <p:nvSpPr>
          <p:cNvPr id="10266" name="Rectangle 132"/>
          <p:cNvSpPr>
            <a:spLocks noChangeArrowheads="1"/>
          </p:cNvSpPr>
          <p:nvPr/>
        </p:nvSpPr>
        <p:spPr bwMode="auto">
          <a:xfrm>
            <a:off x="3400425" y="2317360"/>
            <a:ext cx="3125788" cy="43858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12. </a:t>
            </a:r>
            <a:r>
              <a:rPr lang="en-US" altLang="ko-KR" sz="750" smtClean="0">
                <a:solidFill>
                  <a:srgbClr val="000000"/>
                </a:solidFill>
                <a:latin typeface="Arial" panose="020B0604020202020204" pitchFamily="34" charset="0"/>
                <a:cs typeface="Arial" panose="020B0604020202020204" pitchFamily="34" charset="0"/>
              </a:rPr>
              <a:t>TRANSISTOR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thấp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theo</a:t>
            </a:r>
            <a:r>
              <a:rPr lang="en-US" altLang="ko-KR" sz="750" smtClean="0">
                <a:solidFill>
                  <a:srgbClr val="000000"/>
                </a:solidFill>
                <a:latin typeface="Arial" panose="020B0604020202020204" pitchFamily="34" charset="0"/>
                <a:cs typeface="Arial" panose="020B0604020202020204" pitchFamily="34" charset="0"/>
              </a:rPr>
              <a:t> PNP Type </a:t>
            </a:r>
            <a:r>
              <a:rPr lang="en-US" altLang="ko-KR" sz="750" err="1" smtClean="0">
                <a:solidFill>
                  <a:srgbClr val="000000"/>
                </a:solidFill>
                <a:latin typeface="Arial" panose="020B0604020202020204" pitchFamily="34" charset="0"/>
                <a:cs typeface="Arial" panose="020B0604020202020204" pitchFamily="34" charset="0"/>
              </a:rPr>
              <a:t>khi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phân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loại</a:t>
            </a:r>
            <a:r>
              <a:rPr lang="en-US" altLang="ko-KR" sz="750">
                <a:solidFill>
                  <a:srgbClr val="000000"/>
                </a:solidFill>
                <a:latin typeface="Arial" panose="020B0604020202020204" pitchFamily="34" charset="0"/>
                <a:cs typeface="Arial" panose="020B0604020202020204" pitchFamily="34" charset="0"/>
              </a:rPr>
              <a:t> TRANSISTOR </a:t>
            </a:r>
            <a:r>
              <a:rPr lang="en-US" altLang="ko-KR" sz="750" err="1" smtClean="0">
                <a:solidFill>
                  <a:srgbClr val="000000"/>
                </a:solidFill>
                <a:latin typeface="Arial" panose="020B0604020202020204" pitchFamily="34" charset="0"/>
                <a:cs typeface="Arial" panose="020B0604020202020204" pitchFamily="34" charset="0"/>
              </a:rPr>
              <a:t>theo</a:t>
            </a:r>
            <a:r>
              <a:rPr lang="en-US" altLang="ko-KR" sz="750" smtClean="0">
                <a:solidFill>
                  <a:srgbClr val="000000"/>
                </a:solidFill>
                <a:latin typeface="Arial" panose="020B0604020202020204" pitchFamily="34" charset="0"/>
                <a:cs typeface="Arial" panose="020B0604020202020204" pitchFamily="34" charset="0"/>
              </a:rPr>
              <a:t> Part No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gì</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① </a:t>
            </a:r>
            <a:r>
              <a:rPr lang="en-US" altLang="ko-KR" sz="750">
                <a:solidFill>
                  <a:srgbClr val="000000"/>
                </a:solidFill>
                <a:latin typeface="Arial" panose="020B0604020202020204" pitchFamily="34" charset="0"/>
                <a:cs typeface="Arial" panose="020B0604020202020204" pitchFamily="34" charset="0"/>
              </a:rPr>
              <a:t>2SAxx     ② 2SBxx     ③ 2SCxx      ④ 2SDxx</a:t>
            </a:r>
          </a:p>
        </p:txBody>
      </p:sp>
      <p:sp>
        <p:nvSpPr>
          <p:cNvPr id="10267" name="Rectangle 135"/>
          <p:cNvSpPr>
            <a:spLocks noChangeArrowheads="1"/>
          </p:cNvSpPr>
          <p:nvPr/>
        </p:nvSpPr>
        <p:spPr bwMode="auto">
          <a:xfrm>
            <a:off x="3429000" y="2772973"/>
            <a:ext cx="3124200"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13.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phải</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vật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liệu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bán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dẫn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dụng</a:t>
            </a:r>
            <a:r>
              <a:rPr lang="en-US" altLang="ko-KR" sz="750" smtClean="0">
                <a:solidFill>
                  <a:srgbClr val="000000"/>
                </a:solidFill>
                <a:latin typeface="Arial" panose="020B0604020202020204" pitchFamily="34" charset="0"/>
                <a:cs typeface="Arial" panose="020B0604020202020204" pitchFamily="34" charset="0"/>
              </a:rPr>
              <a:t> ở  LED?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GaAs     ② </a:t>
            </a:r>
            <a:r>
              <a:rPr lang="en-US" altLang="ko-KR" sz="750" err="1">
                <a:solidFill>
                  <a:srgbClr val="000000"/>
                </a:solidFill>
                <a:latin typeface="Arial" panose="020B0604020202020204" pitchFamily="34" charset="0"/>
                <a:cs typeface="Arial" panose="020B0604020202020204" pitchFamily="34" charset="0"/>
              </a:rPr>
              <a:t>GaAsp</a:t>
            </a:r>
            <a:r>
              <a:rPr lang="en-US" altLang="ko-KR" sz="750">
                <a:solidFill>
                  <a:srgbClr val="000000"/>
                </a:solidFill>
                <a:latin typeface="Arial" panose="020B0604020202020204" pitchFamily="34" charset="0"/>
                <a:cs typeface="Arial" panose="020B0604020202020204" pitchFamily="34" charset="0"/>
              </a:rPr>
              <a:t>     ③ </a:t>
            </a:r>
            <a:r>
              <a:rPr lang="en-US" altLang="ko-KR" sz="750" err="1">
                <a:solidFill>
                  <a:srgbClr val="000000"/>
                </a:solidFill>
                <a:latin typeface="Arial" panose="020B0604020202020204" pitchFamily="34" charset="0"/>
                <a:cs typeface="Arial" panose="020B0604020202020204" pitchFamily="34" charset="0"/>
              </a:rPr>
              <a:t>GaP</a:t>
            </a:r>
            <a:r>
              <a:rPr lang="en-US" altLang="ko-KR" sz="750">
                <a:solidFill>
                  <a:srgbClr val="000000"/>
                </a:solidFill>
                <a:latin typeface="Arial" panose="020B0604020202020204" pitchFamily="34" charset="0"/>
                <a:cs typeface="Arial" panose="020B0604020202020204" pitchFamily="34" charset="0"/>
              </a:rPr>
              <a:t>      ④ </a:t>
            </a:r>
            <a:r>
              <a:rPr lang="en-US" altLang="ko-KR" sz="750" err="1">
                <a:solidFill>
                  <a:srgbClr val="000000"/>
                </a:solidFill>
                <a:latin typeface="Arial" panose="020B0604020202020204" pitchFamily="34" charset="0"/>
                <a:cs typeface="Arial" panose="020B0604020202020204" pitchFamily="34" charset="0"/>
              </a:rPr>
              <a:t>GaPs</a:t>
            </a:r>
            <a:endParaRPr lang="en-US" altLang="ko-KR" sz="750">
              <a:solidFill>
                <a:srgbClr val="000000"/>
              </a:solidFill>
              <a:latin typeface="Arial" panose="020B0604020202020204" pitchFamily="34" charset="0"/>
              <a:cs typeface="Arial" panose="020B0604020202020204" pitchFamily="34" charset="0"/>
            </a:endParaRPr>
          </a:p>
        </p:txBody>
      </p:sp>
      <p:sp>
        <p:nvSpPr>
          <p:cNvPr id="10268" name="Rectangle 216"/>
          <p:cNvSpPr>
            <a:spLocks noChangeArrowheads="1"/>
          </p:cNvSpPr>
          <p:nvPr/>
        </p:nvSpPr>
        <p:spPr bwMode="auto">
          <a:xfrm>
            <a:off x="3429000" y="3170420"/>
            <a:ext cx="3167066" cy="90024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14.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đặc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trưng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diot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quang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thể</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dùng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cả</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một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chiều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xoay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chiều</a:t>
            </a:r>
            <a:r>
              <a:rPr lang="ko-KR" altLang="en-US" sz="750" smtClean="0">
                <a:solidFill>
                  <a:srgbClr val="000000"/>
                </a:solidFill>
                <a:latin typeface="Arial" panose="020B0604020202020204" pitchFamily="34" charset="0"/>
                <a:cs typeface="Arial" panose="020B0604020202020204" pitchFamily="34" charset="0"/>
              </a:rPr>
              <a:t>   </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Tốc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độ</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hồi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nhanh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thể</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thay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đổi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dựa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tần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cao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xung</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Hiệu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năng</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quang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cao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thể</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out </a:t>
            </a:r>
            <a:r>
              <a:rPr lang="en-US" altLang="ko-KR" sz="750" err="1" smtClean="0">
                <a:solidFill>
                  <a:srgbClr val="000000"/>
                </a:solidFill>
                <a:latin typeface="Arial" panose="020B0604020202020204" pitchFamily="34" charset="0"/>
                <a:cs typeface="Arial" panose="020B0604020202020204" pitchFamily="34" charset="0"/>
              </a:rPr>
              <a:t>lớn</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④ </a:t>
            </a:r>
            <a:r>
              <a:rPr lang="en-US" altLang="ko-KR" sz="750" err="1" smtClean="0">
                <a:solidFill>
                  <a:srgbClr val="000000"/>
                </a:solidFill>
                <a:latin typeface="Arial" panose="020B0604020202020204" pitchFamily="34" charset="0"/>
                <a:cs typeface="Arial" panose="020B0604020202020204" pitchFamily="34" charset="0"/>
              </a:rPr>
              <a:t>Mức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tiêu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thụ</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dòng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nhỏ</a:t>
            </a:r>
            <a:endParaRPr lang="en-US" altLang="ko-KR" sz="750">
              <a:solidFill>
                <a:srgbClr val="000000"/>
              </a:solidFill>
              <a:latin typeface="Arial" panose="020B0604020202020204" pitchFamily="34" charset="0"/>
              <a:cs typeface="Arial" panose="020B0604020202020204" pitchFamily="34" charset="0"/>
            </a:endParaRPr>
          </a:p>
        </p:txBody>
      </p:sp>
      <p:sp>
        <p:nvSpPr>
          <p:cNvPr id="10269" name="Rectangle 201"/>
          <p:cNvSpPr>
            <a:spLocks noChangeArrowheads="1"/>
          </p:cNvSpPr>
          <p:nvPr/>
        </p:nvSpPr>
        <p:spPr bwMode="auto">
          <a:xfrm>
            <a:off x="3406775" y="4034540"/>
            <a:ext cx="3124200" cy="90024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15. </a:t>
            </a:r>
            <a:r>
              <a:rPr lang="en-US" altLang="ko-KR" sz="750" err="1" smtClean="0">
                <a:solidFill>
                  <a:srgbClr val="000000"/>
                </a:solidFill>
                <a:latin typeface="Arial" panose="020B0604020202020204" pitchFamily="34" charset="0"/>
                <a:cs typeface="Arial" panose="020B0604020202020204" pitchFamily="34" charset="0"/>
              </a:rPr>
              <a:t>Mạch</a:t>
            </a:r>
            <a:r>
              <a:rPr lang="en-US" altLang="ko-KR" sz="750" smtClean="0">
                <a:solidFill>
                  <a:srgbClr val="000000"/>
                </a:solidFill>
                <a:latin typeface="Arial" panose="020B0604020202020204" pitchFamily="34" charset="0"/>
                <a:cs typeface="Arial" panose="020B0604020202020204" pitchFamily="34" charset="0"/>
              </a:rPr>
              <a:t> output Sensor </a:t>
            </a:r>
            <a:r>
              <a:rPr lang="en-US" altLang="ko-KR" sz="750" err="1" smtClean="0">
                <a:solidFill>
                  <a:srgbClr val="000000"/>
                </a:solidFill>
                <a:latin typeface="Arial" panose="020B0604020202020204" pitchFamily="34" charset="0"/>
                <a:cs typeface="Arial" panose="020B0604020202020204" pitchFamily="34" charset="0"/>
              </a:rPr>
              <a:t>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hình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dưới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đây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phương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thức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nào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smtClean="0">
                <a:solidFill>
                  <a:srgbClr val="000000"/>
                </a:solidFill>
                <a:latin typeface="Arial" panose="020B0604020202020204" pitchFamily="34" charset="0"/>
                <a:cs typeface="Arial" panose="020B0604020202020204" pitchFamily="34" charset="0"/>
              </a:rPr>
              <a:t>Tiếp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điểm</a:t>
            </a:r>
            <a:r>
              <a:rPr lang="en-US" altLang="ko-KR" sz="750" smtClean="0">
                <a:solidFill>
                  <a:srgbClr val="000000"/>
                </a:solidFill>
                <a:latin typeface="Arial" panose="020B0604020202020204" pitchFamily="34" charset="0"/>
                <a:cs typeface="Arial" panose="020B0604020202020204" pitchFamily="34" charset="0"/>
              </a:rPr>
              <a:t> Relay</a:t>
            </a:r>
            <a:r>
              <a:rPr lang="ko-KR" altLang="en-US" sz="750" smtClean="0">
                <a:solidFill>
                  <a:srgbClr val="000000"/>
                </a:solidFill>
                <a:latin typeface="Arial" panose="020B0604020202020204" pitchFamily="34" charset="0"/>
                <a:cs typeface="Arial" panose="020B0604020202020204" pitchFamily="34" charset="0"/>
              </a:rPr>
              <a:t>                       </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② </a:t>
            </a:r>
            <a:r>
              <a:rPr lang="en-US" altLang="ko-KR" sz="750" smtClean="0">
                <a:solidFill>
                  <a:srgbClr val="000000"/>
                </a:solidFill>
                <a:latin typeface="Arial" panose="020B0604020202020204" pitchFamily="34" charset="0"/>
                <a:cs typeface="Arial" panose="020B0604020202020204" pitchFamily="34" charset="0"/>
              </a:rPr>
              <a:t>Hai </a:t>
            </a:r>
            <a:r>
              <a:rPr lang="en-US" altLang="ko-KR" sz="750" err="1" smtClean="0">
                <a:solidFill>
                  <a:srgbClr val="000000"/>
                </a:solidFill>
                <a:latin typeface="Arial" panose="020B0604020202020204" pitchFamily="34" charset="0"/>
                <a:cs typeface="Arial" panose="020B0604020202020204" pitchFamily="34" charset="0"/>
              </a:rPr>
              <a:t>dây</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một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chiều</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③ </a:t>
            </a:r>
            <a:r>
              <a:rPr lang="en-US" altLang="ko-KR" sz="750">
                <a:solidFill>
                  <a:srgbClr val="000000"/>
                </a:solidFill>
                <a:latin typeface="Arial" panose="020B0604020202020204" pitchFamily="34" charset="0"/>
                <a:cs typeface="Arial" panose="020B0604020202020204" pitchFamily="34" charset="0"/>
              </a:rPr>
              <a:t>PNP </a:t>
            </a:r>
            <a:r>
              <a:rPr lang="en-US" altLang="ko-KR" sz="750" smtClean="0">
                <a:solidFill>
                  <a:srgbClr val="000000"/>
                </a:solidFill>
                <a:latin typeface="Arial" panose="020B0604020202020204" pitchFamily="34" charset="0"/>
                <a:cs typeface="Arial" panose="020B0604020202020204" pitchFamily="34" charset="0"/>
              </a:rPr>
              <a:t>Transistor</a:t>
            </a:r>
            <a:r>
              <a:rPr lang="ko-KR" altLang="en-US" sz="750" smtClean="0">
                <a:solidFill>
                  <a:srgbClr val="000000"/>
                </a:solidFill>
                <a:latin typeface="Arial" panose="020B0604020202020204" pitchFamily="34" charset="0"/>
                <a:cs typeface="Arial" panose="020B0604020202020204" pitchFamily="34" charset="0"/>
              </a:rPr>
              <a:t>                </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④ </a:t>
            </a:r>
            <a:r>
              <a:rPr lang="en-US" altLang="ko-KR" sz="750" smtClean="0">
                <a:solidFill>
                  <a:srgbClr val="000000"/>
                </a:solidFill>
                <a:latin typeface="Arial" panose="020B0604020202020204" pitchFamily="34" charset="0"/>
                <a:cs typeface="Arial" panose="020B0604020202020204" pitchFamily="34" charset="0"/>
              </a:rPr>
              <a:t>NPN Transistor</a:t>
            </a:r>
            <a:endParaRPr lang="ko-KR" altLang="en-US" sz="750">
              <a:solidFill>
                <a:srgbClr val="000000"/>
              </a:solidFill>
              <a:latin typeface="Arial" panose="020B0604020202020204" pitchFamily="34" charset="0"/>
              <a:cs typeface="Arial" panose="020B0604020202020204" pitchFamily="34" charset="0"/>
            </a:endParaRPr>
          </a:p>
        </p:txBody>
      </p:sp>
      <p:pic>
        <p:nvPicPr>
          <p:cNvPr id="10270" name="Picture 202"/>
          <p:cNvPicPr>
            <a:picLocks noChangeAspect="1" noChangeArrowheads="1"/>
          </p:cNvPicPr>
          <p:nvPr/>
        </p:nvPicPr>
        <p:blipFill>
          <a:blip r:embed="rId9">
            <a:extLst>
              <a:ext uri="{28A0092B-C50C-407E-A947-70E740481C1C}">
                <a14:useLocalDpi xmlns:a14="http://schemas.microsoft.com/office/drawing/2010/main" val="0"/>
              </a:ext>
            </a:extLst>
          </a:blip>
          <a:srcRect r="2705"/>
          <a:stretch>
            <a:fillRect/>
          </a:stretch>
        </p:blipFill>
        <p:spPr bwMode="auto">
          <a:xfrm>
            <a:off x="4581176" y="4283966"/>
            <a:ext cx="1943465" cy="664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71" name="Rectangle 166"/>
          <p:cNvSpPr>
            <a:spLocks noChangeArrowheads="1"/>
          </p:cNvSpPr>
          <p:nvPr/>
        </p:nvSpPr>
        <p:spPr bwMode="auto">
          <a:xfrm>
            <a:off x="3429000" y="4954132"/>
            <a:ext cx="3181350" cy="43858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16.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Sensor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thể</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phát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được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mặt</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gương</a:t>
            </a:r>
            <a:r>
              <a:rPr lang="en-US" altLang="ko-KR" sz="750" smtClean="0">
                <a:solidFill>
                  <a:srgbClr val="000000"/>
                </a:solidFill>
                <a:latin typeface="Arial" panose="020B0604020202020204" pitchFamily="34" charset="0"/>
                <a:cs typeface="Arial" panose="020B0604020202020204" pitchFamily="34" charset="0"/>
              </a:rPr>
              <a:t> ?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smtClean="0">
                <a:solidFill>
                  <a:srgbClr val="000000"/>
                </a:solidFill>
                <a:latin typeface="Arial" panose="020B0604020202020204" pitchFamily="34" charset="0"/>
                <a:cs typeface="Arial" panose="020B0604020202020204" pitchFamily="34" charset="0"/>
              </a:rPr>
              <a:t>Loại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hồi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quy</a:t>
            </a:r>
            <a:r>
              <a:rPr lang="en-US" altLang="ko-KR" sz="750" smtClean="0">
                <a:solidFill>
                  <a:srgbClr val="000000"/>
                </a:solidFill>
                <a:latin typeface="Arial" panose="020B0604020202020204" pitchFamily="34" charset="0"/>
                <a:cs typeface="Arial" panose="020B0604020202020204" pitchFamily="34" charset="0"/>
              </a:rPr>
              <a:t>  </a:t>
            </a:r>
            <a:r>
              <a:rPr lang="ko-KR" altLang="en-US" sz="750" smtClean="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Loại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thấu</a:t>
            </a:r>
            <a:r>
              <a:rPr lang="ko-KR" altLang="en-US" sz="750" smtClean="0">
                <a:solidFill>
                  <a:srgbClr val="000000"/>
                </a:solidFill>
                <a:latin typeface="Arial" panose="020B0604020202020204" pitchFamily="34" charset="0"/>
                <a:cs typeface="Arial" panose="020B0604020202020204" pitchFamily="34" charset="0"/>
              </a:rPr>
              <a:t>   </a:t>
            </a:r>
            <a:r>
              <a:rPr lang="ko-KR" altLang="en-US"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Phản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xạ</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khuếch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tán</a:t>
            </a:r>
            <a:r>
              <a:rPr lang="ko-KR" altLang="en-US" sz="750" smtClean="0">
                <a:solidFill>
                  <a:srgbClr val="000000"/>
                </a:solidFill>
                <a:latin typeface="Arial" panose="020B0604020202020204" pitchFamily="34" charset="0"/>
                <a:cs typeface="Arial" panose="020B0604020202020204" pitchFamily="34" charset="0"/>
              </a:rPr>
              <a:t>   </a:t>
            </a:r>
            <a:r>
              <a:rPr lang="ko-KR" altLang="en-US" sz="750">
                <a:solidFill>
                  <a:srgbClr val="000000"/>
                </a:solidFill>
                <a:latin typeface="Arial" panose="020B0604020202020204" pitchFamily="34" charset="0"/>
                <a:cs typeface="Arial" panose="020B0604020202020204" pitchFamily="34" charset="0"/>
              </a:rPr>
              <a:t>④ </a:t>
            </a:r>
            <a:r>
              <a:rPr lang="en-US" altLang="ko-KR" sz="750" smtClean="0">
                <a:solidFill>
                  <a:srgbClr val="000000"/>
                </a:solidFill>
                <a:latin typeface="Arial" panose="020B0604020202020204" pitchFamily="34" charset="0"/>
                <a:cs typeface="Arial" panose="020B0604020202020204" pitchFamily="34" charset="0"/>
              </a:rPr>
              <a:t>Sensor </a:t>
            </a:r>
            <a:r>
              <a:rPr lang="en-US" altLang="ko-KR" sz="750" err="1" smtClean="0">
                <a:solidFill>
                  <a:srgbClr val="000000"/>
                </a:solidFill>
                <a:latin typeface="Arial" panose="020B0604020202020204" pitchFamily="34" charset="0"/>
                <a:cs typeface="Arial" panose="020B0604020202020204" pitchFamily="34" charset="0"/>
              </a:rPr>
              <a:t>móng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ngựa</a:t>
            </a:r>
            <a:endParaRPr lang="ko-KR" altLang="en-US" sz="750">
              <a:solidFill>
                <a:srgbClr val="000000"/>
              </a:solidFill>
              <a:latin typeface="Arial" panose="020B0604020202020204" pitchFamily="34" charset="0"/>
              <a:cs typeface="Arial" panose="020B0604020202020204" pitchFamily="34" charset="0"/>
            </a:endParaRPr>
          </a:p>
        </p:txBody>
      </p:sp>
      <p:sp>
        <p:nvSpPr>
          <p:cNvPr id="10272" name="Rectangle 161"/>
          <p:cNvSpPr>
            <a:spLocks noChangeArrowheads="1"/>
          </p:cNvSpPr>
          <p:nvPr/>
        </p:nvSpPr>
        <p:spPr bwMode="auto">
          <a:xfrm>
            <a:off x="3429000" y="5326113"/>
            <a:ext cx="31242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17.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không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phải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đặc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điểm</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trở</a:t>
            </a:r>
            <a:r>
              <a:rPr lang="en-US" altLang="ko-KR" sz="750" smtClean="0">
                <a:solidFill>
                  <a:srgbClr val="000000"/>
                </a:solidFill>
                <a:latin typeface="Arial" panose="020B0604020202020204" pitchFamily="34" charset="0"/>
                <a:cs typeface="Arial" panose="020B0604020202020204" pitchFamily="34" charset="0"/>
              </a:rPr>
              <a:t> nhiệt ?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err="1" smtClean="0">
                <a:solidFill>
                  <a:srgbClr val="000000"/>
                </a:solidFill>
                <a:latin typeface="Arial" panose="020B0604020202020204" pitchFamily="34" charset="0"/>
                <a:cs typeface="Arial" panose="020B0604020202020204" pitchFamily="34" charset="0"/>
              </a:rPr>
              <a:t>Cấu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trúc</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thể</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thiết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kế</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nhỏ</a:t>
            </a:r>
            <a:r>
              <a:rPr lang="en-US" altLang="ko-KR" sz="750" smtClean="0">
                <a:solidFill>
                  <a:srgbClr val="000000"/>
                </a:solidFill>
                <a:latin typeface="Arial" panose="020B0604020202020204" pitchFamily="34" charset="0"/>
                <a:cs typeface="Arial" panose="020B0604020202020204" pitchFamily="34" charset="0"/>
              </a:rPr>
              <a:t>.       </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② </a:t>
            </a:r>
            <a:r>
              <a:rPr lang="en-US" altLang="ko-KR" sz="750" err="1" smtClean="0">
                <a:solidFill>
                  <a:srgbClr val="000000"/>
                </a:solidFill>
                <a:latin typeface="Arial" panose="020B0604020202020204" pitchFamily="34" charset="0"/>
                <a:cs typeface="Arial" panose="020B0604020202020204" pitchFamily="34" charset="0"/>
              </a:rPr>
              <a:t>Ưu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tiên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cường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độ</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máy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tính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công</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  </a:t>
            </a:r>
            <a:r>
              <a:rPr lang="en-US" altLang="ko-KR" sz="750" err="1" smtClean="0">
                <a:solidFill>
                  <a:srgbClr val="000000"/>
                </a:solidFill>
                <a:latin typeface="Arial" panose="020B0604020202020204" pitchFamily="34" charset="0"/>
                <a:cs typeface="Arial" panose="020B0604020202020204" pitchFamily="34" charset="0"/>
              </a:rPr>
              <a:t>Tính</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sản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xuất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đại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trà</a:t>
            </a:r>
            <a:r>
              <a:rPr lang="en-US" altLang="ko-KR" sz="75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tốt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có</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khả</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năng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cung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cấp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số</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lượng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lớn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giá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ổn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định</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④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tiếp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điểm</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cơ</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tính</a:t>
            </a:r>
            <a:r>
              <a:rPr lang="en-US" altLang="ko-KR" sz="750" smtClean="0">
                <a:solidFill>
                  <a:srgbClr val="000000"/>
                </a:solidFill>
                <a:latin typeface="Arial" panose="020B0604020202020204" pitchFamily="34" charset="0"/>
                <a:cs typeface="Arial" panose="020B0604020202020204" pitchFamily="34" charset="0"/>
              </a:rPr>
              <a:t> tin </a:t>
            </a:r>
            <a:r>
              <a:rPr lang="en-US" altLang="ko-KR" sz="750" err="1" smtClean="0">
                <a:solidFill>
                  <a:srgbClr val="000000"/>
                </a:solidFill>
                <a:latin typeface="Arial" panose="020B0604020202020204" pitchFamily="34" charset="0"/>
                <a:cs typeface="Arial" panose="020B0604020202020204" pitchFamily="34" charset="0"/>
              </a:rPr>
              <a:t>cậy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cao</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và</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ít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bị</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biến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đổi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nhỏ</a:t>
            </a:r>
            <a:r>
              <a:rPr lang="en-US" altLang="ko-KR" sz="750" smtClean="0">
                <a:solidFill>
                  <a:srgbClr val="000000"/>
                </a:solidFill>
                <a:latin typeface="Arial" panose="020B0604020202020204" pitchFamily="34" charset="0"/>
                <a:cs typeface="Arial" panose="020B0604020202020204" pitchFamily="34" charset="0"/>
              </a:rPr>
              <a:t>.</a:t>
            </a:r>
            <a:endParaRPr lang="en-US" altLang="ko-KR" sz="750">
              <a:solidFill>
                <a:srgbClr val="000000"/>
              </a:solidFill>
              <a:latin typeface="Arial" panose="020B0604020202020204" pitchFamily="34" charset="0"/>
              <a:cs typeface="Arial" panose="020B0604020202020204" pitchFamily="34" charset="0"/>
            </a:endParaRPr>
          </a:p>
        </p:txBody>
      </p:sp>
      <p:sp>
        <p:nvSpPr>
          <p:cNvPr id="10273" name="Rectangle 196"/>
          <p:cNvSpPr>
            <a:spLocks noChangeArrowheads="1"/>
          </p:cNvSpPr>
          <p:nvPr/>
        </p:nvSpPr>
        <p:spPr bwMode="auto">
          <a:xfrm>
            <a:off x="3455988" y="6034364"/>
            <a:ext cx="3429000" cy="3231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18.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kí</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hiệu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của</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mạch</a:t>
            </a:r>
            <a:r>
              <a:rPr lang="en-US" altLang="ko-KR" sz="750" smtClean="0">
                <a:solidFill>
                  <a:srgbClr val="000000"/>
                </a:solidFill>
                <a:latin typeface="Arial" panose="020B0604020202020204" pitchFamily="34" charset="0"/>
                <a:cs typeface="Arial" panose="020B0604020202020204" pitchFamily="34" charset="0"/>
              </a:rPr>
              <a:t> SCR? </a:t>
            </a:r>
            <a:r>
              <a:rPr lang="en-US" altLang="ko-KR" sz="75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    ①                             </a:t>
            </a:r>
            <a:r>
              <a:rPr lang="en-US" altLang="ko-KR" sz="750">
                <a:solidFill>
                  <a:srgbClr val="000000"/>
                </a:solidFill>
                <a:latin typeface="Arial" panose="020B0604020202020204" pitchFamily="34" charset="0"/>
                <a:cs typeface="Arial" panose="020B0604020202020204" pitchFamily="34" charset="0"/>
              </a:rPr>
              <a:t>②                  </a:t>
            </a:r>
            <a:r>
              <a:rPr lang="en-US" altLang="ko-KR" sz="750" smtClean="0">
                <a:solidFill>
                  <a:srgbClr val="000000"/>
                </a:solidFill>
                <a:latin typeface="Arial" panose="020B0604020202020204" pitchFamily="34" charset="0"/>
                <a:cs typeface="Arial" panose="020B0604020202020204" pitchFamily="34" charset="0"/>
              </a:rPr>
              <a:t>   ③                      </a:t>
            </a:r>
            <a:r>
              <a:rPr lang="en-US" altLang="ko-KR" sz="750">
                <a:solidFill>
                  <a:srgbClr val="000000"/>
                </a:solidFill>
                <a:latin typeface="Arial" panose="020B0604020202020204" pitchFamily="34" charset="0"/>
                <a:cs typeface="Arial" panose="020B0604020202020204" pitchFamily="34" charset="0"/>
              </a:rPr>
              <a:t>④</a:t>
            </a:r>
          </a:p>
        </p:txBody>
      </p:sp>
      <p:pic>
        <p:nvPicPr>
          <p:cNvPr id="10274" name="Picture 19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49725" y="6316721"/>
            <a:ext cx="617538" cy="63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5" name="Picture 19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89604" y="6345288"/>
            <a:ext cx="688975" cy="531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6" name="Picture 19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86150" y="6316721"/>
            <a:ext cx="466725" cy="63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7" name="Picture 20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933965" y="6327682"/>
            <a:ext cx="4730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8" name="Rectangle 213"/>
          <p:cNvSpPr>
            <a:spLocks noChangeArrowheads="1"/>
          </p:cNvSpPr>
          <p:nvPr/>
        </p:nvSpPr>
        <p:spPr bwMode="auto">
          <a:xfrm>
            <a:off x="3429016" y="6924732"/>
            <a:ext cx="3179763" cy="113107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19. </a:t>
            </a:r>
            <a:r>
              <a:rPr lang="en-US" altLang="ko-KR" sz="750" err="1" smtClean="0">
                <a:solidFill>
                  <a:srgbClr val="000000"/>
                </a:solidFill>
                <a:latin typeface="Arial" panose="020B0604020202020204" pitchFamily="34" charset="0"/>
                <a:cs typeface="Arial" panose="020B0604020202020204" pitchFamily="34" charset="0"/>
              </a:rPr>
              <a:t>Chọn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đáp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đúng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với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áp</a:t>
            </a:r>
            <a:r>
              <a:rPr lang="en-US" altLang="ko-KR" sz="750" smtClean="0">
                <a:solidFill>
                  <a:srgbClr val="000000"/>
                </a:solidFill>
                <a:latin typeface="Arial" panose="020B0604020202020204" pitchFamily="34" charset="0"/>
                <a:cs typeface="Arial" panose="020B0604020202020204" pitchFamily="34" charset="0"/>
              </a:rPr>
              <a:t> ở </a:t>
            </a:r>
            <a:r>
              <a:rPr lang="en-US" altLang="ko-KR" sz="750" err="1" smtClean="0">
                <a:solidFill>
                  <a:srgbClr val="000000"/>
                </a:solidFill>
                <a:latin typeface="Arial" panose="020B0604020202020204" pitchFamily="34" charset="0"/>
                <a:cs typeface="Arial" panose="020B0604020202020204" pitchFamily="34" charset="0"/>
              </a:rPr>
              <a:t>hai</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đầu</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điểm</a:t>
            </a:r>
            <a:r>
              <a:rPr lang="en-US" altLang="ko-KR" sz="750" smtClean="0">
                <a:solidFill>
                  <a:srgbClr val="000000"/>
                </a:solidFill>
                <a:latin typeface="Arial" panose="020B0604020202020204" pitchFamily="34" charset="0"/>
                <a:cs typeface="Arial" panose="020B0604020202020204" pitchFamily="34" charset="0"/>
              </a:rPr>
              <a:t> A </a:t>
            </a:r>
            <a:r>
              <a:rPr lang="en-US" altLang="ko-KR" sz="750" err="1" smtClean="0">
                <a:solidFill>
                  <a:srgbClr val="000000"/>
                </a:solidFill>
                <a:latin typeface="Arial" panose="020B0604020202020204" pitchFamily="34" charset="0"/>
                <a:cs typeface="Arial" panose="020B0604020202020204" pitchFamily="34" charset="0"/>
              </a:rPr>
              <a:t>trong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mạch</a:t>
            </a:r>
            <a:r>
              <a:rPr lang="en-US" altLang="ko-KR" sz="750" smtClean="0">
                <a:solidFill>
                  <a:srgbClr val="000000"/>
                </a:solidFill>
                <a:latin typeface="Arial" panose="020B0604020202020204" pitchFamily="34" charset="0"/>
                <a:cs typeface="Arial" panose="020B0604020202020204" pitchFamily="34" charset="0"/>
              </a:rPr>
              <a:t> sau ? </a:t>
            </a:r>
            <a:r>
              <a:rPr lang="en-US" altLang="ko-KR" sz="750">
                <a:solidFill>
                  <a:srgbClr val="000000"/>
                </a:solidFill>
                <a:latin typeface="Arial" panose="020B0604020202020204" pitchFamily="34" charset="0"/>
                <a:cs typeface="Arial" panose="020B0604020202020204" pitchFamily="34" charset="0"/>
              </a:rPr>
              <a:t>(   </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0V</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② 15V</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③ 0.7V</a:t>
            </a: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④ 14.3V</a:t>
            </a: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750">
              <a:solidFill>
                <a:srgbClr val="000000"/>
              </a:solidFill>
              <a:latin typeface="Arial" panose="020B0604020202020204" pitchFamily="34" charset="0"/>
              <a:cs typeface="Arial" panose="020B0604020202020204" pitchFamily="34" charset="0"/>
            </a:endParaRPr>
          </a:p>
        </p:txBody>
      </p:sp>
      <p:grpSp>
        <p:nvGrpSpPr>
          <p:cNvPr id="10279" name="Group 214"/>
          <p:cNvGrpSpPr>
            <a:grpSpLocks/>
          </p:cNvGrpSpPr>
          <p:nvPr/>
        </p:nvGrpSpPr>
        <p:grpSpPr bwMode="auto">
          <a:xfrm>
            <a:off x="5229228" y="7164444"/>
            <a:ext cx="1366838" cy="952500"/>
            <a:chOff x="3095" y="2537"/>
            <a:chExt cx="861" cy="600"/>
          </a:xfrm>
        </p:grpSpPr>
        <p:sp>
          <p:nvSpPr>
            <p:cNvPr id="10281" name="Line 215"/>
            <p:cNvSpPr>
              <a:spLocks noChangeShapeType="1"/>
            </p:cNvSpPr>
            <p:nvPr/>
          </p:nvSpPr>
          <p:spPr bwMode="auto">
            <a:xfrm>
              <a:off x="3392" y="2546"/>
              <a:ext cx="0" cy="2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82" name="Line 216"/>
            <p:cNvSpPr>
              <a:spLocks noChangeShapeType="1"/>
            </p:cNvSpPr>
            <p:nvPr/>
          </p:nvSpPr>
          <p:spPr bwMode="auto">
            <a:xfrm>
              <a:off x="3388" y="2546"/>
              <a:ext cx="32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83" name="Line 217"/>
            <p:cNvSpPr>
              <a:spLocks noChangeShapeType="1"/>
            </p:cNvSpPr>
            <p:nvPr/>
          </p:nvSpPr>
          <p:spPr bwMode="auto">
            <a:xfrm>
              <a:off x="3711" y="2546"/>
              <a:ext cx="0" cy="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grpSp>
          <p:nvGrpSpPr>
            <p:cNvPr id="10284" name="Group 218"/>
            <p:cNvGrpSpPr>
              <a:grpSpLocks/>
            </p:cNvGrpSpPr>
            <p:nvPr/>
          </p:nvGrpSpPr>
          <p:grpSpPr bwMode="auto">
            <a:xfrm>
              <a:off x="3679" y="2633"/>
              <a:ext cx="64" cy="109"/>
              <a:chOff x="1488" y="1152"/>
              <a:chExt cx="192" cy="336"/>
            </a:xfrm>
          </p:grpSpPr>
          <p:sp>
            <p:nvSpPr>
              <p:cNvPr id="10300" name="Line 219"/>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01" name="Line 220"/>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02" name="Line 221"/>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03" name="Line 222"/>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04" name="Line 223"/>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05" name="Line 224"/>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306" name="Line 225"/>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grpSp>
        <p:sp>
          <p:nvSpPr>
            <p:cNvPr id="10285" name="Line 226"/>
            <p:cNvSpPr>
              <a:spLocks noChangeShapeType="1"/>
            </p:cNvSpPr>
            <p:nvPr/>
          </p:nvSpPr>
          <p:spPr bwMode="auto">
            <a:xfrm>
              <a:off x="3711" y="2742"/>
              <a:ext cx="0" cy="19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86" name="AutoShape 227"/>
            <p:cNvSpPr>
              <a:spLocks noChangeArrowheads="1"/>
            </p:cNvSpPr>
            <p:nvPr/>
          </p:nvSpPr>
          <p:spPr bwMode="auto">
            <a:xfrm flipV="1">
              <a:off x="3668" y="2932"/>
              <a:ext cx="85" cy="54"/>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750">
                <a:solidFill>
                  <a:srgbClr val="000000"/>
                </a:solidFill>
                <a:latin typeface="Arial" panose="020B0604020202020204" pitchFamily="34" charset="0"/>
                <a:cs typeface="Arial" panose="020B0604020202020204" pitchFamily="34" charset="0"/>
              </a:endParaRPr>
            </a:p>
          </p:txBody>
        </p:sp>
        <p:sp>
          <p:nvSpPr>
            <p:cNvPr id="10287" name="Line 228"/>
            <p:cNvSpPr>
              <a:spLocks noChangeShapeType="1"/>
            </p:cNvSpPr>
            <p:nvPr/>
          </p:nvSpPr>
          <p:spPr bwMode="auto">
            <a:xfrm>
              <a:off x="3392" y="3137"/>
              <a:ext cx="319"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88" name="Line 229"/>
            <p:cNvSpPr>
              <a:spLocks noChangeShapeType="1"/>
            </p:cNvSpPr>
            <p:nvPr/>
          </p:nvSpPr>
          <p:spPr bwMode="auto">
            <a:xfrm>
              <a:off x="3711" y="2984"/>
              <a:ext cx="0" cy="15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89" name="Line 230"/>
            <p:cNvSpPr>
              <a:spLocks noChangeShapeType="1"/>
            </p:cNvSpPr>
            <p:nvPr/>
          </p:nvSpPr>
          <p:spPr bwMode="auto">
            <a:xfrm flipV="1">
              <a:off x="3392" y="2846"/>
              <a:ext cx="0" cy="282"/>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90" name="Line 231"/>
            <p:cNvSpPr>
              <a:spLocks noChangeShapeType="1"/>
            </p:cNvSpPr>
            <p:nvPr/>
          </p:nvSpPr>
          <p:spPr bwMode="auto">
            <a:xfrm>
              <a:off x="3352" y="2828"/>
              <a:ext cx="83"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91" name="Line 232"/>
            <p:cNvSpPr>
              <a:spLocks noChangeShapeType="1"/>
            </p:cNvSpPr>
            <p:nvPr/>
          </p:nvSpPr>
          <p:spPr bwMode="auto">
            <a:xfrm>
              <a:off x="3324" y="2849"/>
              <a:ext cx="156"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92" name="Text Box 233"/>
            <p:cNvSpPr txBox="1">
              <a:spLocks noChangeArrowheads="1"/>
            </p:cNvSpPr>
            <p:nvPr/>
          </p:nvSpPr>
          <p:spPr bwMode="auto">
            <a:xfrm>
              <a:off x="3095" y="2695"/>
              <a:ext cx="294" cy="1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b="1">
                  <a:solidFill>
                    <a:srgbClr val="000000"/>
                  </a:solidFill>
                  <a:latin typeface="Arial" panose="020B0604020202020204" pitchFamily="34" charset="0"/>
                  <a:ea typeface="돋움" pitchFamily="50" charset="-127"/>
                  <a:cs typeface="Arial" panose="020B0604020202020204" pitchFamily="34" charset="0"/>
                </a:rPr>
                <a:t>    +5V</a:t>
              </a:r>
            </a:p>
          </p:txBody>
        </p:sp>
        <p:grpSp>
          <p:nvGrpSpPr>
            <p:cNvPr id="10293" name="Group 234"/>
            <p:cNvGrpSpPr>
              <a:grpSpLocks/>
            </p:cNvGrpSpPr>
            <p:nvPr/>
          </p:nvGrpSpPr>
          <p:grpSpPr bwMode="auto">
            <a:xfrm rot="10800000">
              <a:off x="3667" y="2932"/>
              <a:ext cx="86" cy="54"/>
              <a:chOff x="3667" y="2932"/>
              <a:chExt cx="86" cy="54"/>
            </a:xfrm>
          </p:grpSpPr>
          <p:sp>
            <p:nvSpPr>
              <p:cNvPr id="10298" name="Line 235"/>
              <p:cNvSpPr>
                <a:spLocks noChangeShapeType="1"/>
              </p:cNvSpPr>
              <p:nvPr/>
            </p:nvSpPr>
            <p:spPr bwMode="auto">
              <a:xfrm flipV="1">
                <a:off x="3668" y="2986"/>
                <a:ext cx="8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99" name="Line 236"/>
              <p:cNvSpPr>
                <a:spLocks noChangeShapeType="1"/>
              </p:cNvSpPr>
              <p:nvPr/>
            </p:nvSpPr>
            <p:spPr bwMode="auto">
              <a:xfrm flipV="1">
                <a:off x="3667" y="2932"/>
                <a:ext cx="86"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grpSp>
        <p:sp>
          <p:nvSpPr>
            <p:cNvPr id="10294" name="Text Box 237"/>
            <p:cNvSpPr txBox="1">
              <a:spLocks noChangeArrowheads="1"/>
            </p:cNvSpPr>
            <p:nvPr/>
          </p:nvSpPr>
          <p:spPr bwMode="auto">
            <a:xfrm>
              <a:off x="3458" y="2930"/>
              <a:ext cx="208" cy="1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b="1">
                  <a:solidFill>
                    <a:srgbClr val="000000"/>
                  </a:solidFill>
                  <a:latin typeface="Arial" panose="020B0604020202020204" pitchFamily="34" charset="0"/>
                  <a:ea typeface="돋움" pitchFamily="50" charset="-127"/>
                  <a:cs typeface="Arial" panose="020B0604020202020204" pitchFamily="34" charset="0"/>
                </a:rPr>
                <a:t>  Si</a:t>
              </a:r>
            </a:p>
          </p:txBody>
        </p:sp>
        <p:sp>
          <p:nvSpPr>
            <p:cNvPr id="10295" name="Line 238"/>
            <p:cNvSpPr>
              <a:spLocks noChangeShapeType="1"/>
            </p:cNvSpPr>
            <p:nvPr/>
          </p:nvSpPr>
          <p:spPr bwMode="auto">
            <a:xfrm flipH="1" flipV="1">
              <a:off x="3744" y="2537"/>
              <a:ext cx="80" cy="99"/>
            </a:xfrm>
            <a:prstGeom prst="line">
              <a:avLst/>
            </a:prstGeom>
            <a:noFill/>
            <a:ln w="9525">
              <a:solidFill>
                <a:srgbClr val="0000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96" name="Line 239"/>
            <p:cNvSpPr>
              <a:spLocks noChangeShapeType="1"/>
            </p:cNvSpPr>
            <p:nvPr/>
          </p:nvSpPr>
          <p:spPr bwMode="auto">
            <a:xfrm flipH="1">
              <a:off x="3744" y="2767"/>
              <a:ext cx="105" cy="66"/>
            </a:xfrm>
            <a:prstGeom prst="line">
              <a:avLst/>
            </a:prstGeom>
            <a:noFill/>
            <a:ln w="9525">
              <a:solidFill>
                <a:srgbClr val="0000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sz="750">
                <a:solidFill>
                  <a:srgbClr val="000000"/>
                </a:solidFill>
                <a:latin typeface="Arial" panose="020B0604020202020204" pitchFamily="34" charset="0"/>
                <a:cs typeface="Arial" panose="020B0604020202020204" pitchFamily="34" charset="0"/>
              </a:endParaRPr>
            </a:p>
          </p:txBody>
        </p:sp>
        <p:sp>
          <p:nvSpPr>
            <p:cNvPr id="10297" name="Text Box 240"/>
            <p:cNvSpPr txBox="1">
              <a:spLocks noChangeArrowheads="1"/>
            </p:cNvSpPr>
            <p:nvPr/>
          </p:nvSpPr>
          <p:spPr bwMode="auto">
            <a:xfrm>
              <a:off x="3693" y="2640"/>
              <a:ext cx="263" cy="1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b="1">
                  <a:solidFill>
                    <a:srgbClr val="000000"/>
                  </a:solidFill>
                  <a:latin typeface="Arial" panose="020B0604020202020204" pitchFamily="34" charset="0"/>
                  <a:ea typeface="돋움" pitchFamily="50" charset="-127"/>
                  <a:cs typeface="Arial" panose="020B0604020202020204" pitchFamily="34" charset="0"/>
                </a:rPr>
                <a:t>     A </a:t>
              </a:r>
            </a:p>
          </p:txBody>
        </p:sp>
      </p:grpSp>
      <p:sp>
        <p:nvSpPr>
          <p:cNvPr id="10280" name="Rectangle 211"/>
          <p:cNvSpPr>
            <a:spLocks noChangeArrowheads="1"/>
          </p:cNvSpPr>
          <p:nvPr/>
        </p:nvSpPr>
        <p:spPr bwMode="auto">
          <a:xfrm>
            <a:off x="3390900" y="8189338"/>
            <a:ext cx="3124200" cy="7848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20. </a:t>
            </a:r>
            <a:r>
              <a:rPr lang="en-US" altLang="ko-KR" sz="750" smtClean="0">
                <a:solidFill>
                  <a:srgbClr val="000000"/>
                </a:solidFill>
                <a:latin typeface="Arial" panose="020B0604020202020204" pitchFamily="34" charset="0"/>
                <a:cs typeface="Arial" panose="020B0604020202020204" pitchFamily="34" charset="0"/>
              </a:rPr>
              <a:t>Output </a:t>
            </a:r>
            <a:r>
              <a:rPr lang="en-US" altLang="ko-KR" sz="750" err="1" smtClean="0">
                <a:solidFill>
                  <a:srgbClr val="000000"/>
                </a:solidFill>
                <a:latin typeface="Arial" panose="020B0604020202020204" pitchFamily="34" charset="0"/>
                <a:cs typeface="Arial" panose="020B0604020202020204" pitchFamily="34" charset="0"/>
              </a:rPr>
              <a:t>tiếp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điểm</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điện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tử</a:t>
            </a:r>
            <a:r>
              <a:rPr lang="en-US" altLang="ko-KR" sz="750" smtClean="0">
                <a:solidFill>
                  <a:srgbClr val="000000"/>
                </a:solidFill>
                <a:latin typeface="Arial" panose="020B0604020202020204" pitchFamily="34" charset="0"/>
                <a:cs typeface="Arial" panose="020B0604020202020204" pitchFamily="34" charset="0"/>
              </a:rPr>
              <a:t> ở </a:t>
            </a:r>
            <a:r>
              <a:rPr lang="en-US" altLang="ko-KR" sz="750" err="1" smtClean="0">
                <a:solidFill>
                  <a:srgbClr val="000000"/>
                </a:solidFill>
                <a:latin typeface="Arial" panose="020B0604020202020204" pitchFamily="34" charset="0"/>
                <a:cs typeface="Arial" panose="020B0604020202020204" pitchFamily="34" charset="0"/>
              </a:rPr>
              <a:t>mạch</a:t>
            </a:r>
            <a:r>
              <a:rPr lang="en-US" altLang="ko-KR" sz="750" smtClean="0">
                <a:solidFill>
                  <a:srgbClr val="000000"/>
                </a:solidFill>
                <a:latin typeface="Arial" panose="020B0604020202020204" pitchFamily="34" charset="0"/>
                <a:cs typeface="Arial" panose="020B0604020202020204" pitchFamily="34" charset="0"/>
              </a:rPr>
              <a:t> output sensor </a:t>
            </a:r>
            <a:r>
              <a:rPr lang="en-US" altLang="ko-KR" sz="750" err="1" smtClean="0">
                <a:solidFill>
                  <a:srgbClr val="000000"/>
                </a:solidFill>
                <a:latin typeface="Arial" panose="020B0604020202020204" pitchFamily="34" charset="0"/>
                <a:cs typeface="Arial" panose="020B0604020202020204" pitchFamily="34" charset="0"/>
              </a:rPr>
              <a:t>là</a:t>
            </a:r>
            <a:r>
              <a:rPr lang="en-US" altLang="ko-KR" sz="750" smtClean="0">
                <a:solidFill>
                  <a:srgbClr val="000000"/>
                </a:solidFill>
                <a:latin typeface="Arial" panose="020B0604020202020204" pitchFamily="34" charset="0"/>
                <a:cs typeface="Arial" panose="020B0604020202020204" pitchFamily="34" charset="0"/>
              </a:rPr>
              <a:t> (   )?</a:t>
            </a:r>
          </a:p>
          <a:p>
            <a:pPr eaLnBrk="1" fontAlgn="base" latinLnBrk="1" hangingPunct="1">
              <a:spcBef>
                <a:spcPct val="0"/>
              </a:spcBef>
              <a:spcAft>
                <a:spcPct val="0"/>
              </a:spcAft>
            </a:pPr>
            <a:r>
              <a:rPr lang="en-US" altLang="ko-KR" sz="750" smtClean="0">
                <a:solidFill>
                  <a:srgbClr val="000000"/>
                </a:solidFill>
                <a:latin typeface="Arial" panose="020B0604020202020204" pitchFamily="34" charset="0"/>
                <a:cs typeface="Arial" panose="020B0604020202020204" pitchFamily="34" charset="0"/>
              </a:rPr>
              <a:t> </a:t>
            </a:r>
            <a:endParaRPr lang="en-US" altLang="ko-KR"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750">
                <a:solidFill>
                  <a:srgbClr val="000000"/>
                </a:solidFill>
                <a:latin typeface="Arial" panose="020B0604020202020204" pitchFamily="34" charset="0"/>
                <a:cs typeface="Arial" panose="020B0604020202020204" pitchFamily="34" charset="0"/>
              </a:rPr>
              <a:t>① </a:t>
            </a:r>
            <a:r>
              <a:rPr lang="en-US" altLang="ko-KR" sz="750" smtClean="0">
                <a:solidFill>
                  <a:srgbClr val="000000"/>
                </a:solidFill>
                <a:latin typeface="Arial" panose="020B0604020202020204" pitchFamily="34" charset="0"/>
                <a:cs typeface="Arial" panose="020B0604020202020204" pitchFamily="34" charset="0"/>
              </a:rPr>
              <a:t>NPN Transistor open collector</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② </a:t>
            </a:r>
            <a:r>
              <a:rPr lang="en-US" altLang="ko-KR" sz="750" smtClean="0">
                <a:solidFill>
                  <a:srgbClr val="000000"/>
                </a:solidFill>
                <a:latin typeface="Arial" panose="020B0604020202020204" pitchFamily="34" charset="0"/>
                <a:cs typeface="Arial" panose="020B0604020202020204" pitchFamily="34" charset="0"/>
              </a:rPr>
              <a:t>PNP Transistor Open collector </a:t>
            </a:r>
            <a:r>
              <a:rPr lang="en-US" altLang="ko-KR" sz="750" err="1" smtClean="0">
                <a:solidFill>
                  <a:srgbClr val="000000"/>
                </a:solidFill>
                <a:latin typeface="Arial" panose="020B0604020202020204" pitchFamily="34" charset="0"/>
                <a:cs typeface="Arial" panose="020B0604020202020204" pitchFamily="34" charset="0"/>
              </a:rPr>
              <a:t>dạng</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xuyên</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thấu</a:t>
            </a:r>
            <a:r>
              <a:rPr lang="ko-KR" altLang="en-US" sz="750" smtClean="0">
                <a:solidFill>
                  <a:srgbClr val="000000"/>
                </a:solidFill>
                <a:latin typeface="Arial" panose="020B0604020202020204" pitchFamily="34" charset="0"/>
                <a:cs typeface="Arial" panose="020B0604020202020204" pitchFamily="34" charset="0"/>
              </a:rPr>
              <a:t>   </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smtClean="0">
                <a:solidFill>
                  <a:srgbClr val="000000"/>
                </a:solidFill>
                <a:latin typeface="Arial" panose="020B0604020202020204" pitchFamily="34" charset="0"/>
                <a:cs typeface="Arial" panose="020B0604020202020204" pitchFamily="34" charset="0"/>
              </a:rPr>
              <a:t>③ </a:t>
            </a:r>
            <a:r>
              <a:rPr lang="en-US" altLang="ko-KR" sz="750" smtClean="0">
                <a:solidFill>
                  <a:srgbClr val="000000"/>
                </a:solidFill>
                <a:latin typeface="Arial" panose="020B0604020202020204" pitchFamily="34" charset="0"/>
                <a:cs typeface="Arial" panose="020B0604020202020204" pitchFamily="34" charset="0"/>
              </a:rPr>
              <a:t>Hai </a:t>
            </a:r>
            <a:r>
              <a:rPr lang="en-US" altLang="ko-KR" sz="750" err="1" smtClean="0">
                <a:solidFill>
                  <a:srgbClr val="000000"/>
                </a:solidFill>
                <a:latin typeface="Arial" panose="020B0604020202020204" pitchFamily="34" charset="0"/>
                <a:cs typeface="Arial" panose="020B0604020202020204" pitchFamily="34" charset="0"/>
              </a:rPr>
              <a:t>dây</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một</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chiều</a:t>
            </a:r>
            <a:r>
              <a:rPr lang="ko-KR" altLang="en-US" sz="750" smtClean="0">
                <a:solidFill>
                  <a:srgbClr val="000000"/>
                </a:solidFill>
                <a:latin typeface="Arial" panose="020B0604020202020204" pitchFamily="34" charset="0"/>
                <a:cs typeface="Arial" panose="020B0604020202020204" pitchFamily="34" charset="0"/>
              </a:rPr>
              <a:t>   </a:t>
            </a:r>
            <a:endParaRPr lang="ko-KR" altLang="en-US" sz="75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750">
                <a:solidFill>
                  <a:srgbClr val="000000"/>
                </a:solidFill>
                <a:latin typeface="Arial" panose="020B0604020202020204" pitchFamily="34" charset="0"/>
                <a:cs typeface="Arial" panose="020B0604020202020204" pitchFamily="34" charset="0"/>
              </a:rPr>
              <a:t>④ </a:t>
            </a:r>
            <a:r>
              <a:rPr lang="en-US" altLang="ko-KR" sz="750" err="1" smtClean="0">
                <a:solidFill>
                  <a:srgbClr val="000000"/>
                </a:solidFill>
                <a:latin typeface="Arial" panose="020B0604020202020204" pitchFamily="34" charset="0"/>
                <a:cs typeface="Arial" panose="020B0604020202020204" pitchFamily="34" charset="0"/>
              </a:rPr>
              <a:t>Tiếp</a:t>
            </a:r>
            <a:r>
              <a:rPr lang="en-US" altLang="ko-KR" sz="750" smtClean="0">
                <a:solidFill>
                  <a:srgbClr val="000000"/>
                </a:solidFill>
                <a:latin typeface="Arial" panose="020B0604020202020204" pitchFamily="34" charset="0"/>
                <a:cs typeface="Arial" panose="020B0604020202020204" pitchFamily="34" charset="0"/>
              </a:rPr>
              <a:t> </a:t>
            </a:r>
            <a:r>
              <a:rPr lang="en-US" altLang="ko-KR" sz="750" err="1" smtClean="0">
                <a:solidFill>
                  <a:srgbClr val="000000"/>
                </a:solidFill>
                <a:latin typeface="Arial" panose="020B0604020202020204" pitchFamily="34" charset="0"/>
                <a:cs typeface="Arial" panose="020B0604020202020204" pitchFamily="34" charset="0"/>
              </a:rPr>
              <a:t>điểm</a:t>
            </a:r>
            <a:r>
              <a:rPr lang="en-US" altLang="ko-KR" sz="750" smtClean="0">
                <a:solidFill>
                  <a:srgbClr val="000000"/>
                </a:solidFill>
                <a:latin typeface="Arial" panose="020B0604020202020204" pitchFamily="34" charset="0"/>
                <a:cs typeface="Arial" panose="020B0604020202020204" pitchFamily="34" charset="0"/>
              </a:rPr>
              <a:t> relay</a:t>
            </a:r>
            <a:endParaRPr lang="ko-KR" altLang="en-US" sz="750">
              <a:solidFill>
                <a:srgbClr val="000000"/>
              </a:solidFill>
              <a:latin typeface="Arial" panose="020B0604020202020204" pitchFamily="34" charset="0"/>
              <a:cs typeface="Arial" panose="020B0604020202020204" pitchFamily="34" charset="0"/>
            </a:endParaRPr>
          </a:p>
        </p:txBody>
      </p:sp>
      <p:sp>
        <p:nvSpPr>
          <p:cNvPr id="3" name="Rectangle 2"/>
          <p:cNvSpPr/>
          <p:nvPr/>
        </p:nvSpPr>
        <p:spPr>
          <a:xfrm>
            <a:off x="4458494" y="6316714"/>
            <a:ext cx="266686" cy="815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500" smtClean="0">
                <a:solidFill>
                  <a:srgbClr val="000000"/>
                </a:solidFill>
              </a:rPr>
              <a:t>Drain</a:t>
            </a:r>
            <a:endParaRPr kumimoji="1" lang="en-US" sz="500">
              <a:solidFill>
                <a:srgbClr val="000000"/>
              </a:solidFill>
            </a:endParaRPr>
          </a:p>
        </p:txBody>
      </p:sp>
      <p:sp>
        <p:nvSpPr>
          <p:cNvPr id="96" name="Rectangle 95"/>
          <p:cNvSpPr/>
          <p:nvPr/>
        </p:nvSpPr>
        <p:spPr>
          <a:xfrm>
            <a:off x="4098444" y="6650754"/>
            <a:ext cx="266686" cy="815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500" smtClean="0">
                <a:solidFill>
                  <a:srgbClr val="000000"/>
                </a:solidFill>
              </a:rPr>
              <a:t>Gate</a:t>
            </a:r>
            <a:endParaRPr kumimoji="1" lang="en-US" sz="500">
              <a:solidFill>
                <a:srgbClr val="000000"/>
              </a:solidFill>
            </a:endParaRPr>
          </a:p>
        </p:txBody>
      </p:sp>
      <p:sp>
        <p:nvSpPr>
          <p:cNvPr id="97" name="Rectangle 96"/>
          <p:cNvSpPr/>
          <p:nvPr/>
        </p:nvSpPr>
        <p:spPr>
          <a:xfrm>
            <a:off x="4386484" y="6866784"/>
            <a:ext cx="266686" cy="815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500" smtClean="0">
                <a:solidFill>
                  <a:srgbClr val="000000"/>
                </a:solidFill>
              </a:rPr>
              <a:t>Source</a:t>
            </a:r>
            <a:endParaRPr kumimoji="1" lang="en-US" sz="500">
              <a:solidFill>
                <a:srgbClr val="000000"/>
              </a:solidFill>
            </a:endParaRPr>
          </a:p>
        </p:txBody>
      </p:sp>
      <p:sp>
        <p:nvSpPr>
          <p:cNvPr id="98" name="Rectangle 97"/>
          <p:cNvSpPr/>
          <p:nvPr/>
        </p:nvSpPr>
        <p:spPr>
          <a:xfrm>
            <a:off x="5538644" y="6444260"/>
            <a:ext cx="266686" cy="815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500" smtClean="0">
                <a:solidFill>
                  <a:srgbClr val="000000"/>
                </a:solidFill>
              </a:rPr>
              <a:t>Emitter</a:t>
            </a:r>
            <a:endParaRPr kumimoji="1" lang="en-US" sz="500">
              <a:solidFill>
                <a:srgbClr val="000000"/>
              </a:solidFill>
            </a:endParaRPr>
          </a:p>
        </p:txBody>
      </p:sp>
      <p:sp>
        <p:nvSpPr>
          <p:cNvPr id="99" name="Rectangle 98"/>
          <p:cNvSpPr/>
          <p:nvPr/>
        </p:nvSpPr>
        <p:spPr>
          <a:xfrm>
            <a:off x="6093370" y="6444260"/>
            <a:ext cx="266686" cy="815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500" smtClean="0">
                <a:solidFill>
                  <a:srgbClr val="000000"/>
                </a:solidFill>
              </a:rPr>
              <a:t>Collector</a:t>
            </a:r>
            <a:endParaRPr kumimoji="1" lang="en-US" sz="500">
              <a:solidFill>
                <a:srgbClr val="000000"/>
              </a:solidFill>
            </a:endParaRPr>
          </a:p>
        </p:txBody>
      </p:sp>
      <p:sp>
        <p:nvSpPr>
          <p:cNvPr id="100" name="Rectangle 99"/>
          <p:cNvSpPr/>
          <p:nvPr/>
        </p:nvSpPr>
        <p:spPr>
          <a:xfrm>
            <a:off x="5805330" y="6794774"/>
            <a:ext cx="266686" cy="815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500" smtClean="0">
                <a:solidFill>
                  <a:srgbClr val="000000"/>
                </a:solidFill>
              </a:rPr>
              <a:t>Base</a:t>
            </a:r>
            <a:endParaRPr kumimoji="1" lang="en-US" sz="500">
              <a:solidFill>
                <a:srgbClr val="000000"/>
              </a:solidFill>
            </a:endParaRPr>
          </a:p>
        </p:txBody>
      </p:sp>
      <p:sp>
        <p:nvSpPr>
          <p:cNvPr id="101" name="Text Box 3"/>
          <p:cNvSpPr txBox="1">
            <a:spLocks noChangeArrowheads="1"/>
          </p:cNvSpPr>
          <p:nvPr/>
        </p:nvSpPr>
        <p:spPr bwMode="auto">
          <a:xfrm>
            <a:off x="228616" y="679459"/>
            <a:ext cx="273664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err="1" smtClean="0">
                <a:solidFill>
                  <a:srgbClr val="000000"/>
                </a:solidFill>
                <a:latin typeface="Arial" panose="020B0604020202020204" pitchFamily="34" charset="0"/>
                <a:cs typeface="Arial" panose="020B0604020202020204" pitchFamily="34" charset="0"/>
              </a:rPr>
              <a:t>Bộ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phận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ID</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Tên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p>
        </p:txBody>
      </p:sp>
      <p:sp>
        <p:nvSpPr>
          <p:cNvPr id="103"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66962683"/>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126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7" name="표 6"/>
          <p:cNvGraphicFramePr>
            <a:graphicFrameLocks noGrp="1"/>
          </p:cNvGraphicFramePr>
          <p:nvPr/>
        </p:nvGraphicFramePr>
        <p:xfrm>
          <a:off x="1143000" y="3048007"/>
          <a:ext cx="4572000" cy="4100899"/>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gridCol w="914400">
                  <a:extLst>
                    <a:ext uri="{9D8B030D-6E8A-4147-A177-3AD203B41FA5}">
                      <a16:colId xmlns:a16="http://schemas.microsoft.com/office/drawing/2014/main" val="20004"/>
                    </a:ext>
                  </a:extLst>
                </a:gridCol>
              </a:tblGrid>
              <a:tr h="372809">
                <a:tc>
                  <a:txBody>
                    <a:bodyPr/>
                    <a:lstStyle/>
                    <a:p>
                      <a:pPr latinLnBrk="1"/>
                      <a:r>
                        <a:rPr lang="en-US" altLang="ko-KR" sz="1800" b="0" smtClean="0">
                          <a:solidFill>
                            <a:schemeClr val="tx1"/>
                          </a:solidFill>
                        </a:rPr>
                        <a:t>1</a:t>
                      </a: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11</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72809">
                <a:tc>
                  <a:txBody>
                    <a:bodyPr/>
                    <a:lstStyle/>
                    <a:p>
                      <a:pPr latinLnBrk="1"/>
                      <a:r>
                        <a:rPr lang="en-US" altLang="ko-KR" sz="1800" b="0" smtClean="0">
                          <a:solidFill>
                            <a:schemeClr val="tx1"/>
                          </a:solidFill>
                        </a:rPr>
                        <a:t>2</a:t>
                      </a: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12</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2</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72809">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72809">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3</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72809">
                <a:tc>
                  <a:txBody>
                    <a:bodyPr/>
                    <a:lstStyle/>
                    <a:p>
                      <a:pPr latinLnBrk="1"/>
                      <a:r>
                        <a:rPr lang="en-US" altLang="ko-KR" sz="1800" b="0" smtClean="0">
                          <a:solidFill>
                            <a:schemeClr val="tx1"/>
                          </a:solidFill>
                        </a:rPr>
                        <a:t>5</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1</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15</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72809">
                <a:tc>
                  <a:txBody>
                    <a:bodyPr/>
                    <a:lstStyle/>
                    <a:p>
                      <a:pPr latinLnBrk="1"/>
                      <a:r>
                        <a:rPr lang="en-US" altLang="ko-KR" sz="1800" b="0" smtClean="0">
                          <a:solidFill>
                            <a:schemeClr val="tx1"/>
                          </a:solidFill>
                        </a:rPr>
                        <a:t>6</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16</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72809">
                <a:tc>
                  <a:txBody>
                    <a:bodyPr/>
                    <a:lstStyle/>
                    <a:p>
                      <a:pPr latinLnBrk="1"/>
                      <a:r>
                        <a:rPr lang="en-US" altLang="ko-KR" sz="1800" b="0" smtClean="0">
                          <a:solidFill>
                            <a:schemeClr val="tx1"/>
                          </a:solidFill>
                        </a:rPr>
                        <a:t>7</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17</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4</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372809">
                <a:tc>
                  <a:txBody>
                    <a:bodyPr/>
                    <a:lstStyle/>
                    <a:p>
                      <a:pPr latinLnBrk="1"/>
                      <a:r>
                        <a:rPr lang="en-US" altLang="ko-KR" sz="1800" b="0" smtClean="0">
                          <a:solidFill>
                            <a:schemeClr val="tx1"/>
                          </a:solidFill>
                        </a:rPr>
                        <a:t>8</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18</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372809">
                <a:tc>
                  <a:txBody>
                    <a:bodyPr/>
                    <a:lstStyle/>
                    <a:p>
                      <a:pPr latinLnBrk="1"/>
                      <a:r>
                        <a:rPr lang="en-US" altLang="ko-KR" sz="1800" b="0" smtClean="0">
                          <a:solidFill>
                            <a:schemeClr val="tx1"/>
                          </a:solidFill>
                        </a:rPr>
                        <a:t>9</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3</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19</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372809">
                <a:tc>
                  <a:txBody>
                    <a:bodyPr/>
                    <a:lstStyle/>
                    <a:p>
                      <a:pPr latinLnBrk="1"/>
                      <a:r>
                        <a:rPr lang="en-US" altLang="ko-KR" sz="1800" b="0" smtClean="0">
                          <a:solidFill>
                            <a:schemeClr val="tx1"/>
                          </a:solidFill>
                        </a:rPr>
                        <a:t>10</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b="0" smtClean="0">
                          <a:solidFill>
                            <a:schemeClr val="tx1"/>
                          </a:solidFill>
                        </a:rPr>
                        <a:t>4</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r>
                        <a:rPr lang="en-US" altLang="ko-KR" sz="1800" b="0" smtClean="0">
                          <a:solidFill>
                            <a:schemeClr val="tx1"/>
                          </a:solidFill>
                        </a:rPr>
                        <a:t>20</a:t>
                      </a:r>
                      <a:endParaRPr lang="ko-KR" altLang="en-US" sz="1800" b="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r>
                        <a:rPr lang="en-US" altLang="ko-KR" sz="1800" smtClean="0">
                          <a:solidFill>
                            <a:schemeClr val="tx1"/>
                          </a:solidFill>
                        </a:rPr>
                        <a:t>1</a:t>
                      </a:r>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372809">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1800">
                        <a:solidFill>
                          <a:schemeClr val="tx1"/>
                        </a:solidFill>
                      </a:endParaRPr>
                    </a:p>
                  </a:txBody>
                  <a:tcPr marT="45727" marB="45727">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20247555"/>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12292"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293"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276714323"/>
              </p:ext>
            </p:extLst>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2303" name="직사각형 5"/>
          <p:cNvSpPr>
            <a:spLocks noChangeArrowheads="1"/>
          </p:cNvSpPr>
          <p:nvPr/>
        </p:nvSpPr>
        <p:spPr bwMode="auto">
          <a:xfrm>
            <a:off x="304800" y="989021"/>
            <a:ext cx="342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địa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thế</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bảo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toàn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người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súc</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04" name="직사각형 10"/>
          <p:cNvSpPr>
            <a:spLocks noChangeArrowheads="1"/>
          </p:cNvSpPr>
          <p:nvPr/>
        </p:nvSpPr>
        <p:spPr bwMode="auto">
          <a:xfrm>
            <a:off x="287341" y="1981208"/>
            <a:ext cx="32861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electron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nhận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rồi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electron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Ion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hóa</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photon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phóng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từ</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05" name="직사각형 17"/>
          <p:cNvSpPr>
            <a:spLocks noChangeArrowheads="1"/>
          </p:cNvSpPr>
          <p:nvPr/>
        </p:nvSpPr>
        <p:spPr bwMode="auto">
          <a:xfrm>
            <a:off x="304800" y="2767736"/>
            <a:ext cx="3429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3</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47[㎌]</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chịu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khoảng50[V]</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Lead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2306" name="Picture 2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79729" y="2720981"/>
            <a:ext cx="649287" cy="1008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07" name="직사각형 23"/>
          <p:cNvSpPr>
            <a:spLocks noChangeArrowheads="1"/>
          </p:cNvSpPr>
          <p:nvPr/>
        </p:nvSpPr>
        <p:spPr bwMode="auto">
          <a:xfrm>
            <a:off x="287338" y="3790950"/>
            <a:ext cx="3429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suất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điện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CDS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Port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TR</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LED                          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Cable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08" name="Rectangle 103"/>
          <p:cNvSpPr>
            <a:spLocks noChangeArrowheads="1"/>
          </p:cNvSpPr>
          <p:nvPr/>
        </p:nvSpPr>
        <p:spPr bwMode="auto">
          <a:xfrm>
            <a:off x="287338" y="4643439"/>
            <a:ext cx="3429000" cy="70788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5. </a:t>
            </a:r>
            <a:r>
              <a:rPr lang="en-US" altLang="ko-KR" sz="800" smtClean="0">
                <a:solidFill>
                  <a:srgbClr val="000000"/>
                </a:solidFill>
                <a:latin typeface="Arial" panose="020B0604020202020204" pitchFamily="34" charset="0"/>
                <a:cs typeface="Arial" panose="020B0604020202020204" pitchFamily="34" charset="0"/>
              </a:rPr>
              <a:t>‘</a:t>
            </a:r>
            <a:r>
              <a:rPr lang="en-US" altLang="ko-KR" sz="800" err="1" smtClean="0">
                <a:solidFill>
                  <a:srgbClr val="000000"/>
                </a:solidFill>
                <a:latin typeface="Arial" panose="020B0604020202020204" pitchFamily="34" charset="0"/>
                <a:cs typeface="Arial" panose="020B0604020202020204" pitchFamily="34" charset="0"/>
              </a:rPr>
              <a:t>Điện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gọi</a:t>
            </a:r>
            <a:r>
              <a:rPr lang="en-US" altLang="ko-KR" sz="8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 ?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① CTR  ② NTC  ③ PTC  ④ TTR</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p:txBody>
      </p:sp>
      <p:sp>
        <p:nvSpPr>
          <p:cNvPr id="12309" name="Rectangle 134"/>
          <p:cNvSpPr>
            <a:spLocks noChangeArrowheads="1"/>
          </p:cNvSpPr>
          <p:nvPr/>
        </p:nvSpPr>
        <p:spPr bwMode="auto">
          <a:xfrm>
            <a:off x="273050" y="5148264"/>
            <a:ext cx="311785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6.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‘SSR’?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dẫn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chịu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ảnh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hưởng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âm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Vẫn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rung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sinh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động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những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bụi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gas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dễ</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cũng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sinh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vấn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hoàn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toàn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giữa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In/Out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rò</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10" name="직사각형 28"/>
          <p:cNvSpPr>
            <a:spLocks noChangeArrowheads="1"/>
          </p:cNvSpPr>
          <p:nvPr/>
        </p:nvSpPr>
        <p:spPr bwMode="auto">
          <a:xfrm>
            <a:off x="238443" y="6348421"/>
            <a:ext cx="342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Biểu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đồ</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Diot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Transistor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điện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trường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Transistor</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2311" name="Picture 372"/>
          <p:cNvPicPr>
            <a:picLocks noChangeAspect="1" noChangeArrowheads="1"/>
          </p:cNvPicPr>
          <p:nvPr/>
        </p:nvPicPr>
        <p:blipFill>
          <a:blip r:embed="rId4">
            <a:extLst>
              <a:ext uri="{28A0092B-C50C-407E-A947-70E740481C1C}">
                <a14:useLocalDpi xmlns:a14="http://schemas.microsoft.com/office/drawing/2010/main" val="0"/>
              </a:ext>
            </a:extLst>
          </a:blip>
          <a:srcRect t="8131" r="57114" b="22145"/>
          <a:stretch>
            <a:fillRect/>
          </a:stretch>
        </p:blipFill>
        <p:spPr bwMode="auto">
          <a:xfrm>
            <a:off x="332570" y="6674600"/>
            <a:ext cx="1401539" cy="1154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12" name="직사각형 30"/>
          <p:cNvSpPr>
            <a:spLocks noChangeArrowheads="1"/>
          </p:cNvSpPr>
          <p:nvPr/>
        </p:nvSpPr>
        <p:spPr bwMode="auto">
          <a:xfrm>
            <a:off x="298451" y="7969258"/>
            <a:ext cx="327501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từ</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chỗ</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trống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tạo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bởi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tập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tủ</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tử</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Electron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neutron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13" name="직사각형 2048"/>
          <p:cNvSpPr>
            <a:spLocks noChangeArrowheads="1"/>
          </p:cNvSpPr>
          <p:nvPr/>
        </p:nvSpPr>
        <p:spPr bwMode="auto">
          <a:xfrm>
            <a:off x="3436938" y="989021"/>
            <a:ext cx="31607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sinh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coil 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hỗ</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sinh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coil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gần</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coil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qua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dẫn</a:t>
            </a:r>
            <a:r>
              <a:rPr lang="ko-KR" altLang="en-US" sz="800" smtClean="0">
                <a:solidFill>
                  <a:srgbClr val="000000"/>
                </a:solidFill>
                <a:latin typeface="돋움" pitchFamily="50" charset="-127"/>
                <a:ea typeface="돋움" pitchFamily="50" charset="-127"/>
              </a:rPr>
              <a:t>            ② </a:t>
            </a:r>
            <a:r>
              <a:rPr lang="en-US" altLang="ko-KR" sz="800" err="1" smtClean="0">
                <a:solidFill>
                  <a:srgbClr val="000000"/>
                </a:solidFill>
                <a:latin typeface="돋움" pitchFamily="50" charset="-127"/>
                <a:ea typeface="돋움" pitchFamily="50" charset="-127"/>
              </a:rPr>
              <a:t>điện</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cảm</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tương</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hỗ</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③ </a:t>
            </a:r>
            <a:r>
              <a:rPr lang="en-US" altLang="ko-KR" sz="800" err="1" smtClean="0">
                <a:solidFill>
                  <a:srgbClr val="000000"/>
                </a:solidFill>
                <a:latin typeface="돋움" pitchFamily="50" charset="-127"/>
                <a:ea typeface="돋움" pitchFamily="50" charset="-127"/>
              </a:rPr>
              <a:t>hiện</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tượng</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tự</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cảm</a:t>
            </a:r>
            <a:r>
              <a:rPr lang="ko-KR" altLang="en-US" sz="800" smtClean="0">
                <a:solidFill>
                  <a:srgbClr val="000000"/>
                </a:solidFill>
                <a:latin typeface="돋움" pitchFamily="50" charset="-127"/>
                <a:ea typeface="돋움" pitchFamily="50" charset="-127"/>
              </a:rPr>
              <a:t>          </a:t>
            </a:r>
            <a:r>
              <a:rPr lang="ko-KR" altLang="en-US" sz="800">
                <a:solidFill>
                  <a:srgbClr val="000000"/>
                </a:solidFill>
                <a:latin typeface="돋움" pitchFamily="50" charset="-127"/>
                <a:ea typeface="돋움" pitchFamily="50" charset="-127"/>
              </a:rPr>
              <a:t>④ </a:t>
            </a:r>
            <a:r>
              <a:rPr lang="en-US" altLang="ko-KR" sz="800" err="1" smtClean="0">
                <a:solidFill>
                  <a:srgbClr val="000000"/>
                </a:solidFill>
                <a:latin typeface="돋움" pitchFamily="50" charset="-127"/>
                <a:ea typeface="돋움" pitchFamily="50" charset="-127"/>
              </a:rPr>
              <a:t>điện</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dẫn</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hỗ</a:t>
            </a:r>
            <a:r>
              <a:rPr lang="en-US" altLang="ko-KR" sz="800" smtClean="0">
                <a:solidFill>
                  <a:srgbClr val="000000"/>
                </a:solidFill>
                <a:latin typeface="돋움" pitchFamily="50" charset="-127"/>
                <a:ea typeface="돋움" pitchFamily="50" charset="-127"/>
              </a:rPr>
              <a:t> </a:t>
            </a:r>
            <a:r>
              <a:rPr lang="en-US" altLang="ko-KR" sz="800" err="1" smtClean="0">
                <a:solidFill>
                  <a:srgbClr val="000000"/>
                </a:solidFill>
                <a:latin typeface="돋움" pitchFamily="50" charset="-127"/>
                <a:ea typeface="돋움" pitchFamily="50" charset="-127"/>
              </a:rPr>
              <a:t>cảm</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14" name="직사각형 41"/>
          <p:cNvSpPr>
            <a:spLocks noChangeArrowheads="1"/>
          </p:cNvSpPr>
          <p:nvPr/>
        </p:nvSpPr>
        <p:spPr bwMode="auto">
          <a:xfrm>
            <a:off x="3429000" y="1908183"/>
            <a:ext cx="342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màng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kim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SOLID</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cuộn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dây</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men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2315" name="Picture 8" descr="금속피막_박막"/>
          <p:cNvPicPr>
            <a:picLocks noChangeAspect="1" noChangeArrowheads="1"/>
          </p:cNvPicPr>
          <p:nvPr/>
        </p:nvPicPr>
        <p:blipFill>
          <a:blip r:embed="rId5">
            <a:extLst>
              <a:ext uri="{28A0092B-C50C-407E-A947-70E740481C1C}">
                <a14:useLocalDpi xmlns:a14="http://schemas.microsoft.com/office/drawing/2010/main" val="0"/>
              </a:ext>
            </a:extLst>
          </a:blip>
          <a:srcRect b="-50"/>
          <a:stretch>
            <a:fillRect/>
          </a:stretch>
        </p:blipFill>
        <p:spPr bwMode="auto">
          <a:xfrm>
            <a:off x="4868863" y="2179052"/>
            <a:ext cx="1657350" cy="70226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2316" name="직사각형 43"/>
          <p:cNvSpPr>
            <a:spLocks noChangeArrowheads="1"/>
          </p:cNvSpPr>
          <p:nvPr/>
        </p:nvSpPr>
        <p:spPr bwMode="auto">
          <a:xfrm>
            <a:off x="3438540" y="2933700"/>
            <a:ext cx="3419475"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Trường hợp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nào được</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hình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xoay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chậm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lấy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lấy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231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49366" y="3308439"/>
            <a:ext cx="918175" cy="611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18" name="직사각형 45"/>
          <p:cNvSpPr>
            <a:spLocks noChangeArrowheads="1"/>
          </p:cNvSpPr>
          <p:nvPr/>
        </p:nvSpPr>
        <p:spPr bwMode="auto">
          <a:xfrm>
            <a:off x="3438525" y="4014798"/>
            <a:ext cx="3429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Diot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tunning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switching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19" name="직사각형 46"/>
          <p:cNvSpPr>
            <a:spLocks noChangeArrowheads="1"/>
          </p:cNvSpPr>
          <p:nvPr/>
        </p:nvSpPr>
        <p:spPr bwMode="auto">
          <a:xfrm>
            <a:off x="3438540" y="4574940"/>
            <a:ext cx="33749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trưng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Photo </a:t>
            </a:r>
            <a:r>
              <a:rPr lang="en-US" altLang="ko-KR" sz="800">
                <a:solidFill>
                  <a:srgbClr val="000000"/>
                </a:solidFill>
                <a:latin typeface="Arial" panose="020B0604020202020204" pitchFamily="34" charset="0"/>
                <a:ea typeface="돋움" pitchFamily="50" charset="-127"/>
                <a:cs typeface="Arial" panose="020B0604020202020204" pitchFamily="34" charset="0"/>
              </a:rPr>
              <a:t>Coupler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Dễ</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dàng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Interface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Logic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hồi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nhanh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trọng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độ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dễ</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dàng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khiển</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truyền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dù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âm</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20" name="직사각형 47"/>
          <p:cNvSpPr>
            <a:spLocks noChangeArrowheads="1"/>
          </p:cNvSpPr>
          <p:nvPr/>
        </p:nvSpPr>
        <p:spPr bwMode="auto">
          <a:xfrm>
            <a:off x="3438525" y="5613271"/>
            <a:ext cx="308768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14</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Sensor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xạ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hồi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quy</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xuyên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thấu</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mặt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gương</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lens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bẩn</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màu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sắc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liệu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2321" name="직사각형 48"/>
          <p:cNvSpPr>
            <a:spLocks noChangeArrowheads="1"/>
          </p:cNvSpPr>
          <p:nvPr/>
        </p:nvSpPr>
        <p:spPr bwMode="auto">
          <a:xfrm>
            <a:off x="3429000" y="6663176"/>
            <a:ext cx="342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15</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Khoảng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giữa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cực</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cực</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môi</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Tỷ</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môi</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2322" name="Picture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4613" y="6885738"/>
            <a:ext cx="1166813" cy="544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4" name="직사각형 2053"/>
          <p:cNvSpPr/>
          <p:nvPr/>
        </p:nvSpPr>
        <p:spPr>
          <a:xfrm>
            <a:off x="5856848" y="6938935"/>
            <a:ext cx="126427" cy="225425"/>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sz="800">
              <a:solidFill>
                <a:srgbClr val="000000"/>
              </a:solidFill>
              <a:latin typeface="Arial" panose="020B0604020202020204" pitchFamily="34" charset="0"/>
              <a:cs typeface="Arial" panose="020B0604020202020204" pitchFamily="34" charset="0"/>
            </a:endParaRPr>
          </a:p>
        </p:txBody>
      </p:sp>
      <p:sp>
        <p:nvSpPr>
          <p:cNvPr id="12324" name="직사각형 2054"/>
          <p:cNvSpPr>
            <a:spLocks noChangeArrowheads="1"/>
          </p:cNvSpPr>
          <p:nvPr/>
        </p:nvSpPr>
        <p:spPr bwMode="auto">
          <a:xfrm>
            <a:off x="5774362" y="6773331"/>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cs typeface="Arial" panose="020B0604020202020204" pitchFamily="34" charset="0"/>
            </a:endParaRPr>
          </a:p>
        </p:txBody>
      </p:sp>
      <p:sp>
        <p:nvSpPr>
          <p:cNvPr id="12325" name="직사각형 52"/>
          <p:cNvSpPr>
            <a:spLocks noChangeArrowheads="1"/>
          </p:cNvSpPr>
          <p:nvPr/>
        </p:nvSpPr>
        <p:spPr bwMode="auto">
          <a:xfrm>
            <a:off x="3438525" y="7496714"/>
            <a:ext cx="3429000"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16.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coil,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tấn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Cuộn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choke coil)</a:t>
            </a:r>
            <a:endParaRPr lang="ko-KR" altLang="en-US"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Tunning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Coil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③ Bar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Atenna</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Choke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dùng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nguồn</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056" name="모서리가 둥근 직사각형 2055"/>
          <p:cNvSpPr/>
          <p:nvPr/>
        </p:nvSpPr>
        <p:spPr>
          <a:xfrm>
            <a:off x="3573463" y="7918647"/>
            <a:ext cx="2952750" cy="375716"/>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sz="800">
              <a:solidFill>
                <a:srgbClr val="000000"/>
              </a:solidFill>
              <a:latin typeface="Arial" panose="020B0604020202020204" pitchFamily="34" charset="0"/>
              <a:cs typeface="Arial" panose="020B0604020202020204" pitchFamily="34" charset="0"/>
            </a:endParaRPr>
          </a:p>
        </p:txBody>
      </p:sp>
      <p:sp>
        <p:nvSpPr>
          <p:cNvPr id="3" name="Rectangle 2"/>
          <p:cNvSpPr/>
          <p:nvPr/>
        </p:nvSpPr>
        <p:spPr>
          <a:xfrm>
            <a:off x="1412720" y="6844468"/>
            <a:ext cx="301788" cy="319892"/>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Dòng</a:t>
            </a:r>
            <a:r>
              <a:rPr kumimoji="1" lang="en-US" sz="600" smtClean="0">
                <a:solidFill>
                  <a:srgbClr val="000000"/>
                </a:solidFill>
              </a:rPr>
              <a:t>    </a:t>
            </a:r>
            <a:r>
              <a:rPr kumimoji="1" lang="en-US" sz="600" err="1" smtClean="0">
                <a:solidFill>
                  <a:srgbClr val="000000"/>
                </a:solidFill>
              </a:rPr>
              <a:t>điện</a:t>
            </a:r>
            <a:r>
              <a:rPr kumimoji="1" lang="en-US" sz="600" smtClean="0">
                <a:solidFill>
                  <a:srgbClr val="000000"/>
                </a:solidFill>
              </a:rPr>
              <a:t>     </a:t>
            </a:r>
            <a:r>
              <a:rPr kumimoji="1" lang="en-US" sz="600" err="1" smtClean="0">
                <a:solidFill>
                  <a:srgbClr val="000000"/>
                </a:solidFill>
              </a:rPr>
              <a:t>thuận</a:t>
            </a:r>
            <a:endParaRPr kumimoji="1" lang="en-US" sz="600">
              <a:solidFill>
                <a:srgbClr val="000000"/>
              </a:solidFill>
            </a:endParaRPr>
          </a:p>
        </p:txBody>
      </p:sp>
      <p:sp>
        <p:nvSpPr>
          <p:cNvPr id="33" name="Rectangle 32"/>
          <p:cNvSpPr/>
          <p:nvPr/>
        </p:nvSpPr>
        <p:spPr>
          <a:xfrm>
            <a:off x="612991" y="7597652"/>
            <a:ext cx="367670" cy="319892"/>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err="1" smtClean="0">
                <a:solidFill>
                  <a:srgbClr val="000000"/>
                </a:solidFill>
              </a:rPr>
              <a:t>Dòng</a:t>
            </a:r>
            <a:r>
              <a:rPr kumimoji="1" lang="en-US" sz="600" smtClean="0">
                <a:solidFill>
                  <a:srgbClr val="000000"/>
                </a:solidFill>
              </a:rPr>
              <a:t> </a:t>
            </a:r>
          </a:p>
          <a:p>
            <a:pPr algn="ctr" fontAlgn="base" latinLnBrk="1">
              <a:spcBef>
                <a:spcPct val="0"/>
              </a:spcBef>
              <a:spcAft>
                <a:spcPct val="0"/>
              </a:spcAft>
            </a:pPr>
            <a:r>
              <a:rPr kumimoji="1" lang="en-US" sz="600" smtClean="0">
                <a:solidFill>
                  <a:srgbClr val="000000"/>
                </a:solidFill>
              </a:rPr>
              <a:t>điện </a:t>
            </a:r>
          </a:p>
          <a:p>
            <a:pPr algn="ctr" fontAlgn="base" latinLnBrk="1">
              <a:spcBef>
                <a:spcPct val="0"/>
              </a:spcBef>
              <a:spcAft>
                <a:spcPct val="0"/>
              </a:spcAft>
            </a:pPr>
            <a:r>
              <a:rPr kumimoji="1" lang="en-US" sz="600" smtClean="0">
                <a:solidFill>
                  <a:srgbClr val="000000"/>
                </a:solidFill>
              </a:rPr>
              <a:t>ngược</a:t>
            </a:r>
            <a:endParaRPr kumimoji="1" lang="en-US" sz="600">
              <a:solidFill>
                <a:srgbClr val="000000"/>
              </a:solidFill>
            </a:endParaRPr>
          </a:p>
        </p:txBody>
      </p:sp>
      <p:sp>
        <p:nvSpPr>
          <p:cNvPr id="34" name="Text Box 3"/>
          <p:cNvSpPr txBox="1">
            <a:spLocks noChangeArrowheads="1"/>
          </p:cNvSpPr>
          <p:nvPr/>
        </p:nvSpPr>
        <p:spPr bwMode="auto">
          <a:xfrm>
            <a:off x="228616" y="679459"/>
            <a:ext cx="273664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err="1" smtClean="0">
                <a:solidFill>
                  <a:srgbClr val="000000"/>
                </a:solidFill>
                <a:latin typeface="Arial" panose="020B0604020202020204" pitchFamily="34" charset="0"/>
                <a:cs typeface="Arial" panose="020B0604020202020204" pitchFamily="34" charset="0"/>
              </a:rPr>
              <a:t>Bộ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phận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ID</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Tên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p>
        </p:txBody>
      </p:sp>
      <p:sp>
        <p:nvSpPr>
          <p:cNvPr id="36"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97548745"/>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13316"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3317"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283245010"/>
              </p:ext>
            </p:extLst>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3327" name="직사각형 5"/>
          <p:cNvSpPr>
            <a:spLocks noChangeArrowheads="1"/>
          </p:cNvSpPr>
          <p:nvPr/>
        </p:nvSpPr>
        <p:spPr bwMode="auto">
          <a:xfrm>
            <a:off x="304800" y="989021"/>
            <a:ext cx="342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trở</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Chip</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1.6[mm]*1.2[mm]</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1.6[mm]*0.8[mm]</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1.6[mm]*1.0[mm]</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1.6[mm]*1.5[mm]</a:t>
            </a:r>
          </a:p>
        </p:txBody>
      </p:sp>
      <p:sp>
        <p:nvSpPr>
          <p:cNvPr id="13328" name="직사각형 10"/>
          <p:cNvSpPr>
            <a:spLocks noChangeArrowheads="1"/>
          </p:cNvSpPr>
          <p:nvPr/>
        </p:nvSpPr>
        <p:spPr bwMode="auto">
          <a:xfrm>
            <a:off x="287338" y="1981200"/>
            <a:ext cx="3429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18.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NPN Transistor?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3329" name="Rectangle 134"/>
          <p:cNvSpPr>
            <a:spLocks noChangeArrowheads="1"/>
          </p:cNvSpPr>
          <p:nvPr/>
        </p:nvSpPr>
        <p:spPr bwMode="auto">
          <a:xfrm>
            <a:off x="287338" y="4062248"/>
            <a:ext cx="310356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diot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 (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hồi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nhanh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dựa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sóng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xung</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một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xoay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chiều</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đạt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suất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dòng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13330" name="직사각형 30"/>
          <p:cNvSpPr>
            <a:spLocks noChangeArrowheads="1"/>
          </p:cNvSpPr>
          <p:nvPr/>
        </p:nvSpPr>
        <p:spPr bwMode="auto">
          <a:xfrm>
            <a:off x="288040" y="5333761"/>
            <a:ext cx="328498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20.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Thermistor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hồi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nhanh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thời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(Time </a:t>
            </a:r>
            <a:r>
              <a:rPr lang="en-US" altLang="ko-KR" sz="800">
                <a:solidFill>
                  <a:srgbClr val="000000"/>
                </a:solidFill>
                <a:latin typeface="Arial" panose="020B0604020202020204" pitchFamily="34" charset="0"/>
                <a:cs typeface="Arial" panose="020B0604020202020204" pitchFamily="34" charset="0"/>
              </a:rPr>
              <a:t>lag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Do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cậy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cao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thay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13331" name="Picture 7"/>
          <p:cNvPicPr>
            <a:picLocks noChangeAspect="1" noChangeArrowheads="1"/>
          </p:cNvPicPr>
          <p:nvPr/>
        </p:nvPicPr>
        <p:blipFill>
          <a:blip r:embed="rId3">
            <a:extLst>
              <a:ext uri="{28A0092B-C50C-407E-A947-70E740481C1C}">
                <a14:useLocalDpi xmlns:a14="http://schemas.microsoft.com/office/drawing/2010/main" val="0"/>
              </a:ext>
            </a:extLst>
          </a:blip>
          <a:srcRect b="37183"/>
          <a:stretch>
            <a:fillRect/>
          </a:stretch>
        </p:blipFill>
        <p:spPr bwMode="auto">
          <a:xfrm>
            <a:off x="417514" y="3230563"/>
            <a:ext cx="2663825"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32" name="Picture 7"/>
          <p:cNvPicPr>
            <a:picLocks noChangeAspect="1" noChangeArrowheads="1"/>
          </p:cNvPicPr>
          <p:nvPr/>
        </p:nvPicPr>
        <p:blipFill>
          <a:blip r:embed="rId3">
            <a:extLst>
              <a:ext uri="{28A0092B-C50C-407E-A947-70E740481C1C}">
                <a14:useLocalDpi xmlns:a14="http://schemas.microsoft.com/office/drawing/2010/main" val="0"/>
              </a:ext>
            </a:extLst>
          </a:blip>
          <a:srcRect b="37836"/>
          <a:stretch>
            <a:fillRect/>
          </a:stretch>
        </p:blipFill>
        <p:spPr bwMode="auto">
          <a:xfrm>
            <a:off x="412752" y="2295525"/>
            <a:ext cx="26638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직사각형 2"/>
          <p:cNvSpPr/>
          <p:nvPr/>
        </p:nvSpPr>
        <p:spPr>
          <a:xfrm>
            <a:off x="417513" y="3381381"/>
            <a:ext cx="347662" cy="1444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sz="800">
              <a:solidFill>
                <a:srgbClr val="000000"/>
              </a:solidFill>
              <a:latin typeface="Arial" panose="020B0604020202020204" pitchFamily="34" charset="0"/>
              <a:cs typeface="Arial" panose="020B0604020202020204" pitchFamily="34" charset="0"/>
            </a:endParaRPr>
          </a:p>
        </p:txBody>
      </p:sp>
      <p:sp>
        <p:nvSpPr>
          <p:cNvPr id="45" name="직사각형 44"/>
          <p:cNvSpPr/>
          <p:nvPr/>
        </p:nvSpPr>
        <p:spPr>
          <a:xfrm>
            <a:off x="1450991" y="3381381"/>
            <a:ext cx="347663" cy="1444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sz="800">
              <a:solidFill>
                <a:srgbClr val="000000"/>
              </a:solidFill>
              <a:latin typeface="Arial" panose="020B0604020202020204" pitchFamily="34" charset="0"/>
              <a:cs typeface="Arial" panose="020B0604020202020204" pitchFamily="34" charset="0"/>
            </a:endParaRPr>
          </a:p>
        </p:txBody>
      </p:sp>
      <p:sp>
        <p:nvSpPr>
          <p:cNvPr id="50" name="직사각형 49"/>
          <p:cNvSpPr/>
          <p:nvPr/>
        </p:nvSpPr>
        <p:spPr>
          <a:xfrm>
            <a:off x="1824038" y="3373443"/>
            <a:ext cx="347662" cy="144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sz="800">
              <a:solidFill>
                <a:srgbClr val="000000"/>
              </a:solidFill>
              <a:latin typeface="Arial" panose="020B0604020202020204" pitchFamily="34" charset="0"/>
              <a:cs typeface="Arial" panose="020B0604020202020204" pitchFamily="34" charset="0"/>
            </a:endParaRPr>
          </a:p>
        </p:txBody>
      </p:sp>
      <p:sp>
        <p:nvSpPr>
          <p:cNvPr id="51" name="직사각형 50"/>
          <p:cNvSpPr/>
          <p:nvPr/>
        </p:nvSpPr>
        <p:spPr>
          <a:xfrm>
            <a:off x="2746391" y="3376621"/>
            <a:ext cx="346075" cy="142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sz="800">
              <a:solidFill>
                <a:srgbClr val="000000"/>
              </a:solidFill>
              <a:latin typeface="Arial" panose="020B0604020202020204" pitchFamily="34" charset="0"/>
              <a:cs typeface="Arial" panose="020B0604020202020204" pitchFamily="34" charset="0"/>
            </a:endParaRPr>
          </a:p>
        </p:txBody>
      </p:sp>
      <p:pic>
        <p:nvPicPr>
          <p:cNvPr id="13337" name="Picture 7"/>
          <p:cNvPicPr>
            <a:picLocks noChangeAspect="1" noChangeArrowheads="1"/>
          </p:cNvPicPr>
          <p:nvPr/>
        </p:nvPicPr>
        <p:blipFill>
          <a:blip r:embed="rId3">
            <a:extLst>
              <a:ext uri="{28A0092B-C50C-407E-A947-70E740481C1C}">
                <a14:useLocalDpi xmlns:a14="http://schemas.microsoft.com/office/drawing/2010/main" val="0"/>
              </a:ext>
            </a:extLst>
          </a:blip>
          <a:srcRect l="43208" t="11760" r="47260" b="76482"/>
          <a:stretch>
            <a:fillRect/>
          </a:stretch>
        </p:blipFill>
        <p:spPr bwMode="auto">
          <a:xfrm>
            <a:off x="434975" y="3378201"/>
            <a:ext cx="254000" cy="144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38" name="Picture 7"/>
          <p:cNvPicPr>
            <a:picLocks noChangeAspect="1" noChangeArrowheads="1"/>
          </p:cNvPicPr>
          <p:nvPr/>
        </p:nvPicPr>
        <p:blipFill>
          <a:blip r:embed="rId3">
            <a:extLst>
              <a:ext uri="{28A0092B-C50C-407E-A947-70E740481C1C}">
                <a14:useLocalDpi xmlns:a14="http://schemas.microsoft.com/office/drawing/2010/main" val="0"/>
              </a:ext>
            </a:extLst>
          </a:blip>
          <a:srcRect t="11760" r="86871" b="76482"/>
          <a:stretch>
            <a:fillRect/>
          </a:stretch>
        </p:blipFill>
        <p:spPr bwMode="auto">
          <a:xfrm>
            <a:off x="1517650" y="3378201"/>
            <a:ext cx="349250" cy="144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39" name="Picture 7"/>
          <p:cNvPicPr>
            <a:picLocks noChangeAspect="1" noChangeArrowheads="1"/>
          </p:cNvPicPr>
          <p:nvPr/>
        </p:nvPicPr>
        <p:blipFill>
          <a:blip r:embed="rId3">
            <a:extLst>
              <a:ext uri="{28A0092B-C50C-407E-A947-70E740481C1C}">
                <a14:useLocalDpi xmlns:a14="http://schemas.microsoft.com/office/drawing/2010/main" val="0"/>
              </a:ext>
            </a:extLst>
          </a:blip>
          <a:srcRect l="43208" t="11760" r="47260" b="76482"/>
          <a:stretch>
            <a:fillRect/>
          </a:stretch>
        </p:blipFill>
        <p:spPr bwMode="auto">
          <a:xfrm>
            <a:off x="1916113" y="3362325"/>
            <a:ext cx="254000" cy="144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0" name="Picture 7"/>
          <p:cNvPicPr>
            <a:picLocks noChangeAspect="1" noChangeArrowheads="1"/>
          </p:cNvPicPr>
          <p:nvPr/>
        </p:nvPicPr>
        <p:blipFill>
          <a:blip r:embed="rId3">
            <a:extLst>
              <a:ext uri="{28A0092B-C50C-407E-A947-70E740481C1C}">
                <a14:useLocalDpi xmlns:a14="http://schemas.microsoft.com/office/drawing/2010/main" val="0"/>
              </a:ext>
            </a:extLst>
          </a:blip>
          <a:srcRect t="11760" r="86871" b="76482"/>
          <a:stretch>
            <a:fillRect/>
          </a:stretch>
        </p:blipFill>
        <p:spPr bwMode="auto">
          <a:xfrm>
            <a:off x="2781300" y="3362325"/>
            <a:ext cx="349250" cy="144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41" name="직사각형 3"/>
          <p:cNvSpPr>
            <a:spLocks noChangeArrowheads="1"/>
          </p:cNvSpPr>
          <p:nvPr/>
        </p:nvSpPr>
        <p:spPr bwMode="auto">
          <a:xfrm>
            <a:off x="320675" y="2195513"/>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a:t>
            </a:r>
            <a:endParaRPr lang="ko-KR" altLang="en-US" sz="800">
              <a:solidFill>
                <a:srgbClr val="000000"/>
              </a:solidFill>
              <a:latin typeface="Arial" panose="020B0604020202020204" pitchFamily="34" charset="0"/>
              <a:cs typeface="Arial" panose="020B0604020202020204" pitchFamily="34" charset="0"/>
            </a:endParaRPr>
          </a:p>
        </p:txBody>
      </p:sp>
      <p:sp>
        <p:nvSpPr>
          <p:cNvPr id="13342" name="직사각형 57"/>
          <p:cNvSpPr>
            <a:spLocks noChangeArrowheads="1"/>
          </p:cNvSpPr>
          <p:nvPr/>
        </p:nvSpPr>
        <p:spPr bwMode="auto">
          <a:xfrm>
            <a:off x="1773238" y="2195513"/>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a:t>
            </a:r>
            <a:endParaRPr lang="ko-KR" altLang="en-US" sz="800">
              <a:solidFill>
                <a:srgbClr val="000000"/>
              </a:solidFill>
              <a:latin typeface="Arial" panose="020B0604020202020204" pitchFamily="34" charset="0"/>
              <a:cs typeface="Arial" panose="020B0604020202020204" pitchFamily="34" charset="0"/>
            </a:endParaRPr>
          </a:p>
        </p:txBody>
      </p:sp>
      <p:sp>
        <p:nvSpPr>
          <p:cNvPr id="13343" name="직사각형 58"/>
          <p:cNvSpPr>
            <a:spLocks noChangeArrowheads="1"/>
          </p:cNvSpPr>
          <p:nvPr/>
        </p:nvSpPr>
        <p:spPr bwMode="auto">
          <a:xfrm>
            <a:off x="346075" y="3052763"/>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a:t>
            </a:r>
          </a:p>
        </p:txBody>
      </p:sp>
      <p:sp>
        <p:nvSpPr>
          <p:cNvPr id="13344" name="직사각형 59"/>
          <p:cNvSpPr>
            <a:spLocks noChangeArrowheads="1"/>
          </p:cNvSpPr>
          <p:nvPr/>
        </p:nvSpPr>
        <p:spPr bwMode="auto">
          <a:xfrm>
            <a:off x="1798638" y="3052763"/>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a:t>
            </a:r>
          </a:p>
        </p:txBody>
      </p:sp>
      <p:sp>
        <p:nvSpPr>
          <p:cNvPr id="26" name="Rectangle 25"/>
          <p:cNvSpPr/>
          <p:nvPr/>
        </p:nvSpPr>
        <p:spPr>
          <a:xfrm>
            <a:off x="412750" y="241170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Emitter</a:t>
            </a:r>
            <a:endParaRPr kumimoji="1" lang="en-US" sz="600">
              <a:solidFill>
                <a:srgbClr val="000000"/>
              </a:solidFill>
            </a:endParaRPr>
          </a:p>
        </p:txBody>
      </p:sp>
      <p:sp>
        <p:nvSpPr>
          <p:cNvPr id="27" name="Rectangle 26"/>
          <p:cNvSpPr/>
          <p:nvPr/>
        </p:nvSpPr>
        <p:spPr>
          <a:xfrm>
            <a:off x="1903042" y="241170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Emitter</a:t>
            </a:r>
            <a:endParaRPr kumimoji="1" lang="en-US" sz="600">
              <a:solidFill>
                <a:srgbClr val="000000"/>
              </a:solidFill>
            </a:endParaRPr>
          </a:p>
        </p:txBody>
      </p:sp>
      <p:sp>
        <p:nvSpPr>
          <p:cNvPr id="28" name="Rectangle 27"/>
          <p:cNvSpPr/>
          <p:nvPr/>
        </p:nvSpPr>
        <p:spPr>
          <a:xfrm>
            <a:off x="1484730" y="334783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Emitter</a:t>
            </a:r>
            <a:endParaRPr kumimoji="1" lang="en-US" sz="600">
              <a:solidFill>
                <a:srgbClr val="000000"/>
              </a:solidFill>
            </a:endParaRPr>
          </a:p>
        </p:txBody>
      </p:sp>
      <p:sp>
        <p:nvSpPr>
          <p:cNvPr id="29" name="Rectangle 28"/>
          <p:cNvSpPr/>
          <p:nvPr/>
        </p:nvSpPr>
        <p:spPr>
          <a:xfrm>
            <a:off x="2767162" y="334783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Emitter</a:t>
            </a:r>
            <a:endParaRPr kumimoji="1" lang="en-US" sz="600">
              <a:solidFill>
                <a:srgbClr val="000000"/>
              </a:solidFill>
            </a:endParaRPr>
          </a:p>
        </p:txBody>
      </p:sp>
      <p:sp>
        <p:nvSpPr>
          <p:cNvPr id="30" name="Rectangle 29"/>
          <p:cNvSpPr/>
          <p:nvPr/>
        </p:nvSpPr>
        <p:spPr>
          <a:xfrm>
            <a:off x="1501280" y="2411700"/>
            <a:ext cx="343500"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Collector</a:t>
            </a:r>
            <a:endParaRPr kumimoji="1" lang="en-US" sz="600">
              <a:solidFill>
                <a:srgbClr val="000000"/>
              </a:solidFill>
            </a:endParaRPr>
          </a:p>
        </p:txBody>
      </p:sp>
      <p:sp>
        <p:nvSpPr>
          <p:cNvPr id="31" name="Rectangle 30"/>
          <p:cNvSpPr/>
          <p:nvPr/>
        </p:nvSpPr>
        <p:spPr>
          <a:xfrm>
            <a:off x="2852920" y="2411700"/>
            <a:ext cx="343500"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Collector</a:t>
            </a:r>
            <a:endParaRPr kumimoji="1" lang="en-US" sz="600">
              <a:solidFill>
                <a:srgbClr val="000000"/>
              </a:solidFill>
            </a:endParaRPr>
          </a:p>
        </p:txBody>
      </p:sp>
      <p:sp>
        <p:nvSpPr>
          <p:cNvPr id="32" name="Rectangle 31"/>
          <p:cNvSpPr/>
          <p:nvPr/>
        </p:nvSpPr>
        <p:spPr>
          <a:xfrm>
            <a:off x="404580" y="3347830"/>
            <a:ext cx="343500"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Collector</a:t>
            </a:r>
            <a:endParaRPr kumimoji="1" lang="en-US" sz="600">
              <a:solidFill>
                <a:srgbClr val="000000"/>
              </a:solidFill>
            </a:endParaRPr>
          </a:p>
        </p:txBody>
      </p:sp>
      <p:sp>
        <p:nvSpPr>
          <p:cNvPr id="33" name="Rectangle 32"/>
          <p:cNvSpPr/>
          <p:nvPr/>
        </p:nvSpPr>
        <p:spPr>
          <a:xfrm>
            <a:off x="1861330" y="3347830"/>
            <a:ext cx="343500"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Collector</a:t>
            </a:r>
          </a:p>
        </p:txBody>
      </p:sp>
      <p:sp>
        <p:nvSpPr>
          <p:cNvPr id="34" name="Rectangle 33"/>
          <p:cNvSpPr/>
          <p:nvPr/>
        </p:nvSpPr>
        <p:spPr>
          <a:xfrm>
            <a:off x="966912" y="277175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Base</a:t>
            </a:r>
            <a:endParaRPr kumimoji="1" lang="en-US" sz="600">
              <a:solidFill>
                <a:srgbClr val="000000"/>
              </a:solidFill>
            </a:endParaRPr>
          </a:p>
        </p:txBody>
      </p:sp>
      <p:sp>
        <p:nvSpPr>
          <p:cNvPr id="35" name="Rectangle 34"/>
          <p:cNvSpPr/>
          <p:nvPr/>
        </p:nvSpPr>
        <p:spPr>
          <a:xfrm>
            <a:off x="2335102" y="292415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Base</a:t>
            </a:r>
            <a:endParaRPr kumimoji="1" lang="en-US" sz="600">
              <a:solidFill>
                <a:srgbClr val="000000"/>
              </a:solidFill>
            </a:endParaRPr>
          </a:p>
        </p:txBody>
      </p:sp>
      <p:sp>
        <p:nvSpPr>
          <p:cNvPr id="36" name="Rectangle 35"/>
          <p:cNvSpPr/>
          <p:nvPr/>
        </p:nvSpPr>
        <p:spPr>
          <a:xfrm>
            <a:off x="2348850" y="385190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Base</a:t>
            </a:r>
            <a:endParaRPr kumimoji="1" lang="en-US" sz="600">
              <a:solidFill>
                <a:srgbClr val="000000"/>
              </a:solidFill>
            </a:endParaRPr>
          </a:p>
        </p:txBody>
      </p:sp>
      <p:sp>
        <p:nvSpPr>
          <p:cNvPr id="37" name="Rectangle 36"/>
          <p:cNvSpPr/>
          <p:nvPr/>
        </p:nvSpPr>
        <p:spPr>
          <a:xfrm>
            <a:off x="980660" y="3707880"/>
            <a:ext cx="301788" cy="144020"/>
          </a:xfrm>
          <a:prstGeom prst="rect">
            <a:avLst/>
          </a:prstGeom>
          <a:solidFill>
            <a:schemeClr val="bg1"/>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base" latinLnBrk="1">
              <a:spcBef>
                <a:spcPct val="0"/>
              </a:spcBef>
              <a:spcAft>
                <a:spcPct val="0"/>
              </a:spcAft>
            </a:pPr>
            <a:r>
              <a:rPr kumimoji="1" lang="en-US" sz="600" smtClean="0">
                <a:solidFill>
                  <a:srgbClr val="000000"/>
                </a:solidFill>
              </a:rPr>
              <a:t>Base</a:t>
            </a:r>
            <a:endParaRPr kumimoji="1" lang="en-US" sz="600">
              <a:solidFill>
                <a:srgbClr val="000000"/>
              </a:solidFill>
            </a:endParaRPr>
          </a:p>
        </p:txBody>
      </p:sp>
      <p:sp>
        <p:nvSpPr>
          <p:cNvPr id="38" name="Text Box 3"/>
          <p:cNvSpPr txBox="1">
            <a:spLocks noChangeArrowheads="1"/>
          </p:cNvSpPr>
          <p:nvPr/>
        </p:nvSpPr>
        <p:spPr bwMode="auto">
          <a:xfrm>
            <a:off x="228616" y="679459"/>
            <a:ext cx="273664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700" err="1" smtClean="0">
                <a:solidFill>
                  <a:srgbClr val="000000"/>
                </a:solidFill>
                <a:latin typeface="Arial" panose="020B0604020202020204" pitchFamily="34" charset="0"/>
                <a:cs typeface="Arial" panose="020B0604020202020204" pitchFamily="34" charset="0"/>
              </a:rPr>
              <a:t>Bộ</a:t>
            </a:r>
            <a:r>
              <a:rPr lang="en-US" altLang="ko-KR" sz="700" smtClean="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phận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smtClean="0">
                <a:solidFill>
                  <a:srgbClr val="000000"/>
                </a:solidFill>
                <a:latin typeface="Arial" panose="020B0604020202020204" pitchFamily="34" charset="0"/>
                <a:cs typeface="Arial" panose="020B0604020202020204" pitchFamily="34" charset="0"/>
              </a:rPr>
              <a:t>ID</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r>
              <a:rPr lang="en-US" altLang="ko-KR" sz="700" err="1" smtClean="0">
                <a:solidFill>
                  <a:srgbClr val="000000"/>
                </a:solidFill>
                <a:latin typeface="Arial" panose="020B0604020202020204" pitchFamily="34" charset="0"/>
                <a:cs typeface="Arial" panose="020B0604020202020204" pitchFamily="34" charset="0"/>
              </a:rPr>
              <a:t>Tên</a:t>
            </a:r>
            <a:r>
              <a:rPr lang="ko-KR" altLang="en-US" sz="700" smtClean="0">
                <a:solidFill>
                  <a:srgbClr val="000000"/>
                </a:solidFill>
                <a:latin typeface="Arial" panose="020B0604020202020204" pitchFamily="34" charset="0"/>
                <a:cs typeface="Arial" panose="020B0604020202020204" pitchFamily="34" charset="0"/>
              </a:rPr>
              <a:t> </a:t>
            </a:r>
            <a:r>
              <a:rPr lang="en-US" altLang="ko-KR" sz="700">
                <a:solidFill>
                  <a:srgbClr val="000000"/>
                </a:solidFill>
                <a:latin typeface="Arial" panose="020B0604020202020204" pitchFamily="34" charset="0"/>
                <a:cs typeface="Arial" panose="020B0604020202020204" pitchFamily="34" charset="0"/>
              </a:rPr>
              <a:t>: </a:t>
            </a:r>
          </a:p>
        </p:txBody>
      </p:sp>
      <p:sp>
        <p:nvSpPr>
          <p:cNvPr id="40"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069183"/>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433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extLst>
              <p:ext uri="{D42A27DB-BD31-4B8C-83A1-F6EECF244321}">
                <p14:modId xmlns:p14="http://schemas.microsoft.com/office/powerpoint/2010/main" val="2588490291"/>
              </p:ext>
            </p:extLst>
          </p:nvPr>
        </p:nvGraphicFramePr>
        <p:xfrm>
          <a:off x="1412891" y="1668466"/>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extLst>
              <p:ext uri="{D42A27DB-BD31-4B8C-83A1-F6EECF244321}">
                <p14:modId xmlns:p14="http://schemas.microsoft.com/office/powerpoint/2010/main" val="674501348"/>
              </p:ext>
            </p:extLst>
          </p:nvPr>
        </p:nvGraphicFramePr>
        <p:xfrm>
          <a:off x="3735404" y="1673228"/>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10"/>
                  </a:ext>
                </a:extLst>
              </a:tr>
            </a:tbl>
          </a:graphicData>
        </a:graphic>
      </p:graphicFrame>
      <p:sp>
        <p:nvSpPr>
          <p:cNvPr id="8"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92355321"/>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5363"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5364"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5365"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063" name="직사각형 5"/>
          <p:cNvSpPr>
            <a:spLocks noChangeArrowheads="1"/>
          </p:cNvSpPr>
          <p:nvPr/>
        </p:nvSpPr>
        <p:spPr bwMode="auto">
          <a:xfrm>
            <a:off x="304800" y="989022"/>
            <a:ext cx="30861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latinLnBrk="1">
              <a:spcBef>
                <a:spcPct val="0"/>
              </a:spcBef>
              <a:spcAft>
                <a:spcPct val="0"/>
              </a:spcAft>
              <a:defRPr/>
            </a:pPr>
            <a:r>
              <a:rPr kumimoji="1" lang="en-US" altLang="ko-KR" sz="900">
                <a:solidFill>
                  <a:srgbClr val="000000"/>
                </a:solidFill>
                <a:latin typeface="돋움" pitchFamily="50" charset="-127"/>
                <a:ea typeface="돋움" pitchFamily="50" charset="-127"/>
              </a:rPr>
              <a:t>1. </a:t>
            </a:r>
            <a:r>
              <a:rPr kumimoji="1" lang="ko-KR" altLang="en-US" sz="900">
                <a:solidFill>
                  <a:srgbClr val="000000"/>
                </a:solidFill>
                <a:latin typeface="돋움" pitchFamily="50" charset="-127"/>
                <a:ea typeface="돋움" pitchFamily="50" charset="-127"/>
              </a:rPr>
              <a:t>전자 방출에 필요한 에너지에 대한 그림이다</a:t>
            </a:r>
            <a:endParaRPr kumimoji="1" lang="en-US" altLang="ko-KR" sz="900">
              <a:solidFill>
                <a:srgbClr val="000000"/>
              </a:solidFill>
              <a:latin typeface="돋움" pitchFamily="50" charset="-127"/>
              <a:ea typeface="돋움" pitchFamily="50" charset="-127"/>
            </a:endParaRPr>
          </a:p>
          <a:p>
            <a:pPr marL="457200" indent="-457200" fontAlgn="base" latinLnBrk="1">
              <a:spcBef>
                <a:spcPct val="0"/>
              </a:spcBef>
              <a:spcAft>
                <a:spcPct val="0"/>
              </a:spcAft>
              <a:defRPr/>
            </a:pPr>
            <a:r>
              <a:rPr kumimoji="1" lang="en-US" altLang="ko-KR" sz="900">
                <a:solidFill>
                  <a:srgbClr val="000000"/>
                </a:solidFill>
                <a:latin typeface="돋움" pitchFamily="50" charset="-127"/>
                <a:ea typeface="돋움" pitchFamily="50" charset="-127"/>
              </a:rPr>
              <a:t>    </a:t>
            </a:r>
            <a:r>
              <a:rPr kumimoji="1" lang="ko-KR" altLang="en-US" sz="900">
                <a:solidFill>
                  <a:srgbClr val="000000"/>
                </a:solidFill>
                <a:latin typeface="돋움" pitchFamily="50" charset="-127"/>
                <a:ea typeface="돋움" pitchFamily="50" charset="-127"/>
              </a:rPr>
              <a:t>다음 중 </a:t>
            </a:r>
            <a:r>
              <a:rPr kumimoji="1" lang="en-US" altLang="ko-KR" sz="900">
                <a:solidFill>
                  <a:srgbClr val="000000"/>
                </a:solidFill>
                <a:latin typeface="돋움" pitchFamily="50" charset="-127"/>
                <a:ea typeface="돋움" pitchFamily="50" charset="-127"/>
              </a:rPr>
              <a:t>“ </a:t>
            </a:r>
            <a:r>
              <a:rPr kumimoji="1" lang="ko-KR" altLang="en-US" sz="900">
                <a:solidFill>
                  <a:srgbClr val="000000"/>
                </a:solidFill>
                <a:latin typeface="돋움" pitchFamily="50" charset="-127"/>
                <a:ea typeface="돋움" pitchFamily="50" charset="-127"/>
              </a:rPr>
              <a:t>전도 전자의 위치</a:t>
            </a:r>
            <a:r>
              <a:rPr kumimoji="1" lang="en-US" altLang="ko-KR" sz="900">
                <a:solidFill>
                  <a:srgbClr val="000000"/>
                </a:solidFill>
                <a:latin typeface="돋움" pitchFamily="50" charset="-127"/>
                <a:ea typeface="돋움" pitchFamily="50" charset="-127"/>
              </a:rPr>
              <a:t>” </a:t>
            </a:r>
            <a:r>
              <a:rPr kumimoji="1" lang="ko-KR" altLang="en-US" sz="900">
                <a:solidFill>
                  <a:srgbClr val="000000"/>
                </a:solidFill>
                <a:latin typeface="돋움" pitchFamily="50" charset="-127"/>
                <a:ea typeface="돋움" pitchFamily="50" charset="-127"/>
              </a:rPr>
              <a:t>를 고르시오</a:t>
            </a:r>
            <a:endParaRPr kumimoji="1" lang="en-US" altLang="ko-KR" sz="900">
              <a:solidFill>
                <a:srgbClr val="000000"/>
              </a:solidFill>
              <a:latin typeface="돋움" pitchFamily="50" charset="-127"/>
              <a:ea typeface="돋움" pitchFamily="50" charset="-127"/>
            </a:endParaRPr>
          </a:p>
          <a:p>
            <a:pPr marL="457200" indent="-457200" fontAlgn="base" latinLnBrk="1">
              <a:spcBef>
                <a:spcPct val="0"/>
              </a:spcBef>
              <a:spcAft>
                <a:spcPct val="0"/>
              </a:spcAft>
              <a:defRPr/>
            </a:pPr>
            <a:r>
              <a:rPr kumimoji="1" lang="en-US" altLang="ko-KR" sz="900">
                <a:solidFill>
                  <a:srgbClr val="000000"/>
                </a:solidFill>
                <a:latin typeface="돋움" pitchFamily="50" charset="-127"/>
                <a:ea typeface="돋움" pitchFamily="50" charset="-127"/>
              </a:rPr>
              <a:t>.</a:t>
            </a:r>
          </a:p>
        </p:txBody>
      </p:sp>
      <p:sp>
        <p:nvSpPr>
          <p:cNvPr id="15376" name="직사각형 23"/>
          <p:cNvSpPr>
            <a:spLocks noChangeArrowheads="1"/>
          </p:cNvSpPr>
          <p:nvPr/>
        </p:nvSpPr>
        <p:spPr bwMode="auto">
          <a:xfrm>
            <a:off x="287338" y="3282950"/>
            <a:ext cx="3429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2. </a:t>
            </a:r>
            <a:r>
              <a:rPr lang="en-US" altLang="ko-KR" sz="800" smtClean="0">
                <a:solidFill>
                  <a:srgbClr val="000000"/>
                </a:solidFill>
                <a:latin typeface="돋움" pitchFamily="50" charset="-127"/>
                <a:ea typeface="돋움" pitchFamily="50" charset="-127"/>
              </a:rPr>
              <a:t>Bức ảnh dưới đây thể hiện tốc độ quay của bóng và năng lượng</a:t>
            </a: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    </a:t>
            </a:r>
            <a:r>
              <a:rPr lang="en-US" altLang="ko-KR" sz="800" smtClean="0">
                <a:solidFill>
                  <a:srgbClr val="000000"/>
                </a:solidFill>
                <a:latin typeface="돋움" pitchFamily="50" charset="-127"/>
                <a:ea typeface="돋움" pitchFamily="50" charset="-127"/>
              </a:rPr>
              <a:t>hãy chọn đáp án đúng nhất giải thích về (a)</a:t>
            </a:r>
            <a:endParaRPr lang="en-US" altLang="ko-KR" sz="800">
              <a:solidFill>
                <a:srgbClr val="000000"/>
              </a:solidFill>
              <a:latin typeface="돋움" pitchFamily="50" charset="-127"/>
              <a:ea typeface="돋움" pitchFamily="50" charset="-127"/>
            </a:endParaRPr>
          </a:p>
        </p:txBody>
      </p:sp>
      <p:sp>
        <p:nvSpPr>
          <p:cNvPr id="15377" name="Rectangle 134"/>
          <p:cNvSpPr>
            <a:spLocks noChangeArrowheads="1"/>
          </p:cNvSpPr>
          <p:nvPr/>
        </p:nvSpPr>
        <p:spPr bwMode="auto">
          <a:xfrm>
            <a:off x="273050" y="4859347"/>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en-US" altLang="ko-KR" sz="900" smtClean="0">
                <a:solidFill>
                  <a:srgbClr val="000000"/>
                </a:solidFill>
                <a:latin typeface="돋움" pitchFamily="50" charset="-127"/>
                <a:ea typeface="돋움" pitchFamily="50" charset="-127"/>
              </a:rPr>
              <a:t>Bóng quay nhanh thì năng lượng lớn</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Bóng quay nhanh thì năng </a:t>
            </a:r>
            <a:r>
              <a:rPr lang="en-US" altLang="ko-KR" sz="900" smtClean="0">
                <a:solidFill>
                  <a:srgbClr val="000000"/>
                </a:solidFill>
                <a:latin typeface="돋움" pitchFamily="50" charset="-127"/>
                <a:ea typeface="돋움" pitchFamily="50" charset="-127"/>
              </a:rPr>
              <a:t>lượng nhỏ</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en-US" altLang="ko-KR" sz="900" smtClean="0">
                <a:solidFill>
                  <a:srgbClr val="000000"/>
                </a:solidFill>
                <a:latin typeface="돋움" pitchFamily="50" charset="-127"/>
                <a:ea typeface="돋움" pitchFamily="50" charset="-127"/>
              </a:rPr>
              <a:t>Bóng quay chậm thì năng lượng lớn</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Bóng quay chậm thì năng lượng </a:t>
            </a:r>
            <a:r>
              <a:rPr lang="en-US" altLang="ko-KR" sz="900" smtClean="0">
                <a:solidFill>
                  <a:srgbClr val="000000"/>
                </a:solidFill>
                <a:latin typeface="돋움" pitchFamily="50" charset="-127"/>
                <a:ea typeface="돋움" pitchFamily="50" charset="-127"/>
              </a:rPr>
              <a:t>nhỏ</a:t>
            </a:r>
            <a:endParaRPr lang="ko-KR" altLang="en-US" sz="900">
              <a:solidFill>
                <a:srgbClr val="000000"/>
              </a:solidFill>
              <a:latin typeface="돋움" pitchFamily="50" charset="-127"/>
              <a:ea typeface="돋움" pitchFamily="50" charset="-127"/>
            </a:endParaRPr>
          </a:p>
        </p:txBody>
      </p:sp>
      <p:sp>
        <p:nvSpPr>
          <p:cNvPr id="15378" name="직사각형 28"/>
          <p:cNvSpPr>
            <a:spLocks noChangeArrowheads="1"/>
          </p:cNvSpPr>
          <p:nvPr/>
        </p:nvSpPr>
        <p:spPr bwMode="auto">
          <a:xfrm>
            <a:off x="315913" y="5519745"/>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en-US" altLang="ko-KR" sz="900">
                <a:solidFill>
                  <a:srgbClr val="000000"/>
                </a:solidFill>
              </a:rPr>
              <a:t>Thermistor </a:t>
            </a:r>
            <a:r>
              <a:rPr lang="ko-KR" altLang="en-US" sz="900">
                <a:solidFill>
                  <a:srgbClr val="000000"/>
                </a:solidFill>
              </a:rPr>
              <a:t>중에 어떠한 특정 온도에서 저항값이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급변하는  방식은</a:t>
            </a:r>
            <a:r>
              <a:rPr lang="en-US" altLang="ko-KR" sz="900">
                <a:solidFill>
                  <a:srgbClr val="000000"/>
                </a:solidFill>
              </a:rPr>
              <a:t>?</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① PTC  ② NTC ③ CTR  ④ NPN</a:t>
            </a:r>
          </a:p>
        </p:txBody>
      </p:sp>
      <p:sp>
        <p:nvSpPr>
          <p:cNvPr id="15379" name="직사각형 30"/>
          <p:cNvSpPr>
            <a:spLocks noChangeArrowheads="1"/>
          </p:cNvSpPr>
          <p:nvPr/>
        </p:nvSpPr>
        <p:spPr bwMode="auto">
          <a:xfrm>
            <a:off x="330200" y="6188075"/>
            <a:ext cx="309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4. </a:t>
            </a:r>
            <a:r>
              <a:rPr lang="en-US" altLang="ko-KR" sz="800" smtClean="0">
                <a:solidFill>
                  <a:srgbClr val="000000"/>
                </a:solidFill>
                <a:latin typeface="돋움" pitchFamily="50" charset="-127"/>
                <a:ea typeface="돋움" pitchFamily="50" charset="-127"/>
              </a:rPr>
              <a:t>Trong những đáp án dưới đây câu nào không phải mục đích của tiếp địa ? </a:t>
            </a: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800">
                <a:solidFill>
                  <a:srgbClr val="000000"/>
                </a:solidFill>
                <a:latin typeface="돋움" pitchFamily="50" charset="-127"/>
                <a:ea typeface="돋움" pitchFamily="50" charset="-127"/>
              </a:rPr>
              <a:t>① </a:t>
            </a:r>
            <a:r>
              <a:rPr lang="en-US" altLang="ko-KR" sz="800" smtClean="0">
                <a:solidFill>
                  <a:srgbClr val="000000"/>
                </a:solidFill>
                <a:latin typeface="돋움" pitchFamily="50" charset="-127"/>
                <a:ea typeface="돋움" pitchFamily="50" charset="-127"/>
              </a:rPr>
              <a:t>Đề phòng tai nạn cho con người(giật điện)</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② </a:t>
            </a:r>
            <a:r>
              <a:rPr lang="en-US" altLang="ko-KR" sz="800" smtClean="0">
                <a:solidFill>
                  <a:srgbClr val="000000"/>
                </a:solidFill>
                <a:latin typeface="돋움" pitchFamily="50" charset="-127"/>
                <a:ea typeface="돋움" pitchFamily="50" charset="-127"/>
              </a:rPr>
              <a:t>Bảo vệ thiết bị</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③ </a:t>
            </a:r>
            <a:r>
              <a:rPr lang="en-US" altLang="ko-KR" sz="800">
                <a:solidFill>
                  <a:srgbClr val="000000"/>
                </a:solidFill>
                <a:latin typeface="돋움" pitchFamily="50" charset="-127"/>
                <a:ea typeface="돋움" pitchFamily="50" charset="-127"/>
              </a:rPr>
              <a:t>N</a:t>
            </a:r>
            <a:r>
              <a:rPr lang="en-US" altLang="ko-KR" sz="800" smtClean="0">
                <a:solidFill>
                  <a:srgbClr val="000000"/>
                </a:solidFill>
                <a:latin typeface="돋움" pitchFamily="50" charset="-127"/>
                <a:ea typeface="돋움" pitchFamily="50" charset="-127"/>
              </a:rPr>
              <a:t>găn hư hại thiết bị điều khiển các loại</a:t>
            </a:r>
            <a:endParaRPr lang="ko-KR" altLang="en-US" sz="8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800">
                <a:solidFill>
                  <a:srgbClr val="000000"/>
                </a:solidFill>
                <a:latin typeface="돋움" pitchFamily="50" charset="-127"/>
                <a:ea typeface="돋움" pitchFamily="50" charset="-127"/>
              </a:rPr>
              <a:t>④ </a:t>
            </a:r>
            <a:r>
              <a:rPr lang="en-US" altLang="ko-KR" sz="800">
                <a:solidFill>
                  <a:srgbClr val="000000"/>
                </a:solidFill>
                <a:latin typeface="돋움" pitchFamily="50" charset="-127"/>
                <a:ea typeface="돋움" pitchFamily="50" charset="-127"/>
              </a:rPr>
              <a:t>N</a:t>
            </a:r>
            <a:r>
              <a:rPr lang="en-US" altLang="ko-KR" sz="800" smtClean="0">
                <a:solidFill>
                  <a:srgbClr val="000000"/>
                </a:solidFill>
                <a:latin typeface="돋움" pitchFamily="50" charset="-127"/>
                <a:ea typeface="돋움" pitchFamily="50" charset="-127"/>
              </a:rPr>
              <a:t>gắt nguồn điện tiêu chuẩn</a:t>
            </a:r>
            <a:endParaRPr lang="ko-KR" altLang="en-US" sz="800">
              <a:solidFill>
                <a:srgbClr val="000000"/>
              </a:solidFill>
              <a:latin typeface="돋움" pitchFamily="50" charset="-127"/>
              <a:ea typeface="돋움" pitchFamily="50" charset="-127"/>
            </a:endParaRPr>
          </a:p>
        </p:txBody>
      </p:sp>
      <p:sp>
        <p:nvSpPr>
          <p:cNvPr id="15380" name="직사각형 2048"/>
          <p:cNvSpPr>
            <a:spLocks noChangeArrowheads="1"/>
          </p:cNvSpPr>
          <p:nvPr/>
        </p:nvSpPr>
        <p:spPr bwMode="auto">
          <a:xfrm>
            <a:off x="3436938" y="989013"/>
            <a:ext cx="316071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파울리의 원리에 의한 궤도의 전자수가 다른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K</a:t>
            </a:r>
            <a:r>
              <a:rPr lang="ko-KR" altLang="en-US" sz="900">
                <a:solidFill>
                  <a:srgbClr val="000000"/>
                </a:solidFill>
                <a:latin typeface="돋움" pitchFamily="50" charset="-127"/>
                <a:ea typeface="돋움" pitchFamily="50" charset="-127"/>
              </a:rPr>
              <a:t>각</a:t>
            </a:r>
            <a:r>
              <a:rPr lang="en-US" altLang="ko-KR" sz="900">
                <a:solidFill>
                  <a:srgbClr val="000000"/>
                </a:solidFill>
                <a:latin typeface="돋움" pitchFamily="50" charset="-127"/>
                <a:ea typeface="돋움" pitchFamily="50" charset="-127"/>
              </a:rPr>
              <a:t>=2</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L</a:t>
            </a:r>
            <a:r>
              <a:rPr lang="ko-KR" altLang="en-US" sz="900">
                <a:solidFill>
                  <a:srgbClr val="000000"/>
                </a:solidFill>
                <a:latin typeface="돋움" pitchFamily="50" charset="-127"/>
                <a:ea typeface="돋움" pitchFamily="50" charset="-127"/>
              </a:rPr>
              <a:t>각</a:t>
            </a:r>
            <a:r>
              <a:rPr lang="en-US" altLang="ko-KR" sz="900">
                <a:solidFill>
                  <a:srgbClr val="000000"/>
                </a:solidFill>
                <a:latin typeface="돋움" pitchFamily="50" charset="-127"/>
                <a:ea typeface="돋움" pitchFamily="50" charset="-127"/>
              </a:rPr>
              <a:t>=4</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M</a:t>
            </a:r>
            <a:r>
              <a:rPr lang="ko-KR" altLang="en-US" sz="900">
                <a:solidFill>
                  <a:srgbClr val="000000"/>
                </a:solidFill>
                <a:latin typeface="돋움" pitchFamily="50" charset="-127"/>
                <a:ea typeface="돋움" pitchFamily="50" charset="-127"/>
              </a:rPr>
              <a:t>각</a:t>
            </a:r>
            <a:r>
              <a:rPr lang="en-US" altLang="ko-KR" sz="900">
                <a:solidFill>
                  <a:srgbClr val="000000"/>
                </a:solidFill>
                <a:latin typeface="돋움" pitchFamily="50" charset="-127"/>
                <a:ea typeface="돋움" pitchFamily="50" charset="-127"/>
              </a:rPr>
              <a:t>=18</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N</a:t>
            </a:r>
            <a:r>
              <a:rPr lang="ko-KR" altLang="en-US" sz="900">
                <a:solidFill>
                  <a:srgbClr val="000000"/>
                </a:solidFill>
                <a:latin typeface="돋움" pitchFamily="50" charset="-127"/>
                <a:ea typeface="돋움" pitchFamily="50" charset="-127"/>
              </a:rPr>
              <a:t>각</a:t>
            </a:r>
            <a:r>
              <a:rPr lang="en-US" altLang="ko-KR" sz="900">
                <a:solidFill>
                  <a:srgbClr val="000000"/>
                </a:solidFill>
                <a:latin typeface="돋움" pitchFamily="50" charset="-127"/>
                <a:ea typeface="돋움" pitchFamily="50" charset="-127"/>
              </a:rPr>
              <a:t>=32</a:t>
            </a:r>
          </a:p>
        </p:txBody>
      </p:sp>
      <p:sp>
        <p:nvSpPr>
          <p:cNvPr id="15381" name="직사각형 41"/>
          <p:cNvSpPr>
            <a:spLocks noChangeArrowheads="1"/>
          </p:cNvSpPr>
          <p:nvPr/>
        </p:nvSpPr>
        <p:spPr bwMode="auto">
          <a:xfrm>
            <a:off x="3429000" y="1908176"/>
            <a:ext cx="3429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반도체 물질의 종류가 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홍 아연광                   ② 알카리 수용액</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파라핀                       ④ </a:t>
            </a:r>
            <a:r>
              <a:rPr lang="ko-KR" altLang="en-US" sz="900">
                <a:solidFill>
                  <a:srgbClr val="000000"/>
                </a:solidFill>
              </a:rPr>
              <a:t>산</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15382" name="직사각형 43"/>
          <p:cNvSpPr>
            <a:spLocks noChangeArrowheads="1"/>
          </p:cNvSpPr>
          <p:nvPr/>
        </p:nvSpPr>
        <p:spPr bwMode="auto">
          <a:xfrm>
            <a:off x="3438525" y="2555884"/>
            <a:ext cx="34290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원자핵이 전자를 당기는 힘의 에너지를 무엇이라</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하는가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금지대   ② 대전  </a:t>
            </a: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전하  ④ 전자</a:t>
            </a:r>
          </a:p>
        </p:txBody>
      </p:sp>
      <p:sp>
        <p:nvSpPr>
          <p:cNvPr id="15383" name="직사각형 45"/>
          <p:cNvSpPr>
            <a:spLocks noChangeArrowheads="1"/>
          </p:cNvSpPr>
          <p:nvPr/>
        </p:nvSpPr>
        <p:spPr bwMode="auto">
          <a:xfrm>
            <a:off x="3438525" y="3059121"/>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접지저항 설명으로 맞지 않는 것은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접지전극의 표면과 이것에 접하는 토양 사이의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접촉저항 이다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접지전극 주위의 토양성분의 저항</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접지선</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접지 전극의 도체저항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ko-KR" altLang="en-US" sz="900">
                <a:solidFill>
                  <a:srgbClr val="000000"/>
                </a:solidFill>
              </a:rPr>
              <a:t>제</a:t>
            </a:r>
            <a:r>
              <a:rPr lang="en-US" altLang="ko-KR" sz="900">
                <a:solidFill>
                  <a:srgbClr val="000000"/>
                </a:solidFill>
              </a:rPr>
              <a:t>3</a:t>
            </a:r>
            <a:r>
              <a:rPr lang="ko-KR" altLang="en-US" sz="900">
                <a:solidFill>
                  <a:srgbClr val="000000"/>
                </a:solidFill>
              </a:rPr>
              <a:t>종 접지 공사</a:t>
            </a:r>
            <a:r>
              <a:rPr lang="ko-KR" altLang="en-US" sz="900">
                <a:solidFill>
                  <a:srgbClr val="000000"/>
                </a:solidFill>
                <a:latin typeface="돋움" pitchFamily="50" charset="-127"/>
                <a:ea typeface="돋움" pitchFamily="50" charset="-127"/>
              </a:rPr>
              <a:t>는 </a:t>
            </a:r>
            <a:r>
              <a:rPr lang="en-US" altLang="ko-KR" sz="900">
                <a:solidFill>
                  <a:srgbClr val="000000"/>
                </a:solidFill>
              </a:rPr>
              <a:t>100</a:t>
            </a:r>
            <a:r>
              <a:rPr lang="el-GR" altLang="ko-KR" sz="900">
                <a:solidFill>
                  <a:srgbClr val="000000"/>
                </a:solidFill>
              </a:rPr>
              <a:t>[Ω]</a:t>
            </a:r>
            <a:r>
              <a:rPr lang="en-US" altLang="ko-KR" sz="900">
                <a:solidFill>
                  <a:srgbClr val="000000"/>
                </a:solidFill>
              </a:rPr>
              <a:t> </a:t>
            </a:r>
            <a:r>
              <a:rPr lang="ko-KR" altLang="en-US" sz="900">
                <a:solidFill>
                  <a:srgbClr val="000000"/>
                </a:solidFill>
              </a:rPr>
              <a:t>이하 </a:t>
            </a:r>
            <a:r>
              <a:rPr lang="en-US" altLang="ko-KR" sz="900">
                <a:solidFill>
                  <a:srgbClr val="000000"/>
                </a:solidFill>
              </a:rPr>
              <a:t>600 [V] </a:t>
            </a:r>
            <a:r>
              <a:rPr lang="ko-KR" altLang="en-US" sz="900">
                <a:solidFill>
                  <a:srgbClr val="000000"/>
                </a:solidFill>
              </a:rPr>
              <a:t>미만의 저압용 </a:t>
            </a:r>
            <a:endParaRPr lang="en-US" altLang="ko-KR" sz="900">
              <a:solidFill>
                <a:srgbClr val="000000"/>
              </a:solidFill>
            </a:endParaRPr>
          </a:p>
        </p:txBody>
      </p:sp>
      <p:sp>
        <p:nvSpPr>
          <p:cNvPr id="15384" name="직사각형 46"/>
          <p:cNvSpPr>
            <a:spLocks noChangeArrowheads="1"/>
          </p:cNvSpPr>
          <p:nvPr/>
        </p:nvSpPr>
        <p:spPr bwMode="auto">
          <a:xfrm>
            <a:off x="3438525" y="4067182"/>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ko-KR" sz="900">
                <a:solidFill>
                  <a:srgbClr val="000000"/>
                </a:solidFill>
              </a:rPr>
              <a:t>접지저항과 절연저항</a:t>
            </a:r>
            <a:r>
              <a:rPr lang="ko-KR" altLang="en-US" sz="900">
                <a:solidFill>
                  <a:srgbClr val="000000"/>
                </a:solidFill>
              </a:rPr>
              <a:t>에 대한 설명이다 다음중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맞는 내용은 어느 것인가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접지저항은 낮을수록</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절연저항은 높을수록 좋다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접지저항</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절연저항 모두 높을수록 좋다</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접지저항은 높을수록</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절연저항은 낮을수록 좋다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접지저항</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절연저항 모두 낮을수록 좋다</a:t>
            </a:r>
          </a:p>
        </p:txBody>
      </p:sp>
      <p:sp>
        <p:nvSpPr>
          <p:cNvPr id="15385" name="직사각형 47"/>
          <p:cNvSpPr>
            <a:spLocks noChangeArrowheads="1"/>
          </p:cNvSpPr>
          <p:nvPr/>
        </p:nvSpPr>
        <p:spPr bwMode="auto">
          <a:xfrm>
            <a:off x="3438525" y="5076834"/>
            <a:ext cx="34290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rPr>
              <a:t>오실로스코프에서</a:t>
            </a:r>
            <a:r>
              <a:rPr lang="en-US" altLang="ko-KR" sz="900">
                <a:solidFill>
                  <a:srgbClr val="000000"/>
                </a:solidFill>
              </a:rPr>
              <a:t> </a:t>
            </a:r>
            <a:r>
              <a:rPr lang="ko-KR" altLang="en-US" sz="900">
                <a:solidFill>
                  <a:srgbClr val="000000"/>
                </a:solidFill>
              </a:rPr>
              <a:t>세종류 트리거  제공이  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rPr>
              <a:t>에지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펄스폭  </a:t>
            </a: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비디오  ④ </a:t>
            </a:r>
            <a:r>
              <a:rPr lang="ko-KR" altLang="en-US" sz="900">
                <a:solidFill>
                  <a:srgbClr val="000000"/>
                </a:solidFill>
              </a:rPr>
              <a:t>커플링</a:t>
            </a:r>
            <a:endParaRPr lang="ko-KR" altLang="en-US" sz="900">
              <a:solidFill>
                <a:srgbClr val="000000"/>
              </a:solidFill>
              <a:latin typeface="돋움" pitchFamily="50" charset="-127"/>
              <a:ea typeface="돋움" pitchFamily="50" charset="-127"/>
            </a:endParaRPr>
          </a:p>
        </p:txBody>
      </p:sp>
      <p:sp>
        <p:nvSpPr>
          <p:cNvPr id="15386" name="직사각형 48"/>
          <p:cNvSpPr>
            <a:spLocks noChangeArrowheads="1"/>
          </p:cNvSpPr>
          <p:nvPr/>
        </p:nvSpPr>
        <p:spPr bwMode="auto">
          <a:xfrm>
            <a:off x="3438525" y="5580070"/>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rPr>
              <a:t>저항기를 사용하는 경우에 중요한 포인트가 아닌</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저항기의 저항값</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정격전력</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저항의 크기</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a:t>
            </a:r>
            <a:r>
              <a:rPr lang="ko-KR" altLang="en-US" sz="900">
                <a:solidFill>
                  <a:srgbClr val="000000"/>
                </a:solidFill>
              </a:rPr>
              <a:t>저항값 오차</a:t>
            </a:r>
          </a:p>
        </p:txBody>
      </p:sp>
      <p:pic>
        <p:nvPicPr>
          <p:cNvPr id="15387" name="Picture 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738" y="1319215"/>
            <a:ext cx="2470150" cy="1931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직사각형 3"/>
          <p:cNvSpPr/>
          <p:nvPr/>
        </p:nvSpPr>
        <p:spPr>
          <a:xfrm>
            <a:off x="981075" y="1744668"/>
            <a:ext cx="954088" cy="190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45" name="직사각형 44"/>
          <p:cNvSpPr/>
          <p:nvPr/>
        </p:nvSpPr>
        <p:spPr>
          <a:xfrm>
            <a:off x="908066" y="2400300"/>
            <a:ext cx="1090613" cy="141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46" name="직사각형 45"/>
          <p:cNvSpPr/>
          <p:nvPr/>
        </p:nvSpPr>
        <p:spPr>
          <a:xfrm>
            <a:off x="958850" y="2828926"/>
            <a:ext cx="869950" cy="12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5391" name="직사각형 4"/>
          <p:cNvSpPr>
            <a:spLocks noChangeArrowheads="1"/>
          </p:cNvSpPr>
          <p:nvPr/>
        </p:nvSpPr>
        <p:spPr bwMode="auto">
          <a:xfrm>
            <a:off x="1314450" y="1468446"/>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l-GR" altLang="ko-KR" sz="1000">
                <a:solidFill>
                  <a:srgbClr val="000000"/>
                </a:solidFill>
                <a:latin typeface="돋움" pitchFamily="50" charset="-127"/>
                <a:ea typeface="돋움" pitchFamily="50" charset="-127"/>
              </a:rPr>
              <a:t>①</a:t>
            </a:r>
            <a:endParaRPr lang="ko-KR" altLang="en-US" sz="1000">
              <a:solidFill>
                <a:srgbClr val="000000"/>
              </a:solidFill>
            </a:endParaRPr>
          </a:p>
        </p:txBody>
      </p:sp>
      <p:sp>
        <p:nvSpPr>
          <p:cNvPr id="48" name="직사각형 47"/>
          <p:cNvSpPr/>
          <p:nvPr/>
        </p:nvSpPr>
        <p:spPr>
          <a:xfrm>
            <a:off x="919163" y="2955925"/>
            <a:ext cx="1090612" cy="141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5393" name="직사각형 48"/>
          <p:cNvSpPr>
            <a:spLocks noChangeArrowheads="1"/>
          </p:cNvSpPr>
          <p:nvPr/>
        </p:nvSpPr>
        <p:spPr bwMode="auto">
          <a:xfrm>
            <a:off x="1327150" y="2336809"/>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③</a:t>
            </a:r>
          </a:p>
        </p:txBody>
      </p:sp>
      <p:sp>
        <p:nvSpPr>
          <p:cNvPr id="15394" name="직사각형 49"/>
          <p:cNvSpPr>
            <a:spLocks noChangeArrowheads="1"/>
          </p:cNvSpPr>
          <p:nvPr/>
        </p:nvSpPr>
        <p:spPr bwMode="auto">
          <a:xfrm>
            <a:off x="1308100" y="1698633"/>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②</a:t>
            </a:r>
          </a:p>
        </p:txBody>
      </p:sp>
      <p:sp>
        <p:nvSpPr>
          <p:cNvPr id="15395" name="직사각형 51"/>
          <p:cNvSpPr>
            <a:spLocks noChangeArrowheads="1"/>
          </p:cNvSpPr>
          <p:nvPr/>
        </p:nvSpPr>
        <p:spPr bwMode="auto">
          <a:xfrm>
            <a:off x="1314450" y="284322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④</a:t>
            </a:r>
          </a:p>
        </p:txBody>
      </p:sp>
      <p:sp>
        <p:nvSpPr>
          <p:cNvPr id="15396" name="직사각형 23"/>
          <p:cNvSpPr>
            <a:spLocks noChangeArrowheads="1"/>
          </p:cNvSpPr>
          <p:nvPr/>
        </p:nvSpPr>
        <p:spPr bwMode="auto">
          <a:xfrm>
            <a:off x="325438" y="7092950"/>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금속 내부를 자유로이 움직일 수 있는 전자를 무엇</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이라 하는가</a:t>
            </a:r>
            <a:r>
              <a:rPr lang="en-US" altLang="ko-KR" sz="900">
                <a:solidFill>
                  <a:srgbClr val="000000"/>
                </a:solidFill>
                <a:latin typeface="돋움" pitchFamily="50" charset="-127"/>
                <a:ea typeface="돋움" pitchFamily="50" charset="-127"/>
              </a:rPr>
              <a:t>?</a:t>
            </a:r>
          </a:p>
        </p:txBody>
      </p:sp>
      <p:sp>
        <p:nvSpPr>
          <p:cNvPr id="15397" name="Rectangle 103"/>
          <p:cNvSpPr>
            <a:spLocks noChangeArrowheads="1"/>
          </p:cNvSpPr>
          <p:nvPr/>
        </p:nvSpPr>
        <p:spPr bwMode="auto">
          <a:xfrm>
            <a:off x="360363" y="7424739"/>
            <a:ext cx="3429000" cy="2308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자유 전자</a:t>
            </a:r>
            <a:r>
              <a:rPr lang="en-US" altLang="ko-KR" sz="900">
                <a:solidFill>
                  <a:srgbClr val="000000"/>
                </a:solidFill>
              </a:rPr>
              <a:t>  ② </a:t>
            </a:r>
            <a:r>
              <a:rPr lang="ko-KR" altLang="en-US" sz="900">
                <a:solidFill>
                  <a:srgbClr val="000000"/>
                </a:solidFill>
              </a:rPr>
              <a:t>구속 전자 </a:t>
            </a:r>
            <a:r>
              <a:rPr lang="en-US" altLang="ko-KR" sz="900">
                <a:solidFill>
                  <a:srgbClr val="000000"/>
                </a:solidFill>
              </a:rPr>
              <a:t>  ③ </a:t>
            </a:r>
            <a:r>
              <a:rPr lang="ko-KR" altLang="en-US" sz="900">
                <a:solidFill>
                  <a:srgbClr val="000000"/>
                </a:solidFill>
              </a:rPr>
              <a:t>전도 전자</a:t>
            </a:r>
            <a:r>
              <a:rPr lang="en-US" altLang="ko-KR" sz="900">
                <a:solidFill>
                  <a:srgbClr val="000000"/>
                </a:solidFill>
              </a:rPr>
              <a:t>  ④ </a:t>
            </a:r>
            <a:r>
              <a:rPr lang="ko-KR" altLang="en-US" sz="900">
                <a:solidFill>
                  <a:srgbClr val="000000"/>
                </a:solidFill>
              </a:rPr>
              <a:t>금속 전자</a:t>
            </a:r>
            <a:endParaRPr lang="en-US" altLang="ko-KR" sz="900">
              <a:solidFill>
                <a:srgbClr val="000000"/>
              </a:solidFill>
            </a:endParaRPr>
          </a:p>
        </p:txBody>
      </p:sp>
      <p:pic>
        <p:nvPicPr>
          <p:cNvPr id="15398"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204" y="3594100"/>
            <a:ext cx="1743075" cy="1265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직사각형 5"/>
          <p:cNvSpPr/>
          <p:nvPr/>
        </p:nvSpPr>
        <p:spPr>
          <a:xfrm>
            <a:off x="2044700" y="4067175"/>
            <a:ext cx="736600" cy="7064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58" name="직사각형 57"/>
          <p:cNvSpPr/>
          <p:nvPr/>
        </p:nvSpPr>
        <p:spPr>
          <a:xfrm>
            <a:off x="1814513" y="4452942"/>
            <a:ext cx="736600" cy="3000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59" name="직사각형 58"/>
          <p:cNvSpPr/>
          <p:nvPr/>
        </p:nvSpPr>
        <p:spPr>
          <a:xfrm flipH="1">
            <a:off x="2033588" y="3614738"/>
            <a:ext cx="393700" cy="2984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5402" name="직사각형 6"/>
          <p:cNvSpPr>
            <a:spLocks noChangeArrowheads="1"/>
          </p:cNvSpPr>
          <p:nvPr/>
        </p:nvSpPr>
        <p:spPr bwMode="auto">
          <a:xfrm>
            <a:off x="1935164" y="41814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a:t>
            </a:r>
            <a:endParaRPr lang="en-US" altLang="ko-KR" sz="1000">
              <a:solidFill>
                <a:srgbClr val="000000"/>
              </a:solidFill>
            </a:endParaRPr>
          </a:p>
        </p:txBody>
      </p:sp>
      <p:sp>
        <p:nvSpPr>
          <p:cNvPr id="15403" name="직사각형 47"/>
          <p:cNvSpPr>
            <a:spLocks noChangeArrowheads="1"/>
          </p:cNvSpPr>
          <p:nvPr/>
        </p:nvSpPr>
        <p:spPr bwMode="auto">
          <a:xfrm>
            <a:off x="331788" y="7740650"/>
            <a:ext cx="303371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6.Đâu không phải yếu tố quyết định điện trở điện của vật chất?</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en-US" altLang="ko-KR" sz="900" smtClean="0">
                <a:solidFill>
                  <a:srgbClr val="000000"/>
                </a:solidFill>
                <a:latin typeface="돋움" pitchFamily="50" charset="-127"/>
                <a:ea typeface="돋움" pitchFamily="50" charset="-127"/>
              </a:rPr>
              <a:t>Hằng số theo loại vật chất</a:t>
            </a:r>
          </a:p>
          <a:p>
            <a:pPr eaLnBrk="1" fontAlgn="base" latinLnBrk="1" hangingPunct="1">
              <a:spcBef>
                <a:spcPct val="0"/>
              </a:spcBef>
              <a:spcAft>
                <a:spcPct val="0"/>
              </a:spcAft>
            </a:pPr>
            <a:r>
              <a:rPr lang="ko-KR" altLang="en-US" sz="900" smtClean="0">
                <a:solidFill>
                  <a:srgbClr val="000000"/>
                </a:solidFill>
                <a:latin typeface="돋움" pitchFamily="50" charset="-127"/>
                <a:ea typeface="돋움" pitchFamily="50" charset="-127"/>
              </a:rPr>
              <a:t>② </a:t>
            </a:r>
            <a:r>
              <a:rPr lang="en-US" altLang="ko-KR" sz="900" smtClean="0">
                <a:solidFill>
                  <a:srgbClr val="000000"/>
                </a:solidFill>
                <a:latin typeface="돋움" pitchFamily="50" charset="-127"/>
                <a:ea typeface="돋움" pitchFamily="50" charset="-127"/>
              </a:rPr>
              <a:t>Chiều dài của dây điện</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en-US" altLang="ko-KR" sz="900" smtClean="0">
                <a:solidFill>
                  <a:srgbClr val="000000"/>
                </a:solidFill>
                <a:latin typeface="돋움" pitchFamily="50" charset="-127"/>
                <a:ea typeface="돋움" pitchFamily="50" charset="-127"/>
              </a:rPr>
              <a:t>Số </a:t>
            </a:r>
            <a:r>
              <a:rPr lang="en-US" altLang="ko-KR" sz="900">
                <a:solidFill>
                  <a:srgbClr val="000000"/>
                </a:solidFill>
                <a:latin typeface="돋움" pitchFamily="50" charset="-127"/>
                <a:ea typeface="돋움" pitchFamily="50" charset="-127"/>
              </a:rPr>
              <a:t>electron duy nhất </a:t>
            </a:r>
            <a:r>
              <a:rPr lang="en-US" altLang="ko-KR" sz="900" smtClean="0">
                <a:solidFill>
                  <a:srgbClr val="000000"/>
                </a:solidFill>
                <a:latin typeface="돋움" pitchFamily="50" charset="-127"/>
                <a:ea typeface="돋움" pitchFamily="50" charset="-127"/>
              </a:rPr>
              <a:t>trong vật chất</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en-US" altLang="ko-KR" sz="900" smtClean="0">
                <a:solidFill>
                  <a:srgbClr val="000000"/>
                </a:solidFill>
                <a:latin typeface="돋움" pitchFamily="50" charset="-127"/>
                <a:ea typeface="돋움" pitchFamily="50" charset="-127"/>
              </a:rPr>
              <a:t>Diện tích mặt cắt của dây điện</a:t>
            </a:r>
            <a:endParaRPr lang="ko-KR" altLang="en-US" sz="900">
              <a:solidFill>
                <a:srgbClr val="000000"/>
              </a:solidFill>
              <a:latin typeface="돋움" pitchFamily="50" charset="-127"/>
              <a:ea typeface="돋움" pitchFamily="50" charset="-127"/>
            </a:endParaRPr>
          </a:p>
        </p:txBody>
      </p:sp>
      <p:sp>
        <p:nvSpPr>
          <p:cNvPr id="15404" name="직사각형 48"/>
          <p:cNvSpPr>
            <a:spLocks noChangeArrowheads="1"/>
          </p:cNvSpPr>
          <p:nvPr/>
        </p:nvSpPr>
        <p:spPr bwMode="auto">
          <a:xfrm>
            <a:off x="3438525" y="6224597"/>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en-US" altLang="ko-KR" sz="900" smtClean="0">
                <a:solidFill>
                  <a:srgbClr val="000000"/>
                </a:solidFill>
                <a:latin typeface="돋움" pitchFamily="50" charset="-127"/>
                <a:ea typeface="돋움" pitchFamily="50" charset="-127"/>
              </a:rPr>
              <a:t>Đáp án nào thể hiện từ viết tắt của hệ số nhiệt độ trong điện trở cố định</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TCR      </a:t>
            </a:r>
            <a:r>
              <a:rPr lang="ko-KR" altLang="en-US" sz="900">
                <a:solidFill>
                  <a:srgbClr val="000000"/>
                </a:solidFill>
                <a:latin typeface="돋움" pitchFamily="50" charset="-127"/>
                <a:ea typeface="돋움" pitchFamily="50" charset="-127"/>
              </a:rPr>
              <a:t>② </a:t>
            </a:r>
            <a:r>
              <a:rPr lang="en-US" altLang="ko-KR" sz="900">
                <a:solidFill>
                  <a:srgbClr val="000000"/>
                </a:solidFill>
                <a:latin typeface="돋움" pitchFamily="50" charset="-127"/>
                <a:ea typeface="돋움" pitchFamily="50" charset="-127"/>
              </a:rPr>
              <a:t>TCP  ③ TRP  </a:t>
            </a:r>
            <a:r>
              <a:rPr lang="ko-KR" altLang="en-US" sz="90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THR</a:t>
            </a:r>
            <a:endParaRPr lang="ko-KR" altLang="en-US" sz="900">
              <a:solidFill>
                <a:srgbClr val="000000"/>
              </a:solidFill>
            </a:endParaRPr>
          </a:p>
        </p:txBody>
      </p:sp>
      <p:sp>
        <p:nvSpPr>
          <p:cNvPr id="15405" name="직사각형 52"/>
          <p:cNvSpPr>
            <a:spLocks noChangeArrowheads="1"/>
          </p:cNvSpPr>
          <p:nvPr/>
        </p:nvSpPr>
        <p:spPr bwMode="auto">
          <a:xfrm>
            <a:off x="3429000" y="6791326"/>
            <a:ext cx="34290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저주파 바이패스나 평활용으로 극성과 내전압에 주의</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해야 될 콘덴서는 어느 것인가</a:t>
            </a:r>
            <a:r>
              <a:rPr lang="en-US" altLang="ko-KR" sz="900">
                <a:solidFill>
                  <a:srgbClr val="000000"/>
                </a:solidFill>
                <a:latin typeface="돋움" pitchFamily="50" charset="-127"/>
                <a:ea typeface="돋움" pitchFamily="50" charset="-127"/>
              </a:rPr>
              <a:t>?</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바이패스 콘덴서   ② 전해 콘덴서</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조주파 콘덴서      ④ 내 전압 콘덴서</a:t>
            </a:r>
          </a:p>
        </p:txBody>
      </p:sp>
      <p:sp>
        <p:nvSpPr>
          <p:cNvPr id="15406" name="직사각형 52"/>
          <p:cNvSpPr>
            <a:spLocks noChangeArrowheads="1"/>
          </p:cNvSpPr>
          <p:nvPr/>
        </p:nvSpPr>
        <p:spPr bwMode="auto">
          <a:xfrm>
            <a:off x="3429000" y="7604125"/>
            <a:ext cx="324008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코일의 종류 중 일반적으로 바리콘</a:t>
            </a:r>
            <a:r>
              <a:rPr lang="en-US" altLang="ko-KR" sz="900">
                <a:solidFill>
                  <a:srgbClr val="000000"/>
                </a:solidFill>
                <a:latin typeface="돋움" pitchFamily="50" charset="-127"/>
                <a:ea typeface="돋움" pitchFamily="50" charset="-127"/>
              </a:rPr>
              <a:t>(variable </a:t>
            </a:r>
            <a:r>
              <a:rPr lang="ko-KR" altLang="en-US" sz="900">
                <a:solidFill>
                  <a:srgbClr val="000000"/>
                </a:solidFill>
                <a:latin typeface="돋움" pitchFamily="50" charset="-127"/>
                <a:ea typeface="돋움" pitchFamily="50" charset="-127"/>
              </a:rPr>
              <a:t>콘덴서</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병렬 접속되어 동조 주파수를 가변할 수 있도록 되어있는</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코일은</a:t>
            </a:r>
            <a:r>
              <a:rPr lang="en-US" altLang="ko-KR" sz="900">
                <a:solidFill>
                  <a:srgbClr val="000000"/>
                </a:solidFill>
                <a:latin typeface="돋움" pitchFamily="50" charset="-127"/>
                <a:ea typeface="돋움" pitchFamily="50" charset="-127"/>
              </a:rPr>
              <a:t>?</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전원용 초크 코일       ② 중간 주파수 동조 코일</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바 안테나 코일          ④ 고주파 동조용 코일 </a:t>
            </a:r>
          </a:p>
        </p:txBody>
      </p:sp>
      <p:sp>
        <p:nvSpPr>
          <p:cNvPr id="40"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06630845"/>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6387"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6388"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6389"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6399" name="직사각형 5"/>
          <p:cNvSpPr>
            <a:spLocks noChangeArrowheads="1"/>
          </p:cNvSpPr>
          <p:nvPr/>
        </p:nvSpPr>
        <p:spPr bwMode="auto">
          <a:xfrm>
            <a:off x="304800" y="989013"/>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en-US" altLang="ko-KR" sz="900">
                <a:solidFill>
                  <a:srgbClr val="000000"/>
                </a:solidFill>
              </a:rPr>
              <a:t>Chip Inductor (</a:t>
            </a:r>
            <a:r>
              <a:rPr lang="ko-KR" altLang="en-US" sz="900">
                <a:solidFill>
                  <a:srgbClr val="000000"/>
                </a:solidFill>
              </a:rPr>
              <a:t>칩 인덕터</a:t>
            </a:r>
            <a:r>
              <a:rPr lang="en-US" altLang="ko-KR" sz="900">
                <a:solidFill>
                  <a:srgbClr val="000000"/>
                </a:solidFill>
              </a:rPr>
              <a:t>)</a:t>
            </a:r>
            <a:r>
              <a:rPr lang="ko-KR" altLang="en-US" sz="900">
                <a:solidFill>
                  <a:srgbClr val="000000"/>
                </a:solidFill>
              </a:rPr>
              <a:t>의 주요 용도가 아닌 것은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저주파 노이즈 억제용</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공진회로 </a:t>
            </a:r>
            <a:r>
              <a:rPr lang="en-US" altLang="ko-KR" sz="900">
                <a:solidFill>
                  <a:srgbClr val="000000"/>
                </a:solidFill>
                <a:latin typeface="돋움" pitchFamily="50" charset="-127"/>
                <a:ea typeface="돋움" pitchFamily="50" charset="-127"/>
              </a:rPr>
              <a:t>&amp; Impedance Matching</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이동통신 기기</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컴퓨터 및 주변기기</a:t>
            </a:r>
            <a:r>
              <a:rPr lang="en-US" altLang="ko-KR" sz="900">
                <a:solidFill>
                  <a:srgbClr val="000000"/>
                </a:solidFill>
                <a:latin typeface="돋움" pitchFamily="50" charset="-127"/>
                <a:ea typeface="돋움" pitchFamily="50" charset="-127"/>
              </a:rPr>
              <a:t>, hhp, pager, clp, dbs </a:t>
            </a:r>
            <a:r>
              <a:rPr lang="ko-KR" altLang="en-US" sz="900">
                <a:solidFill>
                  <a:srgbClr val="000000"/>
                </a:solidFill>
                <a:latin typeface="돋움" pitchFamily="50" charset="-127"/>
                <a:ea typeface="돋움" pitchFamily="50" charset="-127"/>
              </a:rPr>
              <a:t>등</a:t>
            </a:r>
          </a:p>
        </p:txBody>
      </p:sp>
      <p:sp>
        <p:nvSpPr>
          <p:cNvPr id="16400" name="직사각형 10"/>
          <p:cNvSpPr>
            <a:spLocks noChangeArrowheads="1"/>
          </p:cNvSpPr>
          <p:nvPr/>
        </p:nvSpPr>
        <p:spPr bwMode="auto">
          <a:xfrm>
            <a:off x="287338" y="1981200"/>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18. </a:t>
            </a:r>
            <a:r>
              <a:rPr lang="ko-KR" altLang="en-US" sz="900">
                <a:solidFill>
                  <a:srgbClr val="000000"/>
                </a:solidFill>
              </a:rPr>
              <a:t>최근의 </a:t>
            </a:r>
            <a:r>
              <a:rPr lang="en-US" altLang="ko-KR" sz="900">
                <a:solidFill>
                  <a:srgbClr val="000000"/>
                </a:solidFill>
              </a:rPr>
              <a:t>Photo Transistor</a:t>
            </a:r>
            <a:r>
              <a:rPr lang="ko-KR" altLang="en-US" sz="900">
                <a:solidFill>
                  <a:srgbClr val="000000"/>
                </a:solidFill>
              </a:rPr>
              <a:t>중 에미터는 어느 곳 인가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16401" name="Rectangle 134"/>
          <p:cNvSpPr>
            <a:spLocks noChangeArrowheads="1"/>
          </p:cNvSpPr>
          <p:nvPr/>
        </p:nvSpPr>
        <p:spPr bwMode="auto">
          <a:xfrm>
            <a:off x="287338" y="3995746"/>
            <a:ext cx="34290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a:t>
            </a:r>
            <a:r>
              <a:rPr lang="ko-KR" altLang="en-US" sz="900">
                <a:solidFill>
                  <a:srgbClr val="000000"/>
                </a:solidFill>
                <a:latin typeface="돋움" pitchFamily="50" charset="-127"/>
                <a:ea typeface="돋움" pitchFamily="50" charset="-127"/>
              </a:rPr>
              <a:t>근접센서 종류 중 비철금속 검출거리가 </a:t>
            </a:r>
            <a:r>
              <a:rPr lang="en-US" altLang="ko-KR" sz="900">
                <a:solidFill>
                  <a:srgbClr val="000000"/>
                </a:solidFill>
                <a:latin typeface="돋움" pitchFamily="50" charset="-127"/>
                <a:ea typeface="돋움" pitchFamily="50" charset="-127"/>
              </a:rPr>
              <a:t>Spec </a:t>
            </a:r>
            <a:r>
              <a:rPr lang="ko-KR" altLang="en-US" sz="900">
                <a:solidFill>
                  <a:srgbClr val="000000"/>
                </a:solidFill>
                <a:latin typeface="돋움" pitchFamily="50" charset="-127"/>
                <a:ea typeface="돋움" pitchFamily="50" charset="-127"/>
              </a:rPr>
              <a:t>보다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짧음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근접센서는 어느 것인가 </a:t>
            </a:r>
            <a:r>
              <a:rPr lang="en-US" altLang="ko-KR" sz="900">
                <a:solidFill>
                  <a:srgbClr val="000000"/>
                </a:solidFill>
                <a:latin typeface="돋움" pitchFamily="50" charset="-127"/>
                <a:ea typeface="돋움" pitchFamily="50" charset="-127"/>
              </a:rPr>
              <a:t>? (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rPr>
              <a:t>고주파 발진형</a:t>
            </a:r>
            <a:r>
              <a:rPr lang="en-US" altLang="ko-KR" sz="900">
                <a:solidFill>
                  <a:srgbClr val="000000"/>
                </a:solidFill>
              </a:rPr>
              <a:t>(</a:t>
            </a:r>
            <a:r>
              <a:rPr lang="ko-KR" altLang="en-US" sz="900">
                <a:solidFill>
                  <a:srgbClr val="000000"/>
                </a:solidFill>
              </a:rPr>
              <a:t>자계</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latin typeface="돋움" pitchFamily="50" charset="-127"/>
                <a:ea typeface="돋움" pitchFamily="50" charset="-127"/>
              </a:rPr>
              <a:t>② 정전 용량형</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전계</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고주파 발진형</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전계</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정전 용량형</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자계</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16402" name="직사각형 30"/>
          <p:cNvSpPr>
            <a:spLocks noChangeArrowheads="1"/>
          </p:cNvSpPr>
          <p:nvPr/>
        </p:nvSpPr>
        <p:spPr bwMode="auto">
          <a:xfrm>
            <a:off x="298450" y="4951413"/>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다음 </a:t>
            </a:r>
            <a:r>
              <a:rPr lang="ko-KR" altLang="en-US" sz="900">
                <a:solidFill>
                  <a:srgbClr val="000000"/>
                </a:solidFill>
              </a:rPr>
              <a:t>직류 </a:t>
            </a:r>
            <a:r>
              <a:rPr lang="en-US" altLang="ko-KR" sz="900">
                <a:solidFill>
                  <a:srgbClr val="000000"/>
                </a:solidFill>
              </a:rPr>
              <a:t>2</a:t>
            </a:r>
            <a:r>
              <a:rPr lang="ko-KR" altLang="en-US" sz="900">
                <a:solidFill>
                  <a:srgbClr val="000000"/>
                </a:solidFill>
              </a:rPr>
              <a:t>선식 </a:t>
            </a:r>
            <a:r>
              <a:rPr lang="en-US" altLang="ko-KR" sz="900">
                <a:solidFill>
                  <a:srgbClr val="000000"/>
                </a:solidFill>
              </a:rPr>
              <a:t>Sensor </a:t>
            </a:r>
            <a:r>
              <a:rPr lang="ko-KR" altLang="en-US" sz="900">
                <a:solidFill>
                  <a:srgbClr val="000000"/>
                </a:solidFill>
                <a:latin typeface="돋움" pitchFamily="50" charset="-127"/>
                <a:ea typeface="돋움" pitchFamily="50" charset="-127"/>
              </a:rPr>
              <a:t>특성이 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en-US" altLang="ko-KR" sz="900" smtClean="0">
                <a:solidFill>
                  <a:srgbClr val="000000"/>
                </a:solidFill>
              </a:rPr>
              <a:t>tiết kiệm nguyên vật liệu</a:t>
            </a:r>
            <a:endParaRPr lang="ko-KR" altLang="en-US"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a:t>
            </a:r>
            <a:r>
              <a:rPr lang="ko-KR" altLang="en-US" sz="900">
                <a:solidFill>
                  <a:srgbClr val="000000"/>
                </a:solidFill>
              </a:rPr>
              <a:t>저소비전류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ko-KR" altLang="en-US" sz="900">
                <a:solidFill>
                  <a:srgbClr val="000000"/>
                </a:solidFill>
              </a:rPr>
              <a:t>반영구적으로 사용가능</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ko-KR" altLang="en-US" sz="900">
                <a:solidFill>
                  <a:srgbClr val="000000"/>
                </a:solidFill>
              </a:rPr>
              <a:t>교류부하</a:t>
            </a:r>
            <a:r>
              <a:rPr lang="en-US" altLang="ko-KR" sz="900">
                <a:solidFill>
                  <a:srgbClr val="000000"/>
                </a:solidFill>
              </a:rPr>
              <a:t>,</a:t>
            </a:r>
            <a:r>
              <a:rPr lang="ko-KR" altLang="en-US" sz="900">
                <a:solidFill>
                  <a:srgbClr val="000000"/>
                </a:solidFill>
              </a:rPr>
              <a:t>직류부하 어느쪽이든 접속 가능</a:t>
            </a:r>
          </a:p>
        </p:txBody>
      </p:sp>
      <p:pic>
        <p:nvPicPr>
          <p:cNvPr id="16403"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9291" y="2265368"/>
            <a:ext cx="2232025" cy="1658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73706855"/>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741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nvGraphicFramePr>
        <p:xfrm>
          <a:off x="1412891" y="1668471"/>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nvGraphicFramePr>
        <p:xfrm>
          <a:off x="3735404" y="1673233"/>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34212228"/>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8435"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nvGraphicFramePr>
        <p:xfrm>
          <a:off x="1412891" y="1668471"/>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nvGraphicFramePr>
        <p:xfrm>
          <a:off x="3735404" y="1673233"/>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23371810"/>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9459"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9460"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9470" name="직사각형 5"/>
          <p:cNvSpPr>
            <a:spLocks noChangeArrowheads="1"/>
          </p:cNvSpPr>
          <p:nvPr/>
        </p:nvSpPr>
        <p:spPr bwMode="auto">
          <a:xfrm>
            <a:off x="304800" y="989022"/>
            <a:ext cx="30861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rPr>
              <a:t>부도체라 해도 전기가 흐르기 쉬운 물질과 혼합</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    되거나 또는 전기의 힘이 너무나 강하면 전기가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통하는 현상을 무엇 이라 하는가</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19471" name="직사각형 23"/>
          <p:cNvSpPr>
            <a:spLocks noChangeArrowheads="1"/>
          </p:cNvSpPr>
          <p:nvPr/>
        </p:nvSpPr>
        <p:spPr bwMode="auto">
          <a:xfrm>
            <a:off x="287338" y="3348039"/>
            <a:ext cx="3213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아래 그림 </a:t>
            </a:r>
            <a:r>
              <a:rPr lang="en-US" altLang="ko-KR" sz="900">
                <a:solidFill>
                  <a:srgbClr val="000000"/>
                </a:solidFill>
                <a:latin typeface="돋움" pitchFamily="50" charset="-127"/>
                <a:ea typeface="돋움" pitchFamily="50" charset="-127"/>
              </a:rPr>
              <a:t>PNP Transistor</a:t>
            </a:r>
            <a:r>
              <a:rPr lang="ko-KR" altLang="en-US" sz="900">
                <a:solidFill>
                  <a:srgbClr val="000000"/>
                </a:solidFill>
                <a:latin typeface="돋움" pitchFamily="50" charset="-127"/>
                <a:ea typeface="돋움" pitchFamily="50" charset="-127"/>
              </a:rPr>
              <a:t>의 </a:t>
            </a:r>
            <a:r>
              <a:rPr lang="en-US" altLang="ko-KR" sz="900">
                <a:solidFill>
                  <a:srgbClr val="000000"/>
                </a:solidFill>
                <a:latin typeface="돋움" pitchFamily="50" charset="-127"/>
                <a:ea typeface="돋움" pitchFamily="50" charset="-127"/>
              </a:rPr>
              <a:t> E-B</a:t>
            </a:r>
            <a:r>
              <a:rPr lang="ko-KR" altLang="en-US" sz="900">
                <a:solidFill>
                  <a:srgbClr val="000000"/>
                </a:solidFill>
                <a:latin typeface="돋움" pitchFamily="50" charset="-127"/>
                <a:ea typeface="돋움" pitchFamily="50" charset="-127"/>
              </a:rPr>
              <a:t>간 </a:t>
            </a:r>
            <a:r>
              <a:rPr lang="en-US" altLang="ko-KR" sz="900">
                <a:solidFill>
                  <a:srgbClr val="000000"/>
                </a:solidFill>
                <a:latin typeface="돋움" pitchFamily="50" charset="-127"/>
                <a:ea typeface="돋움" pitchFamily="50" charset="-127"/>
              </a:rPr>
              <a:t>Diode </a:t>
            </a:r>
            <a:r>
              <a:rPr lang="ko-KR" altLang="en-US" sz="900">
                <a:solidFill>
                  <a:srgbClr val="000000"/>
                </a:solidFill>
                <a:latin typeface="돋움" pitchFamily="50" charset="-127"/>
                <a:ea typeface="돋움" pitchFamily="50" charset="-127"/>
              </a:rPr>
              <a:t>특성 전압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측정 시 몇</a:t>
            </a:r>
            <a:r>
              <a:rPr lang="en-US" altLang="ko-KR" sz="900">
                <a:solidFill>
                  <a:srgbClr val="000000"/>
                </a:solidFill>
                <a:latin typeface="돋움" pitchFamily="50" charset="-127"/>
                <a:ea typeface="돋움" pitchFamily="50" charset="-127"/>
              </a:rPr>
              <a:t> V </a:t>
            </a:r>
            <a:r>
              <a:rPr lang="ko-KR" altLang="en-US" sz="900">
                <a:solidFill>
                  <a:srgbClr val="000000"/>
                </a:solidFill>
                <a:latin typeface="돋움" pitchFamily="50" charset="-127"/>
                <a:ea typeface="돋움" pitchFamily="50" charset="-127"/>
              </a:rPr>
              <a:t>일 때 양품으로 판정 하는가</a:t>
            </a:r>
            <a:r>
              <a:rPr lang="en-US" altLang="ko-KR" sz="900">
                <a:solidFill>
                  <a:srgbClr val="000000"/>
                </a:solidFill>
                <a:latin typeface="돋움" pitchFamily="50" charset="-127"/>
                <a:ea typeface="돋움" pitchFamily="50" charset="-127"/>
              </a:rPr>
              <a:t>?</a:t>
            </a:r>
          </a:p>
        </p:txBody>
      </p:sp>
      <p:sp>
        <p:nvSpPr>
          <p:cNvPr id="19472" name="Rectangle 134"/>
          <p:cNvSpPr>
            <a:spLocks noChangeArrowheads="1"/>
          </p:cNvSpPr>
          <p:nvPr/>
        </p:nvSpPr>
        <p:spPr bwMode="auto">
          <a:xfrm>
            <a:off x="215900" y="3708407"/>
            <a:ext cx="3429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0.2 ~ 0.5 [V]</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0.5 ~ 0.7 [V]</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0.2 ~ 0.7 [V]</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0.5 ~ 1.0 [V]</a:t>
            </a:r>
            <a:endParaRPr lang="ko-KR" altLang="en-US" sz="900">
              <a:solidFill>
                <a:srgbClr val="000000"/>
              </a:solidFill>
              <a:latin typeface="돋움" pitchFamily="50" charset="-127"/>
              <a:ea typeface="돋움" pitchFamily="50" charset="-127"/>
            </a:endParaRPr>
          </a:p>
        </p:txBody>
      </p:sp>
      <p:sp>
        <p:nvSpPr>
          <p:cNvPr id="19473" name="직사각형 28"/>
          <p:cNvSpPr>
            <a:spLocks noChangeArrowheads="1"/>
          </p:cNvSpPr>
          <p:nvPr/>
        </p:nvSpPr>
        <p:spPr bwMode="auto">
          <a:xfrm>
            <a:off x="315913" y="4500564"/>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rPr>
              <a:t>다음의 기호가 나타내는 소자의 설명이 맞지 않는 것은</a:t>
            </a:r>
            <a:r>
              <a:rPr lang="en-US" altLang="ko-KR" sz="900">
                <a:solidFill>
                  <a:srgbClr val="000000"/>
                </a:solidFill>
              </a:rPr>
              <a:t>?</a:t>
            </a:r>
          </a:p>
        </p:txBody>
      </p:sp>
      <p:sp>
        <p:nvSpPr>
          <p:cNvPr id="19474" name="직사각형 30"/>
          <p:cNvSpPr>
            <a:spLocks noChangeArrowheads="1"/>
          </p:cNvSpPr>
          <p:nvPr/>
        </p:nvSpPr>
        <p:spPr bwMode="auto">
          <a:xfrm>
            <a:off x="330200" y="5867400"/>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다음 소자의 특징이 아닌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저 잡음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무 소음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고 신뢰성</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고 감도</a:t>
            </a:r>
          </a:p>
        </p:txBody>
      </p:sp>
      <p:sp>
        <p:nvSpPr>
          <p:cNvPr id="19475" name="직사각형 2048"/>
          <p:cNvSpPr>
            <a:spLocks noChangeArrowheads="1"/>
          </p:cNvSpPr>
          <p:nvPr/>
        </p:nvSpPr>
        <p:spPr bwMode="auto">
          <a:xfrm>
            <a:off x="3436938" y="989013"/>
            <a:ext cx="3160712"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rPr>
              <a:t>절대온도 </a:t>
            </a:r>
            <a:r>
              <a:rPr lang="en-US" altLang="ko-KR" sz="900">
                <a:solidFill>
                  <a:srgbClr val="000000"/>
                </a:solidFill>
              </a:rPr>
              <a:t>0[</a:t>
            </a:r>
            <a:r>
              <a:rPr lang="ko-KR" altLang="en-US" sz="900">
                <a:solidFill>
                  <a:srgbClr val="000000"/>
                </a:solidFill>
              </a:rPr>
              <a:t>。</a:t>
            </a:r>
            <a:r>
              <a:rPr lang="en-US" altLang="ko-KR" sz="900">
                <a:solidFill>
                  <a:srgbClr val="000000"/>
                </a:solidFill>
              </a:rPr>
              <a:t>K]</a:t>
            </a:r>
            <a:r>
              <a:rPr lang="ko-KR" altLang="en-US" sz="900">
                <a:solidFill>
                  <a:srgbClr val="000000"/>
                </a:solidFill>
              </a:rPr>
              <a:t>에서의 최외각 전자의 에너지 준위를</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무엇이라 하는가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에너지 준위 </a:t>
            </a: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기저준위</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바닥준위</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탈출 준위</a:t>
            </a: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페르미준위</a:t>
            </a:r>
            <a:endParaRPr lang="en-US" altLang="ko-KR" sz="900">
              <a:solidFill>
                <a:srgbClr val="000000"/>
              </a:solidFill>
              <a:latin typeface="돋움" pitchFamily="50" charset="-127"/>
              <a:ea typeface="돋움" pitchFamily="50" charset="-127"/>
            </a:endParaRPr>
          </a:p>
        </p:txBody>
      </p:sp>
      <p:sp>
        <p:nvSpPr>
          <p:cNvPr id="19476" name="직사각형 41"/>
          <p:cNvSpPr>
            <a:spLocks noChangeArrowheads="1"/>
          </p:cNvSpPr>
          <p:nvPr/>
        </p:nvSpPr>
        <p:spPr bwMode="auto">
          <a:xfrm>
            <a:off x="3429000" y="1908179"/>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도체에 전기를 흐르게 하려면 마치 물이 높은 곳에서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낮은 곳으로 흐르는 것과 같이 전기적인 높이의 차가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필요하다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 전기적인 높이 무엇이라 하는가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전압                          ② 전위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전위차                       ④ </a:t>
            </a:r>
            <a:r>
              <a:rPr lang="ko-KR" altLang="en-US" sz="900">
                <a:solidFill>
                  <a:srgbClr val="000000"/>
                </a:solidFill>
              </a:rPr>
              <a:t>전압차</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19477" name="직사각형 45"/>
          <p:cNvSpPr>
            <a:spLocks noChangeArrowheads="1"/>
          </p:cNvSpPr>
          <p:nvPr/>
        </p:nvSpPr>
        <p:spPr bwMode="auto">
          <a:xfrm>
            <a:off x="3438525" y="2843213"/>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접지란 여러 가지 전기 설비</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구조물을 도체를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이용하여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에 전기적으로 완전히 접속하는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것을 의미한다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안의</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맞는 용어는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대지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절연체</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설비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구조물</a:t>
            </a:r>
            <a:r>
              <a:rPr lang="ko-KR" altLang="en-US" sz="900">
                <a:solidFill>
                  <a:srgbClr val="000000"/>
                </a:solidFill>
              </a:rPr>
              <a:t> </a:t>
            </a:r>
            <a:endParaRPr lang="en-US" altLang="ko-KR" sz="900">
              <a:solidFill>
                <a:srgbClr val="000000"/>
              </a:solidFill>
            </a:endParaRPr>
          </a:p>
        </p:txBody>
      </p:sp>
      <p:sp>
        <p:nvSpPr>
          <p:cNvPr id="19478" name="직사각형 46"/>
          <p:cNvSpPr>
            <a:spLocks noChangeArrowheads="1"/>
          </p:cNvSpPr>
          <p:nvPr/>
        </p:nvSpPr>
        <p:spPr bwMode="auto">
          <a:xfrm>
            <a:off x="3438525" y="3851273"/>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400[V] </a:t>
            </a:r>
            <a:r>
              <a:rPr lang="ko-KR" altLang="en-US" sz="900">
                <a:solidFill>
                  <a:srgbClr val="000000"/>
                </a:solidFill>
                <a:latin typeface="돋움" pitchFamily="50" charset="-127"/>
                <a:ea typeface="돋움" pitchFamily="50" charset="-127"/>
              </a:rPr>
              <a:t>이상 저압용 기구 </a:t>
            </a:r>
            <a:r>
              <a:rPr lang="ko-KR" altLang="ko-KR" sz="900">
                <a:solidFill>
                  <a:srgbClr val="000000"/>
                </a:solidFill>
              </a:rPr>
              <a:t>접지</a:t>
            </a:r>
            <a:r>
              <a:rPr lang="ko-KR" altLang="en-US" sz="900">
                <a:solidFill>
                  <a:srgbClr val="000000"/>
                </a:solidFill>
              </a:rPr>
              <a:t>공사는 몇 종 접지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공사 인가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19479" name="직사각형 47"/>
          <p:cNvSpPr>
            <a:spLocks noChangeArrowheads="1"/>
          </p:cNvSpPr>
          <p:nvPr/>
        </p:nvSpPr>
        <p:spPr bwMode="auto">
          <a:xfrm>
            <a:off x="3438525" y="4572000"/>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다음 중 </a:t>
            </a:r>
            <a:r>
              <a:rPr lang="ko-KR" altLang="en-US" sz="900">
                <a:solidFill>
                  <a:srgbClr val="000000"/>
                </a:solidFill>
              </a:rPr>
              <a:t>멀티미터로 측정이 안되는 것은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교류 전압</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교류 전류  </a:t>
            </a: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직류 전류  ④ 저항</a:t>
            </a:r>
          </a:p>
        </p:txBody>
      </p:sp>
      <p:sp>
        <p:nvSpPr>
          <p:cNvPr id="19480" name="직사각형 48"/>
          <p:cNvSpPr>
            <a:spLocks noChangeArrowheads="1"/>
          </p:cNvSpPr>
          <p:nvPr/>
        </p:nvSpPr>
        <p:spPr bwMode="auto">
          <a:xfrm>
            <a:off x="3438525" y="4932370"/>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rPr>
              <a:t>오실로스코프의 획득 모드는가 아닌 것은</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샘플</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평균</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피크 검출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실효</a:t>
            </a:r>
            <a:endParaRPr lang="ko-KR" altLang="en-US" sz="900">
              <a:solidFill>
                <a:srgbClr val="000000"/>
              </a:solidFill>
            </a:endParaRPr>
          </a:p>
        </p:txBody>
      </p:sp>
      <p:sp>
        <p:nvSpPr>
          <p:cNvPr id="19481" name="직사각형 23"/>
          <p:cNvSpPr>
            <a:spLocks noChangeArrowheads="1"/>
          </p:cNvSpPr>
          <p:nvPr/>
        </p:nvSpPr>
        <p:spPr bwMode="auto">
          <a:xfrm>
            <a:off x="325438" y="6967539"/>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광 다이오드의 특징이 아닌 것은</a:t>
            </a:r>
            <a:r>
              <a:rPr lang="en-US" altLang="ko-KR" sz="900">
                <a:solidFill>
                  <a:srgbClr val="000000"/>
                </a:solidFill>
                <a:latin typeface="돋움" pitchFamily="50" charset="-127"/>
                <a:ea typeface="돋움" pitchFamily="50" charset="-127"/>
              </a:rPr>
              <a:t>?</a:t>
            </a:r>
          </a:p>
        </p:txBody>
      </p:sp>
      <p:sp>
        <p:nvSpPr>
          <p:cNvPr id="19482" name="Rectangle 103"/>
          <p:cNvSpPr>
            <a:spLocks noChangeArrowheads="1"/>
          </p:cNvSpPr>
          <p:nvPr/>
        </p:nvSpPr>
        <p:spPr bwMode="auto">
          <a:xfrm>
            <a:off x="360363" y="7299333"/>
            <a:ext cx="34290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응답속도가 빠르다</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② </a:t>
            </a:r>
            <a:r>
              <a:rPr lang="ko-KR" altLang="en-US" sz="900">
                <a:solidFill>
                  <a:srgbClr val="000000"/>
                </a:solidFill>
              </a:rPr>
              <a:t>출력의 분산이 크다 </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③ </a:t>
            </a:r>
            <a:r>
              <a:rPr lang="ko-KR" altLang="en-US" sz="900">
                <a:solidFill>
                  <a:srgbClr val="000000"/>
                </a:solidFill>
              </a:rPr>
              <a:t>주위온도의 변화에 따른 출력변동이 적다</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④ </a:t>
            </a:r>
            <a:r>
              <a:rPr lang="ko-KR" altLang="en-US" sz="900">
                <a:solidFill>
                  <a:srgbClr val="000000"/>
                </a:solidFill>
              </a:rPr>
              <a:t>입사광량과 출력전류의 직선성이 양호하다</a:t>
            </a:r>
            <a:endParaRPr lang="en-US" altLang="ko-KR" sz="900">
              <a:solidFill>
                <a:srgbClr val="000000"/>
              </a:solidFill>
            </a:endParaRPr>
          </a:p>
        </p:txBody>
      </p:sp>
      <p:sp>
        <p:nvSpPr>
          <p:cNvPr id="19483" name="직사각형 47"/>
          <p:cNvSpPr>
            <a:spLocks noChangeArrowheads="1"/>
          </p:cNvSpPr>
          <p:nvPr/>
        </p:nvSpPr>
        <p:spPr bwMode="auto">
          <a:xfrm>
            <a:off x="331788" y="7956559"/>
            <a:ext cx="30337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직류 </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선식</a:t>
            </a:r>
            <a:r>
              <a:rPr lang="en-US" altLang="ko-KR" sz="900">
                <a:solidFill>
                  <a:srgbClr val="000000"/>
                </a:solidFill>
                <a:latin typeface="돋움" pitchFamily="50" charset="-127"/>
                <a:ea typeface="돋움" pitchFamily="50" charset="-127"/>
              </a:rPr>
              <a:t>(NPN) Sensor</a:t>
            </a:r>
            <a:r>
              <a:rPr lang="ko-KR" altLang="en-US" sz="900">
                <a:solidFill>
                  <a:srgbClr val="000000"/>
                </a:solidFill>
                <a:latin typeface="돋움" pitchFamily="50" charset="-127"/>
                <a:ea typeface="돋움" pitchFamily="50" charset="-127"/>
              </a:rPr>
              <a:t>의 결선 방법이 바르게 연결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된</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갈색</a:t>
            </a:r>
            <a:r>
              <a:rPr lang="en-US" altLang="ko-KR" sz="900">
                <a:solidFill>
                  <a:srgbClr val="000000"/>
                </a:solidFill>
                <a:latin typeface="돋움" pitchFamily="50" charset="-127"/>
                <a:ea typeface="돋움" pitchFamily="50" charset="-127"/>
              </a:rPr>
              <a:t>: +24V                 ② </a:t>
            </a:r>
            <a:r>
              <a:rPr lang="ko-KR" altLang="en-US" sz="900">
                <a:solidFill>
                  <a:srgbClr val="000000"/>
                </a:solidFill>
                <a:latin typeface="돋움" pitchFamily="50" charset="-127"/>
                <a:ea typeface="돋움" pitchFamily="50" charset="-127"/>
              </a:rPr>
              <a:t>흑색</a:t>
            </a:r>
            <a:r>
              <a:rPr lang="en-US" altLang="ko-KR" sz="900">
                <a:solidFill>
                  <a:srgbClr val="000000"/>
                </a:solidFill>
                <a:latin typeface="돋움" pitchFamily="50" charset="-127"/>
                <a:ea typeface="돋움" pitchFamily="50" charset="-127"/>
              </a:rPr>
              <a:t>: -0V</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청색</a:t>
            </a:r>
            <a:r>
              <a:rPr lang="en-US" altLang="ko-KR" sz="900">
                <a:solidFill>
                  <a:srgbClr val="000000"/>
                </a:solidFill>
                <a:latin typeface="돋움" pitchFamily="50" charset="-127"/>
                <a:ea typeface="돋움" pitchFamily="50" charset="-127"/>
              </a:rPr>
              <a:t>: OUT                  ④ </a:t>
            </a:r>
            <a:r>
              <a:rPr lang="ko-KR" altLang="en-US" sz="900">
                <a:solidFill>
                  <a:srgbClr val="000000"/>
                </a:solidFill>
                <a:latin typeface="돋움" pitchFamily="50" charset="-127"/>
                <a:ea typeface="돋움" pitchFamily="50" charset="-127"/>
              </a:rPr>
              <a:t>흑색</a:t>
            </a:r>
            <a:r>
              <a:rPr lang="en-US" altLang="ko-KR" sz="900">
                <a:solidFill>
                  <a:srgbClr val="000000"/>
                </a:solidFill>
                <a:latin typeface="돋움" pitchFamily="50" charset="-127"/>
                <a:ea typeface="돋움" pitchFamily="50" charset="-127"/>
              </a:rPr>
              <a:t>: GND</a:t>
            </a:r>
          </a:p>
        </p:txBody>
      </p:sp>
      <p:sp>
        <p:nvSpPr>
          <p:cNvPr id="19484" name="직사각형 48"/>
          <p:cNvSpPr>
            <a:spLocks noChangeArrowheads="1"/>
          </p:cNvSpPr>
          <p:nvPr/>
        </p:nvSpPr>
        <p:spPr bwMode="auto">
          <a:xfrm>
            <a:off x="3438541" y="5576888"/>
            <a:ext cx="32305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트리거 컨트롤 설명 중 </a:t>
            </a:r>
            <a:r>
              <a:rPr lang="en-US" altLang="ko-KR" sz="900">
                <a:solidFill>
                  <a:srgbClr val="000000"/>
                </a:solidFill>
                <a:latin typeface="돋움" pitchFamily="50" charset="-127"/>
                <a:ea typeface="돋움" pitchFamily="50" charset="-127"/>
              </a:rPr>
              <a:t>“ </a:t>
            </a:r>
            <a:r>
              <a:rPr lang="ko-KR" altLang="en-US" sz="900">
                <a:solidFill>
                  <a:srgbClr val="000000"/>
                </a:solidFill>
              </a:rPr>
              <a:t>트리거 레벨은 트리거 신호의</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 피크 사이의 수직 중간 지점으로 설정</a:t>
            </a:r>
            <a:r>
              <a:rPr lang="en-US" altLang="ko-KR" sz="900">
                <a:solidFill>
                  <a:srgbClr val="000000"/>
                </a:solidFill>
              </a:rPr>
              <a:t>” </a:t>
            </a:r>
            <a:r>
              <a:rPr lang="ko-KR" altLang="en-US" sz="900">
                <a:solidFill>
                  <a:srgbClr val="000000"/>
                </a:solidFill>
              </a:rPr>
              <a:t>하는 기능은</a:t>
            </a:r>
            <a:r>
              <a:rPr lang="en-US" altLang="ko-KR" sz="900">
                <a:solidFill>
                  <a:srgbClr val="000000"/>
                </a:solidFill>
                <a:latin typeface="돋움" pitchFamily="50" charset="-127"/>
                <a:ea typeface="돋움" pitchFamily="50" charset="-127"/>
              </a:rPr>
              <a:t>?</a:t>
            </a:r>
            <a:endParaRPr lang="en-US" altLang="ko-KR" sz="900">
              <a:solidFill>
                <a:srgbClr val="000000"/>
              </a:solidFill>
            </a:endParaRPr>
          </a:p>
        </p:txBody>
      </p:sp>
      <p:sp>
        <p:nvSpPr>
          <p:cNvPr id="19485" name="직사각형 52"/>
          <p:cNvSpPr>
            <a:spLocks noChangeArrowheads="1"/>
          </p:cNvSpPr>
          <p:nvPr/>
        </p:nvSpPr>
        <p:spPr bwMode="auto">
          <a:xfrm>
            <a:off x="3429000" y="7451733"/>
            <a:ext cx="32400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전류가 흐르는 코일에 다른 코일을 가까이 했을 경우</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어떤 현상이 일어 나는 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상호 인덕턴스   ② 자기 인덕턴스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자기 유도 작용  ④ 상호 유도 작용</a:t>
            </a:r>
          </a:p>
        </p:txBody>
      </p:sp>
      <p:sp>
        <p:nvSpPr>
          <p:cNvPr id="19486" name="직사각형 47"/>
          <p:cNvSpPr>
            <a:spLocks noChangeArrowheads="1"/>
          </p:cNvSpPr>
          <p:nvPr/>
        </p:nvSpPr>
        <p:spPr bwMode="auto">
          <a:xfrm>
            <a:off x="325438" y="1497014"/>
            <a:ext cx="29527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절연파괴</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전도  </a:t>
            </a: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반도체  ④ </a:t>
            </a:r>
            <a:r>
              <a:rPr lang="ko-KR" altLang="en-US" sz="900">
                <a:solidFill>
                  <a:srgbClr val="000000"/>
                </a:solidFill>
              </a:rPr>
              <a:t>대전 현상</a:t>
            </a:r>
            <a:endParaRPr lang="ko-KR" altLang="en-US" sz="900">
              <a:solidFill>
                <a:srgbClr val="000000"/>
              </a:solidFill>
              <a:latin typeface="돋움" pitchFamily="50" charset="-127"/>
              <a:ea typeface="돋움" pitchFamily="50" charset="-127"/>
            </a:endParaRPr>
          </a:p>
        </p:txBody>
      </p:sp>
      <p:sp>
        <p:nvSpPr>
          <p:cNvPr id="19487" name="직사각형 23"/>
          <p:cNvSpPr>
            <a:spLocks noChangeArrowheads="1"/>
          </p:cNvSpPr>
          <p:nvPr/>
        </p:nvSpPr>
        <p:spPr bwMode="auto">
          <a:xfrm>
            <a:off x="304800" y="1738312"/>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다음 그림 </a:t>
            </a:r>
            <a:r>
              <a:rPr lang="en-US" altLang="ko-KR" sz="900">
                <a:solidFill>
                  <a:srgbClr val="000000"/>
                </a:solidFill>
                <a:latin typeface="돋움" pitchFamily="50" charset="-127"/>
                <a:ea typeface="돋움" pitchFamily="50" charset="-127"/>
              </a:rPr>
              <a:t>NPN Transistor</a:t>
            </a:r>
            <a:r>
              <a:rPr lang="ko-KR" altLang="en-US" sz="900">
                <a:solidFill>
                  <a:srgbClr val="000000"/>
                </a:solidFill>
                <a:latin typeface="돋움" pitchFamily="50" charset="-127"/>
                <a:ea typeface="돋움" pitchFamily="50" charset="-127"/>
              </a:rPr>
              <a:t>의  </a:t>
            </a:r>
            <a:r>
              <a:rPr lang="en-US" altLang="ko-KR" sz="900">
                <a:solidFill>
                  <a:srgbClr val="000000"/>
                </a:solidFill>
                <a:latin typeface="돋움" pitchFamily="50" charset="-127"/>
                <a:ea typeface="돋움" pitchFamily="50" charset="-127"/>
              </a:rPr>
              <a:t>Vo </a:t>
            </a:r>
            <a:r>
              <a:rPr lang="ko-KR" altLang="en-US" sz="900">
                <a:solidFill>
                  <a:srgbClr val="000000"/>
                </a:solidFill>
                <a:latin typeface="돋움" pitchFamily="50" charset="-127"/>
                <a:ea typeface="돋움" pitchFamily="50" charset="-127"/>
              </a:rPr>
              <a:t>전압은 무엇 인가</a:t>
            </a:r>
            <a:r>
              <a:rPr lang="en-US" altLang="ko-KR" sz="900">
                <a:solidFill>
                  <a:srgbClr val="000000"/>
                </a:solidFill>
                <a:latin typeface="돋움" pitchFamily="50" charset="-127"/>
                <a:ea typeface="돋움" pitchFamily="50" charset="-127"/>
              </a:rPr>
              <a:t>?</a:t>
            </a:r>
          </a:p>
        </p:txBody>
      </p:sp>
      <p:pic>
        <p:nvPicPr>
          <p:cNvPr id="19488" name="Picture 4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9413" y="2027246"/>
            <a:ext cx="3008312"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직사각형 2"/>
          <p:cNvSpPr/>
          <p:nvPr/>
        </p:nvSpPr>
        <p:spPr>
          <a:xfrm>
            <a:off x="2738438" y="2206625"/>
            <a:ext cx="584200" cy="215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44" name="직사각형 43"/>
          <p:cNvSpPr/>
          <p:nvPr/>
        </p:nvSpPr>
        <p:spPr>
          <a:xfrm>
            <a:off x="2533650" y="2206625"/>
            <a:ext cx="247650" cy="2159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9491" name="직사각형 47"/>
          <p:cNvSpPr>
            <a:spLocks noChangeArrowheads="1"/>
          </p:cNvSpPr>
          <p:nvPr/>
        </p:nvSpPr>
        <p:spPr bwMode="auto">
          <a:xfrm>
            <a:off x="341313" y="3044824"/>
            <a:ext cx="34290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인가 전압</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정 전압  </a:t>
            </a: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장벽 전압  ④ </a:t>
            </a:r>
            <a:r>
              <a:rPr lang="ko-KR" altLang="en-US" sz="900">
                <a:solidFill>
                  <a:srgbClr val="000000"/>
                </a:solidFill>
              </a:rPr>
              <a:t>항복 전압</a:t>
            </a:r>
            <a:endParaRPr lang="ko-KR" altLang="en-US" sz="900">
              <a:solidFill>
                <a:srgbClr val="000000"/>
              </a:solidFill>
              <a:latin typeface="돋움" pitchFamily="50" charset="-127"/>
              <a:ea typeface="돋움" pitchFamily="50" charset="-127"/>
            </a:endParaRPr>
          </a:p>
        </p:txBody>
      </p:sp>
      <p:pic>
        <p:nvPicPr>
          <p:cNvPr id="19492" name="Picture 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4429" y="3708400"/>
            <a:ext cx="993775" cy="750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493" name="Picture 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17804" y="4756150"/>
            <a:ext cx="790575" cy="1162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94" name="직사각형 30"/>
          <p:cNvSpPr>
            <a:spLocks noChangeArrowheads="1"/>
          </p:cNvSpPr>
          <p:nvPr/>
        </p:nvSpPr>
        <p:spPr bwMode="auto">
          <a:xfrm>
            <a:off x="379414" y="4789496"/>
            <a:ext cx="289877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en-US" altLang="ko-KR" sz="900">
                <a:solidFill>
                  <a:srgbClr val="000000"/>
                </a:solidFill>
              </a:rPr>
              <a:t>TRIAC</a:t>
            </a:r>
            <a:r>
              <a:rPr lang="ko-KR" altLang="en-US" sz="900">
                <a:solidFill>
                  <a:srgbClr val="000000"/>
                </a:solidFill>
              </a:rPr>
              <a:t>은 역병렬로 접속된 </a:t>
            </a:r>
            <a:r>
              <a:rPr lang="en-US" altLang="ko-KR" sz="900">
                <a:solidFill>
                  <a:srgbClr val="000000"/>
                </a:solidFill>
              </a:rPr>
              <a:t>2</a:t>
            </a:r>
            <a:r>
              <a:rPr lang="ko-KR" altLang="en-US" sz="900">
                <a:solidFill>
                  <a:srgbClr val="000000"/>
                </a:solidFill>
              </a:rPr>
              <a:t>개의 </a:t>
            </a:r>
            <a:r>
              <a:rPr lang="en-US" altLang="ko-KR" sz="900">
                <a:solidFill>
                  <a:srgbClr val="000000"/>
                </a:solidFill>
              </a:rPr>
              <a:t>SSR</a:t>
            </a:r>
            <a:r>
              <a:rPr lang="ko-KR" altLang="en-US" sz="900">
                <a:solidFill>
                  <a:srgbClr val="000000"/>
                </a:solidFill>
              </a:rPr>
              <a:t>과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거의 같은 기능을 가진 소자 이다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단자의 교류 스위치 소자</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ko-KR" altLang="en-US" sz="900">
                <a:solidFill>
                  <a:srgbClr val="000000"/>
                </a:solidFill>
              </a:rPr>
              <a:t>어떠한 게이트 바이어스에서도 트리거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되도록 고안되어 있다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제어 회로가 간단하고 부품수도 적게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든다</a:t>
            </a:r>
          </a:p>
        </p:txBody>
      </p:sp>
      <p:pic>
        <p:nvPicPr>
          <p:cNvPr id="19495" name="Picture 5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24125" y="5892800"/>
            <a:ext cx="704850" cy="1171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96" name="직사각형 45"/>
          <p:cNvSpPr>
            <a:spLocks noChangeArrowheads="1"/>
          </p:cNvSpPr>
          <p:nvPr/>
        </p:nvSpPr>
        <p:spPr bwMode="auto">
          <a:xfrm>
            <a:off x="3429000" y="4202114"/>
            <a:ext cx="31686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제</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종 접지 공사</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제</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종 접지 공사</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특별 제</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종 공사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제</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종 접지 공사</a:t>
            </a:r>
            <a:endParaRPr lang="en-US" altLang="ko-KR" sz="900">
              <a:solidFill>
                <a:srgbClr val="000000"/>
              </a:solidFill>
            </a:endParaRPr>
          </a:p>
        </p:txBody>
      </p:sp>
      <p:pic>
        <p:nvPicPr>
          <p:cNvPr id="19497"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38541" y="5892802"/>
            <a:ext cx="3148013" cy="736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98" name="직사각형 52"/>
          <p:cNvSpPr>
            <a:spLocks noChangeArrowheads="1"/>
          </p:cNvSpPr>
          <p:nvPr/>
        </p:nvSpPr>
        <p:spPr bwMode="auto">
          <a:xfrm>
            <a:off x="3408363" y="6507161"/>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TRIG MENU </a:t>
            </a: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SET TO 50%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en-US" altLang="ko-KR" sz="900">
                <a:solidFill>
                  <a:srgbClr val="000000"/>
                </a:solidFill>
              </a:rPr>
              <a:t>FORCE TRIG  </a:t>
            </a:r>
            <a:r>
              <a:rPr lang="ko-KR" altLang="en-US" sz="900">
                <a:solidFill>
                  <a:srgbClr val="000000"/>
                </a:solidFill>
                <a:latin typeface="돋움" pitchFamily="50" charset="-127"/>
                <a:ea typeface="돋움" pitchFamily="50" charset="-127"/>
              </a:rPr>
              <a:t>④ </a:t>
            </a:r>
            <a:r>
              <a:rPr lang="en-US" altLang="ko-KR" sz="900">
                <a:solidFill>
                  <a:srgbClr val="000000"/>
                </a:solidFill>
              </a:rPr>
              <a:t>TRIG VIEW </a:t>
            </a:r>
            <a:endParaRPr lang="ko-KR" altLang="en-US" sz="900">
              <a:solidFill>
                <a:srgbClr val="000000"/>
              </a:solidFill>
              <a:latin typeface="돋움" pitchFamily="50" charset="-127"/>
              <a:ea typeface="돋움" pitchFamily="50" charset="-127"/>
            </a:endParaRPr>
          </a:p>
        </p:txBody>
      </p:sp>
      <p:sp>
        <p:nvSpPr>
          <p:cNvPr id="19499"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9500" name="직사각형 52"/>
          <p:cNvSpPr>
            <a:spLocks noChangeArrowheads="1"/>
          </p:cNvSpPr>
          <p:nvPr/>
        </p:nvSpPr>
        <p:spPr bwMode="auto">
          <a:xfrm>
            <a:off x="3429000" y="6948488"/>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다음 중 전압 파형 판독에서 실효치 기호는</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① V</a:t>
            </a:r>
            <a:r>
              <a:rPr lang="en-US" altLang="ko-KR" sz="800">
                <a:solidFill>
                  <a:srgbClr val="000000"/>
                </a:solidFill>
                <a:latin typeface="돋움" pitchFamily="50" charset="-127"/>
                <a:ea typeface="돋움" pitchFamily="50" charset="-127"/>
              </a:rPr>
              <a:t>RMS   </a:t>
            </a:r>
            <a:r>
              <a:rPr lang="ko-KR" altLang="en-US" sz="900">
                <a:solidFill>
                  <a:srgbClr val="000000"/>
                </a:solidFill>
                <a:latin typeface="돋움" pitchFamily="50" charset="-127"/>
                <a:ea typeface="돋움" pitchFamily="50" charset="-127"/>
              </a:rPr>
              <a:t>② </a:t>
            </a:r>
            <a:r>
              <a:rPr lang="en-US" altLang="ko-KR" sz="900">
                <a:solidFill>
                  <a:srgbClr val="000000"/>
                </a:solidFill>
                <a:latin typeface="돋움" pitchFamily="50" charset="-127"/>
                <a:ea typeface="돋움" pitchFamily="50" charset="-127"/>
              </a:rPr>
              <a:t>V</a:t>
            </a:r>
            <a:r>
              <a:rPr lang="en-US" altLang="ko-KR" sz="800">
                <a:solidFill>
                  <a:srgbClr val="000000"/>
                </a:solidFill>
                <a:latin typeface="돋움" pitchFamily="50" charset="-127"/>
                <a:ea typeface="돋움" pitchFamily="50" charset="-127"/>
              </a:rPr>
              <a:t>AVE  </a:t>
            </a:r>
            <a:r>
              <a:rPr lang="en-US" altLang="ko-KR" sz="900">
                <a:solidFill>
                  <a:srgbClr val="000000"/>
                </a:solidFill>
                <a:latin typeface="돋움" pitchFamily="50" charset="-127"/>
                <a:ea typeface="돋움" pitchFamily="50" charset="-127"/>
              </a:rPr>
              <a:t>③ V</a:t>
            </a:r>
            <a:r>
              <a:rPr lang="en-US" altLang="ko-KR" sz="800">
                <a:solidFill>
                  <a:srgbClr val="000000"/>
                </a:solidFill>
                <a:latin typeface="돋움" pitchFamily="50" charset="-127"/>
                <a:ea typeface="돋움" pitchFamily="50" charset="-127"/>
              </a:rPr>
              <a:t>P_P  </a:t>
            </a:r>
            <a:r>
              <a:rPr lang="ko-KR" altLang="en-US" sz="90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VP</a:t>
            </a:r>
            <a:endParaRPr lang="ko-KR" altLang="en-US" sz="900">
              <a:solidFill>
                <a:srgbClr val="000000"/>
              </a:solidFill>
              <a:latin typeface="돋움" pitchFamily="50" charset="-127"/>
              <a:ea typeface="돋움" pitchFamily="50" charset="-127"/>
            </a:endParaRPr>
          </a:p>
        </p:txBody>
      </p:sp>
      <p:sp>
        <p:nvSpPr>
          <p:cNvPr id="38"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56902168"/>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0483"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0484"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0485"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0495" name="직사각형 5"/>
          <p:cNvSpPr>
            <a:spLocks noChangeArrowheads="1"/>
          </p:cNvSpPr>
          <p:nvPr/>
        </p:nvSpPr>
        <p:spPr bwMode="auto">
          <a:xfrm>
            <a:off x="304800" y="989013"/>
            <a:ext cx="3195638"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ko-KR" altLang="en-US" sz="900">
                <a:solidFill>
                  <a:srgbClr val="000000"/>
                </a:solidFill>
                <a:latin typeface="돋움" pitchFamily="50" charset="-127"/>
                <a:ea typeface="돋움" pitchFamily="50" charset="-127"/>
              </a:rPr>
              <a:t>코일을 관통하는 자속을 변화시킬 때 기전력이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발생하는 현상을 무엇이라 하는가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전자 유도           </a:t>
            </a: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자체 유도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유도 기전력       </a:t>
            </a: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상호 유도</a:t>
            </a:r>
          </a:p>
        </p:txBody>
      </p:sp>
      <p:sp>
        <p:nvSpPr>
          <p:cNvPr id="20496" name="Rectangle 134"/>
          <p:cNvSpPr>
            <a:spLocks noChangeArrowheads="1"/>
          </p:cNvSpPr>
          <p:nvPr/>
        </p:nvSpPr>
        <p:spPr bwMode="auto">
          <a:xfrm>
            <a:off x="260350" y="2124075"/>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Photo Transistor</a:t>
            </a:r>
            <a:r>
              <a:rPr lang="ko-KR" altLang="en-US" sz="900">
                <a:solidFill>
                  <a:srgbClr val="000000"/>
                </a:solidFill>
                <a:latin typeface="돋움" pitchFamily="50" charset="-127"/>
                <a:ea typeface="돋움" pitchFamily="50" charset="-127"/>
              </a:rPr>
              <a:t>의 수광감도는 파장이 몇 근처 일 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가장 좋은 효율을 갖는가</a:t>
            </a:r>
            <a:r>
              <a:rPr lang="en-US" altLang="ko-KR" sz="900">
                <a:solidFill>
                  <a:srgbClr val="000000"/>
                </a:solidFill>
                <a:latin typeface="돋움" pitchFamily="50" charset="-127"/>
                <a:ea typeface="돋움" pitchFamily="50" charset="-127"/>
              </a:rPr>
              <a:t>?</a:t>
            </a:r>
          </a:p>
        </p:txBody>
      </p:sp>
      <p:sp>
        <p:nvSpPr>
          <p:cNvPr id="20497" name="직사각형 30"/>
          <p:cNvSpPr>
            <a:spLocks noChangeArrowheads="1"/>
          </p:cNvSpPr>
          <p:nvPr/>
        </p:nvSpPr>
        <p:spPr bwMode="auto">
          <a:xfrm>
            <a:off x="298450" y="2700339"/>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그림과 같은 근접센서를 고르시오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고주파 용량형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정전 용량형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고주파 발진형</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ko-KR" altLang="en-US" sz="900">
                <a:solidFill>
                  <a:srgbClr val="000000"/>
                </a:solidFill>
              </a:rPr>
              <a:t>정전 발진형</a:t>
            </a:r>
          </a:p>
        </p:txBody>
      </p:sp>
      <p:sp>
        <p:nvSpPr>
          <p:cNvPr id="20498" name="Rectangle 135"/>
          <p:cNvSpPr>
            <a:spLocks noChangeArrowheads="1"/>
          </p:cNvSpPr>
          <p:nvPr/>
        </p:nvSpPr>
        <p:spPr bwMode="auto">
          <a:xfrm>
            <a:off x="260350" y="1787525"/>
            <a:ext cx="31242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18. LED</a:t>
            </a:r>
            <a:r>
              <a:rPr lang="ko-KR" altLang="en-US" sz="800">
                <a:solidFill>
                  <a:srgbClr val="000000"/>
                </a:solidFill>
              </a:rPr>
              <a:t>에 사용되는 반도체 재료가 아닌 것은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GaAs     ② GaAsp     ③ GaP      ④ GaPs</a:t>
            </a:r>
          </a:p>
        </p:txBody>
      </p:sp>
      <p:sp>
        <p:nvSpPr>
          <p:cNvPr id="20499" name="Rectangle 135"/>
          <p:cNvSpPr>
            <a:spLocks noChangeArrowheads="1"/>
          </p:cNvSpPr>
          <p:nvPr/>
        </p:nvSpPr>
        <p:spPr bwMode="auto">
          <a:xfrm>
            <a:off x="266700" y="2492375"/>
            <a:ext cx="3124200"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① 5000Å     ② 6000Å   ③ 7000Å      ④ 8000Å</a:t>
            </a:r>
          </a:p>
        </p:txBody>
      </p:sp>
      <p:pic>
        <p:nvPicPr>
          <p:cNvPr id="2050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3254" y="2987675"/>
            <a:ext cx="1584325" cy="122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68967593"/>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0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nvGraphicFramePr>
        <p:xfrm>
          <a:off x="1412891" y="1668471"/>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nvGraphicFramePr>
        <p:xfrm>
          <a:off x="3735404" y="1673233"/>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49398640"/>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2531"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2532"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2542" name="직사각형 5"/>
          <p:cNvSpPr>
            <a:spLocks noChangeArrowheads="1"/>
          </p:cNvSpPr>
          <p:nvPr/>
        </p:nvSpPr>
        <p:spPr bwMode="auto">
          <a:xfrm>
            <a:off x="304800" y="989013"/>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다음</a:t>
            </a:r>
            <a:r>
              <a:rPr lang="en-US" altLang="ko-KR" sz="900">
                <a:solidFill>
                  <a:srgbClr val="000000"/>
                </a:solidFill>
                <a:latin typeface="돋움" pitchFamily="50" charset="-127"/>
                <a:ea typeface="돋움" pitchFamily="50" charset="-127"/>
              </a:rPr>
              <a:t>(      ) </a:t>
            </a:r>
            <a:r>
              <a:rPr lang="ko-KR" altLang="en-US" sz="900">
                <a:solidFill>
                  <a:srgbClr val="000000"/>
                </a:solidFill>
                <a:latin typeface="돋움" pitchFamily="50" charset="-127"/>
                <a:ea typeface="돋움" pitchFamily="50" charset="-127"/>
              </a:rPr>
              <a:t>안의 들어갈 말은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2543" name="직사각형 47"/>
          <p:cNvSpPr>
            <a:spLocks noChangeArrowheads="1"/>
          </p:cNvSpPr>
          <p:nvPr/>
        </p:nvSpPr>
        <p:spPr bwMode="auto">
          <a:xfrm>
            <a:off x="325438" y="2124076"/>
            <a:ext cx="295275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a:t>
            </a:r>
            <a:r>
              <a:rPr lang="ko-KR" altLang="en-US" sz="900">
                <a:solidFill>
                  <a:srgbClr val="000000"/>
                </a:solidFill>
                <a:latin typeface="돋움" pitchFamily="50" charset="-127"/>
                <a:ea typeface="돋움" pitchFamily="50" charset="-127"/>
              </a:rPr>
              <a:t>전압 </a:t>
            </a:r>
            <a:r>
              <a:rPr lang="en-US" altLang="ko-KR" sz="900">
                <a:solidFill>
                  <a:srgbClr val="000000"/>
                </a:solidFill>
                <a:latin typeface="돋움" pitchFamily="50" charset="-127"/>
                <a:ea typeface="돋움" pitchFamily="50" charset="-127"/>
              </a:rPr>
              <a:t>b: </a:t>
            </a:r>
            <a:r>
              <a:rPr lang="ko-KR" altLang="en-US" sz="900">
                <a:solidFill>
                  <a:srgbClr val="000000"/>
                </a:solidFill>
                <a:latin typeface="돋움" pitchFamily="50" charset="-127"/>
                <a:ea typeface="돋움" pitchFamily="50" charset="-127"/>
              </a:rPr>
              <a:t>전위 </a:t>
            </a:r>
            <a:r>
              <a:rPr lang="en-US" altLang="ko-KR" sz="900">
                <a:solidFill>
                  <a:srgbClr val="000000"/>
                </a:solidFill>
                <a:latin typeface="돋움" pitchFamily="50" charset="-127"/>
                <a:ea typeface="돋움" pitchFamily="50" charset="-127"/>
              </a:rPr>
              <a:t>c: </a:t>
            </a:r>
            <a:r>
              <a:rPr lang="ko-KR" altLang="en-US" sz="900">
                <a:solidFill>
                  <a:srgbClr val="000000"/>
                </a:solidFill>
                <a:latin typeface="돋움" pitchFamily="50" charset="-127"/>
                <a:ea typeface="돋움" pitchFamily="50" charset="-127"/>
              </a:rPr>
              <a:t>전압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a:t>
            </a:r>
            <a:r>
              <a:rPr lang="ko-KR" altLang="en-US" sz="900">
                <a:solidFill>
                  <a:srgbClr val="000000"/>
                </a:solidFill>
                <a:latin typeface="돋움" pitchFamily="50" charset="-127"/>
                <a:ea typeface="돋움" pitchFamily="50" charset="-127"/>
              </a:rPr>
              <a:t>전압차 </a:t>
            </a:r>
            <a:r>
              <a:rPr lang="en-US" altLang="ko-KR" sz="900">
                <a:solidFill>
                  <a:srgbClr val="000000"/>
                </a:solidFill>
                <a:latin typeface="돋움" pitchFamily="50" charset="-127"/>
                <a:ea typeface="돋움" pitchFamily="50" charset="-127"/>
              </a:rPr>
              <a:t>b: </a:t>
            </a:r>
            <a:r>
              <a:rPr lang="ko-KR" altLang="en-US" sz="900">
                <a:solidFill>
                  <a:srgbClr val="000000"/>
                </a:solidFill>
                <a:latin typeface="돋움" pitchFamily="50" charset="-127"/>
                <a:ea typeface="돋움" pitchFamily="50" charset="-127"/>
              </a:rPr>
              <a:t>전압 </a:t>
            </a:r>
            <a:r>
              <a:rPr lang="en-US" altLang="ko-KR" sz="900">
                <a:solidFill>
                  <a:srgbClr val="000000"/>
                </a:solidFill>
                <a:latin typeface="돋움" pitchFamily="50" charset="-127"/>
                <a:ea typeface="돋움" pitchFamily="50" charset="-127"/>
              </a:rPr>
              <a:t>c: </a:t>
            </a:r>
            <a:r>
              <a:rPr lang="ko-KR" altLang="en-US" sz="900">
                <a:solidFill>
                  <a:srgbClr val="000000"/>
                </a:solidFill>
                <a:latin typeface="돋움" pitchFamily="50" charset="-127"/>
                <a:ea typeface="돋움" pitchFamily="50" charset="-127"/>
              </a:rPr>
              <a:t>전위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a:t>
            </a:r>
            <a:r>
              <a:rPr lang="ko-KR" altLang="en-US" sz="900">
                <a:solidFill>
                  <a:srgbClr val="000000"/>
                </a:solidFill>
                <a:latin typeface="돋움" pitchFamily="50" charset="-127"/>
                <a:ea typeface="돋움" pitchFamily="50" charset="-127"/>
              </a:rPr>
              <a:t>전위 </a:t>
            </a:r>
            <a:r>
              <a:rPr lang="en-US" altLang="ko-KR" sz="900">
                <a:solidFill>
                  <a:srgbClr val="000000"/>
                </a:solidFill>
                <a:latin typeface="돋움" pitchFamily="50" charset="-127"/>
                <a:ea typeface="돋움" pitchFamily="50" charset="-127"/>
              </a:rPr>
              <a:t>b: </a:t>
            </a:r>
            <a:r>
              <a:rPr lang="ko-KR" altLang="en-US" sz="900">
                <a:solidFill>
                  <a:srgbClr val="000000"/>
                </a:solidFill>
                <a:latin typeface="돋움" pitchFamily="50" charset="-127"/>
                <a:ea typeface="돋움" pitchFamily="50" charset="-127"/>
              </a:rPr>
              <a:t>전위차 </a:t>
            </a:r>
            <a:r>
              <a:rPr lang="en-US" altLang="ko-KR" sz="900">
                <a:solidFill>
                  <a:srgbClr val="000000"/>
                </a:solidFill>
                <a:latin typeface="돋움" pitchFamily="50" charset="-127"/>
                <a:ea typeface="돋움" pitchFamily="50" charset="-127"/>
              </a:rPr>
              <a:t>c: </a:t>
            </a:r>
            <a:r>
              <a:rPr lang="ko-KR" altLang="en-US" sz="900">
                <a:solidFill>
                  <a:srgbClr val="000000"/>
                </a:solidFill>
                <a:latin typeface="돋움" pitchFamily="50" charset="-127"/>
                <a:ea typeface="돋움" pitchFamily="50" charset="-127"/>
              </a:rPr>
              <a:t>전압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a:t>
            </a:r>
            <a:r>
              <a:rPr lang="ko-KR" altLang="en-US" sz="900">
                <a:solidFill>
                  <a:srgbClr val="000000"/>
                </a:solidFill>
                <a:latin typeface="돋움" pitchFamily="50" charset="-127"/>
                <a:ea typeface="돋움" pitchFamily="50" charset="-127"/>
              </a:rPr>
              <a:t>전압 </a:t>
            </a:r>
            <a:r>
              <a:rPr lang="en-US" altLang="ko-KR" sz="900">
                <a:solidFill>
                  <a:srgbClr val="000000"/>
                </a:solidFill>
                <a:latin typeface="돋움" pitchFamily="50" charset="-127"/>
                <a:ea typeface="돋움" pitchFamily="50" charset="-127"/>
              </a:rPr>
              <a:t>b: </a:t>
            </a:r>
            <a:r>
              <a:rPr lang="ko-KR" altLang="en-US" sz="900">
                <a:solidFill>
                  <a:srgbClr val="000000"/>
                </a:solidFill>
                <a:latin typeface="돋움" pitchFamily="50" charset="-127"/>
                <a:ea typeface="돋움" pitchFamily="50" charset="-127"/>
              </a:rPr>
              <a:t>전압차 </a:t>
            </a:r>
            <a:r>
              <a:rPr lang="en-US" altLang="ko-KR" sz="900">
                <a:solidFill>
                  <a:srgbClr val="000000"/>
                </a:solidFill>
                <a:latin typeface="돋움" pitchFamily="50" charset="-127"/>
                <a:ea typeface="돋움" pitchFamily="50" charset="-127"/>
              </a:rPr>
              <a:t>c: </a:t>
            </a:r>
            <a:r>
              <a:rPr lang="ko-KR" altLang="en-US" sz="900">
                <a:solidFill>
                  <a:srgbClr val="000000"/>
                </a:solidFill>
                <a:latin typeface="돋움" pitchFamily="50" charset="-127"/>
                <a:ea typeface="돋움" pitchFamily="50" charset="-127"/>
              </a:rPr>
              <a:t>전위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22544"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2545" name="직사각형 47"/>
          <p:cNvSpPr>
            <a:spLocks noChangeArrowheads="1"/>
          </p:cNvSpPr>
          <p:nvPr/>
        </p:nvSpPr>
        <p:spPr bwMode="auto">
          <a:xfrm>
            <a:off x="371475" y="1344621"/>
            <a:ext cx="29527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도체에 전기를 흐르게 하려면 마치 물이 높은 곳에서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낮은 곳으로 흐르는 것과 같이 전기적인 높이의 차가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필요하다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 전기적인 높이를 </a:t>
            </a:r>
            <a:r>
              <a:rPr lang="en-US" altLang="ko-KR" sz="900">
                <a:solidFill>
                  <a:srgbClr val="000000"/>
                </a:solidFill>
                <a:latin typeface="돋움" pitchFamily="50" charset="-127"/>
                <a:ea typeface="돋움" pitchFamily="50" charset="-127"/>
              </a:rPr>
              <a:t>(  a   )</a:t>
            </a:r>
            <a:r>
              <a:rPr lang="ko-KR" altLang="en-US" sz="900">
                <a:solidFill>
                  <a:srgbClr val="000000"/>
                </a:solidFill>
                <a:latin typeface="돋움" pitchFamily="50" charset="-127"/>
                <a:ea typeface="돋움" pitchFamily="50" charset="-127"/>
              </a:rPr>
              <a:t>라고 하며</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그 차를 </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 , </a:t>
            </a:r>
            <a:r>
              <a:rPr lang="ko-KR" altLang="en-US" sz="900">
                <a:solidFill>
                  <a:srgbClr val="000000"/>
                </a:solidFill>
                <a:latin typeface="돋움" pitchFamily="50" charset="-127"/>
                <a:ea typeface="돋움" pitchFamily="50" charset="-127"/>
              </a:rPr>
              <a:t>또는</a:t>
            </a:r>
            <a:r>
              <a:rPr lang="en-US" altLang="ko-KR" sz="900">
                <a:solidFill>
                  <a:srgbClr val="000000"/>
                </a:solidFill>
                <a:latin typeface="돋움" pitchFamily="50" charset="-127"/>
                <a:ea typeface="돋움" pitchFamily="50" charset="-127"/>
              </a:rPr>
              <a:t> ( c</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이라 한다</a:t>
            </a:r>
          </a:p>
        </p:txBody>
      </p:sp>
      <p:sp>
        <p:nvSpPr>
          <p:cNvPr id="4" name="모서리가 둥근 직사각형 3"/>
          <p:cNvSpPr/>
          <p:nvPr/>
        </p:nvSpPr>
        <p:spPr>
          <a:xfrm>
            <a:off x="304800" y="1292225"/>
            <a:ext cx="3086100" cy="758825"/>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2547" name="직사각형 5"/>
          <p:cNvSpPr>
            <a:spLocks noChangeArrowheads="1"/>
          </p:cNvSpPr>
          <p:nvPr/>
        </p:nvSpPr>
        <p:spPr bwMode="auto">
          <a:xfrm>
            <a:off x="304800" y="2771775"/>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다음 </a:t>
            </a:r>
            <a:r>
              <a:rPr lang="en-US" altLang="ko-KR" sz="900">
                <a:solidFill>
                  <a:srgbClr val="000000"/>
                </a:solidFill>
                <a:latin typeface="돋움" pitchFamily="50" charset="-127"/>
                <a:ea typeface="돋움" pitchFamily="50" charset="-127"/>
              </a:rPr>
              <a:t>SSR</a:t>
            </a:r>
            <a:r>
              <a:rPr lang="ko-KR" altLang="en-US" sz="900">
                <a:solidFill>
                  <a:srgbClr val="000000"/>
                </a:solidFill>
                <a:latin typeface="돋움" pitchFamily="50" charset="-127"/>
                <a:ea typeface="돋움" pitchFamily="50" charset="-127"/>
              </a:rPr>
              <a:t>의 특징 중 어떤 특징을 설명한 것 인가</a:t>
            </a:r>
            <a:r>
              <a:rPr lang="en-US" altLang="ko-KR" sz="900">
                <a:solidFill>
                  <a:srgbClr val="000000"/>
                </a:solidFill>
                <a:latin typeface="돋움" pitchFamily="50" charset="-127"/>
                <a:ea typeface="돋움" pitchFamily="50" charset="-127"/>
              </a:rPr>
              <a:t>?</a:t>
            </a:r>
          </a:p>
        </p:txBody>
      </p:sp>
      <p:sp>
        <p:nvSpPr>
          <p:cNvPr id="22548" name="직사각형 47"/>
          <p:cNvSpPr>
            <a:spLocks noChangeArrowheads="1"/>
          </p:cNvSpPr>
          <p:nvPr/>
        </p:nvSpPr>
        <p:spPr bwMode="auto">
          <a:xfrm>
            <a:off x="371475" y="3284537"/>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고신뢰성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고기능</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고스위칭</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저잡음</a:t>
            </a:r>
          </a:p>
        </p:txBody>
      </p:sp>
      <p:sp>
        <p:nvSpPr>
          <p:cNvPr id="42" name="모서리가 둥근 직사각형 41"/>
          <p:cNvSpPr/>
          <p:nvPr/>
        </p:nvSpPr>
        <p:spPr>
          <a:xfrm>
            <a:off x="325438" y="3001971"/>
            <a:ext cx="3065462" cy="282575"/>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2550" name="직사각형 47"/>
          <p:cNvSpPr>
            <a:spLocks noChangeArrowheads="1"/>
          </p:cNvSpPr>
          <p:nvPr/>
        </p:nvSpPr>
        <p:spPr bwMode="auto">
          <a:xfrm>
            <a:off x="404813" y="3001963"/>
            <a:ext cx="29527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스위칭이 빠르고 위상제어가 가능하다</a:t>
            </a:r>
          </a:p>
        </p:txBody>
      </p:sp>
      <p:sp>
        <p:nvSpPr>
          <p:cNvPr id="22551" name="직사각형 5"/>
          <p:cNvSpPr>
            <a:spLocks noChangeArrowheads="1"/>
          </p:cNvSpPr>
          <p:nvPr/>
        </p:nvSpPr>
        <p:spPr bwMode="auto">
          <a:xfrm>
            <a:off x="325438" y="3730624"/>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아래 그림에서의 회로의 특징이 아닌 것은</a:t>
            </a:r>
            <a:r>
              <a:rPr lang="en-US" altLang="ko-KR" sz="900">
                <a:solidFill>
                  <a:srgbClr val="000000"/>
                </a:solidFill>
                <a:latin typeface="돋움" pitchFamily="50" charset="-127"/>
                <a:ea typeface="돋움" pitchFamily="50" charset="-127"/>
              </a:rPr>
              <a:t>?</a:t>
            </a:r>
          </a:p>
        </p:txBody>
      </p:sp>
      <p:pic>
        <p:nvPicPr>
          <p:cNvPr id="22552" name="Picture 45"/>
          <p:cNvPicPr>
            <a:picLocks noChangeAspect="1" noChangeArrowheads="1"/>
          </p:cNvPicPr>
          <p:nvPr/>
        </p:nvPicPr>
        <p:blipFill>
          <a:blip r:embed="rId3">
            <a:extLst>
              <a:ext uri="{28A0092B-C50C-407E-A947-70E740481C1C}">
                <a14:useLocalDpi xmlns:a14="http://schemas.microsoft.com/office/drawing/2010/main" val="0"/>
              </a:ext>
            </a:extLst>
          </a:blip>
          <a:srcRect t="8807"/>
          <a:stretch>
            <a:fillRect/>
          </a:stretch>
        </p:blipFill>
        <p:spPr bwMode="auto">
          <a:xfrm>
            <a:off x="379429" y="3930650"/>
            <a:ext cx="1997075" cy="1081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53" name="직사각형 47"/>
          <p:cNvSpPr>
            <a:spLocks noChangeArrowheads="1"/>
          </p:cNvSpPr>
          <p:nvPr/>
        </p:nvSpPr>
        <p:spPr bwMode="auto">
          <a:xfrm>
            <a:off x="347663" y="4938714"/>
            <a:ext cx="32258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소형 경량이므로 실장밀도를 높일 수 있다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논리소자와의 </a:t>
            </a:r>
            <a:r>
              <a:rPr lang="en-US" altLang="ko-KR" sz="900">
                <a:solidFill>
                  <a:srgbClr val="000000"/>
                </a:solidFill>
                <a:latin typeface="돋움" pitchFamily="50" charset="-127"/>
                <a:ea typeface="돋움" pitchFamily="50" charset="-127"/>
              </a:rPr>
              <a:t>Interface</a:t>
            </a:r>
            <a:r>
              <a:rPr lang="ko-KR" altLang="en-US" sz="900">
                <a:solidFill>
                  <a:srgbClr val="000000"/>
                </a:solidFill>
                <a:latin typeface="돋움" pitchFamily="50" charset="-127"/>
                <a:ea typeface="돋움" pitchFamily="50" charset="-127"/>
              </a:rPr>
              <a:t>가 용이하고 응답속도가 빠르다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신호전달이 양 방향이므로 출력으로부터 입력에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대한 영향이 없다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빛을 이용하여 신호전달을 하기 때문에 잡음에 강하다</a:t>
            </a:r>
          </a:p>
        </p:txBody>
      </p:sp>
      <p:sp>
        <p:nvSpPr>
          <p:cNvPr id="22554" name="직사각형 5"/>
          <p:cNvSpPr>
            <a:spLocks noChangeArrowheads="1"/>
          </p:cNvSpPr>
          <p:nvPr/>
        </p:nvSpPr>
        <p:spPr bwMode="auto">
          <a:xfrm>
            <a:off x="296863" y="5711824"/>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Sensor </a:t>
            </a:r>
            <a:r>
              <a:rPr lang="ko-KR" altLang="en-US" sz="900">
                <a:solidFill>
                  <a:srgbClr val="000000"/>
                </a:solidFill>
                <a:latin typeface="돋움" pitchFamily="50" charset="-127"/>
                <a:ea typeface="돋움" pitchFamily="50" charset="-127"/>
              </a:rPr>
              <a:t>구분에서 사용 방식이 다른 </a:t>
            </a:r>
            <a:r>
              <a:rPr lang="en-US" altLang="ko-KR" sz="900">
                <a:solidFill>
                  <a:srgbClr val="000000"/>
                </a:solidFill>
                <a:latin typeface="돋움" pitchFamily="50" charset="-127"/>
                <a:ea typeface="돋움" pitchFamily="50" charset="-127"/>
              </a:rPr>
              <a:t>Sensor</a:t>
            </a:r>
            <a:r>
              <a:rPr lang="ko-KR" altLang="en-US" sz="900">
                <a:solidFill>
                  <a:srgbClr val="000000"/>
                </a:solidFill>
                <a:latin typeface="돋움" pitchFamily="50" charset="-127"/>
                <a:ea typeface="돋움" pitchFamily="50" charset="-127"/>
              </a:rPr>
              <a:t>는 </a:t>
            </a:r>
            <a:r>
              <a:rPr lang="en-US" altLang="ko-KR" sz="900">
                <a:solidFill>
                  <a:srgbClr val="000000"/>
                </a:solidFill>
                <a:latin typeface="돋움" pitchFamily="50" charset="-127"/>
                <a:ea typeface="돋움" pitchFamily="50" charset="-127"/>
              </a:rPr>
              <a:t>?</a:t>
            </a:r>
          </a:p>
        </p:txBody>
      </p:sp>
      <p:sp>
        <p:nvSpPr>
          <p:cNvPr id="22555" name="직사각형 47"/>
          <p:cNvSpPr>
            <a:spLocks noChangeArrowheads="1"/>
          </p:cNvSpPr>
          <p:nvPr/>
        </p:nvSpPr>
        <p:spPr bwMode="auto">
          <a:xfrm>
            <a:off x="363538" y="5930900"/>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광 </a:t>
            </a:r>
            <a:r>
              <a:rPr lang="en-US" altLang="ko-KR" sz="900">
                <a:solidFill>
                  <a:srgbClr val="000000"/>
                </a:solidFill>
                <a:latin typeface="돋움" pitchFamily="50" charset="-127"/>
                <a:ea typeface="돋움" pitchFamily="50" charset="-127"/>
              </a:rPr>
              <a:t>Sensor</a:t>
            </a: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근접 </a:t>
            </a:r>
            <a:r>
              <a:rPr lang="en-US" altLang="ko-KR" sz="900">
                <a:solidFill>
                  <a:srgbClr val="000000"/>
                </a:solidFill>
                <a:latin typeface="돋움" pitchFamily="50" charset="-127"/>
                <a:ea typeface="돋움" pitchFamily="50" charset="-127"/>
              </a:rPr>
              <a:t>Sensor</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화이버 </a:t>
            </a:r>
            <a:r>
              <a:rPr lang="en-US" altLang="ko-KR" sz="900">
                <a:solidFill>
                  <a:srgbClr val="000000"/>
                </a:solidFill>
                <a:latin typeface="돋움" pitchFamily="50" charset="-127"/>
                <a:ea typeface="돋움" pitchFamily="50" charset="-127"/>
              </a:rPr>
              <a:t>Senor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레이져</a:t>
            </a:r>
            <a:r>
              <a:rPr lang="en-US" altLang="ko-KR" sz="900">
                <a:solidFill>
                  <a:srgbClr val="000000"/>
                </a:solidFill>
                <a:latin typeface="돋움" pitchFamily="50" charset="-127"/>
                <a:ea typeface="돋움" pitchFamily="50" charset="-127"/>
              </a:rPr>
              <a:t> Sensor</a:t>
            </a:r>
            <a:endParaRPr lang="ko-KR" altLang="en-US" sz="900">
              <a:solidFill>
                <a:srgbClr val="000000"/>
              </a:solidFill>
              <a:latin typeface="돋움" pitchFamily="50" charset="-127"/>
              <a:ea typeface="돋움" pitchFamily="50" charset="-127"/>
            </a:endParaRPr>
          </a:p>
        </p:txBody>
      </p:sp>
      <p:sp>
        <p:nvSpPr>
          <p:cNvPr id="22556" name="직사각형 5"/>
          <p:cNvSpPr>
            <a:spLocks noChangeArrowheads="1"/>
          </p:cNvSpPr>
          <p:nvPr/>
        </p:nvSpPr>
        <p:spPr bwMode="auto">
          <a:xfrm>
            <a:off x="304800" y="6300788"/>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그림과 같은  </a:t>
            </a:r>
            <a:r>
              <a:rPr lang="en-US" altLang="ko-KR" sz="900">
                <a:solidFill>
                  <a:srgbClr val="000000"/>
                </a:solidFill>
                <a:latin typeface="돋움" pitchFamily="50" charset="-127"/>
                <a:ea typeface="돋움" pitchFamily="50" charset="-127"/>
              </a:rPr>
              <a:t>Sensor </a:t>
            </a:r>
            <a:r>
              <a:rPr lang="ko-KR" altLang="en-US" sz="900">
                <a:solidFill>
                  <a:srgbClr val="000000"/>
                </a:solidFill>
                <a:latin typeface="돋움" pitchFamily="50" charset="-127"/>
                <a:ea typeface="돋움" pitchFamily="50" charset="-127"/>
              </a:rPr>
              <a:t>의 설명으로 맞지 않는 것은 </a:t>
            </a:r>
            <a:r>
              <a:rPr lang="en-US" altLang="ko-KR" sz="900">
                <a:solidFill>
                  <a:srgbClr val="000000"/>
                </a:solidFill>
                <a:latin typeface="돋움" pitchFamily="50" charset="-127"/>
                <a:ea typeface="돋움" pitchFamily="50" charset="-127"/>
              </a:rPr>
              <a:t>?</a:t>
            </a:r>
          </a:p>
        </p:txBody>
      </p:sp>
      <p:sp>
        <p:nvSpPr>
          <p:cNvPr id="22557" name="직사각형 47"/>
          <p:cNvSpPr>
            <a:spLocks noChangeArrowheads="1"/>
          </p:cNvSpPr>
          <p:nvPr/>
        </p:nvSpPr>
        <p:spPr bwMode="auto">
          <a:xfrm>
            <a:off x="371475" y="6519872"/>
            <a:ext cx="29527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검출거리가 짧음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검출영역이 넓음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광축 조정이 용이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레이져</a:t>
            </a:r>
            <a:r>
              <a:rPr lang="en-US" altLang="ko-KR" sz="900">
                <a:solidFill>
                  <a:srgbClr val="000000"/>
                </a:solidFill>
                <a:latin typeface="돋움" pitchFamily="50" charset="-127"/>
                <a:ea typeface="돋움" pitchFamily="50" charset="-127"/>
              </a:rPr>
              <a:t> Sensor</a:t>
            </a:r>
            <a:endParaRPr lang="ko-KR" altLang="en-US" sz="900">
              <a:solidFill>
                <a:srgbClr val="000000"/>
              </a:solidFill>
              <a:latin typeface="돋움" pitchFamily="50" charset="-127"/>
              <a:ea typeface="돋움" pitchFamily="50" charset="-127"/>
            </a:endParaRPr>
          </a:p>
        </p:txBody>
      </p:sp>
      <p:pic>
        <p:nvPicPr>
          <p:cNvPr id="22558" name="Picture 46"/>
          <p:cNvPicPr>
            <a:picLocks noChangeAspect="1" noChangeArrowheads="1"/>
          </p:cNvPicPr>
          <p:nvPr/>
        </p:nvPicPr>
        <p:blipFill>
          <a:blip r:embed="rId4">
            <a:extLst>
              <a:ext uri="{28A0092B-C50C-407E-A947-70E740481C1C}">
                <a14:useLocalDpi xmlns:a14="http://schemas.microsoft.com/office/drawing/2010/main" val="0"/>
              </a:ext>
            </a:extLst>
          </a:blip>
          <a:srcRect t="7043"/>
          <a:stretch>
            <a:fillRect/>
          </a:stretch>
        </p:blipFill>
        <p:spPr bwMode="auto">
          <a:xfrm>
            <a:off x="1749425" y="6516689"/>
            <a:ext cx="1633538" cy="866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59" name="직사각형 5"/>
          <p:cNvSpPr>
            <a:spLocks noChangeArrowheads="1"/>
          </p:cNvSpPr>
          <p:nvPr/>
        </p:nvSpPr>
        <p:spPr bwMode="auto">
          <a:xfrm>
            <a:off x="344488" y="7396163"/>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근접 </a:t>
            </a:r>
            <a:r>
              <a:rPr lang="en-US" altLang="ko-KR" sz="900">
                <a:solidFill>
                  <a:srgbClr val="000000"/>
                </a:solidFill>
                <a:latin typeface="돋움" pitchFamily="50" charset="-127"/>
                <a:ea typeface="돋움" pitchFamily="50" charset="-127"/>
              </a:rPr>
              <a:t>Sensor </a:t>
            </a:r>
            <a:r>
              <a:rPr lang="ko-KR" altLang="en-US" sz="900">
                <a:solidFill>
                  <a:srgbClr val="000000"/>
                </a:solidFill>
                <a:latin typeface="돋움" pitchFamily="50" charset="-127"/>
                <a:ea typeface="돋움" pitchFamily="50" charset="-127"/>
              </a:rPr>
              <a:t>의 주의사항이 맞지 않는 것은 </a:t>
            </a:r>
            <a:r>
              <a:rPr lang="en-US" altLang="ko-KR" sz="900">
                <a:solidFill>
                  <a:srgbClr val="000000"/>
                </a:solidFill>
                <a:latin typeface="돋움" pitchFamily="50" charset="-127"/>
                <a:ea typeface="돋움" pitchFamily="50" charset="-127"/>
              </a:rPr>
              <a:t>?</a:t>
            </a:r>
          </a:p>
        </p:txBody>
      </p:sp>
      <p:sp>
        <p:nvSpPr>
          <p:cNvPr id="22560" name="직사각형 47"/>
          <p:cNvSpPr>
            <a:spLocks noChangeArrowheads="1"/>
          </p:cNvSpPr>
          <p:nvPr/>
        </p:nvSpPr>
        <p:spPr bwMode="auto">
          <a:xfrm>
            <a:off x="411163" y="7616831"/>
            <a:ext cx="31623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철과 비철금속경우 검출 거리가 차이가 발생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하므로 주의가 필요하다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Shield Type </a:t>
            </a:r>
            <a:r>
              <a:rPr lang="ko-KR" altLang="en-US" sz="900">
                <a:solidFill>
                  <a:srgbClr val="000000"/>
                </a:solidFill>
                <a:latin typeface="돋움" pitchFamily="50" charset="-127"/>
                <a:ea typeface="돋움" pitchFamily="50" charset="-127"/>
              </a:rPr>
              <a:t>의 경우 측면에서도 검출이 되므로</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취부 및 감지여부에 주의가 필요하다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정전용량형 근접센서는 유기물까지 모두 검출하므로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주의가 필요하다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근접센서가 표준검출물체의 두께에 주의가 필요하다</a:t>
            </a:r>
          </a:p>
        </p:txBody>
      </p:sp>
      <p:sp>
        <p:nvSpPr>
          <p:cNvPr id="22561" name="직사각형 5"/>
          <p:cNvSpPr>
            <a:spLocks noChangeArrowheads="1"/>
          </p:cNvSpPr>
          <p:nvPr/>
        </p:nvSpPr>
        <p:spPr bwMode="auto">
          <a:xfrm>
            <a:off x="3408363" y="989013"/>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다음</a:t>
            </a:r>
            <a:r>
              <a:rPr lang="en-US" altLang="ko-KR" sz="900">
                <a:solidFill>
                  <a:srgbClr val="000000"/>
                </a:solidFill>
                <a:latin typeface="돋움" pitchFamily="50" charset="-127"/>
                <a:ea typeface="돋움" pitchFamily="50" charset="-127"/>
              </a:rPr>
              <a:t>(      ) </a:t>
            </a:r>
            <a:r>
              <a:rPr lang="ko-KR" altLang="en-US" sz="900">
                <a:solidFill>
                  <a:srgbClr val="000000"/>
                </a:solidFill>
                <a:latin typeface="돋움" pitchFamily="50" charset="-127"/>
                <a:ea typeface="돋움" pitchFamily="50" charset="-127"/>
              </a:rPr>
              <a:t>안의 들어갈 말은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2562" name="직사각형 47"/>
          <p:cNvSpPr>
            <a:spLocks noChangeArrowheads="1"/>
          </p:cNvSpPr>
          <p:nvPr/>
        </p:nvSpPr>
        <p:spPr bwMode="auto">
          <a:xfrm>
            <a:off x="3429000" y="1908175"/>
            <a:ext cx="29527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다음 그림의 </a:t>
            </a:r>
            <a:r>
              <a:rPr lang="en-US" altLang="ko-KR" sz="900">
                <a:solidFill>
                  <a:srgbClr val="000000"/>
                </a:solidFill>
                <a:latin typeface="돋움" pitchFamily="50" charset="-127"/>
                <a:ea typeface="돋움" pitchFamily="50" charset="-127"/>
              </a:rPr>
              <a:t>A,B,C</a:t>
            </a:r>
            <a:r>
              <a:rPr lang="ko-KR" altLang="en-US" sz="900">
                <a:solidFill>
                  <a:srgbClr val="000000"/>
                </a:solidFill>
                <a:latin typeface="돋움" pitchFamily="50" charset="-127"/>
                <a:ea typeface="돋움" pitchFamily="50" charset="-127"/>
              </a:rPr>
              <a:t>에 해당하는 것은</a:t>
            </a:r>
            <a:r>
              <a:rPr lang="en-US" altLang="ko-KR" sz="900">
                <a:solidFill>
                  <a:srgbClr val="000000"/>
                </a:solidFill>
                <a:latin typeface="돋움" pitchFamily="50" charset="-127"/>
                <a:ea typeface="돋움" pitchFamily="50" charset="-127"/>
              </a:rPr>
              <a:t>?</a:t>
            </a:r>
          </a:p>
        </p:txBody>
      </p:sp>
      <p:sp>
        <p:nvSpPr>
          <p:cNvPr id="59" name="모서리가 둥근 직사각형 58"/>
          <p:cNvSpPr/>
          <p:nvPr/>
        </p:nvSpPr>
        <p:spPr>
          <a:xfrm>
            <a:off x="3487738" y="1219208"/>
            <a:ext cx="3065462" cy="282575"/>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2564" name="직사각형 47"/>
          <p:cNvSpPr>
            <a:spLocks noChangeArrowheads="1"/>
          </p:cNvSpPr>
          <p:nvPr/>
        </p:nvSpPr>
        <p:spPr bwMode="auto">
          <a:xfrm>
            <a:off x="3567113" y="1219200"/>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smtClean="0">
                <a:solidFill>
                  <a:srgbClr val="000000"/>
                </a:solidFill>
                <a:latin typeface="돋움" pitchFamily="50" charset="-127"/>
                <a:ea typeface="돋움" pitchFamily="50" charset="-127"/>
              </a:rPr>
              <a:t>proton</a:t>
            </a:r>
            <a:r>
              <a:rPr lang="ko-KR" altLang="en-US" sz="900" smtClean="0">
                <a:solidFill>
                  <a:srgbClr val="000000"/>
                </a:solidFill>
                <a:latin typeface="돋움" pitchFamily="50" charset="-127"/>
                <a:ea typeface="돋움" pitchFamily="50" charset="-127"/>
              </a:rPr>
              <a:t>수 </a:t>
            </a:r>
            <a:r>
              <a:rPr lang="en-US" altLang="ko-KR" sz="900">
                <a:solidFill>
                  <a:srgbClr val="000000"/>
                </a:solidFill>
                <a:latin typeface="돋움" pitchFamily="50" charset="-127"/>
                <a:ea typeface="돋움" pitchFamily="50" charset="-127"/>
              </a:rPr>
              <a:t>Z = </a:t>
            </a:r>
            <a:r>
              <a:rPr lang="ko-KR" altLang="en-US" sz="900">
                <a:solidFill>
                  <a:srgbClr val="000000"/>
                </a:solidFill>
                <a:latin typeface="돋움" pitchFamily="50" charset="-127"/>
                <a:ea typeface="돋움" pitchFamily="50" charset="-127"/>
              </a:rPr>
              <a:t>양전하수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=&gt; (  b  )</a:t>
            </a:r>
            <a:r>
              <a:rPr lang="ko-KR" altLang="en-US" sz="900">
                <a:solidFill>
                  <a:srgbClr val="000000"/>
                </a:solidFill>
                <a:latin typeface="돋움" pitchFamily="50" charset="-127"/>
                <a:ea typeface="돋움" pitchFamily="50" charset="-127"/>
              </a:rPr>
              <a:t>와 동일</a:t>
            </a:r>
            <a:br>
              <a:rPr lang="ko-KR" altLang="en-US" sz="900">
                <a:solidFill>
                  <a:srgbClr val="000000"/>
                </a:solidFill>
                <a:latin typeface="돋움" pitchFamily="50" charset="-127"/>
                <a:ea typeface="돋움" pitchFamily="50" charset="-127"/>
              </a:rPr>
            </a:br>
            <a:endParaRPr lang="ko-KR" altLang="en-US" sz="900">
              <a:solidFill>
                <a:srgbClr val="000000"/>
              </a:solidFill>
              <a:latin typeface="돋움" pitchFamily="50" charset="-127"/>
              <a:ea typeface="돋움" pitchFamily="50" charset="-127"/>
            </a:endParaRPr>
          </a:p>
        </p:txBody>
      </p:sp>
      <p:sp>
        <p:nvSpPr>
          <p:cNvPr id="22565" name="직사각형 47"/>
          <p:cNvSpPr>
            <a:spLocks noChangeArrowheads="1"/>
          </p:cNvSpPr>
          <p:nvPr/>
        </p:nvSpPr>
        <p:spPr bwMode="auto">
          <a:xfrm>
            <a:off x="3495691" y="1501775"/>
            <a:ext cx="3101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a:t>
            </a:r>
            <a:r>
              <a:rPr lang="ko-KR" altLang="en-US" sz="900">
                <a:solidFill>
                  <a:srgbClr val="000000"/>
                </a:solidFill>
                <a:latin typeface="돋움" pitchFamily="50" charset="-127"/>
                <a:ea typeface="돋움" pitchFamily="50" charset="-127"/>
              </a:rPr>
              <a:t>원자번호</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전자수      ②</a:t>
            </a:r>
            <a:r>
              <a:rPr lang="en-US" altLang="ko-KR" sz="900">
                <a:solidFill>
                  <a:srgbClr val="000000"/>
                </a:solidFill>
                <a:latin typeface="돋움" pitchFamily="50" charset="-127"/>
                <a:ea typeface="돋움" pitchFamily="50" charset="-127"/>
              </a:rPr>
              <a:t> a: </a:t>
            </a:r>
            <a:r>
              <a:rPr lang="ko-KR" altLang="en-US" sz="900">
                <a:solidFill>
                  <a:srgbClr val="000000"/>
                </a:solidFill>
                <a:latin typeface="돋움" pitchFamily="50" charset="-127"/>
                <a:ea typeface="돋움" pitchFamily="50" charset="-127"/>
              </a:rPr>
              <a:t>전자수</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원자번호</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a:t>
            </a:r>
            <a:r>
              <a:rPr lang="ko-KR" altLang="en-US" sz="900">
                <a:solidFill>
                  <a:srgbClr val="000000"/>
                </a:solidFill>
                <a:latin typeface="돋움" pitchFamily="50" charset="-127"/>
                <a:ea typeface="돋움" pitchFamily="50" charset="-127"/>
              </a:rPr>
              <a:t>원자번호</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양 전자수</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a:t>
            </a:r>
            <a:r>
              <a:rPr lang="ko-KR" altLang="en-US" sz="900">
                <a:solidFill>
                  <a:srgbClr val="000000"/>
                </a:solidFill>
                <a:latin typeface="돋움" pitchFamily="50" charset="-127"/>
                <a:ea typeface="돋움" pitchFamily="50" charset="-127"/>
              </a:rPr>
              <a:t>양 전자수</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원자번호</a:t>
            </a:r>
          </a:p>
        </p:txBody>
      </p:sp>
      <p:pic>
        <p:nvPicPr>
          <p:cNvPr id="22566" name="Picture 47"/>
          <p:cNvPicPr>
            <a:picLocks noChangeAspect="1" noChangeArrowheads="1"/>
          </p:cNvPicPr>
          <p:nvPr/>
        </p:nvPicPr>
        <p:blipFill>
          <a:blip r:embed="rId5">
            <a:extLst>
              <a:ext uri="{28A0092B-C50C-407E-A947-70E740481C1C}">
                <a14:useLocalDpi xmlns:a14="http://schemas.microsoft.com/office/drawing/2010/main" val="0"/>
              </a:ext>
            </a:extLst>
          </a:blip>
          <a:srcRect l="5637"/>
          <a:stretch>
            <a:fillRect/>
          </a:stretch>
        </p:blipFill>
        <p:spPr bwMode="auto">
          <a:xfrm>
            <a:off x="4619625" y="2124083"/>
            <a:ext cx="1849438" cy="180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67" name="직사각형 4"/>
          <p:cNvSpPr>
            <a:spLocks noChangeArrowheads="1"/>
          </p:cNvSpPr>
          <p:nvPr/>
        </p:nvSpPr>
        <p:spPr bwMode="auto">
          <a:xfrm>
            <a:off x="5745164" y="2447925"/>
            <a:ext cx="26321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B</a:t>
            </a:r>
            <a:endParaRPr lang="ko-KR" altLang="en-US" sz="900">
              <a:solidFill>
                <a:srgbClr val="000000"/>
              </a:solidFill>
              <a:latin typeface="돋움" pitchFamily="50" charset="-127"/>
              <a:ea typeface="돋움" pitchFamily="50" charset="-127"/>
            </a:endParaRPr>
          </a:p>
        </p:txBody>
      </p:sp>
      <p:sp>
        <p:nvSpPr>
          <p:cNvPr id="22568" name="직사각형 63"/>
          <p:cNvSpPr>
            <a:spLocks noChangeArrowheads="1"/>
          </p:cNvSpPr>
          <p:nvPr/>
        </p:nvSpPr>
        <p:spPr bwMode="auto">
          <a:xfrm>
            <a:off x="5053013" y="3105150"/>
            <a:ext cx="26802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C</a:t>
            </a:r>
            <a:endParaRPr lang="ko-KR" altLang="en-US" sz="900">
              <a:solidFill>
                <a:srgbClr val="000000"/>
              </a:solidFill>
              <a:latin typeface="돋움" pitchFamily="50" charset="-127"/>
              <a:ea typeface="돋움" pitchFamily="50" charset="-127"/>
            </a:endParaRPr>
          </a:p>
        </p:txBody>
      </p:sp>
      <p:sp>
        <p:nvSpPr>
          <p:cNvPr id="22569" name="직사각형 66"/>
          <p:cNvSpPr>
            <a:spLocks noChangeArrowheads="1"/>
          </p:cNvSpPr>
          <p:nvPr/>
        </p:nvSpPr>
        <p:spPr bwMode="auto">
          <a:xfrm>
            <a:off x="3508375" y="3730626"/>
            <a:ext cx="2236788"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a:t>
            </a:r>
            <a:r>
              <a:rPr lang="ko-KR" altLang="en-US" sz="900">
                <a:solidFill>
                  <a:srgbClr val="000000"/>
                </a:solidFill>
                <a:latin typeface="돋움" pitchFamily="50" charset="-127"/>
                <a:ea typeface="돋움" pitchFamily="50" charset="-127"/>
              </a:rPr>
              <a:t>복귀 </a:t>
            </a:r>
            <a:r>
              <a:rPr lang="en-US" altLang="ko-KR" sz="900">
                <a:solidFill>
                  <a:srgbClr val="000000"/>
                </a:solidFill>
                <a:latin typeface="돋움" pitchFamily="50" charset="-127"/>
                <a:ea typeface="돋움" pitchFamily="50" charset="-127"/>
              </a:rPr>
              <a:t>B:</a:t>
            </a:r>
            <a:r>
              <a:rPr lang="ko-KR" altLang="en-US" sz="900">
                <a:solidFill>
                  <a:srgbClr val="000000"/>
                </a:solidFill>
                <a:latin typeface="돋움" pitchFamily="50" charset="-127"/>
                <a:ea typeface="돋움" pitchFamily="50" charset="-127"/>
              </a:rPr>
              <a:t>전리 </a:t>
            </a:r>
            <a:r>
              <a:rPr lang="en-US" altLang="ko-KR" sz="900">
                <a:solidFill>
                  <a:srgbClr val="000000"/>
                </a:solidFill>
                <a:latin typeface="돋움" pitchFamily="50" charset="-127"/>
                <a:ea typeface="돋움" pitchFamily="50" charset="-127"/>
              </a:rPr>
              <a:t>C:</a:t>
            </a:r>
            <a:r>
              <a:rPr lang="ko-KR" altLang="en-US" sz="900">
                <a:solidFill>
                  <a:srgbClr val="000000"/>
                </a:solidFill>
                <a:latin typeface="돋움" pitchFamily="50" charset="-127"/>
                <a:ea typeface="돋움" pitchFamily="50" charset="-127"/>
              </a:rPr>
              <a:t>여기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여기 </a:t>
            </a:r>
            <a:r>
              <a:rPr lang="en-US" altLang="ko-KR" sz="900">
                <a:solidFill>
                  <a:srgbClr val="000000"/>
                </a:solidFill>
                <a:latin typeface="돋움" pitchFamily="50" charset="-127"/>
                <a:ea typeface="돋움" pitchFamily="50" charset="-127"/>
              </a:rPr>
              <a:t>B:</a:t>
            </a:r>
            <a:r>
              <a:rPr lang="ko-KR" altLang="en-US" sz="900">
                <a:solidFill>
                  <a:srgbClr val="000000"/>
                </a:solidFill>
                <a:latin typeface="돋움" pitchFamily="50" charset="-127"/>
                <a:ea typeface="돋움" pitchFamily="50" charset="-127"/>
              </a:rPr>
              <a:t>전리 </a:t>
            </a:r>
            <a:r>
              <a:rPr lang="en-US" altLang="ko-KR" sz="900">
                <a:solidFill>
                  <a:srgbClr val="000000"/>
                </a:solidFill>
                <a:latin typeface="돋움" pitchFamily="50" charset="-127"/>
                <a:ea typeface="돋움" pitchFamily="50" charset="-127"/>
              </a:rPr>
              <a:t>C:</a:t>
            </a:r>
            <a:r>
              <a:rPr lang="ko-KR" altLang="en-US" sz="900">
                <a:solidFill>
                  <a:srgbClr val="000000"/>
                </a:solidFill>
                <a:latin typeface="돋움" pitchFamily="50" charset="-127"/>
                <a:ea typeface="돋움" pitchFamily="50" charset="-127"/>
              </a:rPr>
              <a:t>복귀</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여기 </a:t>
            </a:r>
            <a:r>
              <a:rPr lang="en-US" altLang="ko-KR" sz="900">
                <a:solidFill>
                  <a:srgbClr val="000000"/>
                </a:solidFill>
                <a:latin typeface="돋움" pitchFamily="50" charset="-127"/>
                <a:ea typeface="돋움" pitchFamily="50" charset="-127"/>
              </a:rPr>
              <a:t>B:</a:t>
            </a:r>
            <a:r>
              <a:rPr lang="ko-KR" altLang="en-US" sz="900">
                <a:solidFill>
                  <a:srgbClr val="000000"/>
                </a:solidFill>
                <a:latin typeface="돋움" pitchFamily="50" charset="-127"/>
                <a:ea typeface="돋움" pitchFamily="50" charset="-127"/>
              </a:rPr>
              <a:t>복귀 </a:t>
            </a:r>
            <a:r>
              <a:rPr lang="en-US" altLang="ko-KR" sz="900">
                <a:solidFill>
                  <a:srgbClr val="000000"/>
                </a:solidFill>
                <a:latin typeface="돋움" pitchFamily="50" charset="-127"/>
                <a:ea typeface="돋움" pitchFamily="50" charset="-127"/>
              </a:rPr>
              <a:t>C:</a:t>
            </a:r>
            <a:r>
              <a:rPr lang="ko-KR" altLang="en-US" sz="900">
                <a:solidFill>
                  <a:srgbClr val="000000"/>
                </a:solidFill>
                <a:latin typeface="돋움" pitchFamily="50" charset="-127"/>
                <a:ea typeface="돋움" pitchFamily="50" charset="-127"/>
              </a:rPr>
              <a:t>전리</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전리 </a:t>
            </a:r>
            <a:r>
              <a:rPr lang="en-US" altLang="ko-KR" sz="900">
                <a:solidFill>
                  <a:srgbClr val="000000"/>
                </a:solidFill>
                <a:latin typeface="돋움" pitchFamily="50" charset="-127"/>
                <a:ea typeface="돋움" pitchFamily="50" charset="-127"/>
              </a:rPr>
              <a:t>B:</a:t>
            </a:r>
            <a:r>
              <a:rPr lang="ko-KR" altLang="en-US" sz="900">
                <a:solidFill>
                  <a:srgbClr val="000000"/>
                </a:solidFill>
                <a:latin typeface="돋움" pitchFamily="50" charset="-127"/>
                <a:ea typeface="돋움" pitchFamily="50" charset="-127"/>
              </a:rPr>
              <a:t>여기 </a:t>
            </a:r>
            <a:r>
              <a:rPr lang="en-US" altLang="ko-KR" sz="900">
                <a:solidFill>
                  <a:srgbClr val="000000"/>
                </a:solidFill>
                <a:latin typeface="돋움" pitchFamily="50" charset="-127"/>
                <a:ea typeface="돋움" pitchFamily="50" charset="-127"/>
              </a:rPr>
              <a:t>C:</a:t>
            </a:r>
            <a:r>
              <a:rPr lang="ko-KR" altLang="en-US" sz="900">
                <a:solidFill>
                  <a:srgbClr val="000000"/>
                </a:solidFill>
                <a:latin typeface="돋움" pitchFamily="50" charset="-127"/>
                <a:ea typeface="돋움" pitchFamily="50" charset="-127"/>
              </a:rPr>
              <a:t>복귀</a:t>
            </a:r>
          </a:p>
        </p:txBody>
      </p:sp>
      <p:pic>
        <p:nvPicPr>
          <p:cNvPr id="22570" name="Picture 49"/>
          <p:cNvPicPr>
            <a:picLocks noChangeAspect="1" noChangeArrowheads="1"/>
          </p:cNvPicPr>
          <p:nvPr/>
        </p:nvPicPr>
        <p:blipFill>
          <a:blip r:embed="rId6">
            <a:extLst>
              <a:ext uri="{28A0092B-C50C-407E-A947-70E740481C1C}">
                <a14:useLocalDpi xmlns:a14="http://schemas.microsoft.com/office/drawing/2010/main" val="0"/>
              </a:ext>
            </a:extLst>
          </a:blip>
          <a:srcRect l="10326" r="6573"/>
          <a:stretch>
            <a:fillRect/>
          </a:stretch>
        </p:blipFill>
        <p:spPr bwMode="auto">
          <a:xfrm>
            <a:off x="3576638" y="4676783"/>
            <a:ext cx="2952750" cy="199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71" name="직사각형 47"/>
          <p:cNvSpPr>
            <a:spLocks noChangeArrowheads="1"/>
          </p:cNvSpPr>
          <p:nvPr/>
        </p:nvSpPr>
        <p:spPr bwMode="auto">
          <a:xfrm>
            <a:off x="3429000" y="4500564"/>
            <a:ext cx="29527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다음 중 에너지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준위에 해당 되는 곳은</a:t>
            </a:r>
            <a:r>
              <a:rPr lang="en-US" altLang="ko-KR" sz="900">
                <a:solidFill>
                  <a:srgbClr val="000000"/>
                </a:solidFill>
                <a:latin typeface="돋움" pitchFamily="50" charset="-127"/>
                <a:ea typeface="돋움" pitchFamily="50" charset="-127"/>
              </a:rPr>
              <a:t>?</a:t>
            </a:r>
          </a:p>
        </p:txBody>
      </p:sp>
      <p:sp>
        <p:nvSpPr>
          <p:cNvPr id="7" name="직사각형 6"/>
          <p:cNvSpPr/>
          <p:nvPr/>
        </p:nvSpPr>
        <p:spPr>
          <a:xfrm>
            <a:off x="3576638" y="4808546"/>
            <a:ext cx="182562" cy="10556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71" name="직사각형 70"/>
          <p:cNvSpPr/>
          <p:nvPr/>
        </p:nvSpPr>
        <p:spPr>
          <a:xfrm>
            <a:off x="3538541" y="6318254"/>
            <a:ext cx="344487" cy="1666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72" name="직사각형 71"/>
          <p:cNvSpPr/>
          <p:nvPr/>
        </p:nvSpPr>
        <p:spPr>
          <a:xfrm>
            <a:off x="4130675" y="4814888"/>
            <a:ext cx="622300" cy="13493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pic>
        <p:nvPicPr>
          <p:cNvPr id="22575" name="Picture 5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05263" y="5464180"/>
            <a:ext cx="138112" cy="1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76" name="직사각형 7"/>
          <p:cNvSpPr>
            <a:spLocks noChangeArrowheads="1"/>
          </p:cNvSpPr>
          <p:nvPr/>
        </p:nvSpPr>
        <p:spPr bwMode="auto">
          <a:xfrm>
            <a:off x="3560764" y="537686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endParaRPr lang="ko-KR" altLang="en-US">
              <a:solidFill>
                <a:srgbClr val="000000"/>
              </a:solidFill>
            </a:endParaRPr>
          </a:p>
        </p:txBody>
      </p:sp>
      <p:sp>
        <p:nvSpPr>
          <p:cNvPr id="22577" name="직사각형 74"/>
          <p:cNvSpPr>
            <a:spLocks noChangeArrowheads="1"/>
          </p:cNvSpPr>
          <p:nvPr/>
        </p:nvSpPr>
        <p:spPr bwMode="auto">
          <a:xfrm>
            <a:off x="3570288" y="6054724"/>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p>
        </p:txBody>
      </p:sp>
      <p:sp>
        <p:nvSpPr>
          <p:cNvPr id="22578" name="직사각형 75"/>
          <p:cNvSpPr>
            <a:spLocks noChangeArrowheads="1"/>
          </p:cNvSpPr>
          <p:nvPr/>
        </p:nvSpPr>
        <p:spPr bwMode="auto">
          <a:xfrm>
            <a:off x="4067175" y="4805364"/>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p>
        </p:txBody>
      </p:sp>
      <p:sp>
        <p:nvSpPr>
          <p:cNvPr id="22579" name="직사각형 76"/>
          <p:cNvSpPr>
            <a:spLocks noChangeArrowheads="1"/>
          </p:cNvSpPr>
          <p:nvPr/>
        </p:nvSpPr>
        <p:spPr bwMode="auto">
          <a:xfrm>
            <a:off x="4059239" y="531812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p>
        </p:txBody>
      </p:sp>
      <p:sp>
        <p:nvSpPr>
          <p:cNvPr id="22580" name="직사각형 47"/>
          <p:cNvSpPr>
            <a:spLocks noChangeArrowheads="1"/>
          </p:cNvSpPr>
          <p:nvPr/>
        </p:nvSpPr>
        <p:spPr bwMode="auto">
          <a:xfrm>
            <a:off x="3390900" y="6659563"/>
            <a:ext cx="29527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직류와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교류의 설명 중 맞지 않는 것은</a:t>
            </a:r>
            <a:r>
              <a:rPr lang="en-US" altLang="ko-KR" sz="900">
                <a:solidFill>
                  <a:srgbClr val="000000"/>
                </a:solidFill>
                <a:latin typeface="돋움" pitchFamily="50" charset="-127"/>
                <a:ea typeface="돋움" pitchFamily="50" charset="-127"/>
              </a:rPr>
              <a:t>?</a:t>
            </a:r>
          </a:p>
        </p:txBody>
      </p:sp>
      <p:sp>
        <p:nvSpPr>
          <p:cNvPr id="22581" name="직사각형 47"/>
          <p:cNvSpPr>
            <a:spLocks noChangeArrowheads="1"/>
          </p:cNvSpPr>
          <p:nvPr/>
        </p:nvSpPr>
        <p:spPr bwMode="auto">
          <a:xfrm>
            <a:off x="3444891" y="6891346"/>
            <a:ext cx="3160713"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전원을 분류하면 직류</a:t>
            </a:r>
            <a:r>
              <a:rPr lang="en-US" altLang="ko-KR" sz="900">
                <a:solidFill>
                  <a:srgbClr val="000000"/>
                </a:solidFill>
                <a:latin typeface="돋움" pitchFamily="50" charset="-127"/>
                <a:ea typeface="돋움" pitchFamily="50" charset="-127"/>
              </a:rPr>
              <a:t>(DC)</a:t>
            </a:r>
            <a:r>
              <a:rPr lang="ko-KR" altLang="en-US" sz="900">
                <a:solidFill>
                  <a:srgbClr val="000000"/>
                </a:solidFill>
                <a:latin typeface="돋움" pitchFamily="50" charset="-127"/>
                <a:ea typeface="돋움" pitchFamily="50" charset="-127"/>
              </a:rPr>
              <a:t>와 교류</a:t>
            </a:r>
            <a:r>
              <a:rPr lang="en-US" altLang="ko-KR" sz="900">
                <a:solidFill>
                  <a:srgbClr val="000000"/>
                </a:solidFill>
                <a:latin typeface="돋움" pitchFamily="50" charset="-127"/>
                <a:ea typeface="돋움" pitchFamily="50" charset="-127"/>
              </a:rPr>
              <a:t>(AC)</a:t>
            </a:r>
            <a:r>
              <a:rPr lang="ko-KR" altLang="en-US" sz="900">
                <a:solidFill>
                  <a:srgbClr val="000000"/>
                </a:solidFill>
                <a:latin typeface="돋움" pitchFamily="50" charset="-127"/>
                <a:ea typeface="돋움" pitchFamily="50" charset="-127"/>
              </a:rPr>
              <a:t>로 구분이 된다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직류는 시간에 관계없이 방향과 크기가 일정한 전기</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에너지 이다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교류는 규칙적으로 일정한 주기를 갖고 크기와 방향을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바꾸는 전원으로 보통 정현파</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사인파</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의 성격을 갖는다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직류전원은 시간에 관계없이 일정하게 전압이 공급</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되므로 극성 및 위상이 일정 하다</a:t>
            </a:r>
          </a:p>
        </p:txBody>
      </p:sp>
      <p:sp>
        <p:nvSpPr>
          <p:cNvPr id="22582" name="직사각형 5"/>
          <p:cNvSpPr>
            <a:spLocks noChangeArrowheads="1"/>
          </p:cNvSpPr>
          <p:nvPr/>
        </p:nvSpPr>
        <p:spPr bwMode="auto">
          <a:xfrm>
            <a:off x="3408363" y="7956550"/>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latin typeface="돋움" pitchFamily="50" charset="-127"/>
                <a:ea typeface="돋움" pitchFamily="50" charset="-127"/>
              </a:rPr>
              <a:t>정전기 노이즈에 대한 설명으로 현상이 다른 것은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2583" name="직사각형 47"/>
          <p:cNvSpPr>
            <a:spLocks noChangeArrowheads="1"/>
          </p:cNvSpPr>
          <p:nvPr/>
        </p:nvSpPr>
        <p:spPr bwMode="auto">
          <a:xfrm>
            <a:off x="3429000" y="8140709"/>
            <a:ext cx="3162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불꽃방전에 의한 화재</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폭발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전자기기의 오동작 또는 잡음에 의한 기능의 저하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인체 감전 및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차 재해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정전도장 등의 공정 장애 및 품질의 저하</a:t>
            </a:r>
            <a:r>
              <a:rPr lang="en-US" altLang="ko-KR" sz="900">
                <a:solidFill>
                  <a:srgbClr val="000000"/>
                </a:solidFill>
                <a:latin typeface="돋움" pitchFamily="50" charset="-127"/>
                <a:ea typeface="돋움" pitchFamily="50" charset="-127"/>
              </a:rPr>
              <a:t>.</a:t>
            </a:r>
          </a:p>
        </p:txBody>
      </p:sp>
      <p:sp>
        <p:nvSpPr>
          <p:cNvPr id="49"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53241804"/>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3555"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3556"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3557"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3567" name="직사각형 5"/>
          <p:cNvSpPr>
            <a:spLocks noChangeArrowheads="1"/>
          </p:cNvSpPr>
          <p:nvPr/>
        </p:nvSpPr>
        <p:spPr bwMode="auto">
          <a:xfrm>
            <a:off x="260350" y="984250"/>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다음</a:t>
            </a:r>
            <a:r>
              <a:rPr lang="en-US" altLang="ko-KR" sz="900">
                <a:solidFill>
                  <a:srgbClr val="000000"/>
                </a:solidFill>
                <a:latin typeface="돋움" pitchFamily="50" charset="-127"/>
                <a:ea typeface="돋움" pitchFamily="50" charset="-127"/>
              </a:rPr>
              <a:t>(      ) </a:t>
            </a:r>
            <a:r>
              <a:rPr lang="ko-KR" altLang="en-US" sz="900">
                <a:solidFill>
                  <a:srgbClr val="000000"/>
                </a:solidFill>
                <a:latin typeface="돋움" pitchFamily="50" charset="-127"/>
                <a:ea typeface="돋움" pitchFamily="50" charset="-127"/>
              </a:rPr>
              <a:t>안의 들어갈 말은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15" name="모서리가 둥근 직사각형 14"/>
          <p:cNvSpPr/>
          <p:nvPr/>
        </p:nvSpPr>
        <p:spPr>
          <a:xfrm>
            <a:off x="339727" y="1214438"/>
            <a:ext cx="3089275" cy="508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3569" name="직사각형 47"/>
          <p:cNvSpPr>
            <a:spLocks noChangeArrowheads="1"/>
          </p:cNvSpPr>
          <p:nvPr/>
        </p:nvSpPr>
        <p:spPr bwMode="auto">
          <a:xfrm>
            <a:off x="419100" y="1214445"/>
            <a:ext cx="295275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접지는 도전성 물체를 대지와 전기적으로 접속하여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그의 전위를 대지와 같은 전위 또는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를 최소화</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시키는 것을 말한다</a:t>
            </a:r>
          </a:p>
        </p:txBody>
      </p:sp>
      <p:sp>
        <p:nvSpPr>
          <p:cNvPr id="23570" name="직사각형 47"/>
          <p:cNvSpPr>
            <a:spLocks noChangeArrowheads="1"/>
          </p:cNvSpPr>
          <p:nvPr/>
        </p:nvSpPr>
        <p:spPr bwMode="auto">
          <a:xfrm>
            <a:off x="371475" y="1754189"/>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전압차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전위차</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저항</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차</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전류차</a:t>
            </a:r>
          </a:p>
        </p:txBody>
      </p:sp>
      <p:sp>
        <p:nvSpPr>
          <p:cNvPr id="23571" name="직사각형 5"/>
          <p:cNvSpPr>
            <a:spLocks noChangeArrowheads="1"/>
          </p:cNvSpPr>
          <p:nvPr/>
        </p:nvSpPr>
        <p:spPr bwMode="auto">
          <a:xfrm>
            <a:off x="325438" y="2124075"/>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다음 콘덴서의 설명으로 맞는 것은</a:t>
            </a:r>
            <a:r>
              <a:rPr lang="en-US" altLang="ko-KR" sz="900">
                <a:solidFill>
                  <a:srgbClr val="000000"/>
                </a:solidFill>
                <a:latin typeface="돋움" pitchFamily="50" charset="-127"/>
                <a:ea typeface="돋움" pitchFamily="50" charset="-127"/>
              </a:rPr>
              <a:t>?</a:t>
            </a:r>
          </a:p>
        </p:txBody>
      </p:sp>
      <p:sp>
        <p:nvSpPr>
          <p:cNvPr id="23572" name="직사각형 47"/>
          <p:cNvSpPr>
            <a:spLocks noChangeArrowheads="1"/>
          </p:cNvSpPr>
          <p:nvPr/>
        </p:nvSpPr>
        <p:spPr bwMode="auto">
          <a:xfrm>
            <a:off x="371475" y="3627438"/>
            <a:ext cx="32258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rPr>
              <a:t>음성주파수대역의 고주파수에 사용된다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rPr>
              <a:t>긴 쪽이 </a:t>
            </a:r>
            <a:r>
              <a:rPr lang="en-US" altLang="ko-KR" sz="900">
                <a:solidFill>
                  <a:srgbClr val="000000"/>
                </a:solidFill>
              </a:rPr>
              <a:t>(-)</a:t>
            </a:r>
            <a:r>
              <a:rPr lang="ko-KR" altLang="en-US" sz="900">
                <a:solidFill>
                  <a:srgbClr val="000000"/>
                </a:solidFill>
              </a:rPr>
              <a:t>이고 짧은</a:t>
            </a:r>
            <a:r>
              <a:rPr lang="en-US" altLang="ko-KR" sz="900">
                <a:solidFill>
                  <a:srgbClr val="000000"/>
                </a:solidFill>
              </a:rPr>
              <a:t> </a:t>
            </a:r>
            <a:r>
              <a:rPr lang="ko-KR" altLang="en-US" sz="900">
                <a:solidFill>
                  <a:srgbClr val="000000"/>
                </a:solidFill>
              </a:rPr>
              <a:t>쪽이 </a:t>
            </a:r>
            <a:r>
              <a:rPr lang="en-US" altLang="ko-KR" sz="900">
                <a:solidFill>
                  <a:srgbClr val="000000"/>
                </a:solidFill>
              </a:rPr>
              <a:t>(+) </a:t>
            </a:r>
            <a:r>
              <a:rPr lang="ko-KR" altLang="en-US" sz="900">
                <a:solidFill>
                  <a:srgbClr val="000000"/>
                </a:solidFill>
              </a:rPr>
              <a:t>이다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X</a:t>
            </a:r>
            <a:r>
              <a:rPr lang="ko-KR" altLang="en-US" sz="900">
                <a:solidFill>
                  <a:srgbClr val="000000"/>
                </a:solidFill>
                <a:latin typeface="돋움" pitchFamily="50" charset="-127"/>
                <a:ea typeface="돋움" pitchFamily="50" charset="-127"/>
              </a:rPr>
              <a:t>표시로 마킹 하여 폭발시 안전하도록  방폭형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으로 설계되어 있다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주로 대용량으로서 </a:t>
            </a:r>
            <a:r>
              <a:rPr lang="en-US" altLang="ko-KR" sz="900">
                <a:solidFill>
                  <a:srgbClr val="000000"/>
                </a:solidFill>
                <a:latin typeface="돋움" pitchFamily="50" charset="-127"/>
                <a:ea typeface="돋움" pitchFamily="50" charset="-127"/>
              </a:rPr>
              <a:t>0.1[F] ~ 4,700[F]</a:t>
            </a:r>
            <a:r>
              <a:rPr lang="ko-KR" altLang="en-US" sz="900">
                <a:solidFill>
                  <a:srgbClr val="000000"/>
                </a:solidFill>
                <a:latin typeface="돋움" pitchFamily="50" charset="-127"/>
                <a:ea typeface="돋움" pitchFamily="50" charset="-127"/>
              </a:rPr>
              <a:t>정도의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용량으로 생산되고 있다 </a:t>
            </a:r>
          </a:p>
        </p:txBody>
      </p:sp>
      <p:pic>
        <p:nvPicPr>
          <p:cNvPr id="23573" name="Picture 2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5988" y="2420945"/>
            <a:ext cx="1774825" cy="1095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74" name="직사각형 5"/>
          <p:cNvSpPr>
            <a:spLocks noChangeArrowheads="1"/>
          </p:cNvSpPr>
          <p:nvPr/>
        </p:nvSpPr>
        <p:spPr bwMode="auto">
          <a:xfrm>
            <a:off x="331788" y="4572000"/>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콘덴서 선택에 있어서 </a:t>
            </a:r>
            <a:r>
              <a:rPr lang="en-US" altLang="ko-KR" sz="900">
                <a:solidFill>
                  <a:srgbClr val="000000"/>
                </a:solidFill>
                <a:latin typeface="돋움" pitchFamily="50" charset="-127"/>
                <a:ea typeface="돋움" pitchFamily="50" charset="-127"/>
              </a:rPr>
              <a:t> </a:t>
            </a:r>
            <a:r>
              <a:rPr lang="ko-KR" altLang="en-US" sz="900">
                <a:solidFill>
                  <a:srgbClr val="000000"/>
                </a:solidFill>
              </a:rPr>
              <a:t>안정적인 발진을 요하는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회로의 궤환</a:t>
            </a:r>
            <a:r>
              <a:rPr lang="en-US" altLang="ko-KR" sz="900">
                <a:solidFill>
                  <a:srgbClr val="000000"/>
                </a:solidFill>
              </a:rPr>
              <a:t> </a:t>
            </a:r>
            <a:r>
              <a:rPr lang="ko-KR" altLang="en-US" sz="900">
                <a:solidFill>
                  <a:srgbClr val="000000"/>
                </a:solidFill>
              </a:rPr>
              <a:t>에 사용</a:t>
            </a:r>
            <a:r>
              <a:rPr lang="ko-KR" altLang="en-US" sz="900">
                <a:solidFill>
                  <a:srgbClr val="000000"/>
                </a:solidFill>
                <a:latin typeface="돋움" pitchFamily="50" charset="-127"/>
                <a:ea typeface="돋움" pitchFamily="50" charset="-127"/>
              </a:rPr>
              <a:t>되는 콘덴서는 </a:t>
            </a:r>
            <a:r>
              <a:rPr lang="en-US" altLang="ko-KR" sz="900">
                <a:solidFill>
                  <a:srgbClr val="000000"/>
                </a:solidFill>
                <a:latin typeface="돋움" pitchFamily="50" charset="-127"/>
                <a:ea typeface="돋움" pitchFamily="50" charset="-127"/>
              </a:rPr>
              <a:t>?</a:t>
            </a:r>
          </a:p>
        </p:txBody>
      </p:sp>
      <p:pic>
        <p:nvPicPr>
          <p:cNvPr id="23575" name="Picture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7704" y="4989516"/>
            <a:ext cx="1081087" cy="735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76" name="Picture 2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60575" y="5854700"/>
            <a:ext cx="1081088" cy="7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77" name="Picture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0575" y="4989516"/>
            <a:ext cx="1081088" cy="735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78" name="Picture 2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7704" y="5854700"/>
            <a:ext cx="1081087" cy="7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79" name="직사각형 28"/>
          <p:cNvSpPr>
            <a:spLocks noChangeArrowheads="1"/>
          </p:cNvSpPr>
          <p:nvPr/>
        </p:nvSpPr>
        <p:spPr bwMode="auto">
          <a:xfrm>
            <a:off x="309564" y="4929188"/>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endParaRPr lang="ko-KR" altLang="en-US">
              <a:solidFill>
                <a:srgbClr val="000000"/>
              </a:solidFill>
            </a:endParaRPr>
          </a:p>
        </p:txBody>
      </p:sp>
      <p:sp>
        <p:nvSpPr>
          <p:cNvPr id="23580" name="직사각형 29"/>
          <p:cNvSpPr>
            <a:spLocks noChangeArrowheads="1"/>
          </p:cNvSpPr>
          <p:nvPr/>
        </p:nvSpPr>
        <p:spPr bwMode="auto">
          <a:xfrm>
            <a:off x="1797050" y="498951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p>
        </p:txBody>
      </p:sp>
      <p:sp>
        <p:nvSpPr>
          <p:cNvPr id="23581" name="직사각형 30"/>
          <p:cNvSpPr>
            <a:spLocks noChangeArrowheads="1"/>
          </p:cNvSpPr>
          <p:nvPr/>
        </p:nvSpPr>
        <p:spPr bwMode="auto">
          <a:xfrm>
            <a:off x="320675" y="582771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p>
        </p:txBody>
      </p:sp>
      <p:sp>
        <p:nvSpPr>
          <p:cNvPr id="23582" name="직사각형 31"/>
          <p:cNvSpPr>
            <a:spLocks noChangeArrowheads="1"/>
          </p:cNvSpPr>
          <p:nvPr/>
        </p:nvSpPr>
        <p:spPr bwMode="auto">
          <a:xfrm>
            <a:off x="1811339" y="5808664"/>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p>
        </p:txBody>
      </p:sp>
      <p:sp>
        <p:nvSpPr>
          <p:cNvPr id="23583" name="직사각형 5"/>
          <p:cNvSpPr>
            <a:spLocks noChangeArrowheads="1"/>
          </p:cNvSpPr>
          <p:nvPr/>
        </p:nvSpPr>
        <p:spPr bwMode="auto">
          <a:xfrm>
            <a:off x="317500" y="6578600"/>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아래 저항의 설명으로 틀린 것은 </a:t>
            </a:r>
            <a:r>
              <a:rPr lang="en-US" altLang="ko-KR" sz="900">
                <a:solidFill>
                  <a:srgbClr val="000000"/>
                </a:solidFill>
                <a:latin typeface="돋움" pitchFamily="50" charset="-127"/>
                <a:ea typeface="돋움" pitchFamily="50" charset="-127"/>
              </a:rPr>
              <a:t>?</a:t>
            </a:r>
          </a:p>
        </p:txBody>
      </p:sp>
      <p:pic>
        <p:nvPicPr>
          <p:cNvPr id="23584" name="Picture 2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7688" y="6804025"/>
            <a:ext cx="2540000" cy="1130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85" name="직사각형 47"/>
          <p:cNvSpPr>
            <a:spLocks noChangeArrowheads="1"/>
          </p:cNvSpPr>
          <p:nvPr/>
        </p:nvSpPr>
        <p:spPr bwMode="auto">
          <a:xfrm>
            <a:off x="304800" y="7924801"/>
            <a:ext cx="32258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rPr>
              <a:t>정밀한 용도로는 적합하지 않다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rPr>
              <a:t>현재 국내에서 가장 일반적으로 값싼 저항 이다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정밀도가 필요한 일반 </a:t>
            </a:r>
            <a:r>
              <a:rPr lang="en-US" altLang="ko-KR" sz="900">
                <a:solidFill>
                  <a:srgbClr val="000000"/>
                </a:solidFill>
                <a:latin typeface="돋움" pitchFamily="50" charset="-127"/>
                <a:ea typeface="돋움" pitchFamily="50" charset="-127"/>
              </a:rPr>
              <a:t>Analog</a:t>
            </a:r>
            <a:r>
              <a:rPr lang="ko-KR" altLang="en-US" sz="900">
                <a:solidFill>
                  <a:srgbClr val="000000"/>
                </a:solidFill>
                <a:latin typeface="돋움" pitchFamily="50" charset="-127"/>
                <a:ea typeface="돋움" pitchFamily="50" charset="-127"/>
              </a:rPr>
              <a:t>회로에 사용 된다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정격전압 이상의 고압 </a:t>
            </a:r>
            <a:r>
              <a:rPr lang="en-US" altLang="ko-KR" sz="900">
                <a:solidFill>
                  <a:srgbClr val="000000"/>
                </a:solidFill>
                <a:latin typeface="돋움" pitchFamily="50" charset="-127"/>
                <a:ea typeface="돋움" pitchFamily="50" charset="-127"/>
              </a:rPr>
              <a:t>Pulse</a:t>
            </a:r>
            <a:r>
              <a:rPr lang="ko-KR" altLang="en-US" sz="900">
                <a:solidFill>
                  <a:srgbClr val="000000"/>
                </a:solidFill>
                <a:latin typeface="돋움" pitchFamily="50" charset="-127"/>
                <a:ea typeface="돋움" pitchFamily="50" charset="-127"/>
              </a:rPr>
              <a:t>에 의한 </a:t>
            </a:r>
            <a:r>
              <a:rPr lang="en-US" altLang="ko-KR" sz="900">
                <a:solidFill>
                  <a:srgbClr val="000000"/>
                </a:solidFill>
                <a:latin typeface="돋움" pitchFamily="50" charset="-127"/>
                <a:ea typeface="돋움" pitchFamily="50" charset="-127"/>
              </a:rPr>
              <a:t>Arc</a:t>
            </a:r>
            <a:r>
              <a:rPr lang="ko-KR" altLang="en-US" sz="900">
                <a:solidFill>
                  <a:srgbClr val="000000"/>
                </a:solidFill>
                <a:latin typeface="돋움" pitchFamily="50" charset="-127"/>
                <a:ea typeface="돋움" pitchFamily="50" charset="-127"/>
              </a:rPr>
              <a:t>방전을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일으키기 쉽다</a:t>
            </a:r>
          </a:p>
        </p:txBody>
      </p:sp>
      <p:sp>
        <p:nvSpPr>
          <p:cNvPr id="23586" name="직사각형 5"/>
          <p:cNvSpPr>
            <a:spLocks noChangeArrowheads="1"/>
          </p:cNvSpPr>
          <p:nvPr/>
        </p:nvSpPr>
        <p:spPr bwMode="auto">
          <a:xfrm>
            <a:off x="3409950" y="996951"/>
            <a:ext cx="325913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코일의 분류 중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코일 인덕터</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에 해당 되지 않는 것은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3587" name="직사각형 47"/>
          <p:cNvSpPr>
            <a:spLocks noChangeArrowheads="1"/>
          </p:cNvSpPr>
          <p:nvPr/>
        </p:nvSpPr>
        <p:spPr bwMode="auto">
          <a:xfrm>
            <a:off x="3514725" y="1214439"/>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전원용 초크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트랜스 초크</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초크 코일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바 안테나</a:t>
            </a:r>
          </a:p>
        </p:txBody>
      </p:sp>
      <p:sp>
        <p:nvSpPr>
          <p:cNvPr id="23588" name="직사각형 47"/>
          <p:cNvSpPr>
            <a:spLocks noChangeArrowheads="1"/>
          </p:cNvSpPr>
          <p:nvPr/>
        </p:nvSpPr>
        <p:spPr bwMode="auto">
          <a:xfrm>
            <a:off x="3390900" y="1547812"/>
            <a:ext cx="29527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ko-KR" altLang="en-US" sz="900">
                <a:solidFill>
                  <a:srgbClr val="000000"/>
                </a:solidFill>
                <a:latin typeface="돋움" pitchFamily="50" charset="-127"/>
                <a:ea typeface="돋움" pitchFamily="50" charset="-127"/>
              </a:rPr>
              <a:t>다음 중 전원제어 소자가 아닌 것은</a:t>
            </a:r>
            <a:r>
              <a:rPr lang="en-US" altLang="ko-KR" sz="900">
                <a:solidFill>
                  <a:srgbClr val="000000"/>
                </a:solidFill>
                <a:latin typeface="돋움" pitchFamily="50" charset="-127"/>
                <a:ea typeface="돋움" pitchFamily="50" charset="-127"/>
              </a:rPr>
              <a:t>?</a:t>
            </a:r>
          </a:p>
        </p:txBody>
      </p:sp>
      <p:sp>
        <p:nvSpPr>
          <p:cNvPr id="23589" name="직사각형 47"/>
          <p:cNvSpPr>
            <a:spLocks noChangeArrowheads="1"/>
          </p:cNvSpPr>
          <p:nvPr/>
        </p:nvSpPr>
        <p:spPr bwMode="auto">
          <a:xfrm>
            <a:off x="3500438" y="1722437"/>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SCR</a:t>
            </a: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Diode</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TRIAC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SSR</a:t>
            </a:r>
          </a:p>
        </p:txBody>
      </p:sp>
      <p:sp>
        <p:nvSpPr>
          <p:cNvPr id="23590" name="직사각형 47"/>
          <p:cNvSpPr>
            <a:spLocks noChangeArrowheads="1"/>
          </p:cNvSpPr>
          <p:nvPr/>
        </p:nvSpPr>
        <p:spPr bwMode="auto">
          <a:xfrm>
            <a:off x="3403600" y="2092334"/>
            <a:ext cx="3265488"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a:t>
            </a:r>
            <a:r>
              <a:rPr lang="ko-KR" altLang="en-US" sz="900">
                <a:solidFill>
                  <a:srgbClr val="000000"/>
                </a:solidFill>
                <a:latin typeface="돋움" pitchFamily="50" charset="-127"/>
                <a:ea typeface="돋움" pitchFamily="50" charset="-127"/>
              </a:rPr>
              <a:t>원자의 최 외각 궤도에 존재하는 전자로 원자핵</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으로부터의 구속력이 약해 이탈하기 쉬운</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전자를 무엇</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이라 하는가</a:t>
            </a:r>
            <a:r>
              <a:rPr lang="en-US" altLang="ko-KR" sz="900">
                <a:solidFill>
                  <a:srgbClr val="000000"/>
                </a:solidFill>
                <a:latin typeface="돋움" pitchFamily="50" charset="-127"/>
                <a:ea typeface="돋움" pitchFamily="50" charset="-127"/>
              </a:rPr>
              <a:t>?</a:t>
            </a:r>
          </a:p>
        </p:txBody>
      </p:sp>
      <p:sp>
        <p:nvSpPr>
          <p:cNvPr id="23591" name="직사각형 47"/>
          <p:cNvSpPr>
            <a:spLocks noChangeArrowheads="1"/>
          </p:cNvSpPr>
          <p:nvPr/>
        </p:nvSpPr>
        <p:spPr bwMode="auto">
          <a:xfrm>
            <a:off x="3573463" y="2600325"/>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en-US" altLang="ko-KR" sz="900" smtClean="0">
                <a:solidFill>
                  <a:srgbClr val="000000"/>
                </a:solidFill>
                <a:latin typeface="돋움" pitchFamily="50" charset="-127"/>
                <a:ea typeface="돋움" pitchFamily="50" charset="-127"/>
              </a:rPr>
              <a:t>neutron</a:t>
            </a:r>
            <a:r>
              <a:rPr lang="ko-KR" altLang="en-US" sz="900" smtClean="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rPr>
              <a:t>자유전자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en-US" altLang="ko-KR" sz="900" smtClean="0">
                <a:solidFill>
                  <a:srgbClr val="000000"/>
                </a:solidFill>
                <a:latin typeface="돋움" pitchFamily="50" charset="-127"/>
                <a:ea typeface="돋움" pitchFamily="50" charset="-127"/>
              </a:rPr>
              <a:t>proton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가전자</a:t>
            </a:r>
          </a:p>
        </p:txBody>
      </p:sp>
      <p:sp>
        <p:nvSpPr>
          <p:cNvPr id="23592" name="직사각형 47"/>
          <p:cNvSpPr>
            <a:spLocks noChangeArrowheads="1"/>
          </p:cNvSpPr>
          <p:nvPr/>
        </p:nvSpPr>
        <p:spPr bwMode="auto">
          <a:xfrm>
            <a:off x="3403600" y="2965450"/>
            <a:ext cx="32654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a:t>
            </a:r>
            <a:r>
              <a:rPr lang="ko-KR" altLang="en-US" sz="900">
                <a:solidFill>
                  <a:srgbClr val="000000"/>
                </a:solidFill>
                <a:latin typeface="돋움" pitchFamily="50" charset="-127"/>
                <a:ea typeface="돋움" pitchFamily="50" charset="-127"/>
              </a:rPr>
              <a:t>가변 저항 종류가 아닌 것은 </a:t>
            </a:r>
            <a:r>
              <a:rPr lang="en-US" altLang="ko-KR" sz="900">
                <a:solidFill>
                  <a:srgbClr val="000000"/>
                </a:solidFill>
                <a:latin typeface="돋움" pitchFamily="50" charset="-127"/>
                <a:ea typeface="돋움" pitchFamily="50" charset="-127"/>
              </a:rPr>
              <a:t>?</a:t>
            </a:r>
          </a:p>
        </p:txBody>
      </p:sp>
      <p:sp>
        <p:nvSpPr>
          <p:cNvPr id="23593" name="직사각형 47"/>
          <p:cNvSpPr>
            <a:spLocks noChangeArrowheads="1"/>
          </p:cNvSpPr>
          <p:nvPr/>
        </p:nvSpPr>
        <p:spPr bwMode="auto">
          <a:xfrm>
            <a:off x="3563938" y="3203573"/>
            <a:ext cx="2952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실리콘 계                ②</a:t>
            </a:r>
            <a:r>
              <a:rPr lang="en-US" altLang="ko-KR" sz="900">
                <a:solidFill>
                  <a:srgbClr val="000000"/>
                </a:solidFill>
                <a:latin typeface="돋움" pitchFamily="50" charset="-127"/>
                <a:ea typeface="돋움" pitchFamily="50" charset="-127"/>
              </a:rPr>
              <a:t> </a:t>
            </a:r>
            <a:r>
              <a:rPr lang="ko-KR" altLang="en-US" sz="900">
                <a:solidFill>
                  <a:srgbClr val="000000"/>
                </a:solidFill>
              </a:rPr>
              <a:t>탄소 피막계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금속 피막계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코일</a:t>
            </a:r>
          </a:p>
        </p:txBody>
      </p:sp>
      <p:sp>
        <p:nvSpPr>
          <p:cNvPr id="23594" name="직사각형 47"/>
          <p:cNvSpPr>
            <a:spLocks noChangeArrowheads="1"/>
          </p:cNvSpPr>
          <p:nvPr/>
        </p:nvSpPr>
        <p:spPr bwMode="auto">
          <a:xfrm>
            <a:off x="3375025" y="3587751"/>
            <a:ext cx="32654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20.</a:t>
            </a:r>
            <a:r>
              <a:rPr lang="ko-KR" altLang="en-US" sz="900">
                <a:solidFill>
                  <a:srgbClr val="000000"/>
                </a:solidFill>
                <a:latin typeface="돋움" pitchFamily="50" charset="-127"/>
                <a:ea typeface="돋움" pitchFamily="50" charset="-127"/>
              </a:rPr>
              <a:t>아래 그림의  소자 특징이 아닌 것은 </a:t>
            </a:r>
            <a:r>
              <a:rPr lang="en-US" altLang="ko-KR" sz="900">
                <a:solidFill>
                  <a:srgbClr val="000000"/>
                </a:solidFill>
                <a:latin typeface="돋움" pitchFamily="50" charset="-127"/>
                <a:ea typeface="돋움" pitchFamily="50" charset="-127"/>
              </a:rPr>
              <a:t>?</a:t>
            </a:r>
          </a:p>
        </p:txBody>
      </p:sp>
      <p:pic>
        <p:nvPicPr>
          <p:cNvPr id="23595" name="Picture 2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668963" y="3563945"/>
            <a:ext cx="857250" cy="1476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96" name="직사각형 47"/>
          <p:cNvSpPr>
            <a:spLocks noChangeArrowheads="1"/>
          </p:cNvSpPr>
          <p:nvPr/>
        </p:nvSpPr>
        <p:spPr bwMode="auto">
          <a:xfrm>
            <a:off x="3443288" y="3851284"/>
            <a:ext cx="3225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rPr>
              <a:t>주위온도의 변화에 따른 출력변동이 적다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rPr>
              <a:t>출력의 분산이 적다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소형경량</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장수명이다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응답속도가 빠르다</a:t>
            </a:r>
          </a:p>
        </p:txBody>
      </p:sp>
      <p:sp>
        <p:nvSpPr>
          <p:cNvPr id="38"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45689408"/>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457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nvGraphicFramePr>
        <p:xfrm>
          <a:off x="1412891" y="1668471"/>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nvGraphicFramePr>
        <p:xfrm>
          <a:off x="3735404" y="1673233"/>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02700625"/>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5603"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5604"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5614" name="직사각형 5"/>
          <p:cNvSpPr>
            <a:spLocks noChangeArrowheads="1"/>
          </p:cNvSpPr>
          <p:nvPr/>
        </p:nvSpPr>
        <p:spPr bwMode="auto">
          <a:xfrm>
            <a:off x="304800" y="989013"/>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마일러 콘덴서의 설명 중 맞지 않는 것은</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5615"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5616" name="직사각형 5"/>
          <p:cNvSpPr>
            <a:spLocks noChangeArrowheads="1"/>
          </p:cNvSpPr>
          <p:nvPr/>
        </p:nvSpPr>
        <p:spPr bwMode="auto">
          <a:xfrm>
            <a:off x="3408363" y="989013"/>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아래 설명하고 있는 코일의 종류는</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5617" name="직사각형 47"/>
          <p:cNvSpPr>
            <a:spLocks noChangeArrowheads="1"/>
          </p:cNvSpPr>
          <p:nvPr/>
        </p:nvSpPr>
        <p:spPr bwMode="auto">
          <a:xfrm>
            <a:off x="304800" y="1235083"/>
            <a:ext cx="3162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일반적인 결합회로에 사용 된다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고 주파 용도는 사용하지 않는다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유전체 손실도가 약간 크다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대 전류 용도에 용의 하다</a:t>
            </a:r>
            <a:r>
              <a:rPr lang="en-US" altLang="ko-KR" sz="900">
                <a:solidFill>
                  <a:srgbClr val="000000"/>
                </a:solidFill>
                <a:latin typeface="돋움" pitchFamily="50" charset="-127"/>
                <a:ea typeface="돋움" pitchFamily="50" charset="-127"/>
              </a:rPr>
              <a:t>	</a:t>
            </a:r>
          </a:p>
        </p:txBody>
      </p:sp>
      <p:sp>
        <p:nvSpPr>
          <p:cNvPr id="25618" name="직사각형 5"/>
          <p:cNvSpPr>
            <a:spLocks noChangeArrowheads="1"/>
          </p:cNvSpPr>
          <p:nvPr/>
        </p:nvSpPr>
        <p:spPr bwMode="auto">
          <a:xfrm>
            <a:off x="260350" y="1881188"/>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콘덴서 주요 용도에서 고주파 신호만 꺼내는 회로는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pic>
        <p:nvPicPr>
          <p:cNvPr id="25619" name="Picture 5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16" y="2222502"/>
            <a:ext cx="1204913" cy="582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2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52666" y="2241550"/>
            <a:ext cx="1204913"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21" name="Picture 5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16" y="3087693"/>
            <a:ext cx="1204913" cy="547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22" name="Picture 5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51079" y="3078171"/>
            <a:ext cx="1195387" cy="55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23" name="직사각형 53"/>
          <p:cNvSpPr>
            <a:spLocks noChangeArrowheads="1"/>
          </p:cNvSpPr>
          <p:nvPr/>
        </p:nvSpPr>
        <p:spPr bwMode="auto">
          <a:xfrm>
            <a:off x="241300" y="2133600"/>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endParaRPr lang="ko-KR" altLang="en-US">
              <a:solidFill>
                <a:srgbClr val="000000"/>
              </a:solidFill>
            </a:endParaRPr>
          </a:p>
        </p:txBody>
      </p:sp>
      <p:sp>
        <p:nvSpPr>
          <p:cNvPr id="25624" name="직사각형 54"/>
          <p:cNvSpPr>
            <a:spLocks noChangeArrowheads="1"/>
          </p:cNvSpPr>
          <p:nvPr/>
        </p:nvSpPr>
        <p:spPr bwMode="auto">
          <a:xfrm>
            <a:off x="1906588" y="219392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p>
        </p:txBody>
      </p:sp>
      <p:sp>
        <p:nvSpPr>
          <p:cNvPr id="25625" name="직사각형 55"/>
          <p:cNvSpPr>
            <a:spLocks noChangeArrowheads="1"/>
          </p:cNvSpPr>
          <p:nvPr/>
        </p:nvSpPr>
        <p:spPr bwMode="auto">
          <a:xfrm>
            <a:off x="252414" y="3030538"/>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p>
        </p:txBody>
      </p:sp>
      <p:sp>
        <p:nvSpPr>
          <p:cNvPr id="25626" name="직사각형 56"/>
          <p:cNvSpPr>
            <a:spLocks noChangeArrowheads="1"/>
          </p:cNvSpPr>
          <p:nvPr/>
        </p:nvSpPr>
        <p:spPr bwMode="auto">
          <a:xfrm>
            <a:off x="1905000" y="301307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p>
        </p:txBody>
      </p:sp>
      <p:sp>
        <p:nvSpPr>
          <p:cNvPr id="25627" name="직사각형 5"/>
          <p:cNvSpPr>
            <a:spLocks noChangeArrowheads="1"/>
          </p:cNvSpPr>
          <p:nvPr/>
        </p:nvSpPr>
        <p:spPr bwMode="auto">
          <a:xfrm>
            <a:off x="260350" y="3651250"/>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릴레이를 비롯하여 </a:t>
            </a:r>
            <a:r>
              <a:rPr lang="en-US" altLang="ko-KR" sz="900">
                <a:solidFill>
                  <a:srgbClr val="000000"/>
                </a:solidFill>
                <a:latin typeface="돋움" pitchFamily="50" charset="-127"/>
                <a:ea typeface="돋움" pitchFamily="50" charset="-127"/>
              </a:rPr>
              <a:t>PLC,TTL </a:t>
            </a:r>
            <a:r>
              <a:rPr lang="ko-KR" altLang="en-US" sz="900">
                <a:solidFill>
                  <a:srgbClr val="000000"/>
                </a:solidFill>
                <a:latin typeface="돋움" pitchFamily="50" charset="-127"/>
                <a:ea typeface="돋움" pitchFamily="50" charset="-127"/>
              </a:rPr>
              <a:t>로직회로등 대부분의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기기와 접속 가능한 출력회로 는</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5628" name="직사각형 47"/>
          <p:cNvSpPr>
            <a:spLocks noChangeArrowheads="1"/>
          </p:cNvSpPr>
          <p:nvPr/>
        </p:nvSpPr>
        <p:spPr bwMode="auto">
          <a:xfrm>
            <a:off x="266700" y="3924308"/>
            <a:ext cx="3162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NPN</a:t>
            </a:r>
            <a:r>
              <a:rPr lang="ko-KR" altLang="en-US" sz="900">
                <a:solidFill>
                  <a:srgbClr val="000000"/>
                </a:solidFill>
                <a:latin typeface="돋움" pitchFamily="50" charset="-127"/>
                <a:ea typeface="돋움" pitchFamily="50" charset="-127"/>
              </a:rPr>
              <a:t>트렌지스터</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오픈컬렉터</a:t>
            </a:r>
            <a:r>
              <a:rPr lang="en-US" altLang="ko-KR" sz="900">
                <a:solidFill>
                  <a:srgbClr val="000000"/>
                </a:solidFill>
                <a:latin typeface="돋움" pitchFamily="50" charset="-127"/>
                <a:ea typeface="돋움" pitchFamily="50" charset="-127"/>
              </a:rPr>
              <a:t>)</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PNP</a:t>
            </a:r>
            <a:r>
              <a:rPr lang="ko-KR" altLang="en-US" sz="900">
                <a:solidFill>
                  <a:srgbClr val="000000"/>
                </a:solidFill>
                <a:latin typeface="돋움" pitchFamily="50" charset="-127"/>
                <a:ea typeface="돋움" pitchFamily="50" charset="-127"/>
              </a:rPr>
              <a:t>트렌지스터</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오픈컬렉터</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직류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선식</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릴레이 접점</a:t>
            </a:r>
          </a:p>
        </p:txBody>
      </p:sp>
      <p:sp>
        <p:nvSpPr>
          <p:cNvPr id="25629" name="직사각형 5"/>
          <p:cNvSpPr>
            <a:spLocks noChangeArrowheads="1"/>
          </p:cNvSpPr>
          <p:nvPr/>
        </p:nvSpPr>
        <p:spPr bwMode="auto">
          <a:xfrm>
            <a:off x="271463" y="4562476"/>
            <a:ext cx="30861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 </a:t>
            </a:r>
            <a:r>
              <a:rPr lang="ko-KR" altLang="en-US" sz="900">
                <a:solidFill>
                  <a:srgbClr val="000000"/>
                </a:solidFill>
                <a:latin typeface="돋움" pitchFamily="50" charset="-127"/>
                <a:ea typeface="돋움" pitchFamily="50" charset="-127"/>
              </a:rPr>
              <a:t>다음의 형식은 </a:t>
            </a:r>
            <a:r>
              <a:rPr lang="en-US" altLang="ko-KR" sz="900">
                <a:solidFill>
                  <a:srgbClr val="000000"/>
                </a:solidFill>
                <a:latin typeface="돋움" pitchFamily="50" charset="-127"/>
                <a:ea typeface="돋움" pitchFamily="50" charset="-127"/>
              </a:rPr>
              <a:t>TR</a:t>
            </a:r>
            <a:r>
              <a:rPr lang="ko-KR" altLang="en-US" sz="900">
                <a:solidFill>
                  <a:srgbClr val="000000"/>
                </a:solidFill>
                <a:latin typeface="돋움" pitchFamily="50" charset="-127"/>
                <a:ea typeface="돋움" pitchFamily="50" charset="-127"/>
              </a:rPr>
              <a:t>의 어떤 종류인가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 2SC×××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NPN </a:t>
            </a:r>
            <a:r>
              <a:rPr lang="ko-KR" altLang="en-US" sz="900">
                <a:solidFill>
                  <a:srgbClr val="000000"/>
                </a:solidFill>
                <a:latin typeface="돋움" pitchFamily="50" charset="-127"/>
                <a:ea typeface="돋움" pitchFamily="50" charset="-127"/>
              </a:rPr>
              <a:t>타입의 고주파용     ② </a:t>
            </a:r>
            <a:r>
              <a:rPr lang="en-US" altLang="ko-KR" sz="900">
                <a:solidFill>
                  <a:srgbClr val="000000"/>
                </a:solidFill>
                <a:latin typeface="돋움" pitchFamily="50" charset="-127"/>
                <a:ea typeface="돋움" pitchFamily="50" charset="-127"/>
              </a:rPr>
              <a:t>PNP </a:t>
            </a:r>
            <a:r>
              <a:rPr lang="ko-KR" altLang="en-US" sz="900">
                <a:solidFill>
                  <a:srgbClr val="000000"/>
                </a:solidFill>
                <a:latin typeface="돋움" pitchFamily="50" charset="-127"/>
                <a:ea typeface="돋움" pitchFamily="50" charset="-127"/>
              </a:rPr>
              <a:t>타입의 저주파용</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NPN </a:t>
            </a:r>
            <a:r>
              <a:rPr lang="ko-KR" altLang="en-US" sz="900">
                <a:solidFill>
                  <a:srgbClr val="000000"/>
                </a:solidFill>
                <a:latin typeface="돋움" pitchFamily="50" charset="-127"/>
                <a:ea typeface="돋움" pitchFamily="50" charset="-127"/>
              </a:rPr>
              <a:t>타입의 저주파용     ④ </a:t>
            </a:r>
            <a:r>
              <a:rPr lang="en-US" altLang="ko-KR" sz="900">
                <a:solidFill>
                  <a:srgbClr val="000000"/>
                </a:solidFill>
                <a:latin typeface="돋움" pitchFamily="50" charset="-127"/>
                <a:ea typeface="돋움" pitchFamily="50" charset="-127"/>
              </a:rPr>
              <a:t>PNP </a:t>
            </a:r>
            <a:r>
              <a:rPr lang="ko-KR" altLang="en-US" sz="900">
                <a:solidFill>
                  <a:srgbClr val="000000"/>
                </a:solidFill>
                <a:latin typeface="돋움" pitchFamily="50" charset="-127"/>
                <a:ea typeface="돋움" pitchFamily="50" charset="-127"/>
              </a:rPr>
              <a:t>타입의 고주파용</a:t>
            </a:r>
          </a:p>
        </p:txBody>
      </p:sp>
      <p:sp>
        <p:nvSpPr>
          <p:cNvPr id="25630" name="직사각형 5"/>
          <p:cNvSpPr>
            <a:spLocks noChangeArrowheads="1"/>
          </p:cNvSpPr>
          <p:nvPr/>
        </p:nvSpPr>
        <p:spPr bwMode="auto">
          <a:xfrm>
            <a:off x="260350" y="5348297"/>
            <a:ext cx="30861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교류전압 주기</a:t>
            </a:r>
            <a:r>
              <a:rPr lang="en-US" altLang="ko-KR" sz="900">
                <a:solidFill>
                  <a:srgbClr val="000000"/>
                </a:solidFill>
                <a:latin typeface="돋움" pitchFamily="50" charset="-127"/>
                <a:ea typeface="돋움" pitchFamily="50" charset="-127"/>
              </a:rPr>
              <a:t>(T)</a:t>
            </a:r>
            <a:r>
              <a:rPr lang="ko-KR" altLang="en-US" sz="900">
                <a:solidFill>
                  <a:srgbClr val="000000"/>
                </a:solidFill>
                <a:latin typeface="돋움" pitchFamily="50" charset="-127"/>
                <a:ea typeface="돋움" pitchFamily="50" charset="-127"/>
              </a:rPr>
              <a:t>가 </a:t>
            </a:r>
            <a:r>
              <a:rPr lang="en-US" altLang="ko-KR" sz="900">
                <a:solidFill>
                  <a:srgbClr val="000000"/>
                </a:solidFill>
                <a:latin typeface="돋움" pitchFamily="50" charset="-127"/>
                <a:ea typeface="돋움" pitchFamily="50" charset="-127"/>
              </a:rPr>
              <a:t>10[ms] </a:t>
            </a:r>
            <a:r>
              <a:rPr lang="ko-KR" altLang="en-US" sz="900">
                <a:solidFill>
                  <a:srgbClr val="000000"/>
                </a:solidFill>
                <a:latin typeface="돋움" pitchFamily="50" charset="-127"/>
                <a:ea typeface="돋움" pitchFamily="50" charset="-127"/>
              </a:rPr>
              <a:t>이다</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주파수는 얼마인가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100[Hz]                        ② 300[Hz]</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500[Hz]                        ④ 700[Hz]</a:t>
            </a:r>
          </a:p>
        </p:txBody>
      </p:sp>
      <p:sp>
        <p:nvSpPr>
          <p:cNvPr id="25631" name="직사각형 5"/>
          <p:cNvSpPr>
            <a:spLocks noChangeArrowheads="1"/>
          </p:cNvSpPr>
          <p:nvPr/>
        </p:nvSpPr>
        <p:spPr bwMode="auto">
          <a:xfrm>
            <a:off x="228600" y="5994400"/>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DVM(Digital Volts Meter)</a:t>
            </a:r>
            <a:r>
              <a:rPr lang="ko-KR" altLang="en-US" sz="900">
                <a:solidFill>
                  <a:srgbClr val="000000"/>
                </a:solidFill>
                <a:latin typeface="돋움" pitchFamily="50" charset="-127"/>
                <a:ea typeface="돋움" pitchFamily="50" charset="-127"/>
              </a:rPr>
              <a:t>을 회로에 직렬로 연결하여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측정해야 하는 것은</a:t>
            </a:r>
            <a:r>
              <a:rPr lang="en-US" altLang="ko-KR" sz="900">
                <a:solidFill>
                  <a:srgbClr val="000000"/>
                </a:solidFill>
                <a:latin typeface="돋움" pitchFamily="50" charset="-127"/>
                <a:ea typeface="돋움" pitchFamily="50" charset="-127"/>
              </a:rPr>
              <a:t>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5632" name="직사각형 5"/>
          <p:cNvSpPr>
            <a:spLocks noChangeArrowheads="1"/>
          </p:cNvSpPr>
          <p:nvPr/>
        </p:nvSpPr>
        <p:spPr bwMode="auto">
          <a:xfrm>
            <a:off x="260350" y="6362700"/>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전압</a:t>
            </a: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저항</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전류</a:t>
            </a: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콘덴서</a:t>
            </a:r>
            <a:endParaRPr lang="en-US" altLang="ko-KR" sz="900">
              <a:solidFill>
                <a:srgbClr val="000000"/>
              </a:solidFill>
              <a:latin typeface="돋움" pitchFamily="50" charset="-127"/>
              <a:ea typeface="돋움" pitchFamily="50" charset="-127"/>
            </a:endParaRPr>
          </a:p>
        </p:txBody>
      </p:sp>
      <p:sp>
        <p:nvSpPr>
          <p:cNvPr id="25633" name="직사각형 5"/>
          <p:cNvSpPr>
            <a:spLocks noChangeArrowheads="1"/>
          </p:cNvSpPr>
          <p:nvPr/>
        </p:nvSpPr>
        <p:spPr bwMode="auto">
          <a:xfrm>
            <a:off x="241300" y="6732589"/>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아래 사진의 표시색 의미는 무엇 인가</a:t>
            </a:r>
            <a:r>
              <a:rPr lang="en-US" altLang="ko-KR" sz="900">
                <a:solidFill>
                  <a:srgbClr val="000000"/>
                </a:solidFill>
                <a:latin typeface="돋움" pitchFamily="50" charset="-127"/>
                <a:ea typeface="돋움" pitchFamily="50" charset="-127"/>
              </a:rPr>
              <a:t>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5634" name="직사각형 5"/>
          <p:cNvSpPr>
            <a:spLocks noChangeArrowheads="1"/>
          </p:cNvSpPr>
          <p:nvPr/>
        </p:nvSpPr>
        <p:spPr bwMode="auto">
          <a:xfrm>
            <a:off x="260350" y="6938972"/>
            <a:ext cx="15430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허용 공차</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주파수 특성</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온도 특성</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용량 특성</a:t>
            </a:r>
            <a:endParaRPr lang="en-US" altLang="ko-KR" sz="900">
              <a:solidFill>
                <a:srgbClr val="000000"/>
              </a:solidFill>
              <a:latin typeface="돋움" pitchFamily="50" charset="-127"/>
              <a:ea typeface="돋움" pitchFamily="50" charset="-127"/>
            </a:endParaRPr>
          </a:p>
        </p:txBody>
      </p:sp>
      <p:pic>
        <p:nvPicPr>
          <p:cNvPr id="25635"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11379" y="6962775"/>
            <a:ext cx="1303337" cy="90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36" name="직사각형 5"/>
          <p:cNvSpPr>
            <a:spLocks noChangeArrowheads="1"/>
          </p:cNvSpPr>
          <p:nvPr/>
        </p:nvSpPr>
        <p:spPr bwMode="auto">
          <a:xfrm>
            <a:off x="241300" y="7912100"/>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일정한 전압 이상이 되면 역방향 전류가 급격하게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흐르는 특성이 있는 다이오드 기호는</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pic>
        <p:nvPicPr>
          <p:cNvPr id="25637" name="Picture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4813" y="8391525"/>
            <a:ext cx="406400" cy="428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38"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39913" y="8339138"/>
            <a:ext cx="430212"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39" name="Picture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63841" y="8340725"/>
            <a:ext cx="519113" cy="40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40" name="Picture 3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52513" y="8348663"/>
            <a:ext cx="557212" cy="392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41" name="직사각형 5"/>
          <p:cNvSpPr>
            <a:spLocks noChangeArrowheads="1"/>
          </p:cNvSpPr>
          <p:nvPr/>
        </p:nvSpPr>
        <p:spPr bwMode="auto">
          <a:xfrm>
            <a:off x="223854" y="8275638"/>
            <a:ext cx="3571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a:t>
            </a:r>
          </a:p>
        </p:txBody>
      </p:sp>
      <p:sp>
        <p:nvSpPr>
          <p:cNvPr id="25642" name="직사각형 5"/>
          <p:cNvSpPr>
            <a:spLocks noChangeArrowheads="1"/>
          </p:cNvSpPr>
          <p:nvPr/>
        </p:nvSpPr>
        <p:spPr bwMode="auto">
          <a:xfrm>
            <a:off x="833441" y="8275638"/>
            <a:ext cx="3571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a:t>
            </a:r>
          </a:p>
        </p:txBody>
      </p:sp>
      <p:sp>
        <p:nvSpPr>
          <p:cNvPr id="25643" name="직사각형 5"/>
          <p:cNvSpPr>
            <a:spLocks noChangeArrowheads="1"/>
          </p:cNvSpPr>
          <p:nvPr/>
        </p:nvSpPr>
        <p:spPr bwMode="auto">
          <a:xfrm>
            <a:off x="1706566" y="8275638"/>
            <a:ext cx="3587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a:t>
            </a:r>
          </a:p>
        </p:txBody>
      </p:sp>
      <p:sp>
        <p:nvSpPr>
          <p:cNvPr id="25644" name="직사각형 5"/>
          <p:cNvSpPr>
            <a:spLocks noChangeArrowheads="1"/>
          </p:cNvSpPr>
          <p:nvPr/>
        </p:nvSpPr>
        <p:spPr bwMode="auto">
          <a:xfrm>
            <a:off x="2382854" y="8275638"/>
            <a:ext cx="3587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a:t>
            </a:r>
          </a:p>
        </p:txBody>
      </p:sp>
      <p:sp>
        <p:nvSpPr>
          <p:cNvPr id="25645" name="직사각형 5"/>
          <p:cNvSpPr>
            <a:spLocks noChangeArrowheads="1"/>
          </p:cNvSpPr>
          <p:nvPr/>
        </p:nvSpPr>
        <p:spPr bwMode="auto">
          <a:xfrm>
            <a:off x="3395663" y="1228734"/>
            <a:ext cx="30861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IFT</a:t>
            </a:r>
            <a:r>
              <a:rPr lang="ko-KR" altLang="en-US" sz="900">
                <a:solidFill>
                  <a:srgbClr val="000000"/>
                </a:solidFill>
                <a:latin typeface="돋움" pitchFamily="50" charset="-127"/>
                <a:ea typeface="돋움" pitchFamily="50" charset="-127"/>
              </a:rPr>
              <a:t>라고 불리는 코일로 </a:t>
            </a:r>
            <a:r>
              <a:rPr lang="en-US" altLang="ko-KR" sz="900">
                <a:solidFill>
                  <a:srgbClr val="000000"/>
                </a:solidFill>
                <a:latin typeface="돋움" pitchFamily="50" charset="-127"/>
                <a:ea typeface="돋움" pitchFamily="50" charset="-127"/>
              </a:rPr>
              <a:t>FCZ </a:t>
            </a:r>
            <a:r>
              <a:rPr lang="ko-KR" altLang="en-US" sz="900">
                <a:solidFill>
                  <a:srgbClr val="000000"/>
                </a:solidFill>
                <a:latin typeface="돋움" pitchFamily="50" charset="-127"/>
                <a:ea typeface="돋움" pitchFamily="50" charset="-127"/>
              </a:rPr>
              <a:t>코일과 마찬가지로 금속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케이스에 들어가 있다．차이는 중간 주파수로 쓰여지는</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455KHz</a:t>
            </a:r>
            <a:r>
              <a:rPr lang="ko-KR" altLang="en-US" sz="900">
                <a:solidFill>
                  <a:srgbClr val="000000"/>
                </a:solidFill>
                <a:latin typeface="돋움" pitchFamily="50" charset="-127"/>
                <a:ea typeface="돋움" pitchFamily="50" charset="-127"/>
              </a:rPr>
              <a:t>나 </a:t>
            </a:r>
            <a:r>
              <a:rPr lang="en-US" altLang="ko-KR" sz="900">
                <a:solidFill>
                  <a:srgbClr val="000000"/>
                </a:solidFill>
                <a:latin typeface="돋움" pitchFamily="50" charset="-127"/>
                <a:ea typeface="돋움" pitchFamily="50" charset="-127"/>
              </a:rPr>
              <a:t>10.7MH </a:t>
            </a:r>
            <a:r>
              <a:rPr lang="ko-KR" altLang="en-US" sz="900">
                <a:solidFill>
                  <a:srgbClr val="000000"/>
                </a:solidFill>
                <a:latin typeface="돋움" pitchFamily="50" charset="-127"/>
                <a:ea typeface="돋움" pitchFamily="50" charset="-127"/>
              </a:rPr>
              <a:t>에 동조한 콘덴서가 미리 병렬 접속</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되어 있는 것이다</a:t>
            </a:r>
            <a:endParaRPr lang="en-US" altLang="ko-KR" sz="900">
              <a:solidFill>
                <a:srgbClr val="000000"/>
              </a:solidFill>
              <a:latin typeface="돋움" pitchFamily="50" charset="-127"/>
              <a:ea typeface="돋움" pitchFamily="50" charset="-127"/>
            </a:endParaRPr>
          </a:p>
        </p:txBody>
      </p:sp>
      <p:sp>
        <p:nvSpPr>
          <p:cNvPr id="3" name="모서리가 둥근 직사각형 2"/>
          <p:cNvSpPr/>
          <p:nvPr/>
        </p:nvSpPr>
        <p:spPr>
          <a:xfrm>
            <a:off x="3429016" y="1219203"/>
            <a:ext cx="3052763" cy="65563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5647" name="직사각형 5"/>
          <p:cNvSpPr>
            <a:spLocks noChangeArrowheads="1"/>
          </p:cNvSpPr>
          <p:nvPr/>
        </p:nvSpPr>
        <p:spPr bwMode="auto">
          <a:xfrm>
            <a:off x="3448050" y="1908173"/>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고주파 초크 코일 </a:t>
            </a: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고주파 동조용 코일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중간 주파수 동조 코일</a:t>
            </a: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바 안테나 코일</a:t>
            </a:r>
          </a:p>
        </p:txBody>
      </p:sp>
      <p:sp>
        <p:nvSpPr>
          <p:cNvPr id="25648" name="직사각형 5"/>
          <p:cNvSpPr>
            <a:spLocks noChangeArrowheads="1"/>
          </p:cNvSpPr>
          <p:nvPr/>
        </p:nvSpPr>
        <p:spPr bwMode="auto">
          <a:xfrm>
            <a:off x="3413125" y="2274889"/>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코일과 콘덴서를 이용하여 병렬회로를 구성 하였을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경우 공진 주파수는 어떻게 되는가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pic>
        <p:nvPicPr>
          <p:cNvPr id="25649" name="Picture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6488" y="2689232"/>
            <a:ext cx="2590800" cy="96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50" name="Picture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6488" y="3651250"/>
            <a:ext cx="2590800" cy="96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직사각형 4"/>
          <p:cNvSpPr/>
          <p:nvPr/>
        </p:nvSpPr>
        <p:spPr>
          <a:xfrm>
            <a:off x="4038616" y="4414846"/>
            <a:ext cx="327025" cy="1428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63" name="직사각형 62"/>
          <p:cNvSpPr/>
          <p:nvPr/>
        </p:nvSpPr>
        <p:spPr>
          <a:xfrm>
            <a:off x="4111625" y="3444875"/>
            <a:ext cx="325438" cy="1412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64" name="직사각형 63"/>
          <p:cNvSpPr/>
          <p:nvPr/>
        </p:nvSpPr>
        <p:spPr>
          <a:xfrm>
            <a:off x="5491179" y="3490921"/>
            <a:ext cx="327025" cy="1412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65" name="직사각형 64"/>
          <p:cNvSpPr/>
          <p:nvPr/>
        </p:nvSpPr>
        <p:spPr>
          <a:xfrm>
            <a:off x="5419725" y="4443421"/>
            <a:ext cx="325438" cy="1412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pic>
        <p:nvPicPr>
          <p:cNvPr id="25655" name="Picture 39"/>
          <p:cNvPicPr>
            <a:picLocks noChangeAspect="1" noChangeArrowheads="1"/>
          </p:cNvPicPr>
          <p:nvPr/>
        </p:nvPicPr>
        <p:blipFill>
          <a:blip r:embed="rId12">
            <a:extLst>
              <a:ext uri="{28A0092B-C50C-407E-A947-70E740481C1C}">
                <a14:useLocalDpi xmlns:a14="http://schemas.microsoft.com/office/drawing/2010/main" val="0"/>
              </a:ext>
            </a:extLst>
          </a:blip>
          <a:srcRect l="94395" t="76021" r="3664" b="1146"/>
          <a:stretch>
            <a:fillRect/>
          </a:stretch>
        </p:blipFill>
        <p:spPr bwMode="auto">
          <a:xfrm>
            <a:off x="3716338" y="3725863"/>
            <a:ext cx="50800" cy="220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56" name="Picture 39"/>
          <p:cNvPicPr>
            <a:picLocks noChangeAspect="1" noChangeArrowheads="1"/>
          </p:cNvPicPr>
          <p:nvPr/>
        </p:nvPicPr>
        <p:blipFill>
          <a:blip r:embed="rId13">
            <a:extLst>
              <a:ext uri="{28A0092B-C50C-407E-A947-70E740481C1C}">
                <a14:useLocalDpi xmlns:a14="http://schemas.microsoft.com/office/drawing/2010/main" val="0"/>
              </a:ext>
            </a:extLst>
          </a:blip>
          <a:srcRect l="95616" t="70551" r="2618" b="6026"/>
          <a:stretch>
            <a:fillRect/>
          </a:stretch>
        </p:blipFill>
        <p:spPr bwMode="auto">
          <a:xfrm>
            <a:off x="4567254" y="4346575"/>
            <a:ext cx="46037" cy="225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57" name="Picture 39"/>
          <p:cNvPicPr>
            <a:picLocks noChangeAspect="1" noChangeArrowheads="1"/>
          </p:cNvPicPr>
          <p:nvPr/>
        </p:nvPicPr>
        <p:blipFill>
          <a:blip r:embed="rId13">
            <a:extLst>
              <a:ext uri="{28A0092B-C50C-407E-A947-70E740481C1C}">
                <a14:useLocalDpi xmlns:a14="http://schemas.microsoft.com/office/drawing/2010/main" val="0"/>
              </a:ext>
            </a:extLst>
          </a:blip>
          <a:srcRect l="95616" t="70551" r="2618" b="6026"/>
          <a:stretch>
            <a:fillRect/>
          </a:stretch>
        </p:blipFill>
        <p:spPr bwMode="auto">
          <a:xfrm>
            <a:off x="6016625" y="4341820"/>
            <a:ext cx="46038" cy="225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58" name="직사각형 53"/>
          <p:cNvSpPr>
            <a:spLocks noChangeArrowheads="1"/>
          </p:cNvSpPr>
          <p:nvPr/>
        </p:nvSpPr>
        <p:spPr bwMode="auto">
          <a:xfrm>
            <a:off x="3497263" y="264477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endParaRPr lang="ko-KR" altLang="en-US">
              <a:solidFill>
                <a:srgbClr val="000000"/>
              </a:solidFill>
            </a:endParaRPr>
          </a:p>
        </p:txBody>
      </p:sp>
      <p:sp>
        <p:nvSpPr>
          <p:cNvPr id="25659" name="직사각형 54"/>
          <p:cNvSpPr>
            <a:spLocks noChangeArrowheads="1"/>
          </p:cNvSpPr>
          <p:nvPr/>
        </p:nvSpPr>
        <p:spPr bwMode="auto">
          <a:xfrm>
            <a:off x="4841875" y="2668588"/>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a:t>
            </a:r>
          </a:p>
        </p:txBody>
      </p:sp>
      <p:sp>
        <p:nvSpPr>
          <p:cNvPr id="25660" name="직사각형 55"/>
          <p:cNvSpPr>
            <a:spLocks noChangeArrowheads="1"/>
          </p:cNvSpPr>
          <p:nvPr/>
        </p:nvSpPr>
        <p:spPr bwMode="auto">
          <a:xfrm>
            <a:off x="3497263" y="3548063"/>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p>
        </p:txBody>
      </p:sp>
      <p:sp>
        <p:nvSpPr>
          <p:cNvPr id="25661" name="직사각형 56"/>
          <p:cNvSpPr>
            <a:spLocks noChangeArrowheads="1"/>
          </p:cNvSpPr>
          <p:nvPr/>
        </p:nvSpPr>
        <p:spPr bwMode="auto">
          <a:xfrm>
            <a:off x="4802189" y="3605212"/>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a:t>
            </a:r>
          </a:p>
        </p:txBody>
      </p:sp>
      <p:pic>
        <p:nvPicPr>
          <p:cNvPr id="25662" name="Picture 39"/>
          <p:cNvPicPr>
            <a:picLocks noChangeAspect="1" noChangeArrowheads="1"/>
          </p:cNvPicPr>
          <p:nvPr/>
        </p:nvPicPr>
        <p:blipFill>
          <a:blip r:embed="rId12">
            <a:extLst>
              <a:ext uri="{28A0092B-C50C-407E-A947-70E740481C1C}">
                <a14:useLocalDpi xmlns:a14="http://schemas.microsoft.com/office/drawing/2010/main" val="0"/>
              </a:ext>
            </a:extLst>
          </a:blip>
          <a:srcRect l="94395" t="76021" r="3664" b="1146"/>
          <a:stretch>
            <a:fillRect/>
          </a:stretch>
        </p:blipFill>
        <p:spPr bwMode="auto">
          <a:xfrm>
            <a:off x="5070475" y="3733808"/>
            <a:ext cx="50800"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63" name="직사각형 5"/>
          <p:cNvSpPr>
            <a:spLocks noChangeArrowheads="1"/>
          </p:cNvSpPr>
          <p:nvPr/>
        </p:nvSpPr>
        <p:spPr bwMode="auto">
          <a:xfrm>
            <a:off x="3357563" y="4557712"/>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latin typeface="돋움" pitchFamily="50" charset="-127"/>
                <a:ea typeface="돋움" pitchFamily="50" charset="-127"/>
              </a:rPr>
              <a:t>다음 저항의 용량은 </a:t>
            </a:r>
            <a:r>
              <a:rPr lang="en-US" altLang="ko-KR" sz="900">
                <a:solidFill>
                  <a:srgbClr val="000000"/>
                </a:solidFill>
                <a:latin typeface="돋움" pitchFamily="50" charset="-127"/>
                <a:ea typeface="돋움" pitchFamily="50" charset="-127"/>
              </a:rPr>
              <a:t>?</a:t>
            </a:r>
          </a:p>
        </p:txBody>
      </p:sp>
      <p:sp>
        <p:nvSpPr>
          <p:cNvPr id="25664" name="직사각형 5"/>
          <p:cNvSpPr>
            <a:spLocks noChangeArrowheads="1"/>
          </p:cNvSpPr>
          <p:nvPr/>
        </p:nvSpPr>
        <p:spPr bwMode="auto">
          <a:xfrm>
            <a:off x="3441700" y="4876808"/>
            <a:ext cx="15430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95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8.4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9.5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8.5 [㏁]</a:t>
            </a:r>
          </a:p>
        </p:txBody>
      </p:sp>
      <p:pic>
        <p:nvPicPr>
          <p:cNvPr id="25665"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68888" y="4672021"/>
            <a:ext cx="1166812" cy="966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66" name="직사각형 5"/>
          <p:cNvSpPr>
            <a:spLocks noChangeArrowheads="1"/>
          </p:cNvSpPr>
          <p:nvPr/>
        </p:nvSpPr>
        <p:spPr bwMode="auto">
          <a:xfrm>
            <a:off x="3379788" y="5618164"/>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다음 저항의 오차 범위가 가장 큰 색은</a:t>
            </a:r>
            <a:r>
              <a:rPr lang="en-US" altLang="ko-KR" sz="900">
                <a:solidFill>
                  <a:srgbClr val="000000"/>
                </a:solidFill>
                <a:latin typeface="돋움" pitchFamily="50" charset="-127"/>
                <a:ea typeface="돋움" pitchFamily="50" charset="-127"/>
              </a:rPr>
              <a:t>?</a:t>
            </a:r>
          </a:p>
        </p:txBody>
      </p:sp>
      <p:sp>
        <p:nvSpPr>
          <p:cNvPr id="25667" name="직사각형 5"/>
          <p:cNvSpPr>
            <a:spLocks noChangeArrowheads="1"/>
          </p:cNvSpPr>
          <p:nvPr/>
        </p:nvSpPr>
        <p:spPr bwMode="auto">
          <a:xfrm>
            <a:off x="3405188" y="5786439"/>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금색</a:t>
            </a: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은색</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무색</a:t>
            </a: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백색</a:t>
            </a:r>
            <a:endParaRPr lang="en-US" altLang="ko-KR" sz="900">
              <a:solidFill>
                <a:srgbClr val="000000"/>
              </a:solidFill>
              <a:latin typeface="돋움" pitchFamily="50" charset="-127"/>
              <a:ea typeface="돋움" pitchFamily="50" charset="-127"/>
            </a:endParaRPr>
          </a:p>
        </p:txBody>
      </p:sp>
      <p:sp>
        <p:nvSpPr>
          <p:cNvPr id="25668" name="직사각형 5"/>
          <p:cNvSpPr>
            <a:spLocks noChangeArrowheads="1"/>
          </p:cNvSpPr>
          <p:nvPr/>
        </p:nvSpPr>
        <p:spPr bwMode="auto">
          <a:xfrm>
            <a:off x="3403616" y="6126161"/>
            <a:ext cx="32035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rPr>
              <a:t>반복되는 하나의 완성된 파형이 가지는 시간적 길이를</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무엇이라 하는가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5669" name="직사각형 5"/>
          <p:cNvSpPr>
            <a:spLocks noChangeArrowheads="1"/>
          </p:cNvSpPr>
          <p:nvPr/>
        </p:nvSpPr>
        <p:spPr bwMode="auto">
          <a:xfrm>
            <a:off x="3422650" y="6443663"/>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주파수</a:t>
            </a: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주기</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교류</a:t>
            </a: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직류</a:t>
            </a:r>
            <a:endParaRPr lang="en-US" altLang="ko-KR" sz="900">
              <a:solidFill>
                <a:srgbClr val="000000"/>
              </a:solidFill>
              <a:latin typeface="돋움" pitchFamily="50" charset="-127"/>
              <a:ea typeface="돋움" pitchFamily="50" charset="-127"/>
            </a:endParaRPr>
          </a:p>
        </p:txBody>
      </p:sp>
      <p:sp>
        <p:nvSpPr>
          <p:cNvPr id="25670" name="직사각형 5"/>
          <p:cNvSpPr>
            <a:spLocks noChangeArrowheads="1"/>
          </p:cNvSpPr>
          <p:nvPr/>
        </p:nvSpPr>
        <p:spPr bwMode="auto">
          <a:xfrm>
            <a:off x="3403616" y="6778624"/>
            <a:ext cx="32035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다음 순시치에 해당 되는 곳은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pic>
        <p:nvPicPr>
          <p:cNvPr id="25671" name="Picture 4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30600" y="6994533"/>
            <a:ext cx="2851150" cy="1101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직사각형 6"/>
          <p:cNvSpPr/>
          <p:nvPr/>
        </p:nvSpPr>
        <p:spPr>
          <a:xfrm>
            <a:off x="3930654" y="7253291"/>
            <a:ext cx="403225" cy="1698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06" name="직사각형 105"/>
          <p:cNvSpPr/>
          <p:nvPr/>
        </p:nvSpPr>
        <p:spPr>
          <a:xfrm>
            <a:off x="4022741" y="7778753"/>
            <a:ext cx="404813" cy="1698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07" name="직사각형 106"/>
          <p:cNvSpPr/>
          <p:nvPr/>
        </p:nvSpPr>
        <p:spPr>
          <a:xfrm>
            <a:off x="5095891" y="7321550"/>
            <a:ext cx="517525" cy="114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08" name="직사각형 107"/>
          <p:cNvSpPr/>
          <p:nvPr/>
        </p:nvSpPr>
        <p:spPr>
          <a:xfrm>
            <a:off x="4568841" y="7331076"/>
            <a:ext cx="517525" cy="114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09" name="직사각형 108"/>
          <p:cNvSpPr/>
          <p:nvPr/>
        </p:nvSpPr>
        <p:spPr>
          <a:xfrm>
            <a:off x="5491179" y="7669213"/>
            <a:ext cx="814387" cy="1555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5677" name="직사각형 5"/>
          <p:cNvSpPr>
            <a:spLocks noChangeArrowheads="1"/>
          </p:cNvSpPr>
          <p:nvPr/>
        </p:nvSpPr>
        <p:spPr bwMode="auto">
          <a:xfrm>
            <a:off x="4106879" y="7748588"/>
            <a:ext cx="3571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a:t>
            </a:r>
          </a:p>
        </p:txBody>
      </p:sp>
      <p:sp>
        <p:nvSpPr>
          <p:cNvPr id="25678" name="직사각형 5"/>
          <p:cNvSpPr>
            <a:spLocks noChangeArrowheads="1"/>
          </p:cNvSpPr>
          <p:nvPr/>
        </p:nvSpPr>
        <p:spPr bwMode="auto">
          <a:xfrm>
            <a:off x="3932242" y="7253288"/>
            <a:ext cx="3571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a:t>
            </a:r>
          </a:p>
        </p:txBody>
      </p:sp>
      <p:sp>
        <p:nvSpPr>
          <p:cNvPr id="25679" name="직사각형 5"/>
          <p:cNvSpPr>
            <a:spLocks noChangeArrowheads="1"/>
          </p:cNvSpPr>
          <p:nvPr/>
        </p:nvSpPr>
        <p:spPr bwMode="auto">
          <a:xfrm>
            <a:off x="4557729" y="7281863"/>
            <a:ext cx="3571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a:t>
            </a:r>
          </a:p>
        </p:txBody>
      </p:sp>
      <p:sp>
        <p:nvSpPr>
          <p:cNvPr id="25680" name="직사각형 5"/>
          <p:cNvSpPr>
            <a:spLocks noChangeArrowheads="1"/>
          </p:cNvSpPr>
          <p:nvPr/>
        </p:nvSpPr>
        <p:spPr bwMode="auto">
          <a:xfrm>
            <a:off x="5092716" y="7278688"/>
            <a:ext cx="3587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a:t>
            </a:r>
          </a:p>
        </p:txBody>
      </p:sp>
      <p:sp>
        <p:nvSpPr>
          <p:cNvPr id="25681" name="직사각형 5"/>
          <p:cNvSpPr>
            <a:spLocks noChangeArrowheads="1"/>
          </p:cNvSpPr>
          <p:nvPr/>
        </p:nvSpPr>
        <p:spPr bwMode="auto">
          <a:xfrm>
            <a:off x="3413141" y="8045450"/>
            <a:ext cx="32035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다음 칩저항 </a:t>
            </a:r>
            <a:r>
              <a:rPr lang="en-US" altLang="ko-KR" sz="900">
                <a:solidFill>
                  <a:srgbClr val="000000"/>
                </a:solidFill>
                <a:latin typeface="돋움" pitchFamily="50" charset="-127"/>
                <a:ea typeface="돋움" pitchFamily="50" charset="-127"/>
              </a:rPr>
              <a:t>“8R7” </a:t>
            </a:r>
            <a:r>
              <a:rPr lang="ko-KR" altLang="en-US" sz="900">
                <a:solidFill>
                  <a:srgbClr val="000000"/>
                </a:solidFill>
                <a:latin typeface="돋움" pitchFamily="50" charset="-127"/>
                <a:ea typeface="돋움" pitchFamily="50" charset="-127"/>
              </a:rPr>
              <a:t>저항 값은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5682" name="직사각형 5"/>
          <p:cNvSpPr>
            <a:spLocks noChangeArrowheads="1"/>
          </p:cNvSpPr>
          <p:nvPr/>
        </p:nvSpPr>
        <p:spPr bwMode="auto">
          <a:xfrm>
            <a:off x="3471863" y="8283575"/>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el-GR" altLang="ko-KR" sz="900">
                <a:solidFill>
                  <a:srgbClr val="000000"/>
                </a:solidFill>
                <a:latin typeface="돋움" pitchFamily="50" charset="-127"/>
                <a:ea typeface="돋움" pitchFamily="50" charset="-127"/>
              </a:rPr>
              <a:t>7Ω</a:t>
            </a:r>
            <a:r>
              <a:rPr lang="en-US" altLang="ko-KR" sz="900">
                <a:solidFill>
                  <a:srgbClr val="000000"/>
                </a:solidFill>
                <a:latin typeface="돋움" pitchFamily="50" charset="-127"/>
                <a:ea typeface="돋움" pitchFamily="50" charset="-127"/>
              </a:rPr>
              <a:t>                          ② 8</a:t>
            </a:r>
            <a:r>
              <a:rPr lang="el-GR" altLang="ko-KR" sz="900">
                <a:solidFill>
                  <a:srgbClr val="000000"/>
                </a:solidFill>
                <a:latin typeface="돋움" pitchFamily="50" charset="-127"/>
                <a:ea typeface="돋움" pitchFamily="50" charset="-127"/>
              </a:rPr>
              <a:t>.</a:t>
            </a:r>
            <a:r>
              <a:rPr lang="en-US" altLang="ko-KR" sz="900">
                <a:solidFill>
                  <a:srgbClr val="000000"/>
                </a:solidFill>
                <a:latin typeface="돋움" pitchFamily="50" charset="-127"/>
                <a:ea typeface="돋움" pitchFamily="50" charset="-127"/>
              </a:rPr>
              <a:t>7</a:t>
            </a:r>
            <a:r>
              <a:rPr lang="el-GR" altLang="ko-KR" sz="900">
                <a:solidFill>
                  <a:srgbClr val="000000"/>
                </a:solidFill>
                <a:latin typeface="돋움" pitchFamily="50" charset="-127"/>
                <a:ea typeface="돋움" pitchFamily="50" charset="-127"/>
              </a:rPr>
              <a:t>Ω</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87</a:t>
            </a:r>
            <a:r>
              <a:rPr lang="el-GR" altLang="ko-KR" sz="900">
                <a:solidFill>
                  <a:srgbClr val="000000"/>
                </a:solidFill>
                <a:latin typeface="돋움" pitchFamily="50" charset="-127"/>
                <a:ea typeface="돋움" pitchFamily="50" charset="-127"/>
              </a:rPr>
              <a:t>Ω</a:t>
            </a:r>
            <a:r>
              <a:rPr lang="en-US" altLang="ko-KR" sz="900">
                <a:solidFill>
                  <a:srgbClr val="000000"/>
                </a:solidFill>
                <a:latin typeface="돋움" pitchFamily="50" charset="-127"/>
                <a:ea typeface="돋움" pitchFamily="50" charset="-127"/>
              </a:rPr>
              <a:t>                         ④ 8</a:t>
            </a:r>
            <a:r>
              <a:rPr lang="el-GR" altLang="ko-KR" sz="900">
                <a:solidFill>
                  <a:srgbClr val="000000"/>
                </a:solidFill>
                <a:latin typeface="돋움" pitchFamily="50" charset="-127"/>
                <a:ea typeface="돋움" pitchFamily="50" charset="-127"/>
              </a:rPr>
              <a:t>Ω</a:t>
            </a:r>
          </a:p>
        </p:txBody>
      </p:sp>
      <p:sp>
        <p:nvSpPr>
          <p:cNvPr id="76"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0003171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6627"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6628"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6629"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6639" name="직사각형 5"/>
          <p:cNvSpPr>
            <a:spLocks noChangeArrowheads="1"/>
          </p:cNvSpPr>
          <p:nvPr/>
        </p:nvSpPr>
        <p:spPr bwMode="auto">
          <a:xfrm>
            <a:off x="260350" y="984250"/>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다음 ⓐ의 전압은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pic>
        <p:nvPicPr>
          <p:cNvPr id="26640"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82766" y="1244608"/>
            <a:ext cx="1674813" cy="1166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41" name="직사각형 5"/>
          <p:cNvSpPr>
            <a:spLocks noChangeArrowheads="1"/>
          </p:cNvSpPr>
          <p:nvPr/>
        </p:nvSpPr>
        <p:spPr bwMode="auto">
          <a:xfrm>
            <a:off x="404813" y="1285882"/>
            <a:ext cx="154305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12 [V]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0.7 [V]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6.2 [V]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11.3 [V]</a:t>
            </a:r>
          </a:p>
        </p:txBody>
      </p:sp>
      <p:sp>
        <p:nvSpPr>
          <p:cNvPr id="3" name="직사각형 2"/>
          <p:cNvSpPr/>
          <p:nvPr/>
        </p:nvSpPr>
        <p:spPr>
          <a:xfrm>
            <a:off x="2917841" y="1995496"/>
            <a:ext cx="493713" cy="142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2" name="직사각형 11"/>
          <p:cNvSpPr/>
          <p:nvPr/>
        </p:nvSpPr>
        <p:spPr>
          <a:xfrm>
            <a:off x="2852738" y="1490667"/>
            <a:ext cx="493712" cy="144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6644" name="직사각형 3"/>
          <p:cNvSpPr>
            <a:spLocks noChangeArrowheads="1"/>
          </p:cNvSpPr>
          <p:nvPr/>
        </p:nvSpPr>
        <p:spPr bwMode="auto">
          <a:xfrm>
            <a:off x="2908300" y="1447800"/>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a:t>
            </a:r>
            <a:endParaRPr lang="ko-KR" altLang="en-US">
              <a:solidFill>
                <a:srgbClr val="000000"/>
              </a:solidFill>
            </a:endParaRPr>
          </a:p>
        </p:txBody>
      </p:sp>
      <p:sp>
        <p:nvSpPr>
          <p:cNvPr id="26645" name="Rectangle 205"/>
          <p:cNvSpPr>
            <a:spLocks noChangeArrowheads="1"/>
          </p:cNvSpPr>
          <p:nvPr/>
        </p:nvSpPr>
        <p:spPr bwMode="auto">
          <a:xfrm>
            <a:off x="266700" y="2428882"/>
            <a:ext cx="34290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17. </a:t>
            </a:r>
            <a:r>
              <a:rPr lang="ko-KR" altLang="en-US" sz="800">
                <a:solidFill>
                  <a:srgbClr val="000000"/>
                </a:solidFill>
              </a:rPr>
              <a:t>소형 포토 마이크로 </a:t>
            </a:r>
            <a:r>
              <a:rPr lang="en-US" altLang="ko-KR" sz="800">
                <a:solidFill>
                  <a:srgbClr val="000000"/>
                </a:solidFill>
              </a:rPr>
              <a:t>Sensor</a:t>
            </a:r>
            <a:r>
              <a:rPr lang="ko-KR" altLang="en-US" sz="800">
                <a:solidFill>
                  <a:srgbClr val="000000"/>
                </a:solidFill>
              </a:rPr>
              <a:t>의 종류 이다</a:t>
            </a:r>
            <a:r>
              <a:rPr lang="en-US" altLang="ko-KR" sz="800">
                <a:solidFill>
                  <a:srgbClr val="000000"/>
                </a:solidFill>
              </a:rPr>
              <a:t>. </a:t>
            </a:r>
          </a:p>
          <a:p>
            <a:pPr eaLnBrk="1" fontAlgn="base" latinLnBrk="1" hangingPunct="1">
              <a:spcBef>
                <a:spcPct val="0"/>
              </a:spcBef>
              <a:spcAft>
                <a:spcPct val="0"/>
              </a:spcAft>
            </a:pPr>
            <a:r>
              <a:rPr lang="en-US" altLang="ko-KR" sz="800">
                <a:solidFill>
                  <a:srgbClr val="000000"/>
                </a:solidFill>
              </a:rPr>
              <a:t>        </a:t>
            </a:r>
            <a:r>
              <a:rPr lang="ko-KR" altLang="en-US" sz="800">
                <a:solidFill>
                  <a:srgbClr val="000000"/>
                </a:solidFill>
              </a:rPr>
              <a:t>명칭은 무엇인가</a:t>
            </a:r>
            <a:r>
              <a:rPr lang="en-US" altLang="ko-KR" sz="800">
                <a:solidFill>
                  <a:srgbClr val="000000"/>
                </a:solidFill>
              </a:rPr>
              <a:t>? (          )</a:t>
            </a:r>
          </a:p>
          <a:p>
            <a:pPr eaLnBrk="1" fontAlgn="base" latinLnBrk="1" hangingPunct="1">
              <a:spcBef>
                <a:spcPct val="0"/>
              </a:spcBef>
              <a:spcAft>
                <a:spcPct val="0"/>
              </a:spcAft>
            </a:pPr>
            <a:endParaRPr lang="en-US" altLang="ko-KR" sz="800">
              <a:solidFill>
                <a:srgbClr val="000000"/>
              </a:solidFill>
            </a:endParaRPr>
          </a:p>
          <a:p>
            <a:pPr eaLnBrk="1" fontAlgn="base" latinLnBrk="1" hangingPunct="1">
              <a:spcBef>
                <a:spcPct val="0"/>
              </a:spcBef>
              <a:spcAft>
                <a:spcPct val="0"/>
              </a:spcAft>
            </a:pPr>
            <a:r>
              <a:rPr lang="en-US" altLang="ko-KR" sz="800">
                <a:solidFill>
                  <a:srgbClr val="000000"/>
                </a:solidFill>
              </a:rPr>
              <a:t>  ① </a:t>
            </a:r>
            <a:r>
              <a:rPr lang="ko-KR" altLang="en-US" sz="800">
                <a:solidFill>
                  <a:srgbClr val="000000"/>
                </a:solidFill>
              </a:rPr>
              <a:t>반사형</a:t>
            </a:r>
          </a:p>
          <a:p>
            <a:pPr eaLnBrk="1" fontAlgn="base" latinLnBrk="1" hangingPunct="1">
              <a:spcBef>
                <a:spcPct val="0"/>
              </a:spcBef>
              <a:spcAft>
                <a:spcPct val="0"/>
              </a:spcAft>
            </a:pPr>
            <a:r>
              <a:rPr lang="ko-KR" altLang="en-US" sz="800">
                <a:solidFill>
                  <a:srgbClr val="000000"/>
                </a:solidFill>
              </a:rPr>
              <a:t>  ② 회귀 반사형</a:t>
            </a:r>
          </a:p>
          <a:p>
            <a:pPr eaLnBrk="1" fontAlgn="base" latinLnBrk="1" hangingPunct="1">
              <a:spcBef>
                <a:spcPct val="0"/>
              </a:spcBef>
              <a:spcAft>
                <a:spcPct val="0"/>
              </a:spcAft>
            </a:pPr>
            <a:r>
              <a:rPr lang="ko-KR" altLang="en-US" sz="800">
                <a:solidFill>
                  <a:srgbClr val="000000"/>
                </a:solidFill>
              </a:rPr>
              <a:t>  ③ 말굽형</a:t>
            </a:r>
            <a:r>
              <a:rPr lang="en-US" altLang="ko-KR" sz="800">
                <a:solidFill>
                  <a:srgbClr val="000000"/>
                </a:solidFill>
              </a:rPr>
              <a:t>(</a:t>
            </a:r>
            <a:r>
              <a:rPr lang="ko-KR" altLang="en-US" sz="800">
                <a:solidFill>
                  <a:srgbClr val="000000"/>
                </a:solidFill>
              </a:rPr>
              <a:t>투과형</a:t>
            </a:r>
            <a:r>
              <a:rPr lang="en-US" altLang="ko-KR" sz="800">
                <a:solidFill>
                  <a:srgbClr val="000000"/>
                </a:solidFill>
              </a:rPr>
              <a:t>)</a:t>
            </a:r>
          </a:p>
          <a:p>
            <a:pPr eaLnBrk="1" fontAlgn="base" latinLnBrk="1" hangingPunct="1">
              <a:spcBef>
                <a:spcPct val="0"/>
              </a:spcBef>
              <a:spcAft>
                <a:spcPct val="0"/>
              </a:spcAft>
            </a:pPr>
            <a:r>
              <a:rPr lang="en-US" altLang="ko-KR" sz="800">
                <a:solidFill>
                  <a:srgbClr val="000000"/>
                </a:solidFill>
              </a:rPr>
              <a:t>  ④ </a:t>
            </a:r>
            <a:r>
              <a:rPr lang="ko-KR" altLang="en-US" sz="800">
                <a:solidFill>
                  <a:srgbClr val="000000"/>
                </a:solidFill>
              </a:rPr>
              <a:t>확산형</a:t>
            </a:r>
            <a:r>
              <a:rPr lang="en-US" altLang="ko-KR" sz="800">
                <a:solidFill>
                  <a:srgbClr val="000000"/>
                </a:solidFill>
              </a:rPr>
              <a:t>(</a:t>
            </a:r>
            <a:r>
              <a:rPr lang="ko-KR" altLang="en-US" sz="800">
                <a:solidFill>
                  <a:srgbClr val="000000"/>
                </a:solidFill>
              </a:rPr>
              <a:t>투과형</a:t>
            </a:r>
            <a:r>
              <a:rPr lang="en-US" altLang="ko-KR" sz="800">
                <a:solidFill>
                  <a:srgbClr val="000000"/>
                </a:solidFill>
              </a:rPr>
              <a:t>)</a:t>
            </a:r>
          </a:p>
        </p:txBody>
      </p:sp>
      <p:pic>
        <p:nvPicPr>
          <p:cNvPr id="26646" name="Picture 206" descr="ee_spx3"/>
          <p:cNvPicPr>
            <a:picLocks noChangeAspect="1" noChangeArrowheads="1"/>
          </p:cNvPicPr>
          <p:nvPr/>
        </p:nvPicPr>
        <p:blipFill>
          <a:blip r:embed="rId4">
            <a:extLst>
              <a:ext uri="{28A0092B-C50C-407E-A947-70E740481C1C}">
                <a14:useLocalDpi xmlns:a14="http://schemas.microsoft.com/office/drawing/2010/main" val="0"/>
              </a:ext>
            </a:extLst>
          </a:blip>
          <a:srcRect b="186"/>
          <a:stretch>
            <a:fillRect/>
          </a:stretch>
        </p:blipFill>
        <p:spPr bwMode="auto">
          <a:xfrm>
            <a:off x="1968516" y="2763838"/>
            <a:ext cx="110172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pic>
      <p:sp>
        <p:nvSpPr>
          <p:cNvPr id="26647" name="Rectangle 168"/>
          <p:cNvSpPr>
            <a:spLocks noChangeArrowheads="1"/>
          </p:cNvSpPr>
          <p:nvPr/>
        </p:nvSpPr>
        <p:spPr bwMode="auto">
          <a:xfrm>
            <a:off x="304800" y="3492509"/>
            <a:ext cx="3124200"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18. MKS </a:t>
            </a:r>
            <a:r>
              <a:rPr lang="ko-KR" altLang="en-US" sz="800">
                <a:solidFill>
                  <a:srgbClr val="000000"/>
                </a:solidFill>
              </a:rPr>
              <a:t>단위계 중 틀린 것은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a:t>
            </a:r>
            <a:r>
              <a:rPr lang="ko-KR" altLang="en-US" sz="800">
                <a:solidFill>
                  <a:srgbClr val="000000"/>
                </a:solidFill>
              </a:rPr>
              <a:t>힘</a:t>
            </a:r>
            <a:r>
              <a:rPr lang="en-US" altLang="ko-KR" sz="800">
                <a:solidFill>
                  <a:srgbClr val="000000"/>
                </a:solidFill>
              </a:rPr>
              <a:t>(</a:t>
            </a:r>
            <a:r>
              <a:rPr lang="ko-KR" altLang="en-US" sz="800">
                <a:solidFill>
                  <a:srgbClr val="000000"/>
                </a:solidFill>
              </a:rPr>
              <a:t>뉴턴</a:t>
            </a:r>
            <a:r>
              <a:rPr lang="en-US" altLang="ko-KR" sz="800">
                <a:solidFill>
                  <a:srgbClr val="000000"/>
                </a:solidFill>
              </a:rPr>
              <a:t>) - H</a:t>
            </a:r>
            <a:r>
              <a:rPr lang="en-US" altLang="ko-KR" sz="800" baseline="30000">
                <a:solidFill>
                  <a:srgbClr val="000000"/>
                </a:solidFill>
              </a:rPr>
              <a:t> </a:t>
            </a:r>
            <a:r>
              <a:rPr lang="en-US" altLang="ko-KR" sz="800">
                <a:solidFill>
                  <a:srgbClr val="000000"/>
                </a:solidFill>
              </a:rPr>
              <a:t>        ② </a:t>
            </a:r>
            <a:r>
              <a:rPr lang="ko-KR" altLang="en-US" sz="800">
                <a:solidFill>
                  <a:srgbClr val="000000"/>
                </a:solidFill>
              </a:rPr>
              <a:t>전기용량</a:t>
            </a:r>
            <a:r>
              <a:rPr lang="en-US" altLang="ko-KR" sz="800">
                <a:solidFill>
                  <a:srgbClr val="000000"/>
                </a:solidFill>
              </a:rPr>
              <a:t>(</a:t>
            </a:r>
            <a:r>
              <a:rPr lang="ko-KR" altLang="en-US" sz="800">
                <a:solidFill>
                  <a:srgbClr val="000000"/>
                </a:solidFill>
              </a:rPr>
              <a:t>패럿</a:t>
            </a:r>
            <a:r>
              <a:rPr lang="en-US" altLang="ko-KR" sz="800">
                <a:solidFill>
                  <a:srgbClr val="000000"/>
                </a:solidFill>
              </a:rPr>
              <a:t>) - F </a:t>
            </a:r>
            <a:endParaRPr lang="en-US" altLang="ko-KR" sz="800" baseline="30000">
              <a:solidFill>
                <a:srgbClr val="000000"/>
              </a:solidFill>
            </a:endParaRPr>
          </a:p>
          <a:p>
            <a:pPr eaLnBrk="1" fontAlgn="base" latinLnBrk="1" hangingPunct="1">
              <a:spcBef>
                <a:spcPct val="0"/>
              </a:spcBef>
              <a:spcAft>
                <a:spcPct val="0"/>
              </a:spcAft>
            </a:pPr>
            <a:r>
              <a:rPr lang="en-US" altLang="ko-KR" sz="800">
                <a:solidFill>
                  <a:srgbClr val="000000"/>
                </a:solidFill>
              </a:rPr>
              <a:t>③ </a:t>
            </a:r>
            <a:r>
              <a:rPr lang="ko-KR" altLang="en-US" sz="800">
                <a:solidFill>
                  <a:srgbClr val="000000"/>
                </a:solidFill>
              </a:rPr>
              <a:t>에너지</a:t>
            </a:r>
            <a:r>
              <a:rPr lang="en-US" altLang="ko-KR" sz="800">
                <a:solidFill>
                  <a:srgbClr val="000000"/>
                </a:solidFill>
              </a:rPr>
              <a:t>(</a:t>
            </a:r>
            <a:r>
              <a:rPr lang="ko-KR" altLang="en-US" sz="800">
                <a:solidFill>
                  <a:srgbClr val="000000"/>
                </a:solidFill>
              </a:rPr>
              <a:t>줄</a:t>
            </a:r>
            <a:r>
              <a:rPr lang="en-US" altLang="ko-KR" sz="800">
                <a:solidFill>
                  <a:srgbClr val="000000"/>
                </a:solidFill>
              </a:rPr>
              <a:t>) - J</a:t>
            </a:r>
            <a:r>
              <a:rPr lang="en-US" altLang="ko-KR" sz="800" baseline="30000">
                <a:solidFill>
                  <a:srgbClr val="000000"/>
                </a:solidFill>
              </a:rPr>
              <a:t> </a:t>
            </a:r>
            <a:r>
              <a:rPr lang="en-US" altLang="ko-KR" sz="800">
                <a:solidFill>
                  <a:srgbClr val="000000"/>
                </a:solidFill>
              </a:rPr>
              <a:t>      ④ </a:t>
            </a:r>
            <a:r>
              <a:rPr lang="ko-KR" altLang="en-US" sz="800">
                <a:solidFill>
                  <a:srgbClr val="000000"/>
                </a:solidFill>
              </a:rPr>
              <a:t>출력</a:t>
            </a:r>
            <a:r>
              <a:rPr lang="en-US" altLang="ko-KR" sz="800">
                <a:solidFill>
                  <a:srgbClr val="000000"/>
                </a:solidFill>
              </a:rPr>
              <a:t>(</a:t>
            </a:r>
            <a:r>
              <a:rPr lang="ko-KR" altLang="en-US" sz="800">
                <a:solidFill>
                  <a:srgbClr val="000000"/>
                </a:solidFill>
              </a:rPr>
              <a:t>와트</a:t>
            </a:r>
            <a:r>
              <a:rPr lang="en-US" altLang="ko-KR" sz="800">
                <a:solidFill>
                  <a:srgbClr val="000000"/>
                </a:solidFill>
              </a:rPr>
              <a:t>) - W</a:t>
            </a:r>
          </a:p>
        </p:txBody>
      </p:sp>
      <p:sp>
        <p:nvSpPr>
          <p:cNvPr id="26648" name="Rectangle 169"/>
          <p:cNvSpPr>
            <a:spLocks noChangeArrowheads="1"/>
          </p:cNvSpPr>
          <p:nvPr/>
        </p:nvSpPr>
        <p:spPr bwMode="auto">
          <a:xfrm>
            <a:off x="309563" y="4067182"/>
            <a:ext cx="3124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19. Sensor </a:t>
            </a:r>
            <a:r>
              <a:rPr lang="ko-KR" altLang="en-US" sz="800">
                <a:solidFill>
                  <a:srgbClr val="000000"/>
                </a:solidFill>
              </a:rPr>
              <a:t>출력 회로 중 유점점 출력회로는 무엇인가</a:t>
            </a:r>
            <a:r>
              <a:rPr lang="en-US" altLang="ko-KR" sz="800">
                <a:solidFill>
                  <a:srgbClr val="000000"/>
                </a:solidFill>
              </a:rPr>
              <a:t>?(       )</a:t>
            </a:r>
          </a:p>
          <a:p>
            <a:pPr eaLnBrk="1" fontAlgn="base" latinLnBrk="1" hangingPunct="1">
              <a:spcBef>
                <a:spcPct val="0"/>
              </a:spcBef>
              <a:spcAft>
                <a:spcPct val="0"/>
              </a:spcAft>
            </a:pPr>
            <a:r>
              <a:rPr lang="en-US" altLang="ko-KR" sz="800">
                <a:solidFill>
                  <a:srgbClr val="000000"/>
                </a:solidFill>
              </a:rPr>
              <a:t> ① </a:t>
            </a:r>
            <a:r>
              <a:rPr lang="ko-KR" altLang="en-US" sz="800">
                <a:solidFill>
                  <a:srgbClr val="000000"/>
                </a:solidFill>
              </a:rPr>
              <a:t>아날로그 전류 출력          ② </a:t>
            </a:r>
            <a:r>
              <a:rPr lang="en-US" altLang="ko-KR" sz="800">
                <a:solidFill>
                  <a:srgbClr val="000000"/>
                </a:solidFill>
              </a:rPr>
              <a:t>NPN TR </a:t>
            </a:r>
            <a:r>
              <a:rPr lang="ko-KR" altLang="en-US" sz="800">
                <a:solidFill>
                  <a:srgbClr val="000000"/>
                </a:solidFill>
              </a:rPr>
              <a:t>오픈컬렉터  </a:t>
            </a:r>
          </a:p>
          <a:p>
            <a:pPr eaLnBrk="1" fontAlgn="base" latinLnBrk="1" hangingPunct="1">
              <a:spcBef>
                <a:spcPct val="0"/>
              </a:spcBef>
              <a:spcAft>
                <a:spcPct val="0"/>
              </a:spcAft>
            </a:pPr>
            <a:r>
              <a:rPr lang="ko-KR" altLang="en-US" sz="800">
                <a:solidFill>
                  <a:srgbClr val="000000"/>
                </a:solidFill>
              </a:rPr>
              <a:t> ③ 직류</a:t>
            </a:r>
            <a:r>
              <a:rPr lang="en-US" altLang="ko-KR" sz="800">
                <a:solidFill>
                  <a:srgbClr val="000000"/>
                </a:solidFill>
              </a:rPr>
              <a:t>2</a:t>
            </a:r>
            <a:r>
              <a:rPr lang="ko-KR" altLang="en-US" sz="800">
                <a:solidFill>
                  <a:srgbClr val="000000"/>
                </a:solidFill>
              </a:rPr>
              <a:t>선식                      ④ 릴레이 접점</a:t>
            </a:r>
          </a:p>
        </p:txBody>
      </p:sp>
      <p:sp>
        <p:nvSpPr>
          <p:cNvPr id="26649" name="Rectangle 270"/>
          <p:cNvSpPr>
            <a:spLocks noChangeArrowheads="1"/>
          </p:cNvSpPr>
          <p:nvPr/>
        </p:nvSpPr>
        <p:spPr bwMode="auto">
          <a:xfrm>
            <a:off x="304800" y="4643446"/>
            <a:ext cx="31242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20. </a:t>
            </a:r>
            <a:r>
              <a:rPr lang="ko-KR" altLang="en-US" sz="800">
                <a:solidFill>
                  <a:srgbClr val="000000"/>
                </a:solidFill>
              </a:rPr>
              <a:t>세라믹콘덴서의 정면 표기가 ‘</a:t>
            </a:r>
            <a:r>
              <a:rPr lang="en-US" altLang="ko-KR" sz="800">
                <a:solidFill>
                  <a:srgbClr val="000000"/>
                </a:solidFill>
              </a:rPr>
              <a:t>103Z’</a:t>
            </a:r>
            <a:r>
              <a:rPr lang="ko-KR" altLang="en-US" sz="800">
                <a:solidFill>
                  <a:srgbClr val="000000"/>
                </a:solidFill>
              </a:rPr>
              <a:t>이다</a:t>
            </a:r>
            <a:r>
              <a:rPr lang="en-US" altLang="ko-KR" sz="800">
                <a:solidFill>
                  <a:srgbClr val="000000"/>
                </a:solidFill>
              </a:rPr>
              <a:t>.</a:t>
            </a:r>
          </a:p>
          <a:p>
            <a:pPr eaLnBrk="1" fontAlgn="base" latinLnBrk="1" hangingPunct="1">
              <a:spcBef>
                <a:spcPct val="0"/>
              </a:spcBef>
              <a:spcAft>
                <a:spcPct val="0"/>
              </a:spcAft>
            </a:pPr>
            <a:r>
              <a:rPr lang="en-US" altLang="ko-KR" sz="800">
                <a:solidFill>
                  <a:srgbClr val="000000"/>
                </a:solidFill>
              </a:rPr>
              <a:t>     </a:t>
            </a:r>
            <a:r>
              <a:rPr lang="ko-KR" altLang="en-US" sz="800">
                <a:solidFill>
                  <a:srgbClr val="000000"/>
                </a:solidFill>
              </a:rPr>
              <a:t>용량은 얼마인가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10000uF       ② 0.1uF      ③ 0.01uF       ④ 0.001uF</a:t>
            </a:r>
          </a:p>
        </p:txBody>
      </p:sp>
      <p:sp>
        <p:nvSpPr>
          <p:cNvPr id="19"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47771190"/>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765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nvGraphicFramePr>
        <p:xfrm>
          <a:off x="1412891" y="1668471"/>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nvGraphicFramePr>
        <p:xfrm>
          <a:off x="3735404" y="1673233"/>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39062854"/>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8675"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8676"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8686" name="직사각형 5"/>
          <p:cNvSpPr>
            <a:spLocks noChangeArrowheads="1"/>
          </p:cNvSpPr>
          <p:nvPr/>
        </p:nvSpPr>
        <p:spPr bwMode="auto">
          <a:xfrm>
            <a:off x="304800" y="989022"/>
            <a:ext cx="30861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여기 된 궤도 전자는 불안정하므로 안정된 더 낮은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준위로 내려 가려고 하며</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 때에 남는 에너지를 빛</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등의 전자기파로 공간 에 방사한다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관련 있는 것은</a:t>
            </a:r>
            <a:r>
              <a:rPr lang="en-US" altLang="ko-KR" sz="900">
                <a:solidFill>
                  <a:srgbClr val="000000"/>
                </a:solidFill>
                <a:latin typeface="돋움" pitchFamily="50" charset="-127"/>
                <a:ea typeface="돋움" pitchFamily="50" charset="-127"/>
              </a:rPr>
              <a:t>? </a:t>
            </a:r>
          </a:p>
        </p:txBody>
      </p:sp>
      <p:sp>
        <p:nvSpPr>
          <p:cNvPr id="28687"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8688" name="직사각형 5"/>
          <p:cNvSpPr>
            <a:spLocks noChangeArrowheads="1"/>
          </p:cNvSpPr>
          <p:nvPr/>
        </p:nvSpPr>
        <p:spPr bwMode="auto">
          <a:xfrm>
            <a:off x="3408363" y="989013"/>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다이오드 기호가 올바르지 않은 것은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8689" name="직사각형 47"/>
          <p:cNvSpPr>
            <a:spLocks noChangeArrowheads="1"/>
          </p:cNvSpPr>
          <p:nvPr/>
        </p:nvSpPr>
        <p:spPr bwMode="auto">
          <a:xfrm>
            <a:off x="404813" y="1460500"/>
            <a:ext cx="24495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여기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전리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광자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복귀</a:t>
            </a:r>
            <a:endParaRPr lang="en-US" altLang="ko-KR" sz="900">
              <a:solidFill>
                <a:srgbClr val="000000"/>
              </a:solidFill>
              <a:latin typeface="돋움" pitchFamily="50" charset="-127"/>
              <a:ea typeface="돋움" pitchFamily="50" charset="-127"/>
            </a:endParaRPr>
          </a:p>
        </p:txBody>
      </p:sp>
      <p:sp>
        <p:nvSpPr>
          <p:cNvPr id="28690" name="직사각형 5"/>
          <p:cNvSpPr>
            <a:spLocks noChangeArrowheads="1"/>
          </p:cNvSpPr>
          <p:nvPr/>
        </p:nvSpPr>
        <p:spPr bwMode="auto">
          <a:xfrm>
            <a:off x="260350" y="1908184"/>
            <a:ext cx="30861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절대온도 </a:t>
            </a:r>
            <a:r>
              <a:rPr lang="en-US" altLang="ko-KR" sz="900">
                <a:solidFill>
                  <a:srgbClr val="000000"/>
                </a:solidFill>
                <a:latin typeface="돋움" pitchFamily="50" charset="-127"/>
                <a:ea typeface="돋움" pitchFamily="50" charset="-127"/>
              </a:rPr>
              <a:t>0[</a:t>
            </a:r>
            <a:r>
              <a:rPr lang="ko-KR" altLang="en-US" sz="900">
                <a:solidFill>
                  <a:srgbClr val="000000"/>
                </a:solidFill>
                <a:latin typeface="돋움" pitchFamily="50" charset="-127"/>
                <a:ea typeface="돋움" pitchFamily="50" charset="-127"/>
              </a:rPr>
              <a:t>。</a:t>
            </a:r>
            <a:r>
              <a:rPr lang="en-US" altLang="ko-KR" sz="900">
                <a:solidFill>
                  <a:srgbClr val="000000"/>
                </a:solidFill>
                <a:latin typeface="돋움" pitchFamily="50" charset="-127"/>
                <a:ea typeface="돋움" pitchFamily="50" charset="-127"/>
              </a:rPr>
              <a:t>K]</a:t>
            </a:r>
            <a:r>
              <a:rPr lang="ko-KR" altLang="en-US" sz="900">
                <a:solidFill>
                  <a:srgbClr val="000000"/>
                </a:solidFill>
                <a:latin typeface="돋움" pitchFamily="50" charset="-127"/>
                <a:ea typeface="돋움" pitchFamily="50" charset="-127"/>
              </a:rPr>
              <a:t>에서의 최외각 전자의 에너지 준위는</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무엇인가 </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에너지 준위         ② 전자의 에너지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기저준위             ④ 페르미준위</a:t>
            </a:r>
            <a:endParaRPr lang="en-US" altLang="ko-KR" sz="900">
              <a:solidFill>
                <a:srgbClr val="000000"/>
              </a:solidFill>
              <a:latin typeface="돋움" pitchFamily="50" charset="-127"/>
              <a:ea typeface="돋움" pitchFamily="50" charset="-127"/>
            </a:endParaRPr>
          </a:p>
        </p:txBody>
      </p:sp>
      <p:sp>
        <p:nvSpPr>
          <p:cNvPr id="28691" name="직사각형 5"/>
          <p:cNvSpPr>
            <a:spLocks noChangeArrowheads="1"/>
          </p:cNvSpPr>
          <p:nvPr/>
        </p:nvSpPr>
        <p:spPr bwMode="auto">
          <a:xfrm>
            <a:off x="260350" y="2843222"/>
            <a:ext cx="30861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전기 용어 중 그 뜻이 다른 하나는 무엇인가</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① </a:t>
            </a:r>
            <a:r>
              <a:rPr lang="en-US" altLang="ko-KR" sz="900">
                <a:solidFill>
                  <a:srgbClr val="000000"/>
                </a:solidFill>
                <a:latin typeface="돋움" pitchFamily="50" charset="-127"/>
                <a:ea typeface="돋움" pitchFamily="50" charset="-127"/>
              </a:rPr>
              <a:t>Short                  </a:t>
            </a:r>
            <a:r>
              <a:rPr lang="ko-KR" altLang="en-US" sz="900">
                <a:solidFill>
                  <a:srgbClr val="000000"/>
                </a:solidFill>
                <a:latin typeface="돋움" pitchFamily="50" charset="-127"/>
                <a:ea typeface="돋움" pitchFamily="50" charset="-127"/>
              </a:rPr>
              <a:t>② 합선</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지락                   ④ 단락</a:t>
            </a:r>
            <a:endParaRPr lang="en-US" altLang="ko-KR" sz="900">
              <a:solidFill>
                <a:srgbClr val="000000"/>
              </a:solidFill>
              <a:latin typeface="돋움" pitchFamily="50" charset="-127"/>
              <a:ea typeface="돋움" pitchFamily="50" charset="-127"/>
            </a:endParaRPr>
          </a:p>
        </p:txBody>
      </p:sp>
      <p:sp>
        <p:nvSpPr>
          <p:cNvPr id="28692" name="직사각형 5"/>
          <p:cNvSpPr>
            <a:spLocks noChangeArrowheads="1"/>
          </p:cNvSpPr>
          <p:nvPr/>
        </p:nvSpPr>
        <p:spPr bwMode="auto">
          <a:xfrm>
            <a:off x="271463" y="3492508"/>
            <a:ext cx="30861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 </a:t>
            </a:r>
            <a:r>
              <a:rPr lang="ko-KR" altLang="en-US" sz="900">
                <a:solidFill>
                  <a:srgbClr val="000000"/>
                </a:solidFill>
                <a:latin typeface="돋움" pitchFamily="50" charset="-127"/>
                <a:ea typeface="돋움" pitchFamily="50" charset="-127"/>
              </a:rPr>
              <a:t>접지 저항 값이 올바르지 않은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400 [V] </a:t>
            </a:r>
            <a:r>
              <a:rPr lang="ko-KR" altLang="en-US" sz="900">
                <a:solidFill>
                  <a:srgbClr val="000000"/>
                </a:solidFill>
                <a:latin typeface="돋움" pitchFamily="50" charset="-127"/>
                <a:ea typeface="돋움" pitchFamily="50" charset="-127"/>
              </a:rPr>
              <a:t>이상의 저압용의 것</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특별 제</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종접지 공사</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sym typeface="Wingdings" pitchFamily="2" charset="2"/>
              </a:rPr>
              <a:t> 10Ω </a:t>
            </a:r>
            <a:r>
              <a:rPr lang="ko-KR" altLang="en-US" sz="900">
                <a:solidFill>
                  <a:srgbClr val="000000"/>
                </a:solidFill>
                <a:latin typeface="돋움" pitchFamily="50" charset="-127"/>
                <a:ea typeface="돋움" pitchFamily="50" charset="-127"/>
                <a:sym typeface="Wingdings" pitchFamily="2" charset="2"/>
              </a:rPr>
              <a:t>이하</a:t>
            </a:r>
            <a:endParaRPr lang="en-US" altLang="ko-KR" sz="900">
              <a:solidFill>
                <a:srgbClr val="000000"/>
              </a:solidFill>
              <a:latin typeface="돋움" pitchFamily="50" charset="-127"/>
              <a:ea typeface="돋움" pitchFamily="50" charset="-127"/>
              <a:sym typeface="Wingdings" pitchFamily="2" charset="2"/>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sym typeface="Wingdings" pitchFamily="2" charset="2"/>
              </a:rPr>
              <a:t> </a:t>
            </a:r>
            <a:r>
              <a:rPr lang="ko-KR" altLang="en-US" sz="900">
                <a:solidFill>
                  <a:srgbClr val="000000"/>
                </a:solidFill>
                <a:latin typeface="돋움" pitchFamily="50" charset="-127"/>
                <a:ea typeface="돋움" pitchFamily="50" charset="-127"/>
                <a:sym typeface="Wingdings" pitchFamily="2" charset="2"/>
              </a:rPr>
              <a:t>② </a:t>
            </a:r>
            <a:r>
              <a:rPr lang="en-US" altLang="ko-KR" sz="900">
                <a:solidFill>
                  <a:srgbClr val="000000"/>
                </a:solidFill>
                <a:latin typeface="돋움" pitchFamily="50" charset="-127"/>
                <a:ea typeface="돋움" pitchFamily="50" charset="-127"/>
                <a:sym typeface="Wingdings" pitchFamily="2" charset="2"/>
              </a:rPr>
              <a:t>400 [V] </a:t>
            </a:r>
            <a:r>
              <a:rPr lang="ko-KR" altLang="en-US" sz="900">
                <a:solidFill>
                  <a:srgbClr val="000000"/>
                </a:solidFill>
                <a:latin typeface="돋움" pitchFamily="50" charset="-127"/>
                <a:ea typeface="돋움" pitchFamily="50" charset="-127"/>
                <a:sym typeface="Wingdings" pitchFamily="2" charset="2"/>
              </a:rPr>
              <a:t>미만의 저압용의 것</a:t>
            </a:r>
            <a:r>
              <a:rPr lang="en-US" altLang="ko-KR" sz="900">
                <a:solidFill>
                  <a:srgbClr val="000000"/>
                </a:solidFill>
                <a:latin typeface="돋움" pitchFamily="50" charset="-127"/>
                <a:ea typeface="돋움" pitchFamily="50" charset="-127"/>
                <a:sym typeface="Wingdings" pitchFamily="2" charset="2"/>
              </a:rPr>
              <a:t>(3</a:t>
            </a:r>
            <a:r>
              <a:rPr lang="ko-KR" altLang="en-US" sz="900">
                <a:solidFill>
                  <a:srgbClr val="000000"/>
                </a:solidFill>
                <a:latin typeface="돋움" pitchFamily="50" charset="-127"/>
                <a:ea typeface="돋움" pitchFamily="50" charset="-127"/>
                <a:sym typeface="Wingdings" pitchFamily="2" charset="2"/>
              </a:rPr>
              <a:t>종 접지 공사</a:t>
            </a:r>
            <a:r>
              <a:rPr lang="en-US" altLang="ko-KR" sz="900">
                <a:solidFill>
                  <a:srgbClr val="000000"/>
                </a:solidFill>
                <a:latin typeface="돋움" pitchFamily="50" charset="-127"/>
                <a:ea typeface="돋움" pitchFamily="50" charset="-127"/>
                <a:sym typeface="Wingdings" pitchFamily="2" charset="2"/>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sym typeface="Wingdings" pitchFamily="2" charset="2"/>
              </a:rPr>
              <a:t>    </a:t>
            </a:r>
            <a:r>
              <a:rPr lang="ko-KR" altLang="en-US" sz="900">
                <a:solidFill>
                  <a:srgbClr val="000000"/>
                </a:solidFill>
                <a:latin typeface="돋움" pitchFamily="50" charset="-127"/>
                <a:ea typeface="돋움" pitchFamily="50" charset="-127"/>
                <a:sym typeface="Wingdings" pitchFamily="2" charset="2"/>
              </a:rPr>
              <a:t> </a:t>
            </a:r>
            <a:r>
              <a:rPr lang="en-US" altLang="ko-KR" sz="900">
                <a:solidFill>
                  <a:srgbClr val="000000"/>
                </a:solidFill>
                <a:latin typeface="돋움" pitchFamily="50" charset="-127"/>
                <a:ea typeface="돋움" pitchFamily="50" charset="-127"/>
                <a:sym typeface="Wingdings" pitchFamily="2" charset="2"/>
              </a:rPr>
              <a:t> </a:t>
            </a:r>
            <a:r>
              <a:rPr lang="el-GR" altLang="ko-KR" sz="900">
                <a:solidFill>
                  <a:srgbClr val="000000"/>
                </a:solidFill>
                <a:latin typeface="돋움" pitchFamily="50" charset="-127"/>
                <a:ea typeface="돋움" pitchFamily="50" charset="-127"/>
                <a:sym typeface="Wingdings" pitchFamily="2" charset="2"/>
              </a:rPr>
              <a:t>10Ω </a:t>
            </a:r>
            <a:r>
              <a:rPr lang="ko-KR" altLang="en-US" sz="900">
                <a:solidFill>
                  <a:srgbClr val="000000"/>
                </a:solidFill>
                <a:latin typeface="돋움" pitchFamily="50" charset="-127"/>
                <a:ea typeface="돋움" pitchFamily="50" charset="-127"/>
                <a:sym typeface="Wingdings" pitchFamily="2" charset="2"/>
              </a:rPr>
              <a:t>이하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고압용 </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종 접지 공사</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sym typeface="Wingdings" pitchFamily="2" charset="2"/>
              </a:rPr>
              <a:t> </a:t>
            </a:r>
            <a:r>
              <a:rPr lang="el-GR" altLang="ko-KR" sz="900">
                <a:solidFill>
                  <a:srgbClr val="000000"/>
                </a:solidFill>
                <a:latin typeface="돋움" pitchFamily="50" charset="-127"/>
                <a:ea typeface="돋움" pitchFamily="50" charset="-127"/>
                <a:sym typeface="Wingdings" pitchFamily="2" charset="2"/>
              </a:rPr>
              <a:t>10Ω </a:t>
            </a:r>
            <a:r>
              <a:rPr lang="ko-KR" altLang="en-US" sz="900">
                <a:solidFill>
                  <a:srgbClr val="000000"/>
                </a:solidFill>
                <a:latin typeface="돋움" pitchFamily="50" charset="-127"/>
                <a:ea typeface="돋움" pitchFamily="50" charset="-127"/>
                <a:sym typeface="Wingdings" pitchFamily="2" charset="2"/>
              </a:rPr>
              <a:t>이하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특별 고압용의 </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종 접지 공사</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sym typeface="Wingdings" pitchFamily="2" charset="2"/>
              </a:rPr>
              <a:t> </a:t>
            </a:r>
            <a:r>
              <a:rPr lang="el-GR" altLang="ko-KR" sz="900">
                <a:solidFill>
                  <a:srgbClr val="000000"/>
                </a:solidFill>
                <a:latin typeface="돋움" pitchFamily="50" charset="-127"/>
                <a:ea typeface="돋움" pitchFamily="50" charset="-127"/>
                <a:sym typeface="Wingdings" pitchFamily="2" charset="2"/>
              </a:rPr>
              <a:t>10Ω </a:t>
            </a:r>
            <a:r>
              <a:rPr lang="ko-KR" altLang="en-US" sz="900">
                <a:solidFill>
                  <a:srgbClr val="000000"/>
                </a:solidFill>
                <a:latin typeface="돋움" pitchFamily="50" charset="-127"/>
                <a:ea typeface="돋움" pitchFamily="50" charset="-127"/>
                <a:sym typeface="Wingdings" pitchFamily="2" charset="2"/>
              </a:rPr>
              <a:t>이하</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28693" name="직사각형 5"/>
          <p:cNvSpPr>
            <a:spLocks noChangeArrowheads="1"/>
          </p:cNvSpPr>
          <p:nvPr/>
        </p:nvSpPr>
        <p:spPr bwMode="auto">
          <a:xfrm>
            <a:off x="260350" y="4643445"/>
            <a:ext cx="30861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교류전압 주기</a:t>
            </a:r>
            <a:r>
              <a:rPr lang="en-US" altLang="ko-KR" sz="900">
                <a:solidFill>
                  <a:srgbClr val="000000"/>
                </a:solidFill>
                <a:latin typeface="돋움" pitchFamily="50" charset="-127"/>
                <a:ea typeface="돋움" pitchFamily="50" charset="-127"/>
              </a:rPr>
              <a:t>(T)</a:t>
            </a:r>
            <a:r>
              <a:rPr lang="ko-KR" altLang="en-US" sz="900">
                <a:solidFill>
                  <a:srgbClr val="000000"/>
                </a:solidFill>
                <a:latin typeface="돋움" pitchFamily="50" charset="-127"/>
                <a:ea typeface="돋움" pitchFamily="50" charset="-127"/>
              </a:rPr>
              <a:t>가  </a:t>
            </a:r>
            <a:r>
              <a:rPr lang="en-US" altLang="ko-KR" sz="900">
                <a:solidFill>
                  <a:srgbClr val="000000"/>
                </a:solidFill>
                <a:latin typeface="돋움" pitchFamily="50" charset="-127"/>
                <a:ea typeface="돋움" pitchFamily="50" charset="-127"/>
              </a:rPr>
              <a:t>5[ms] </a:t>
            </a:r>
            <a:r>
              <a:rPr lang="ko-KR" altLang="en-US" sz="900">
                <a:solidFill>
                  <a:srgbClr val="000000"/>
                </a:solidFill>
                <a:latin typeface="돋움" pitchFamily="50" charset="-127"/>
                <a:ea typeface="돋움" pitchFamily="50" charset="-127"/>
              </a:rPr>
              <a:t>이다</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주파수는 얼마인가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100[Hz]                        ② 200[Hz]</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1000[Hz]                      ④ 2000[Hz]</a:t>
            </a:r>
          </a:p>
        </p:txBody>
      </p:sp>
      <p:sp>
        <p:nvSpPr>
          <p:cNvPr id="28694" name="직사각형 5"/>
          <p:cNvSpPr>
            <a:spLocks noChangeArrowheads="1"/>
          </p:cNvSpPr>
          <p:nvPr/>
        </p:nvSpPr>
        <p:spPr bwMode="auto">
          <a:xfrm>
            <a:off x="228600" y="5292724"/>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저항의 표기에서 색별 오차 기호가 틀린 것은</a:t>
            </a:r>
            <a:r>
              <a:rPr lang="en-US" altLang="ko-KR" sz="900">
                <a:solidFill>
                  <a:srgbClr val="000000"/>
                </a:solidFill>
                <a:latin typeface="돋움" pitchFamily="50" charset="-127"/>
                <a:ea typeface="돋움" pitchFamily="50" charset="-127"/>
              </a:rPr>
              <a:t>?</a:t>
            </a:r>
          </a:p>
        </p:txBody>
      </p:sp>
      <p:sp>
        <p:nvSpPr>
          <p:cNvPr id="28695" name="직사각형 5"/>
          <p:cNvSpPr>
            <a:spLocks noChangeArrowheads="1"/>
          </p:cNvSpPr>
          <p:nvPr/>
        </p:nvSpPr>
        <p:spPr bwMode="auto">
          <a:xfrm>
            <a:off x="260350" y="5514975"/>
            <a:ext cx="3086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황색 </a:t>
            </a:r>
            <a:r>
              <a:rPr lang="en-US" altLang="ko-KR" sz="900">
                <a:solidFill>
                  <a:srgbClr val="000000"/>
                </a:solidFill>
                <a:latin typeface="돋움" pitchFamily="50" charset="-127"/>
                <a:ea typeface="돋움" pitchFamily="50" charset="-127"/>
              </a:rPr>
              <a:t>- D                        ② </a:t>
            </a:r>
            <a:r>
              <a:rPr lang="ko-KR" altLang="en-US" sz="900">
                <a:solidFill>
                  <a:srgbClr val="000000"/>
                </a:solidFill>
                <a:latin typeface="돋움" pitchFamily="50" charset="-127"/>
                <a:ea typeface="돋움" pitchFamily="50" charset="-127"/>
              </a:rPr>
              <a:t>청색 </a:t>
            </a:r>
            <a:r>
              <a:rPr lang="en-US" altLang="ko-KR" sz="900">
                <a:solidFill>
                  <a:srgbClr val="000000"/>
                </a:solidFill>
                <a:latin typeface="돋움" pitchFamily="50" charset="-127"/>
                <a:ea typeface="돋움" pitchFamily="50" charset="-127"/>
              </a:rPr>
              <a:t>- B</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금색</a:t>
            </a:r>
            <a:r>
              <a:rPr lang="en-US" altLang="ko-KR" sz="900">
                <a:solidFill>
                  <a:srgbClr val="000000"/>
                </a:solidFill>
                <a:latin typeface="돋움" pitchFamily="50" charset="-127"/>
                <a:ea typeface="돋움" pitchFamily="50" charset="-127"/>
              </a:rPr>
              <a:t> - G                        ④ </a:t>
            </a:r>
            <a:r>
              <a:rPr lang="ko-KR" altLang="en-US" sz="900">
                <a:solidFill>
                  <a:srgbClr val="000000"/>
                </a:solidFill>
                <a:latin typeface="돋움" pitchFamily="50" charset="-127"/>
                <a:ea typeface="돋움" pitchFamily="50" charset="-127"/>
              </a:rPr>
              <a:t>은색 </a:t>
            </a:r>
            <a:r>
              <a:rPr lang="en-US" altLang="ko-KR" sz="900">
                <a:solidFill>
                  <a:srgbClr val="000000"/>
                </a:solidFill>
                <a:latin typeface="돋움" pitchFamily="50" charset="-127"/>
                <a:ea typeface="돋움" pitchFamily="50" charset="-127"/>
              </a:rPr>
              <a:t>- M</a:t>
            </a:r>
          </a:p>
        </p:txBody>
      </p:sp>
      <p:sp>
        <p:nvSpPr>
          <p:cNvPr id="28696" name="직사각형 5"/>
          <p:cNvSpPr>
            <a:spLocks noChangeArrowheads="1"/>
          </p:cNvSpPr>
          <p:nvPr/>
        </p:nvSpPr>
        <p:spPr bwMode="auto">
          <a:xfrm>
            <a:off x="241300" y="6011872"/>
            <a:ext cx="30861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전기를 저장하거나 방출하는 축전지로서의 기능과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또 하나는 직류를 통하지 않는 성질을 이용하는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기능을 가진 소자는 무엇인가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8697" name="직사각형 5"/>
          <p:cNvSpPr>
            <a:spLocks noChangeArrowheads="1"/>
          </p:cNvSpPr>
          <p:nvPr/>
        </p:nvSpPr>
        <p:spPr bwMode="auto">
          <a:xfrm>
            <a:off x="301625" y="6443663"/>
            <a:ext cx="28400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Resistance             ② capacitor</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Inductance             ④ Diode</a:t>
            </a:r>
          </a:p>
        </p:txBody>
      </p:sp>
      <p:sp>
        <p:nvSpPr>
          <p:cNvPr id="28698" name="직사각형 5"/>
          <p:cNvSpPr>
            <a:spLocks noChangeArrowheads="1"/>
          </p:cNvSpPr>
          <p:nvPr/>
        </p:nvSpPr>
        <p:spPr bwMode="auto">
          <a:xfrm>
            <a:off x="241300" y="7077076"/>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다이오드 양단의 전압</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는 얼마인가</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8699" name="직사각형 5"/>
          <p:cNvSpPr>
            <a:spLocks noChangeArrowheads="1"/>
          </p:cNvSpPr>
          <p:nvPr/>
        </p:nvSpPr>
        <p:spPr bwMode="auto">
          <a:xfrm>
            <a:off x="3484563" y="1201739"/>
            <a:ext cx="30861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제너 다이오드 </a:t>
            </a: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쇼트키 다이오드</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브리지 다이오드        </a:t>
            </a: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바리캡</a:t>
            </a:r>
          </a:p>
        </p:txBody>
      </p:sp>
      <p:sp>
        <p:nvSpPr>
          <p:cNvPr id="28700" name="직사각형 5"/>
          <p:cNvSpPr>
            <a:spLocks noChangeArrowheads="1"/>
          </p:cNvSpPr>
          <p:nvPr/>
        </p:nvSpPr>
        <p:spPr bwMode="auto">
          <a:xfrm>
            <a:off x="3413125" y="2689225"/>
            <a:ext cx="30861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다음  전원 제어소자 중 다른 하나를 찾으시오 </a:t>
            </a:r>
            <a:r>
              <a:rPr lang="en-US" altLang="ko-KR" sz="900">
                <a:solidFill>
                  <a:srgbClr val="000000"/>
                </a:solidFill>
              </a:rPr>
              <a:t>?</a:t>
            </a:r>
            <a:r>
              <a:rPr lang="en-US" altLang="ko-KR" sz="900">
                <a:solidFill>
                  <a:srgbClr val="000000"/>
                </a:solidFill>
                <a:latin typeface="돋움" pitchFamily="50" charset="-127"/>
                <a:ea typeface="돋움" pitchFamily="50" charset="-127"/>
              </a:rPr>
              <a:t>.</a:t>
            </a:r>
          </a:p>
        </p:txBody>
      </p:sp>
      <p:sp>
        <p:nvSpPr>
          <p:cNvPr id="28701" name="직사각형 5"/>
          <p:cNvSpPr>
            <a:spLocks noChangeArrowheads="1"/>
          </p:cNvSpPr>
          <p:nvPr/>
        </p:nvSpPr>
        <p:spPr bwMode="auto">
          <a:xfrm>
            <a:off x="3357563" y="4557714"/>
            <a:ext cx="30861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latin typeface="돋움" pitchFamily="50" charset="-127"/>
                <a:ea typeface="돋움" pitchFamily="50" charset="-127"/>
              </a:rPr>
              <a:t>다음 그림의</a:t>
            </a:r>
            <a:r>
              <a:rPr lang="en-US" altLang="ko-KR" sz="900">
                <a:solidFill>
                  <a:srgbClr val="000000"/>
                </a:solidFill>
                <a:latin typeface="돋움" pitchFamily="50" charset="-127"/>
                <a:ea typeface="돋움" pitchFamily="50" charset="-127"/>
              </a:rPr>
              <a:t> TRIAC </a:t>
            </a:r>
            <a:r>
              <a:rPr lang="ko-KR" altLang="en-US" sz="900">
                <a:solidFill>
                  <a:srgbClr val="000000"/>
                </a:solidFill>
                <a:latin typeface="돋움" pitchFamily="50" charset="-127"/>
                <a:ea typeface="돋움" pitchFamily="50" charset="-127"/>
              </a:rPr>
              <a:t>의 </a:t>
            </a:r>
            <a:r>
              <a:rPr lang="en-US" altLang="ko-KR" sz="900">
                <a:solidFill>
                  <a:srgbClr val="000000"/>
                </a:solidFill>
                <a:latin typeface="돋움" pitchFamily="50" charset="-127"/>
                <a:ea typeface="돋움" pitchFamily="50" charset="-127"/>
              </a:rPr>
              <a:t>Trigger Mode </a:t>
            </a:r>
            <a:r>
              <a:rPr lang="ko-KR" altLang="en-US" sz="900">
                <a:solidFill>
                  <a:srgbClr val="000000"/>
                </a:solidFill>
                <a:latin typeface="돋움" pitchFamily="50" charset="-127"/>
                <a:ea typeface="돋움" pitchFamily="50" charset="-127"/>
              </a:rPr>
              <a:t>의 감도는</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고감도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중감도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저감도</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최악감도</a:t>
            </a:r>
            <a:endParaRPr lang="en-US" altLang="ko-KR" sz="900">
              <a:solidFill>
                <a:srgbClr val="000000"/>
              </a:solidFill>
              <a:latin typeface="돋움" pitchFamily="50" charset="-127"/>
              <a:ea typeface="돋움" pitchFamily="50" charset="-127"/>
            </a:endParaRPr>
          </a:p>
        </p:txBody>
      </p:sp>
      <p:sp>
        <p:nvSpPr>
          <p:cNvPr id="28702" name="Line 10"/>
          <p:cNvSpPr>
            <a:spLocks noChangeShapeType="1"/>
          </p:cNvSpPr>
          <p:nvPr/>
        </p:nvSpPr>
        <p:spPr bwMode="auto">
          <a:xfrm>
            <a:off x="758825" y="7377113"/>
            <a:ext cx="0" cy="6667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03" name="Line 11"/>
          <p:cNvSpPr>
            <a:spLocks noChangeShapeType="1"/>
          </p:cNvSpPr>
          <p:nvPr/>
        </p:nvSpPr>
        <p:spPr bwMode="auto">
          <a:xfrm>
            <a:off x="749300" y="7377113"/>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04" name="Line 12"/>
          <p:cNvSpPr>
            <a:spLocks noChangeShapeType="1"/>
          </p:cNvSpPr>
          <p:nvPr/>
        </p:nvSpPr>
        <p:spPr bwMode="auto">
          <a:xfrm>
            <a:off x="1674813" y="7377118"/>
            <a:ext cx="0" cy="203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grpSp>
        <p:nvGrpSpPr>
          <p:cNvPr id="28705" name="Group 13"/>
          <p:cNvGrpSpPr>
            <a:grpSpLocks/>
          </p:cNvGrpSpPr>
          <p:nvPr/>
        </p:nvGrpSpPr>
        <p:grpSpPr bwMode="auto">
          <a:xfrm>
            <a:off x="1582738" y="7580318"/>
            <a:ext cx="184150" cy="254000"/>
            <a:chOff x="1488" y="1152"/>
            <a:chExt cx="192" cy="336"/>
          </a:xfrm>
        </p:grpSpPr>
        <p:sp>
          <p:nvSpPr>
            <p:cNvPr id="28750" name="Line 14"/>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51" name="Line 15"/>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52" name="Line 16"/>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53" name="Line 17"/>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54" name="Line 18"/>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55" name="Line 19"/>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56" name="Line 20"/>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grpSp>
      <p:sp>
        <p:nvSpPr>
          <p:cNvPr id="28706" name="Line 21"/>
          <p:cNvSpPr>
            <a:spLocks noChangeShapeType="1"/>
          </p:cNvSpPr>
          <p:nvPr/>
        </p:nvSpPr>
        <p:spPr bwMode="auto">
          <a:xfrm>
            <a:off x="1674813" y="7834313"/>
            <a:ext cx="0" cy="4762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07" name="AutoShape 22"/>
          <p:cNvSpPr>
            <a:spLocks noChangeArrowheads="1"/>
          </p:cNvSpPr>
          <p:nvPr/>
        </p:nvSpPr>
        <p:spPr bwMode="auto">
          <a:xfrm flipV="1">
            <a:off x="1552591" y="8297863"/>
            <a:ext cx="244475" cy="10160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sp>
        <p:nvSpPr>
          <p:cNvPr id="28708" name="Line 23"/>
          <p:cNvSpPr>
            <a:spLocks noChangeShapeType="1"/>
          </p:cNvSpPr>
          <p:nvPr/>
        </p:nvSpPr>
        <p:spPr bwMode="auto">
          <a:xfrm flipV="1">
            <a:off x="1552591" y="8399463"/>
            <a:ext cx="2444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09" name="Line 24"/>
          <p:cNvSpPr>
            <a:spLocks noChangeShapeType="1"/>
          </p:cNvSpPr>
          <p:nvPr/>
        </p:nvSpPr>
        <p:spPr bwMode="auto">
          <a:xfrm>
            <a:off x="758825" y="8748713"/>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10" name="Line 25"/>
          <p:cNvSpPr>
            <a:spLocks noChangeShapeType="1"/>
          </p:cNvSpPr>
          <p:nvPr/>
        </p:nvSpPr>
        <p:spPr bwMode="auto">
          <a:xfrm>
            <a:off x="1674813" y="8393113"/>
            <a:ext cx="0" cy="3556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11" name="Text Box 26"/>
          <p:cNvSpPr txBox="1">
            <a:spLocks noChangeArrowheads="1"/>
          </p:cNvSpPr>
          <p:nvPr/>
        </p:nvSpPr>
        <p:spPr bwMode="auto">
          <a:xfrm>
            <a:off x="1316038" y="7572382"/>
            <a:ext cx="304892"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400">
                <a:solidFill>
                  <a:srgbClr val="000000"/>
                </a:solidFill>
                <a:latin typeface="Times New Roman" pitchFamily="18" charset="0"/>
              </a:rPr>
              <a:t>R</a:t>
            </a:r>
          </a:p>
        </p:txBody>
      </p:sp>
      <p:sp>
        <p:nvSpPr>
          <p:cNvPr id="28712" name="Text Box 27"/>
          <p:cNvSpPr txBox="1">
            <a:spLocks noChangeArrowheads="1"/>
          </p:cNvSpPr>
          <p:nvPr/>
        </p:nvSpPr>
        <p:spPr bwMode="auto">
          <a:xfrm>
            <a:off x="1217613" y="8139114"/>
            <a:ext cx="452368" cy="5232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400">
                <a:solidFill>
                  <a:srgbClr val="000000"/>
                </a:solidFill>
                <a:latin typeface="Times New Roman" pitchFamily="18" charset="0"/>
              </a:rPr>
              <a:t>D2</a:t>
            </a:r>
          </a:p>
          <a:p>
            <a:pPr eaLnBrk="1" fontAlgn="base" latinLnBrk="1" hangingPunct="1">
              <a:spcBef>
                <a:spcPct val="0"/>
              </a:spcBef>
              <a:spcAft>
                <a:spcPct val="0"/>
              </a:spcAft>
            </a:pPr>
            <a:r>
              <a:rPr lang="en-US" altLang="ko-KR" sz="1400">
                <a:solidFill>
                  <a:srgbClr val="000000"/>
                </a:solidFill>
                <a:latin typeface="Times New Roman" pitchFamily="18" charset="0"/>
              </a:rPr>
              <a:t>(Si)</a:t>
            </a:r>
          </a:p>
        </p:txBody>
      </p:sp>
      <p:sp>
        <p:nvSpPr>
          <p:cNvPr id="28713" name="Line 28"/>
          <p:cNvSpPr>
            <a:spLocks noChangeShapeType="1"/>
          </p:cNvSpPr>
          <p:nvPr/>
        </p:nvSpPr>
        <p:spPr bwMode="auto">
          <a:xfrm flipV="1">
            <a:off x="758825" y="8072444"/>
            <a:ext cx="0" cy="65722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14" name="Line 29"/>
          <p:cNvSpPr>
            <a:spLocks noChangeShapeType="1"/>
          </p:cNvSpPr>
          <p:nvPr/>
        </p:nvSpPr>
        <p:spPr bwMode="auto">
          <a:xfrm>
            <a:off x="644541" y="8096250"/>
            <a:ext cx="23812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15" name="Line 30"/>
          <p:cNvSpPr>
            <a:spLocks noChangeShapeType="1"/>
          </p:cNvSpPr>
          <p:nvPr/>
        </p:nvSpPr>
        <p:spPr bwMode="auto">
          <a:xfrm>
            <a:off x="682625" y="8034338"/>
            <a:ext cx="15240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16" name="Text Box 31"/>
          <p:cNvSpPr txBox="1">
            <a:spLocks noChangeArrowheads="1"/>
          </p:cNvSpPr>
          <p:nvPr/>
        </p:nvSpPr>
        <p:spPr bwMode="auto">
          <a:xfrm>
            <a:off x="501651" y="8013700"/>
            <a:ext cx="31451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a:solidFill>
                  <a:srgbClr val="000000"/>
                </a:solidFill>
                <a:latin typeface="Times New Roman" pitchFamily="18" charset="0"/>
              </a:rPr>
              <a:t>+</a:t>
            </a:r>
          </a:p>
        </p:txBody>
      </p:sp>
      <p:sp>
        <p:nvSpPr>
          <p:cNvPr id="28717" name="Text Box 33"/>
          <p:cNvSpPr txBox="1">
            <a:spLocks noChangeArrowheads="1"/>
          </p:cNvSpPr>
          <p:nvPr/>
        </p:nvSpPr>
        <p:spPr bwMode="auto">
          <a:xfrm>
            <a:off x="1828801" y="8194673"/>
            <a:ext cx="351378"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a:solidFill>
                  <a:srgbClr val="000000"/>
                </a:solidFill>
                <a:latin typeface="Times New Roman" pitchFamily="18" charset="0"/>
              </a:rPr>
              <a:t>A</a:t>
            </a:r>
            <a:endParaRPr lang="ko-KR" altLang="en-US">
              <a:solidFill>
                <a:srgbClr val="000000"/>
              </a:solidFill>
              <a:latin typeface="Times New Roman" pitchFamily="18" charset="0"/>
            </a:endParaRPr>
          </a:p>
        </p:txBody>
      </p:sp>
      <p:sp>
        <p:nvSpPr>
          <p:cNvPr id="28718" name="Line 34"/>
          <p:cNvSpPr>
            <a:spLocks noChangeShapeType="1"/>
          </p:cNvSpPr>
          <p:nvPr/>
        </p:nvSpPr>
        <p:spPr bwMode="auto">
          <a:xfrm flipH="1" flipV="1">
            <a:off x="1768475" y="8042275"/>
            <a:ext cx="230188" cy="230188"/>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19" name="Line 35"/>
          <p:cNvSpPr>
            <a:spLocks noChangeShapeType="1"/>
          </p:cNvSpPr>
          <p:nvPr/>
        </p:nvSpPr>
        <p:spPr bwMode="auto">
          <a:xfrm flipH="1">
            <a:off x="1719263" y="8477258"/>
            <a:ext cx="279400" cy="252413"/>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20" name="Text Box 85"/>
          <p:cNvSpPr txBox="1">
            <a:spLocks noChangeArrowheads="1"/>
          </p:cNvSpPr>
          <p:nvPr/>
        </p:nvSpPr>
        <p:spPr bwMode="auto">
          <a:xfrm>
            <a:off x="331789" y="7945446"/>
            <a:ext cx="428322" cy="2462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a:solidFill>
                  <a:srgbClr val="000000"/>
                </a:solidFill>
                <a:latin typeface="Times New Roman" pitchFamily="18" charset="0"/>
              </a:rPr>
              <a:t>5[V]</a:t>
            </a:r>
          </a:p>
        </p:txBody>
      </p:sp>
      <p:sp>
        <p:nvSpPr>
          <p:cNvPr id="28721" name="직사각형 5"/>
          <p:cNvSpPr>
            <a:spLocks noChangeArrowheads="1"/>
          </p:cNvSpPr>
          <p:nvPr/>
        </p:nvSpPr>
        <p:spPr bwMode="auto">
          <a:xfrm>
            <a:off x="2103438" y="7369184"/>
            <a:ext cx="6286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5V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0.7V</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0.5V</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0V</a:t>
            </a:r>
          </a:p>
        </p:txBody>
      </p:sp>
      <p:pic>
        <p:nvPicPr>
          <p:cNvPr id="28722" name="Picture 94" descr="zen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98893" y="1412878"/>
            <a:ext cx="4413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23" name="Picture 95" descr="shottok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5879" y="1412878"/>
            <a:ext cx="3778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24" name="Picture 97" descr="brid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41738" y="2124083"/>
            <a:ext cx="54292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25" name="Picture 93" descr="diod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22825" y="2085983"/>
            <a:ext cx="628650" cy="468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26" name="Picture 7"/>
          <p:cNvPicPr>
            <a:picLocks noChangeAspect="1" noChangeArrowheads="1"/>
          </p:cNvPicPr>
          <p:nvPr/>
        </p:nvPicPr>
        <p:blipFill>
          <a:blip r:embed="rId7">
            <a:extLst>
              <a:ext uri="{28A0092B-C50C-407E-A947-70E740481C1C}">
                <a14:useLocalDpi xmlns:a14="http://schemas.microsoft.com/office/drawing/2010/main" val="0"/>
              </a:ext>
            </a:extLst>
          </a:blip>
          <a:srcRect l="71066" t="15115" r="3416" b="36047"/>
          <a:stretch>
            <a:fillRect/>
          </a:stretch>
        </p:blipFill>
        <p:spPr bwMode="auto">
          <a:xfrm>
            <a:off x="5032391" y="3209925"/>
            <a:ext cx="434975"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27" name="Picture 7"/>
          <p:cNvPicPr>
            <a:picLocks noChangeAspect="1" noChangeArrowheads="1"/>
          </p:cNvPicPr>
          <p:nvPr/>
        </p:nvPicPr>
        <p:blipFill>
          <a:blip r:embed="rId8">
            <a:extLst>
              <a:ext uri="{28A0092B-C50C-407E-A947-70E740481C1C}">
                <a14:useLocalDpi xmlns:a14="http://schemas.microsoft.com/office/drawing/2010/main" val="0"/>
              </a:ext>
            </a:extLst>
          </a:blip>
          <a:srcRect r="72543" b="21030"/>
          <a:stretch>
            <a:fillRect/>
          </a:stretch>
        </p:blipFill>
        <p:spPr bwMode="auto">
          <a:xfrm>
            <a:off x="3441700" y="3248025"/>
            <a:ext cx="827088"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28" name="Picture 7"/>
          <p:cNvPicPr>
            <a:picLocks noChangeAspect="1" noChangeArrowheads="1"/>
          </p:cNvPicPr>
          <p:nvPr/>
        </p:nvPicPr>
        <p:blipFill>
          <a:blip r:embed="rId8">
            <a:extLst>
              <a:ext uri="{28A0092B-C50C-407E-A947-70E740481C1C}">
                <a14:useLocalDpi xmlns:a14="http://schemas.microsoft.com/office/drawing/2010/main" val="0"/>
              </a:ext>
            </a:extLst>
          </a:blip>
          <a:srcRect l="70250" t="3668" b="25459"/>
          <a:stretch>
            <a:fillRect/>
          </a:stretch>
        </p:blipFill>
        <p:spPr bwMode="auto">
          <a:xfrm>
            <a:off x="5651500" y="3225801"/>
            <a:ext cx="858838" cy="129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29" name="직사각형 5"/>
          <p:cNvSpPr>
            <a:spLocks noChangeArrowheads="1"/>
          </p:cNvSpPr>
          <p:nvPr/>
        </p:nvSpPr>
        <p:spPr bwMode="auto">
          <a:xfrm>
            <a:off x="3668721" y="3016251"/>
            <a:ext cx="45243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p>
        </p:txBody>
      </p:sp>
      <p:sp>
        <p:nvSpPr>
          <p:cNvPr id="28730" name="직사각형 5"/>
          <p:cNvSpPr>
            <a:spLocks noChangeArrowheads="1"/>
          </p:cNvSpPr>
          <p:nvPr/>
        </p:nvSpPr>
        <p:spPr bwMode="auto">
          <a:xfrm>
            <a:off x="4456113" y="3021013"/>
            <a:ext cx="4508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p>
        </p:txBody>
      </p:sp>
      <p:sp>
        <p:nvSpPr>
          <p:cNvPr id="28731" name="직사각형 5"/>
          <p:cNvSpPr>
            <a:spLocks noChangeArrowheads="1"/>
          </p:cNvSpPr>
          <p:nvPr/>
        </p:nvSpPr>
        <p:spPr bwMode="auto">
          <a:xfrm>
            <a:off x="5162550" y="3011488"/>
            <a:ext cx="4508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p>
        </p:txBody>
      </p:sp>
      <p:sp>
        <p:nvSpPr>
          <p:cNvPr id="28732" name="직사각형 5"/>
          <p:cNvSpPr>
            <a:spLocks noChangeArrowheads="1"/>
          </p:cNvSpPr>
          <p:nvPr/>
        </p:nvSpPr>
        <p:spPr bwMode="auto">
          <a:xfrm>
            <a:off x="5867400" y="3011488"/>
            <a:ext cx="4508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p>
        </p:txBody>
      </p:sp>
      <p:pic>
        <p:nvPicPr>
          <p:cNvPr id="28733" name="Picture 7"/>
          <p:cNvPicPr>
            <a:picLocks noChangeAspect="1" noChangeArrowheads="1"/>
          </p:cNvPicPr>
          <p:nvPr/>
        </p:nvPicPr>
        <p:blipFill>
          <a:blip r:embed="rId8">
            <a:extLst>
              <a:ext uri="{28A0092B-C50C-407E-A947-70E740481C1C}">
                <a14:useLocalDpi xmlns:a14="http://schemas.microsoft.com/office/drawing/2010/main" val="0"/>
              </a:ext>
            </a:extLst>
          </a:blip>
          <a:srcRect l="48872" t="3668" r="29993" b="25459"/>
          <a:stretch>
            <a:fillRect/>
          </a:stretch>
        </p:blipFill>
        <p:spPr bwMode="auto">
          <a:xfrm>
            <a:off x="4292616" y="3213105"/>
            <a:ext cx="523875" cy="128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34" name="Picture 7"/>
          <p:cNvPicPr>
            <a:picLocks noChangeAspect="1" noChangeArrowheads="1"/>
          </p:cNvPicPr>
          <p:nvPr/>
        </p:nvPicPr>
        <p:blipFill>
          <a:blip r:embed="rId8">
            <a:extLst>
              <a:ext uri="{28A0092B-C50C-407E-A947-70E740481C1C}">
                <a14:useLocalDpi xmlns:a14="http://schemas.microsoft.com/office/drawing/2010/main" val="0"/>
              </a:ext>
            </a:extLst>
          </a:blip>
          <a:srcRect l="25938" r="71384" b="89554"/>
          <a:stretch>
            <a:fillRect/>
          </a:stretch>
        </p:blipFill>
        <p:spPr bwMode="auto">
          <a:xfrm>
            <a:off x="4208463" y="3743330"/>
            <a:ext cx="80962" cy="166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35"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68879" y="4787904"/>
            <a:ext cx="1182687" cy="1643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736" name="직사각형 5"/>
          <p:cNvSpPr>
            <a:spLocks noChangeArrowheads="1"/>
          </p:cNvSpPr>
          <p:nvPr/>
        </p:nvSpPr>
        <p:spPr bwMode="auto">
          <a:xfrm>
            <a:off x="3357563" y="6519864"/>
            <a:ext cx="30861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SSR (Solid State Relay) </a:t>
            </a:r>
            <a:r>
              <a:rPr lang="ko-KR" altLang="en-US" sz="900">
                <a:solidFill>
                  <a:srgbClr val="000000"/>
                </a:solidFill>
                <a:latin typeface="돋움" pitchFamily="50" charset="-127"/>
                <a:ea typeface="돋움" pitchFamily="50" charset="-127"/>
              </a:rPr>
              <a:t>특징 중 맞지 않는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저잡음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저소음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내진동성</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고신뢰성</a:t>
            </a:r>
            <a:endParaRPr lang="en-US" altLang="ko-KR" sz="900">
              <a:solidFill>
                <a:srgbClr val="000000"/>
              </a:solidFill>
              <a:latin typeface="돋움" pitchFamily="50" charset="-127"/>
              <a:ea typeface="돋움" pitchFamily="50" charset="-127"/>
            </a:endParaRPr>
          </a:p>
        </p:txBody>
      </p:sp>
      <p:sp>
        <p:nvSpPr>
          <p:cNvPr id="28737" name="Oval 8"/>
          <p:cNvSpPr>
            <a:spLocks noChangeArrowheads="1"/>
          </p:cNvSpPr>
          <p:nvPr/>
        </p:nvSpPr>
        <p:spPr bwMode="auto">
          <a:xfrm>
            <a:off x="5705491" y="8096258"/>
            <a:ext cx="371475" cy="404813"/>
          </a:xfrm>
          <a:prstGeom prst="ellipse">
            <a:avLst/>
          </a:prstGeom>
          <a:noFill/>
          <a:ln w="9525">
            <a:solidFill>
              <a:srgbClr val="000000"/>
            </a:solidFill>
            <a:round/>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endParaRPr lang="ko-KR" altLang="en-US" sz="1200">
              <a:solidFill>
                <a:srgbClr val="000000"/>
              </a:solidFill>
            </a:endParaRPr>
          </a:p>
        </p:txBody>
      </p:sp>
      <p:sp>
        <p:nvSpPr>
          <p:cNvPr id="28738" name="Line 9"/>
          <p:cNvSpPr>
            <a:spLocks noChangeShapeType="1"/>
          </p:cNvSpPr>
          <p:nvPr/>
        </p:nvSpPr>
        <p:spPr bwMode="auto">
          <a:xfrm>
            <a:off x="5811838" y="8131175"/>
            <a:ext cx="0" cy="34925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39" name="Line 10"/>
          <p:cNvSpPr>
            <a:spLocks noChangeShapeType="1"/>
          </p:cNvSpPr>
          <p:nvPr/>
        </p:nvSpPr>
        <p:spPr bwMode="auto">
          <a:xfrm flipV="1">
            <a:off x="5811838" y="8096250"/>
            <a:ext cx="106362" cy="17303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0" name="Line 11"/>
          <p:cNvSpPr>
            <a:spLocks noChangeShapeType="1"/>
          </p:cNvSpPr>
          <p:nvPr/>
        </p:nvSpPr>
        <p:spPr bwMode="auto">
          <a:xfrm rot="-10083720">
            <a:off x="5811838" y="8328025"/>
            <a:ext cx="158750" cy="17303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1" name="Line 12"/>
          <p:cNvSpPr>
            <a:spLocks noChangeShapeType="1"/>
          </p:cNvSpPr>
          <p:nvPr/>
        </p:nvSpPr>
        <p:spPr bwMode="auto">
          <a:xfrm>
            <a:off x="5957888" y="8501063"/>
            <a:ext cx="0" cy="2905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2" name="Line 13"/>
          <p:cNvSpPr>
            <a:spLocks noChangeShapeType="1"/>
          </p:cNvSpPr>
          <p:nvPr/>
        </p:nvSpPr>
        <p:spPr bwMode="auto">
          <a:xfrm>
            <a:off x="5943600" y="7813675"/>
            <a:ext cx="0" cy="2889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3" name="Line 14"/>
          <p:cNvSpPr>
            <a:spLocks noChangeShapeType="1"/>
          </p:cNvSpPr>
          <p:nvPr/>
        </p:nvSpPr>
        <p:spPr bwMode="auto">
          <a:xfrm>
            <a:off x="5492766" y="8212143"/>
            <a:ext cx="212725" cy="5715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4" name="Line 15"/>
          <p:cNvSpPr>
            <a:spLocks noChangeShapeType="1"/>
          </p:cNvSpPr>
          <p:nvPr/>
        </p:nvSpPr>
        <p:spPr bwMode="auto">
          <a:xfrm>
            <a:off x="5492750" y="8212143"/>
            <a:ext cx="52388" cy="5715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5" name="Line 16"/>
          <p:cNvSpPr>
            <a:spLocks noChangeShapeType="1"/>
          </p:cNvSpPr>
          <p:nvPr/>
        </p:nvSpPr>
        <p:spPr bwMode="auto">
          <a:xfrm flipH="1" flipV="1">
            <a:off x="5280041" y="8212143"/>
            <a:ext cx="265113" cy="5715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28746" name="Text Box 17"/>
          <p:cNvSpPr txBox="1">
            <a:spLocks noChangeArrowheads="1"/>
          </p:cNvSpPr>
          <p:nvPr/>
        </p:nvSpPr>
        <p:spPr bwMode="auto">
          <a:xfrm>
            <a:off x="5013326" y="8027995"/>
            <a:ext cx="364202" cy="307777"/>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400">
                <a:solidFill>
                  <a:srgbClr val="000000"/>
                </a:solidFill>
              </a:rPr>
              <a:t>빛</a:t>
            </a:r>
          </a:p>
        </p:txBody>
      </p:sp>
      <p:sp>
        <p:nvSpPr>
          <p:cNvPr id="28747" name="Text Box 18"/>
          <p:cNvSpPr txBox="1">
            <a:spLocks noChangeArrowheads="1"/>
          </p:cNvSpPr>
          <p:nvPr/>
        </p:nvSpPr>
        <p:spPr bwMode="auto">
          <a:xfrm>
            <a:off x="5937250" y="7740658"/>
            <a:ext cx="312906" cy="307777"/>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400">
                <a:solidFill>
                  <a:srgbClr val="000000"/>
                </a:solidFill>
              </a:rPr>
              <a:t>C</a:t>
            </a:r>
          </a:p>
        </p:txBody>
      </p:sp>
      <p:sp>
        <p:nvSpPr>
          <p:cNvPr id="28748" name="Text Box 19"/>
          <p:cNvSpPr txBox="1">
            <a:spLocks noChangeArrowheads="1"/>
          </p:cNvSpPr>
          <p:nvPr/>
        </p:nvSpPr>
        <p:spPr bwMode="auto">
          <a:xfrm>
            <a:off x="5959476" y="8616958"/>
            <a:ext cx="296876" cy="307777"/>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400">
                <a:solidFill>
                  <a:srgbClr val="000000"/>
                </a:solidFill>
              </a:rPr>
              <a:t>E</a:t>
            </a:r>
          </a:p>
        </p:txBody>
      </p:sp>
      <p:sp>
        <p:nvSpPr>
          <p:cNvPr id="28749" name="직사각형 5"/>
          <p:cNvSpPr>
            <a:spLocks noChangeArrowheads="1"/>
          </p:cNvSpPr>
          <p:nvPr/>
        </p:nvSpPr>
        <p:spPr bwMode="auto">
          <a:xfrm>
            <a:off x="3357563" y="7548563"/>
            <a:ext cx="30861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다음 그림의 검출기의 명칭은 무엇인가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a:t>
            </a:r>
            <a:r>
              <a:rPr lang="en-US" altLang="ko-KR" sz="900">
                <a:solidFill>
                  <a:srgbClr val="000000"/>
                </a:solidFill>
                <a:latin typeface="돋움" pitchFamily="50" charset="-127"/>
                <a:ea typeface="돋움" pitchFamily="50" charset="-127"/>
              </a:rPr>
              <a:t>Photo Coupler</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a:t>
            </a:r>
            <a:r>
              <a:rPr lang="en-US" altLang="ko-KR" sz="900">
                <a:solidFill>
                  <a:srgbClr val="000000"/>
                </a:solidFill>
                <a:latin typeface="돋움" pitchFamily="50" charset="-127"/>
                <a:ea typeface="돋움" pitchFamily="50" charset="-127"/>
              </a:rPr>
              <a:t>Photo Diode</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a:t>
            </a:r>
            <a:r>
              <a:rPr lang="en-US" altLang="ko-KR" sz="900">
                <a:solidFill>
                  <a:srgbClr val="000000"/>
                </a:solidFill>
                <a:latin typeface="돋움" pitchFamily="50" charset="-127"/>
                <a:ea typeface="돋움" pitchFamily="50" charset="-127"/>
              </a:rPr>
              <a:t>Photo Transistor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Light Emitting Diode</a:t>
            </a:r>
          </a:p>
        </p:txBody>
      </p:sp>
      <p:sp>
        <p:nvSpPr>
          <p:cNvPr id="78"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32211258"/>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9699"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9700"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9701"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9711" name="직사각형 5"/>
          <p:cNvSpPr>
            <a:spLocks noChangeArrowheads="1"/>
          </p:cNvSpPr>
          <p:nvPr/>
        </p:nvSpPr>
        <p:spPr bwMode="auto">
          <a:xfrm>
            <a:off x="260352" y="984250"/>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온도가 상승하면 비례하여 저항 값이 감소하는 것은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29712" name="직사각형 5"/>
          <p:cNvSpPr>
            <a:spLocks noChangeArrowheads="1"/>
          </p:cNvSpPr>
          <p:nvPr/>
        </p:nvSpPr>
        <p:spPr bwMode="auto">
          <a:xfrm>
            <a:off x="404813" y="1285883"/>
            <a:ext cx="15430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NTC</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PTC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CTR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열전대</a:t>
            </a:r>
            <a:endParaRPr lang="en-US" altLang="ko-KR" sz="900">
              <a:solidFill>
                <a:srgbClr val="000000"/>
              </a:solidFill>
              <a:latin typeface="돋움" pitchFamily="50" charset="-127"/>
              <a:ea typeface="돋움" pitchFamily="50" charset="-127"/>
            </a:endParaRPr>
          </a:p>
        </p:txBody>
      </p:sp>
      <p:sp>
        <p:nvSpPr>
          <p:cNvPr id="3" name="직사각형 2"/>
          <p:cNvSpPr/>
          <p:nvPr/>
        </p:nvSpPr>
        <p:spPr>
          <a:xfrm>
            <a:off x="2917841" y="1995496"/>
            <a:ext cx="493713" cy="142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2" name="직사각형 11"/>
          <p:cNvSpPr/>
          <p:nvPr/>
        </p:nvSpPr>
        <p:spPr>
          <a:xfrm>
            <a:off x="2852738" y="1490667"/>
            <a:ext cx="493712" cy="144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29715" name="Rectangle 205"/>
          <p:cNvSpPr>
            <a:spLocks noChangeArrowheads="1"/>
          </p:cNvSpPr>
          <p:nvPr/>
        </p:nvSpPr>
        <p:spPr bwMode="auto">
          <a:xfrm>
            <a:off x="266700" y="2428882"/>
            <a:ext cx="3429000" cy="95410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15. </a:t>
            </a:r>
            <a:r>
              <a:rPr lang="ko-KR" altLang="en-US" sz="800">
                <a:solidFill>
                  <a:srgbClr val="000000"/>
                </a:solidFill>
              </a:rPr>
              <a:t>소형 포토 마이크로 </a:t>
            </a:r>
            <a:r>
              <a:rPr lang="en-US" altLang="ko-KR" sz="800">
                <a:solidFill>
                  <a:srgbClr val="000000"/>
                </a:solidFill>
              </a:rPr>
              <a:t>Sensor</a:t>
            </a:r>
            <a:r>
              <a:rPr lang="ko-KR" altLang="en-US" sz="800">
                <a:solidFill>
                  <a:srgbClr val="000000"/>
                </a:solidFill>
              </a:rPr>
              <a:t>의 종류 이다</a:t>
            </a:r>
            <a:r>
              <a:rPr lang="en-US" altLang="ko-KR" sz="800">
                <a:solidFill>
                  <a:srgbClr val="000000"/>
                </a:solidFill>
              </a:rPr>
              <a:t>. </a:t>
            </a:r>
          </a:p>
          <a:p>
            <a:pPr eaLnBrk="1" fontAlgn="base" latinLnBrk="1" hangingPunct="1">
              <a:spcBef>
                <a:spcPct val="0"/>
              </a:spcBef>
              <a:spcAft>
                <a:spcPct val="0"/>
              </a:spcAft>
            </a:pPr>
            <a:r>
              <a:rPr lang="en-US" altLang="ko-KR" sz="800">
                <a:solidFill>
                  <a:srgbClr val="000000"/>
                </a:solidFill>
              </a:rPr>
              <a:t>      </a:t>
            </a:r>
            <a:r>
              <a:rPr lang="ko-KR" altLang="en-US" sz="800">
                <a:solidFill>
                  <a:srgbClr val="000000"/>
                </a:solidFill>
              </a:rPr>
              <a:t>명칭은 무엇인가</a:t>
            </a:r>
            <a:r>
              <a:rPr lang="en-US" altLang="ko-KR" sz="800">
                <a:solidFill>
                  <a:srgbClr val="000000"/>
                </a:solidFill>
              </a:rPr>
              <a:t>? (          )</a:t>
            </a:r>
          </a:p>
          <a:p>
            <a:pPr eaLnBrk="1" fontAlgn="base" latinLnBrk="1" hangingPunct="1">
              <a:spcBef>
                <a:spcPct val="0"/>
              </a:spcBef>
              <a:spcAft>
                <a:spcPct val="0"/>
              </a:spcAft>
            </a:pPr>
            <a:endParaRPr lang="en-US" altLang="ko-KR" sz="800">
              <a:solidFill>
                <a:srgbClr val="000000"/>
              </a:solidFill>
            </a:endParaRPr>
          </a:p>
          <a:p>
            <a:pPr eaLnBrk="1" fontAlgn="base" latinLnBrk="1" hangingPunct="1">
              <a:spcBef>
                <a:spcPct val="0"/>
              </a:spcBef>
              <a:spcAft>
                <a:spcPct val="0"/>
              </a:spcAft>
            </a:pPr>
            <a:r>
              <a:rPr lang="en-US" altLang="ko-KR" sz="800">
                <a:solidFill>
                  <a:srgbClr val="000000"/>
                </a:solidFill>
              </a:rPr>
              <a:t>  ① </a:t>
            </a:r>
            <a:r>
              <a:rPr lang="ko-KR" altLang="en-US" sz="800">
                <a:solidFill>
                  <a:srgbClr val="000000"/>
                </a:solidFill>
              </a:rPr>
              <a:t>반사형</a:t>
            </a:r>
          </a:p>
          <a:p>
            <a:pPr eaLnBrk="1" fontAlgn="base" latinLnBrk="1" hangingPunct="1">
              <a:spcBef>
                <a:spcPct val="0"/>
              </a:spcBef>
              <a:spcAft>
                <a:spcPct val="0"/>
              </a:spcAft>
            </a:pPr>
            <a:r>
              <a:rPr lang="ko-KR" altLang="en-US" sz="800">
                <a:solidFill>
                  <a:srgbClr val="000000"/>
                </a:solidFill>
              </a:rPr>
              <a:t>  ② 회귀 반사형</a:t>
            </a:r>
          </a:p>
          <a:p>
            <a:pPr eaLnBrk="1" fontAlgn="base" latinLnBrk="1" hangingPunct="1">
              <a:spcBef>
                <a:spcPct val="0"/>
              </a:spcBef>
              <a:spcAft>
                <a:spcPct val="0"/>
              </a:spcAft>
            </a:pPr>
            <a:r>
              <a:rPr lang="ko-KR" altLang="en-US" sz="800">
                <a:solidFill>
                  <a:srgbClr val="000000"/>
                </a:solidFill>
              </a:rPr>
              <a:t>  ③ 말굽형</a:t>
            </a:r>
            <a:r>
              <a:rPr lang="en-US" altLang="ko-KR" sz="800">
                <a:solidFill>
                  <a:srgbClr val="000000"/>
                </a:solidFill>
              </a:rPr>
              <a:t>(</a:t>
            </a:r>
            <a:r>
              <a:rPr lang="ko-KR" altLang="en-US" sz="800">
                <a:solidFill>
                  <a:srgbClr val="000000"/>
                </a:solidFill>
              </a:rPr>
              <a:t>투과형</a:t>
            </a:r>
            <a:r>
              <a:rPr lang="en-US" altLang="ko-KR" sz="800">
                <a:solidFill>
                  <a:srgbClr val="000000"/>
                </a:solidFill>
              </a:rPr>
              <a:t>)</a:t>
            </a:r>
          </a:p>
          <a:p>
            <a:pPr eaLnBrk="1" fontAlgn="base" latinLnBrk="1" hangingPunct="1">
              <a:spcBef>
                <a:spcPct val="0"/>
              </a:spcBef>
              <a:spcAft>
                <a:spcPct val="0"/>
              </a:spcAft>
            </a:pPr>
            <a:r>
              <a:rPr lang="en-US" altLang="ko-KR" sz="800">
                <a:solidFill>
                  <a:srgbClr val="000000"/>
                </a:solidFill>
              </a:rPr>
              <a:t>  ④ </a:t>
            </a:r>
            <a:r>
              <a:rPr lang="ko-KR" altLang="en-US" sz="800">
                <a:solidFill>
                  <a:srgbClr val="000000"/>
                </a:solidFill>
              </a:rPr>
              <a:t>확산형</a:t>
            </a:r>
            <a:r>
              <a:rPr lang="en-US" altLang="ko-KR" sz="800">
                <a:solidFill>
                  <a:srgbClr val="000000"/>
                </a:solidFill>
              </a:rPr>
              <a:t>(</a:t>
            </a:r>
            <a:r>
              <a:rPr lang="ko-KR" altLang="en-US" sz="800">
                <a:solidFill>
                  <a:srgbClr val="000000"/>
                </a:solidFill>
              </a:rPr>
              <a:t>투과형</a:t>
            </a:r>
            <a:r>
              <a:rPr lang="en-US" altLang="ko-KR" sz="800">
                <a:solidFill>
                  <a:srgbClr val="000000"/>
                </a:solidFill>
              </a:rPr>
              <a:t>)</a:t>
            </a:r>
          </a:p>
        </p:txBody>
      </p:sp>
      <p:sp>
        <p:nvSpPr>
          <p:cNvPr id="29716" name="Rectangle 168"/>
          <p:cNvSpPr>
            <a:spLocks noChangeArrowheads="1"/>
          </p:cNvSpPr>
          <p:nvPr/>
        </p:nvSpPr>
        <p:spPr bwMode="auto">
          <a:xfrm>
            <a:off x="304800" y="3492509"/>
            <a:ext cx="3124200" cy="46166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16. Sensor </a:t>
            </a:r>
            <a:r>
              <a:rPr lang="ko-KR" altLang="en-US" sz="800">
                <a:solidFill>
                  <a:srgbClr val="000000"/>
                </a:solidFill>
              </a:rPr>
              <a:t>직류 </a:t>
            </a:r>
            <a:r>
              <a:rPr lang="en-US" altLang="ko-KR" sz="800">
                <a:solidFill>
                  <a:srgbClr val="000000"/>
                </a:solidFill>
              </a:rPr>
              <a:t>2</a:t>
            </a:r>
            <a:r>
              <a:rPr lang="ko-KR" altLang="en-US" sz="800">
                <a:solidFill>
                  <a:srgbClr val="000000"/>
                </a:solidFill>
              </a:rPr>
              <a:t>선식 특징 중 틀린 것은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a:t>
            </a:r>
            <a:r>
              <a:rPr lang="ko-KR" altLang="en-US" sz="800">
                <a:solidFill>
                  <a:srgbClr val="000000"/>
                </a:solidFill>
              </a:rPr>
              <a:t>배선의 절약</a:t>
            </a:r>
            <a:r>
              <a:rPr lang="en-US" altLang="ko-KR" sz="800" baseline="30000">
                <a:solidFill>
                  <a:srgbClr val="000000"/>
                </a:solidFill>
              </a:rPr>
              <a:t> </a:t>
            </a:r>
            <a:r>
              <a:rPr lang="en-US" altLang="ko-KR" sz="800">
                <a:solidFill>
                  <a:srgbClr val="000000"/>
                </a:solidFill>
              </a:rPr>
              <a:t>        ② </a:t>
            </a:r>
            <a:r>
              <a:rPr lang="ko-KR" altLang="en-US" sz="800">
                <a:solidFill>
                  <a:srgbClr val="000000"/>
                </a:solidFill>
              </a:rPr>
              <a:t>고응답성</a:t>
            </a:r>
            <a:endParaRPr lang="en-US" altLang="ko-KR" sz="800" baseline="30000">
              <a:solidFill>
                <a:srgbClr val="000000"/>
              </a:solidFill>
            </a:endParaRPr>
          </a:p>
          <a:p>
            <a:pPr eaLnBrk="1" fontAlgn="base" latinLnBrk="1" hangingPunct="1">
              <a:spcBef>
                <a:spcPct val="0"/>
              </a:spcBef>
              <a:spcAft>
                <a:spcPct val="0"/>
              </a:spcAft>
            </a:pPr>
            <a:r>
              <a:rPr lang="en-US" altLang="ko-KR" sz="800">
                <a:solidFill>
                  <a:srgbClr val="000000"/>
                </a:solidFill>
              </a:rPr>
              <a:t>③ </a:t>
            </a:r>
            <a:r>
              <a:rPr lang="ko-KR" altLang="en-US" sz="800">
                <a:solidFill>
                  <a:srgbClr val="000000"/>
                </a:solidFill>
              </a:rPr>
              <a:t>저 소비전류         </a:t>
            </a:r>
            <a:r>
              <a:rPr lang="en-US" altLang="ko-KR" sz="800">
                <a:solidFill>
                  <a:srgbClr val="000000"/>
                </a:solidFill>
              </a:rPr>
              <a:t>④ </a:t>
            </a:r>
            <a:r>
              <a:rPr lang="ko-KR" altLang="en-US" sz="800">
                <a:solidFill>
                  <a:srgbClr val="000000"/>
                </a:solidFill>
              </a:rPr>
              <a:t>교류</a:t>
            </a:r>
            <a:r>
              <a:rPr lang="en-US" altLang="ko-KR" sz="800">
                <a:solidFill>
                  <a:srgbClr val="000000"/>
                </a:solidFill>
              </a:rPr>
              <a:t>/</a:t>
            </a:r>
            <a:r>
              <a:rPr lang="ko-KR" altLang="en-US" sz="800">
                <a:solidFill>
                  <a:srgbClr val="000000"/>
                </a:solidFill>
              </a:rPr>
              <a:t>직류 부하 어느쪽이던 접속 가능</a:t>
            </a:r>
            <a:endParaRPr lang="en-US" altLang="ko-KR" sz="800">
              <a:solidFill>
                <a:srgbClr val="000000"/>
              </a:solidFill>
            </a:endParaRPr>
          </a:p>
        </p:txBody>
      </p:sp>
      <p:sp>
        <p:nvSpPr>
          <p:cNvPr id="29717" name="Rectangle 169"/>
          <p:cNvSpPr>
            <a:spLocks noChangeArrowheads="1"/>
          </p:cNvSpPr>
          <p:nvPr/>
        </p:nvSpPr>
        <p:spPr bwMode="auto">
          <a:xfrm>
            <a:off x="309563" y="4067176"/>
            <a:ext cx="3124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17. Sensor </a:t>
            </a:r>
            <a:r>
              <a:rPr lang="ko-KR" altLang="en-US" sz="800">
                <a:solidFill>
                  <a:srgbClr val="000000"/>
                </a:solidFill>
              </a:rPr>
              <a:t>배선 중 맞는 것은 </a:t>
            </a:r>
            <a:r>
              <a:rPr lang="en-US" altLang="ko-KR" sz="800">
                <a:solidFill>
                  <a:srgbClr val="000000"/>
                </a:solidFill>
              </a:rPr>
              <a:t>?(       )</a:t>
            </a:r>
          </a:p>
          <a:p>
            <a:pPr eaLnBrk="1" fontAlgn="base" latinLnBrk="1" hangingPunct="1">
              <a:spcBef>
                <a:spcPct val="0"/>
              </a:spcBef>
              <a:spcAft>
                <a:spcPct val="0"/>
              </a:spcAft>
            </a:pPr>
            <a:r>
              <a:rPr lang="en-US" altLang="ko-KR" sz="800">
                <a:solidFill>
                  <a:srgbClr val="000000"/>
                </a:solidFill>
              </a:rPr>
              <a:t> ① </a:t>
            </a:r>
            <a:r>
              <a:rPr lang="ko-KR" altLang="en-US" sz="800">
                <a:solidFill>
                  <a:srgbClr val="000000"/>
                </a:solidFill>
              </a:rPr>
              <a:t>흑색은 </a:t>
            </a:r>
            <a:r>
              <a:rPr lang="en-US" altLang="ko-KR" sz="800">
                <a:solidFill>
                  <a:srgbClr val="000000"/>
                </a:solidFill>
              </a:rPr>
              <a:t>+V, </a:t>
            </a:r>
            <a:r>
              <a:rPr lang="ko-KR" altLang="en-US" sz="800">
                <a:solidFill>
                  <a:srgbClr val="000000"/>
                </a:solidFill>
              </a:rPr>
              <a:t>청색은 </a:t>
            </a:r>
            <a:r>
              <a:rPr lang="en-US" altLang="ko-KR" sz="800">
                <a:solidFill>
                  <a:srgbClr val="000000"/>
                </a:solidFill>
              </a:rPr>
              <a:t>GND, </a:t>
            </a:r>
            <a:r>
              <a:rPr lang="ko-KR" altLang="en-US" sz="800">
                <a:solidFill>
                  <a:srgbClr val="000000"/>
                </a:solidFill>
              </a:rPr>
              <a:t>갈색은 </a:t>
            </a:r>
            <a:r>
              <a:rPr lang="en-US" altLang="ko-KR" sz="800">
                <a:solidFill>
                  <a:srgbClr val="000000"/>
                </a:solidFill>
              </a:rPr>
              <a:t>OUT </a:t>
            </a:r>
          </a:p>
          <a:p>
            <a:pPr eaLnBrk="1" fontAlgn="base" latinLnBrk="1" hangingPunct="1">
              <a:spcBef>
                <a:spcPct val="0"/>
              </a:spcBef>
              <a:spcAft>
                <a:spcPct val="0"/>
              </a:spcAft>
            </a:pPr>
            <a:r>
              <a:rPr lang="en-US" altLang="ko-KR" sz="800">
                <a:solidFill>
                  <a:srgbClr val="000000"/>
                </a:solidFill>
              </a:rPr>
              <a:t> </a:t>
            </a:r>
            <a:r>
              <a:rPr lang="ko-KR" altLang="en-US" sz="800">
                <a:solidFill>
                  <a:srgbClr val="000000"/>
                </a:solidFill>
              </a:rPr>
              <a:t>② 갈색은 </a:t>
            </a:r>
            <a:r>
              <a:rPr lang="en-US" altLang="ko-KR" sz="800">
                <a:solidFill>
                  <a:srgbClr val="000000"/>
                </a:solidFill>
              </a:rPr>
              <a:t>+V, </a:t>
            </a:r>
            <a:r>
              <a:rPr lang="ko-KR" altLang="en-US" sz="800">
                <a:solidFill>
                  <a:srgbClr val="000000"/>
                </a:solidFill>
              </a:rPr>
              <a:t>청색은 </a:t>
            </a:r>
            <a:r>
              <a:rPr lang="en-US" altLang="ko-KR" sz="800">
                <a:solidFill>
                  <a:srgbClr val="000000"/>
                </a:solidFill>
              </a:rPr>
              <a:t>GND, </a:t>
            </a:r>
            <a:r>
              <a:rPr lang="ko-KR" altLang="en-US" sz="800">
                <a:solidFill>
                  <a:srgbClr val="000000"/>
                </a:solidFill>
              </a:rPr>
              <a:t>흑색은 </a:t>
            </a:r>
            <a:r>
              <a:rPr lang="en-US" altLang="ko-KR" sz="800">
                <a:solidFill>
                  <a:srgbClr val="000000"/>
                </a:solidFill>
              </a:rPr>
              <a:t>OUT </a:t>
            </a:r>
          </a:p>
          <a:p>
            <a:pPr eaLnBrk="1" fontAlgn="base" latinLnBrk="1" hangingPunct="1">
              <a:spcBef>
                <a:spcPct val="0"/>
              </a:spcBef>
              <a:spcAft>
                <a:spcPct val="0"/>
              </a:spcAft>
            </a:pPr>
            <a:r>
              <a:rPr lang="ko-KR" altLang="en-US" sz="800">
                <a:solidFill>
                  <a:srgbClr val="000000"/>
                </a:solidFill>
              </a:rPr>
              <a:t> ③ 청색은 </a:t>
            </a:r>
            <a:r>
              <a:rPr lang="en-US" altLang="ko-KR" sz="800">
                <a:solidFill>
                  <a:srgbClr val="000000"/>
                </a:solidFill>
              </a:rPr>
              <a:t>+V, </a:t>
            </a:r>
            <a:r>
              <a:rPr lang="ko-KR" altLang="en-US" sz="800">
                <a:solidFill>
                  <a:srgbClr val="000000"/>
                </a:solidFill>
              </a:rPr>
              <a:t>갈색은 </a:t>
            </a:r>
            <a:r>
              <a:rPr lang="en-US" altLang="ko-KR" sz="800">
                <a:solidFill>
                  <a:srgbClr val="000000"/>
                </a:solidFill>
              </a:rPr>
              <a:t>GND, </a:t>
            </a:r>
            <a:r>
              <a:rPr lang="ko-KR" altLang="en-US" sz="800">
                <a:solidFill>
                  <a:srgbClr val="000000"/>
                </a:solidFill>
              </a:rPr>
              <a:t>흑색은 </a:t>
            </a:r>
            <a:r>
              <a:rPr lang="en-US" altLang="ko-KR" sz="800">
                <a:solidFill>
                  <a:srgbClr val="000000"/>
                </a:solidFill>
              </a:rPr>
              <a:t>OUT </a:t>
            </a:r>
          </a:p>
          <a:p>
            <a:pPr eaLnBrk="1" fontAlgn="base" latinLnBrk="1" hangingPunct="1">
              <a:spcBef>
                <a:spcPct val="0"/>
              </a:spcBef>
              <a:spcAft>
                <a:spcPct val="0"/>
              </a:spcAft>
            </a:pPr>
            <a:r>
              <a:rPr lang="en-US" altLang="ko-KR" sz="800">
                <a:solidFill>
                  <a:srgbClr val="000000"/>
                </a:solidFill>
              </a:rPr>
              <a:t> </a:t>
            </a:r>
            <a:r>
              <a:rPr lang="ko-KR" altLang="en-US" sz="800">
                <a:solidFill>
                  <a:srgbClr val="000000"/>
                </a:solidFill>
              </a:rPr>
              <a:t>④ 갈색은 </a:t>
            </a:r>
            <a:r>
              <a:rPr lang="en-US" altLang="ko-KR" sz="800">
                <a:solidFill>
                  <a:srgbClr val="000000"/>
                </a:solidFill>
              </a:rPr>
              <a:t>+V, </a:t>
            </a:r>
            <a:r>
              <a:rPr lang="ko-KR" altLang="en-US" sz="800">
                <a:solidFill>
                  <a:srgbClr val="000000"/>
                </a:solidFill>
              </a:rPr>
              <a:t>흑색은 </a:t>
            </a:r>
            <a:r>
              <a:rPr lang="en-US" altLang="ko-KR" sz="800">
                <a:solidFill>
                  <a:srgbClr val="000000"/>
                </a:solidFill>
              </a:rPr>
              <a:t>GND, </a:t>
            </a:r>
            <a:r>
              <a:rPr lang="ko-KR" altLang="en-US" sz="800">
                <a:solidFill>
                  <a:srgbClr val="000000"/>
                </a:solidFill>
              </a:rPr>
              <a:t>청색은 </a:t>
            </a:r>
            <a:r>
              <a:rPr lang="en-US" altLang="ko-KR" sz="800">
                <a:solidFill>
                  <a:srgbClr val="000000"/>
                </a:solidFill>
              </a:rPr>
              <a:t>OUT </a:t>
            </a:r>
            <a:endParaRPr lang="ko-KR" altLang="en-US" sz="800">
              <a:solidFill>
                <a:srgbClr val="000000"/>
              </a:solidFill>
            </a:endParaRPr>
          </a:p>
        </p:txBody>
      </p:sp>
      <p:sp>
        <p:nvSpPr>
          <p:cNvPr id="29718" name="Rectangle 270"/>
          <p:cNvSpPr>
            <a:spLocks noChangeArrowheads="1"/>
          </p:cNvSpPr>
          <p:nvPr/>
        </p:nvSpPr>
        <p:spPr bwMode="auto">
          <a:xfrm>
            <a:off x="304800" y="4976820"/>
            <a:ext cx="3124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18. MKS </a:t>
            </a:r>
            <a:r>
              <a:rPr lang="ko-KR" altLang="en-US" sz="800">
                <a:solidFill>
                  <a:srgbClr val="000000"/>
                </a:solidFill>
              </a:rPr>
              <a:t>단위계의 단위로 맞지 않은 것은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a:t>
            </a:r>
            <a:r>
              <a:rPr lang="ko-KR" altLang="en-US" sz="800">
                <a:solidFill>
                  <a:srgbClr val="000000"/>
                </a:solidFill>
              </a:rPr>
              <a:t>자속 밀도 </a:t>
            </a:r>
            <a:r>
              <a:rPr lang="en-US" altLang="ko-KR" sz="800">
                <a:solidFill>
                  <a:srgbClr val="000000"/>
                </a:solidFill>
              </a:rPr>
              <a:t>–</a:t>
            </a:r>
            <a:r>
              <a:rPr lang="en-US" altLang="ko-KR" sz="1000">
                <a:solidFill>
                  <a:srgbClr val="000000"/>
                </a:solidFill>
              </a:rPr>
              <a:t> [wb]      </a:t>
            </a:r>
          </a:p>
          <a:p>
            <a:pPr eaLnBrk="1" fontAlgn="base" latinLnBrk="1" hangingPunct="1">
              <a:spcBef>
                <a:spcPct val="0"/>
              </a:spcBef>
              <a:spcAft>
                <a:spcPct val="0"/>
              </a:spcAft>
            </a:pPr>
            <a:r>
              <a:rPr lang="en-US" altLang="ko-KR" sz="800">
                <a:solidFill>
                  <a:srgbClr val="000000"/>
                </a:solidFill>
              </a:rPr>
              <a:t>② </a:t>
            </a:r>
            <a:r>
              <a:rPr lang="ko-KR" altLang="en-US" sz="800">
                <a:solidFill>
                  <a:srgbClr val="000000"/>
                </a:solidFill>
              </a:rPr>
              <a:t>자기장 </a:t>
            </a:r>
            <a:r>
              <a:rPr lang="en-US" altLang="ko-KR" sz="800">
                <a:solidFill>
                  <a:srgbClr val="000000"/>
                </a:solidFill>
              </a:rPr>
              <a:t>–  </a:t>
            </a:r>
            <a:r>
              <a:rPr lang="en-US" altLang="ko-KR" sz="1000">
                <a:solidFill>
                  <a:srgbClr val="000000"/>
                </a:solidFill>
              </a:rPr>
              <a:t>[A/㎡]</a:t>
            </a:r>
            <a:r>
              <a:rPr lang="en-US" altLang="ko-KR" sz="800">
                <a:solidFill>
                  <a:srgbClr val="000000"/>
                </a:solidFill>
              </a:rPr>
              <a:t>   </a:t>
            </a:r>
          </a:p>
          <a:p>
            <a:pPr eaLnBrk="1" fontAlgn="base" latinLnBrk="1" hangingPunct="1">
              <a:spcBef>
                <a:spcPct val="0"/>
              </a:spcBef>
              <a:spcAft>
                <a:spcPct val="0"/>
              </a:spcAft>
            </a:pPr>
            <a:r>
              <a:rPr lang="en-US" altLang="ko-KR" sz="800">
                <a:solidFill>
                  <a:srgbClr val="000000"/>
                </a:solidFill>
              </a:rPr>
              <a:t>③ </a:t>
            </a:r>
            <a:r>
              <a:rPr lang="ko-KR" altLang="en-US" sz="800">
                <a:solidFill>
                  <a:srgbClr val="000000"/>
                </a:solidFill>
              </a:rPr>
              <a:t>인덕턴스  </a:t>
            </a:r>
            <a:r>
              <a:rPr lang="en-US" altLang="ko-KR" sz="800">
                <a:solidFill>
                  <a:srgbClr val="000000"/>
                </a:solidFill>
              </a:rPr>
              <a:t>– </a:t>
            </a:r>
            <a:r>
              <a:rPr lang="en-US" altLang="ko-KR" sz="1000">
                <a:solidFill>
                  <a:srgbClr val="000000"/>
                </a:solidFill>
              </a:rPr>
              <a:t>[H]</a:t>
            </a:r>
          </a:p>
          <a:p>
            <a:pPr eaLnBrk="1" fontAlgn="base" latinLnBrk="1" hangingPunct="1">
              <a:spcBef>
                <a:spcPct val="0"/>
              </a:spcBef>
              <a:spcAft>
                <a:spcPct val="0"/>
              </a:spcAft>
            </a:pPr>
            <a:r>
              <a:rPr lang="en-US" altLang="ko-KR" sz="800">
                <a:solidFill>
                  <a:srgbClr val="000000"/>
                </a:solidFill>
              </a:rPr>
              <a:t>④ </a:t>
            </a:r>
            <a:r>
              <a:rPr lang="ko-KR" altLang="en-US" sz="800">
                <a:solidFill>
                  <a:srgbClr val="000000"/>
                </a:solidFill>
              </a:rPr>
              <a:t>전기장 </a:t>
            </a:r>
            <a:r>
              <a:rPr lang="en-US" altLang="ko-KR" sz="1000">
                <a:solidFill>
                  <a:srgbClr val="000000"/>
                </a:solidFill>
              </a:rPr>
              <a:t>- [V/m]</a:t>
            </a:r>
          </a:p>
        </p:txBody>
      </p:sp>
      <p:pic>
        <p:nvPicPr>
          <p:cNvPr id="297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7729" y="2733675"/>
            <a:ext cx="835025" cy="642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2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97304" y="1331913"/>
            <a:ext cx="2587625" cy="1997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21" name="Text Box 106"/>
          <p:cNvSpPr txBox="1">
            <a:spLocks noChangeArrowheads="1"/>
          </p:cNvSpPr>
          <p:nvPr/>
        </p:nvSpPr>
        <p:spPr bwMode="auto">
          <a:xfrm>
            <a:off x="3624271" y="3276608"/>
            <a:ext cx="81304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b="1">
                <a:solidFill>
                  <a:srgbClr val="000000"/>
                </a:solidFill>
              </a:rPr>
              <a:t>CH1 2.00V</a:t>
            </a:r>
          </a:p>
        </p:txBody>
      </p:sp>
      <p:sp>
        <p:nvSpPr>
          <p:cNvPr id="29722" name="Text Box 107"/>
          <p:cNvSpPr txBox="1">
            <a:spLocks noChangeArrowheads="1"/>
          </p:cNvSpPr>
          <p:nvPr/>
        </p:nvSpPr>
        <p:spPr bwMode="auto">
          <a:xfrm>
            <a:off x="4724415" y="3276608"/>
            <a:ext cx="68480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000" b="1">
                <a:solidFill>
                  <a:srgbClr val="000000"/>
                </a:solidFill>
              </a:rPr>
              <a:t>M 100μs</a:t>
            </a:r>
          </a:p>
        </p:txBody>
      </p:sp>
      <p:sp>
        <p:nvSpPr>
          <p:cNvPr id="29723" name="Rectangle 270"/>
          <p:cNvSpPr>
            <a:spLocks noChangeArrowheads="1"/>
          </p:cNvSpPr>
          <p:nvPr/>
        </p:nvSpPr>
        <p:spPr bwMode="auto">
          <a:xfrm>
            <a:off x="3429000" y="3722689"/>
            <a:ext cx="3124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19. </a:t>
            </a:r>
            <a:r>
              <a:rPr lang="ko-KR" altLang="en-US" sz="800">
                <a:solidFill>
                  <a:srgbClr val="000000"/>
                </a:solidFill>
              </a:rPr>
              <a:t>평균 값은 얼마인가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4.242V      </a:t>
            </a:r>
          </a:p>
          <a:p>
            <a:pPr eaLnBrk="1" fontAlgn="base" latinLnBrk="1" hangingPunct="1">
              <a:spcBef>
                <a:spcPct val="0"/>
              </a:spcBef>
              <a:spcAft>
                <a:spcPct val="0"/>
              </a:spcAft>
            </a:pPr>
            <a:r>
              <a:rPr lang="en-US" altLang="ko-KR" sz="800">
                <a:solidFill>
                  <a:srgbClr val="000000"/>
                </a:solidFill>
              </a:rPr>
              <a:t>② 6V</a:t>
            </a:r>
          </a:p>
          <a:p>
            <a:pPr eaLnBrk="1" fontAlgn="base" latinLnBrk="1" hangingPunct="1">
              <a:spcBef>
                <a:spcPct val="0"/>
              </a:spcBef>
              <a:spcAft>
                <a:spcPct val="0"/>
              </a:spcAft>
            </a:pPr>
            <a:r>
              <a:rPr lang="en-US" altLang="ko-KR" sz="800">
                <a:solidFill>
                  <a:srgbClr val="000000"/>
                </a:solidFill>
              </a:rPr>
              <a:t>③ 3.822V</a:t>
            </a:r>
          </a:p>
          <a:p>
            <a:pPr eaLnBrk="1" fontAlgn="base" latinLnBrk="1" hangingPunct="1">
              <a:spcBef>
                <a:spcPct val="0"/>
              </a:spcBef>
              <a:spcAft>
                <a:spcPct val="0"/>
              </a:spcAft>
            </a:pPr>
            <a:r>
              <a:rPr lang="en-US" altLang="ko-KR" sz="800">
                <a:solidFill>
                  <a:srgbClr val="000000"/>
                </a:solidFill>
              </a:rPr>
              <a:t>④ 12V</a:t>
            </a:r>
          </a:p>
        </p:txBody>
      </p:sp>
      <p:sp>
        <p:nvSpPr>
          <p:cNvPr id="29724" name="Rectangle 270"/>
          <p:cNvSpPr>
            <a:spLocks noChangeArrowheads="1"/>
          </p:cNvSpPr>
          <p:nvPr/>
        </p:nvSpPr>
        <p:spPr bwMode="auto">
          <a:xfrm>
            <a:off x="3429000" y="4622801"/>
            <a:ext cx="3124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20. </a:t>
            </a:r>
            <a:r>
              <a:rPr lang="ko-KR" altLang="en-US" sz="800">
                <a:solidFill>
                  <a:srgbClr val="000000"/>
                </a:solidFill>
              </a:rPr>
              <a:t>주파수는 얼마인가</a:t>
            </a:r>
            <a:r>
              <a:rPr lang="en-US" altLang="ko-KR" sz="800">
                <a:solidFill>
                  <a:srgbClr val="000000"/>
                </a:solidFill>
              </a:rPr>
              <a:t>? (          )</a:t>
            </a:r>
          </a:p>
          <a:p>
            <a:pPr eaLnBrk="1" fontAlgn="base" latinLnBrk="1" hangingPunct="1">
              <a:spcBef>
                <a:spcPct val="0"/>
              </a:spcBef>
              <a:spcAft>
                <a:spcPct val="0"/>
              </a:spcAft>
            </a:pPr>
            <a:r>
              <a:rPr lang="en-US" altLang="ko-KR" sz="800">
                <a:solidFill>
                  <a:srgbClr val="000000"/>
                </a:solidFill>
              </a:rPr>
              <a:t>① 25 [Hz]      </a:t>
            </a:r>
          </a:p>
          <a:p>
            <a:pPr eaLnBrk="1" fontAlgn="base" latinLnBrk="1" hangingPunct="1">
              <a:spcBef>
                <a:spcPct val="0"/>
              </a:spcBef>
              <a:spcAft>
                <a:spcPct val="0"/>
              </a:spcAft>
            </a:pPr>
            <a:r>
              <a:rPr lang="en-US" altLang="ko-KR" sz="800">
                <a:solidFill>
                  <a:srgbClr val="000000"/>
                </a:solidFill>
              </a:rPr>
              <a:t>② 250 [Hz]</a:t>
            </a:r>
          </a:p>
          <a:p>
            <a:pPr eaLnBrk="1" fontAlgn="base" latinLnBrk="1" hangingPunct="1">
              <a:spcBef>
                <a:spcPct val="0"/>
              </a:spcBef>
              <a:spcAft>
                <a:spcPct val="0"/>
              </a:spcAft>
            </a:pPr>
            <a:r>
              <a:rPr lang="en-US" altLang="ko-KR" sz="800">
                <a:solidFill>
                  <a:srgbClr val="000000"/>
                </a:solidFill>
              </a:rPr>
              <a:t>③ 2500 [Hz]</a:t>
            </a:r>
          </a:p>
          <a:p>
            <a:pPr eaLnBrk="1" fontAlgn="base" latinLnBrk="1" hangingPunct="1">
              <a:spcBef>
                <a:spcPct val="0"/>
              </a:spcBef>
              <a:spcAft>
                <a:spcPct val="0"/>
              </a:spcAft>
            </a:pPr>
            <a:r>
              <a:rPr lang="en-US" altLang="ko-KR" sz="800">
                <a:solidFill>
                  <a:srgbClr val="000000"/>
                </a:solidFill>
              </a:rPr>
              <a:t>④ 25000 [Hz]</a:t>
            </a:r>
          </a:p>
        </p:txBody>
      </p:sp>
      <p:sp>
        <p:nvSpPr>
          <p:cNvPr id="29725" name="Rectangle 270"/>
          <p:cNvSpPr>
            <a:spLocks noChangeArrowheads="1"/>
          </p:cNvSpPr>
          <p:nvPr/>
        </p:nvSpPr>
        <p:spPr bwMode="auto">
          <a:xfrm>
            <a:off x="3505200" y="1098550"/>
            <a:ext cx="3124200"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 </a:t>
            </a:r>
            <a:r>
              <a:rPr lang="ko-KR" altLang="en-US" sz="800">
                <a:solidFill>
                  <a:srgbClr val="000000"/>
                </a:solidFill>
              </a:rPr>
              <a:t>다음 파형을 보고 </a:t>
            </a:r>
            <a:r>
              <a:rPr lang="en-US" altLang="ko-KR" sz="800">
                <a:solidFill>
                  <a:srgbClr val="000000"/>
                </a:solidFill>
              </a:rPr>
              <a:t>19, 20</a:t>
            </a:r>
            <a:r>
              <a:rPr lang="ko-KR" altLang="en-US" sz="800">
                <a:solidFill>
                  <a:srgbClr val="000000"/>
                </a:solidFill>
              </a:rPr>
              <a:t>번 문제를 풀이 하세요</a:t>
            </a:r>
            <a:r>
              <a:rPr lang="en-US" altLang="ko-KR" sz="800">
                <a:solidFill>
                  <a:srgbClr val="000000"/>
                </a:solidFill>
              </a:rPr>
              <a:t>.</a:t>
            </a:r>
            <a:r>
              <a:rPr lang="ko-KR" altLang="en-US" sz="800">
                <a:solidFill>
                  <a:srgbClr val="000000"/>
                </a:solidFill>
              </a:rPr>
              <a:t> </a:t>
            </a:r>
            <a:endParaRPr lang="en-US" altLang="ko-KR" sz="800">
              <a:solidFill>
                <a:srgbClr val="000000"/>
              </a:solidFill>
            </a:endParaRPr>
          </a:p>
        </p:txBody>
      </p:sp>
      <p:sp>
        <p:nvSpPr>
          <p:cNvPr id="23"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72236343"/>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072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3178" name="Group 106"/>
          <p:cNvGraphicFramePr>
            <a:graphicFrameLocks noGrp="1"/>
          </p:cNvGraphicFramePr>
          <p:nvPr/>
        </p:nvGraphicFramePr>
        <p:xfrm>
          <a:off x="1412891" y="1668471"/>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3179" name="Group 107"/>
          <p:cNvGraphicFramePr>
            <a:graphicFrameLocks noGrp="1"/>
          </p:cNvGraphicFramePr>
          <p:nvPr/>
        </p:nvGraphicFramePr>
        <p:xfrm>
          <a:off x="3735404" y="1673233"/>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charset="-127"/>
                          <a:ea typeface="굴림"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15</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16</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4</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17</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18</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19</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20</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charset="-127"/>
                          <a:ea typeface="굴림" charset="-127"/>
                        </a:rPr>
                        <a:t>3</a:t>
                      </a:r>
                      <a:endParaRPr kumimoji="0" lang="ko-KR" altLang="en-US" sz="1800" b="1" i="0" u="none" strike="noStrike" cap="none" normalizeH="0" baseline="0" smtClean="0">
                        <a:ln>
                          <a:noFill/>
                        </a:ln>
                        <a:solidFill>
                          <a:schemeClr val="tx1"/>
                        </a:solidFill>
                        <a:effectLst/>
                        <a:latin typeface="굴림" charset="-127"/>
                        <a:ea typeface="굴림"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35371558"/>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1747"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31748"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1758" name="직사각형 5"/>
          <p:cNvSpPr>
            <a:spLocks noChangeArrowheads="1"/>
          </p:cNvSpPr>
          <p:nvPr/>
        </p:nvSpPr>
        <p:spPr bwMode="auto">
          <a:xfrm>
            <a:off x="304800" y="989013"/>
            <a:ext cx="3086100" cy="7432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다음 중 부도체 인것은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알칼리의 수용액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홍동광</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운모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산</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전자가 원자의 구속으로부터 탈출하는데 필요한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에너지에 상당하는 장벽을 무엇이라 하는가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에너지 제</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장벽               ② 제</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장벽</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제</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장벽                         ④ 제</a:t>
            </a:r>
            <a:r>
              <a:rPr lang="en-US" altLang="ko-KR" sz="900">
                <a:solidFill>
                  <a:srgbClr val="000000"/>
                </a:solidFill>
                <a:latin typeface="돋움" pitchFamily="50" charset="-127"/>
                <a:ea typeface="돋움" pitchFamily="50" charset="-127"/>
              </a:rPr>
              <a:t>4</a:t>
            </a:r>
            <a:r>
              <a:rPr lang="ko-KR" altLang="en-US" sz="900">
                <a:solidFill>
                  <a:srgbClr val="000000"/>
                </a:solidFill>
                <a:latin typeface="돋움" pitchFamily="50" charset="-127"/>
                <a:ea typeface="돋움" pitchFamily="50" charset="-127"/>
              </a:rPr>
              <a:t>장벽</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물질의 에너지 준위 그림이다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들어갈 순서대로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맞는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도체    </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반도체 </a:t>
            </a:r>
            <a:r>
              <a:rPr lang="en-US" altLang="ko-KR" sz="900">
                <a:solidFill>
                  <a:srgbClr val="000000"/>
                </a:solidFill>
                <a:latin typeface="돋움" pitchFamily="50" charset="-127"/>
                <a:ea typeface="돋움" pitchFamily="50" charset="-127"/>
              </a:rPr>
              <a:t>, (C):</a:t>
            </a:r>
            <a:r>
              <a:rPr lang="ko-KR" altLang="en-US" sz="900">
                <a:solidFill>
                  <a:srgbClr val="000000"/>
                </a:solidFill>
                <a:latin typeface="돋움" pitchFamily="50" charset="-127"/>
                <a:ea typeface="돋움" pitchFamily="50" charset="-127"/>
              </a:rPr>
              <a:t>부도체</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a:t>
            </a:r>
            <a:r>
              <a:rPr lang="ko-KR" altLang="en-US" sz="900">
                <a:solidFill>
                  <a:srgbClr val="000000"/>
                </a:solidFill>
                <a:latin typeface="돋움" pitchFamily="50" charset="-127"/>
                <a:ea typeface="돋움" pitchFamily="50" charset="-127"/>
              </a:rPr>
              <a:t>반도체 </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부도체 </a:t>
            </a:r>
            <a:r>
              <a:rPr lang="en-US" altLang="ko-KR" sz="900">
                <a:solidFill>
                  <a:srgbClr val="000000"/>
                </a:solidFill>
                <a:latin typeface="돋움" pitchFamily="50" charset="-127"/>
                <a:ea typeface="돋움" pitchFamily="50" charset="-127"/>
              </a:rPr>
              <a:t>, (C):</a:t>
            </a:r>
            <a:r>
              <a:rPr lang="ko-KR" altLang="en-US" sz="900">
                <a:solidFill>
                  <a:srgbClr val="000000"/>
                </a:solidFill>
                <a:latin typeface="돋움" pitchFamily="50" charset="-127"/>
                <a:ea typeface="돋움" pitchFamily="50" charset="-127"/>
              </a:rPr>
              <a:t>도체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a:t>
            </a:r>
            <a:r>
              <a:rPr lang="ko-KR" altLang="en-US" sz="900">
                <a:solidFill>
                  <a:srgbClr val="000000"/>
                </a:solidFill>
                <a:latin typeface="돋움" pitchFamily="50" charset="-127"/>
                <a:ea typeface="돋움" pitchFamily="50" charset="-127"/>
              </a:rPr>
              <a:t>반도체 </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도체    </a:t>
            </a:r>
            <a:r>
              <a:rPr lang="en-US" altLang="ko-KR" sz="900">
                <a:solidFill>
                  <a:srgbClr val="000000"/>
                </a:solidFill>
                <a:latin typeface="돋움" pitchFamily="50" charset="-127"/>
                <a:ea typeface="돋움" pitchFamily="50" charset="-127"/>
              </a:rPr>
              <a:t>, (C):</a:t>
            </a:r>
            <a:r>
              <a:rPr lang="ko-KR" altLang="en-US" sz="900">
                <a:solidFill>
                  <a:srgbClr val="000000"/>
                </a:solidFill>
                <a:latin typeface="돋움" pitchFamily="50" charset="-127"/>
                <a:ea typeface="돋움" pitchFamily="50" charset="-127"/>
              </a:rPr>
              <a:t>부도체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부도체 </a:t>
            </a:r>
            <a:r>
              <a:rPr lang="en-US" altLang="ko-KR" sz="900">
                <a:solidFill>
                  <a:srgbClr val="000000"/>
                </a:solidFill>
                <a:latin typeface="돋움" pitchFamily="50" charset="-127"/>
                <a:ea typeface="돋움" pitchFamily="50" charset="-127"/>
              </a:rPr>
              <a:t>, (B):</a:t>
            </a:r>
            <a:r>
              <a:rPr lang="ko-KR" altLang="en-US" sz="900">
                <a:solidFill>
                  <a:srgbClr val="000000"/>
                </a:solidFill>
                <a:latin typeface="돋움" pitchFamily="50" charset="-127"/>
                <a:ea typeface="돋움" pitchFamily="50" charset="-127"/>
              </a:rPr>
              <a:t>반도체 </a:t>
            </a:r>
            <a:r>
              <a:rPr lang="en-US" altLang="ko-KR" sz="900">
                <a:solidFill>
                  <a:srgbClr val="000000"/>
                </a:solidFill>
                <a:latin typeface="돋움" pitchFamily="50" charset="-127"/>
                <a:ea typeface="돋움" pitchFamily="50" charset="-127"/>
              </a:rPr>
              <a:t>, (C):</a:t>
            </a:r>
            <a:r>
              <a:rPr lang="ko-KR" altLang="en-US" sz="900">
                <a:solidFill>
                  <a:srgbClr val="000000"/>
                </a:solidFill>
                <a:latin typeface="돋움" pitchFamily="50" charset="-127"/>
                <a:ea typeface="돋움" pitchFamily="50" charset="-127"/>
              </a:rPr>
              <a:t>도체</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latin typeface="돋움" pitchFamily="50" charset="-127"/>
                <a:ea typeface="돋움" pitchFamily="50" charset="-127"/>
              </a:rPr>
              <a:t>전류를 구하는 공식으로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I = E/R</a:t>
            </a: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I = P/R</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I = Q/T</a:t>
            </a: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I = P/E</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전압에 대한 설명 중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전기를 흐르게 하려면 전기적인 높이 차가 필요하다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전기적인 높이를 전위라고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두 점 사이에 전위의 높고 낮음을 생기는 힘을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기전력이라고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1[V]</a:t>
            </a:r>
            <a:r>
              <a:rPr lang="ko-KR" altLang="en-US" sz="900">
                <a:solidFill>
                  <a:srgbClr val="000000"/>
                </a:solidFill>
                <a:latin typeface="돋움" pitchFamily="50" charset="-127"/>
                <a:ea typeface="돋움" pitchFamily="50" charset="-127"/>
              </a:rPr>
              <a:t>는 </a:t>
            </a:r>
            <a:r>
              <a:rPr lang="en-US" altLang="ko-KR" sz="900">
                <a:solidFill>
                  <a:srgbClr val="000000"/>
                </a:solidFill>
                <a:latin typeface="돋움" pitchFamily="50" charset="-127"/>
                <a:ea typeface="돋움" pitchFamily="50" charset="-127"/>
              </a:rPr>
              <a:t>1[C]</a:t>
            </a:r>
            <a:r>
              <a:rPr lang="ko-KR" altLang="en-US" sz="900">
                <a:solidFill>
                  <a:srgbClr val="000000"/>
                </a:solidFill>
                <a:latin typeface="돋움" pitchFamily="50" charset="-127"/>
                <a:ea typeface="돋움" pitchFamily="50" charset="-127"/>
              </a:rPr>
              <a:t>의 양전기를 전위가 낮은점에서 높은점</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으로 이동시키는데 필요한 일로 </a:t>
            </a:r>
            <a:r>
              <a:rPr lang="en-US" altLang="ko-KR" sz="900">
                <a:solidFill>
                  <a:srgbClr val="000000"/>
                </a:solidFill>
                <a:latin typeface="돋움" pitchFamily="50" charset="-127"/>
                <a:ea typeface="돋움" pitchFamily="50" charset="-127"/>
              </a:rPr>
              <a:t>1J</a:t>
            </a:r>
            <a:r>
              <a:rPr lang="ko-KR" altLang="en-US" sz="900">
                <a:solidFill>
                  <a:srgbClr val="000000"/>
                </a:solidFill>
                <a:latin typeface="돋움" pitchFamily="50" charset="-127"/>
                <a:ea typeface="돋움" pitchFamily="50" charset="-127"/>
              </a:rPr>
              <a:t>이 되는 전압니다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Q[C]</a:t>
            </a:r>
            <a:r>
              <a:rPr lang="ko-KR" altLang="en-US" sz="900">
                <a:solidFill>
                  <a:srgbClr val="000000"/>
                </a:solidFill>
                <a:latin typeface="돋움" pitchFamily="50" charset="-127"/>
                <a:ea typeface="돋움" pitchFamily="50" charset="-127"/>
              </a:rPr>
              <a:t>의 전기량이 도체를 이동하여 </a:t>
            </a:r>
            <a:r>
              <a:rPr lang="en-US" altLang="ko-KR" sz="900">
                <a:solidFill>
                  <a:srgbClr val="000000"/>
                </a:solidFill>
                <a:latin typeface="돋움" pitchFamily="50" charset="-127"/>
                <a:ea typeface="돋움" pitchFamily="50" charset="-127"/>
              </a:rPr>
              <a:t>W[J]</a:t>
            </a:r>
            <a:r>
              <a:rPr lang="ko-KR" altLang="en-US" sz="900">
                <a:solidFill>
                  <a:srgbClr val="000000"/>
                </a:solidFill>
                <a:latin typeface="돋움" pitchFamily="50" charset="-127"/>
                <a:ea typeface="돋움" pitchFamily="50" charset="-127"/>
              </a:rPr>
              <a:t>의 일을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하였다면 기전력</a:t>
            </a:r>
            <a:r>
              <a:rPr lang="en-US" altLang="ko-KR" sz="900">
                <a:solidFill>
                  <a:srgbClr val="000000"/>
                </a:solidFill>
                <a:latin typeface="돋움" pitchFamily="50" charset="-127"/>
                <a:ea typeface="돋움" pitchFamily="50" charset="-127"/>
              </a:rPr>
              <a:t>E=W/Q[V]</a:t>
            </a:r>
            <a:r>
              <a:rPr lang="ko-KR" altLang="en-US" sz="900">
                <a:solidFill>
                  <a:srgbClr val="000000"/>
                </a:solidFill>
                <a:latin typeface="돋움" pitchFamily="50" charset="-127"/>
                <a:ea typeface="돋움" pitchFamily="50" charset="-127"/>
              </a:rPr>
              <a:t>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대지 저항률을 설명하고 있는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기기와 접지 도선 사이의 저항</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접지 전극의 표면과 이것에 접하는 토양 사이의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접촉저항</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접지선</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접지 전극의 도체 저항</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접지 전극 주위의 토양 성분의 저항</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31759"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31760" name="직사각형 5"/>
          <p:cNvSpPr>
            <a:spLocks noChangeArrowheads="1"/>
          </p:cNvSpPr>
          <p:nvPr/>
        </p:nvSpPr>
        <p:spPr bwMode="auto">
          <a:xfrm>
            <a:off x="3408363" y="989013"/>
            <a:ext cx="3086100" cy="7017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절연저항에 대한 설명 중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절연 저항은 누설 여부를 판단하는 방법 중 하나이다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절연 저항 측정 시 활선 상태에서는 절대로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측정해서는 안 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절연 저항 측정 시 교류 전원으로 사용한다</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이는</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교류가 안정적인 전원이기 때문이다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절연 저항 측정 전 절연 저항 측정기 영점 확인한다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오실로스코프의 기능 확인하는 내용 중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프로브 감쇠 스위치를 </a:t>
            </a:r>
            <a:r>
              <a:rPr lang="en-US" altLang="ko-KR" sz="900">
                <a:solidFill>
                  <a:srgbClr val="000000"/>
                </a:solidFill>
                <a:latin typeface="돋움" pitchFamily="50" charset="-127"/>
                <a:ea typeface="돋움" pitchFamily="50" charset="-127"/>
              </a:rPr>
              <a:t>10X</a:t>
            </a:r>
            <a:r>
              <a:rPr lang="ko-KR" altLang="en-US" sz="900">
                <a:solidFill>
                  <a:srgbClr val="000000"/>
                </a:solidFill>
                <a:latin typeface="돋움" pitchFamily="50" charset="-127"/>
                <a:ea typeface="돋움" pitchFamily="50" charset="-127"/>
              </a:rPr>
              <a:t>로 설정한다</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프로브 팁과 기준 리드선을 </a:t>
            </a:r>
            <a:r>
              <a:rPr lang="en-US" altLang="ko-KR" sz="900">
                <a:solidFill>
                  <a:srgbClr val="000000"/>
                </a:solidFill>
                <a:latin typeface="돋움" pitchFamily="50" charset="-127"/>
                <a:ea typeface="돋움" pitchFamily="50" charset="-127"/>
              </a:rPr>
              <a:t>PROBE COMP </a:t>
            </a:r>
            <a:r>
              <a:rPr lang="ko-KR" altLang="en-US" sz="900">
                <a:solidFill>
                  <a:srgbClr val="000000"/>
                </a:solidFill>
                <a:latin typeface="돋움" pitchFamily="50" charset="-127"/>
                <a:ea typeface="돋움" pitchFamily="50" charset="-127"/>
              </a:rPr>
              <a:t>커넥터에</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연결한다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몇초내에 </a:t>
            </a:r>
            <a:r>
              <a:rPr lang="en-US" altLang="ko-KR" sz="900">
                <a:solidFill>
                  <a:srgbClr val="000000"/>
                </a:solidFill>
                <a:latin typeface="돋움" pitchFamily="50" charset="-127"/>
                <a:ea typeface="돋움" pitchFamily="50" charset="-127"/>
              </a:rPr>
              <a:t>1KHZ</a:t>
            </a:r>
            <a:r>
              <a:rPr lang="ko-KR" altLang="en-US" sz="900">
                <a:solidFill>
                  <a:srgbClr val="000000"/>
                </a:solidFill>
                <a:latin typeface="돋움" pitchFamily="50" charset="-127"/>
                <a:ea typeface="돋움" pitchFamily="50" charset="-127"/>
              </a:rPr>
              <a:t>에서 약</a:t>
            </a:r>
            <a:r>
              <a:rPr lang="en-US" altLang="ko-KR" sz="900">
                <a:solidFill>
                  <a:srgbClr val="000000"/>
                </a:solidFill>
                <a:latin typeface="돋움" pitchFamily="50" charset="-127"/>
                <a:ea typeface="돋움" pitchFamily="50" charset="-127"/>
              </a:rPr>
              <a:t>5V </a:t>
            </a:r>
            <a:r>
              <a:rPr lang="ko-KR" altLang="en-US" sz="900">
                <a:solidFill>
                  <a:srgbClr val="000000"/>
                </a:solidFill>
                <a:latin typeface="돋움" pitchFamily="50" charset="-127"/>
                <a:ea typeface="돋움" pitchFamily="50" charset="-127"/>
              </a:rPr>
              <a:t>첨두치의 디스플레이에</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사인파가 나타난다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AUTOSET </a:t>
            </a:r>
            <a:r>
              <a:rPr lang="ko-KR" altLang="en-US" sz="900">
                <a:solidFill>
                  <a:srgbClr val="000000"/>
                </a:solidFill>
                <a:latin typeface="돋움" pitchFamily="50" charset="-127"/>
                <a:ea typeface="돋움" pitchFamily="50" charset="-127"/>
              </a:rPr>
              <a:t>버튼을 누른다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아래 저항의 저항 값은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980[KΩ]± 5%    ② 98[㏀]± 5%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980[KΩ]± 10%   </a:t>
            </a:r>
            <a:r>
              <a:rPr lang="ko-KR" altLang="en-US" sz="90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98[㏀]± 10%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평균 전력은 충분해도 정격 전압 이상의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고압 </a:t>
            </a:r>
            <a:r>
              <a:rPr lang="en-US" altLang="ko-KR" sz="900">
                <a:solidFill>
                  <a:srgbClr val="000000"/>
                </a:solidFill>
                <a:latin typeface="돋움" pitchFamily="50" charset="-127"/>
                <a:ea typeface="돋움" pitchFamily="50" charset="-127"/>
              </a:rPr>
              <a:t>Pulse</a:t>
            </a:r>
            <a:r>
              <a:rPr lang="ko-KR" altLang="en-US" sz="900">
                <a:solidFill>
                  <a:srgbClr val="000000"/>
                </a:solidFill>
                <a:latin typeface="돋움" pitchFamily="50" charset="-127"/>
                <a:ea typeface="돋움" pitchFamily="50" charset="-127"/>
              </a:rPr>
              <a:t>에 의한 </a:t>
            </a:r>
            <a:r>
              <a:rPr lang="en-US" altLang="ko-KR" sz="900">
                <a:solidFill>
                  <a:srgbClr val="000000"/>
                </a:solidFill>
                <a:latin typeface="돋움" pitchFamily="50" charset="-127"/>
                <a:ea typeface="돋움" pitchFamily="50" charset="-127"/>
              </a:rPr>
              <a:t>Arc</a:t>
            </a:r>
            <a:r>
              <a:rPr lang="ko-KR" altLang="en-US" sz="900">
                <a:solidFill>
                  <a:srgbClr val="000000"/>
                </a:solidFill>
                <a:latin typeface="돋움" pitchFamily="50" charset="-127"/>
                <a:ea typeface="돋움" pitchFamily="50" charset="-127"/>
              </a:rPr>
              <a:t>방전을 일으키기 쉬운 저항은</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금속피막저항    ② 소형탄소피막저항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금속박저항       ④ 권선저항</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a:t>
            </a:r>
            <a:r>
              <a:rPr lang="ko-KR" altLang="en-US" sz="900">
                <a:solidFill>
                  <a:srgbClr val="000000"/>
                </a:solidFill>
                <a:latin typeface="돋움" pitchFamily="50" charset="-127"/>
                <a:ea typeface="돋움" pitchFamily="50" charset="-127"/>
              </a:rPr>
              <a:t>콘덴서의 설명으로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직류에서는 전기를 저장하는 작용을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저장된 양을 정전 용량이라고 하며 </a:t>
            </a:r>
            <a:r>
              <a:rPr lang="en-US" altLang="ko-KR" sz="900">
                <a:solidFill>
                  <a:srgbClr val="000000"/>
                </a:solidFill>
                <a:latin typeface="돋움" pitchFamily="50" charset="-127"/>
                <a:ea typeface="돋움" pitchFamily="50" charset="-127"/>
              </a:rPr>
              <a:t>pF </a:t>
            </a:r>
            <a:r>
              <a:rPr lang="ko-KR" altLang="en-US" sz="900">
                <a:solidFill>
                  <a:srgbClr val="000000"/>
                </a:solidFill>
                <a:latin typeface="돋움" pitchFamily="50" charset="-127"/>
                <a:ea typeface="돋움" pitchFamily="50" charset="-127"/>
              </a:rPr>
              <a:t>또는 </a:t>
            </a:r>
            <a:r>
              <a:rPr lang="en-US" altLang="ko-KR" sz="900">
                <a:solidFill>
                  <a:srgbClr val="000000"/>
                </a:solidFill>
                <a:latin typeface="돋움" pitchFamily="50" charset="-127"/>
                <a:ea typeface="돋움" pitchFamily="50" charset="-127"/>
              </a:rPr>
              <a:t>uF</a:t>
            </a:r>
            <a:r>
              <a:rPr lang="ko-KR" altLang="en-US" sz="900">
                <a:solidFill>
                  <a:srgbClr val="000000"/>
                </a:solidFill>
                <a:latin typeface="돋움" pitchFamily="50" charset="-127"/>
                <a:ea typeface="돋움" pitchFamily="50" charset="-127"/>
              </a:rPr>
              <a:t>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단위로 사용한다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교류에서는 주파수에 의해 저항치가 변하는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저항으로서의 작용을 한다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직류 전원은 통과를 시키고 교류 전원은 차단을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시키는 특성이 있다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여러 종류의 유기용제에 녹아버리는 결점을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가지고 있는 콘덴서는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스트롤 콘덴서     ② 탄탈 콘덴서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세라믹 콘덴서     ④ 마일러 콘덴서</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pSp>
        <p:nvGrpSpPr>
          <p:cNvPr id="31761" name="Group 92"/>
          <p:cNvGrpSpPr>
            <a:grpSpLocks/>
          </p:cNvGrpSpPr>
          <p:nvPr/>
        </p:nvGrpSpPr>
        <p:grpSpPr bwMode="auto">
          <a:xfrm>
            <a:off x="487363" y="2914650"/>
            <a:ext cx="2736850" cy="1254121"/>
            <a:chOff x="300" y="1885"/>
            <a:chExt cx="1724" cy="790"/>
          </a:xfrm>
        </p:grpSpPr>
        <p:pic>
          <p:nvPicPr>
            <p:cNvPr id="31765" name="Picture 85" descr="ScreenHunter_0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 y="1919"/>
              <a:ext cx="412" cy="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66" name="Picture 87" descr="ScreenHunter_00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3" y="1995"/>
              <a:ext cx="390" cy="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767" name="Group 89"/>
            <p:cNvGrpSpPr>
              <a:grpSpLocks/>
            </p:cNvGrpSpPr>
            <p:nvPr/>
          </p:nvGrpSpPr>
          <p:grpSpPr bwMode="auto">
            <a:xfrm>
              <a:off x="1464" y="2231"/>
              <a:ext cx="478" cy="394"/>
              <a:chOff x="1464" y="2242"/>
              <a:chExt cx="597" cy="394"/>
            </a:xfrm>
          </p:grpSpPr>
          <p:pic>
            <p:nvPicPr>
              <p:cNvPr id="31770" name="Picture 86" descr="ScreenHunter_00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64" y="2242"/>
                <a:ext cx="597"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71" name="Rectangle 88"/>
              <p:cNvSpPr>
                <a:spLocks noChangeArrowheads="1"/>
              </p:cNvSpPr>
              <p:nvPr/>
            </p:nvSpPr>
            <p:spPr bwMode="auto">
              <a:xfrm>
                <a:off x="1661" y="2499"/>
                <a:ext cx="400" cy="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grpSp>
        <p:sp>
          <p:nvSpPr>
            <p:cNvPr id="31768" name="Rectangle 91"/>
            <p:cNvSpPr>
              <a:spLocks noChangeArrowheads="1"/>
            </p:cNvSpPr>
            <p:nvPr/>
          </p:nvSpPr>
          <p:spPr bwMode="auto">
            <a:xfrm>
              <a:off x="300" y="1885"/>
              <a:ext cx="1724" cy="7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sp>
          <p:nvSpPr>
            <p:cNvPr id="31769" name="Text Box 90"/>
            <p:cNvSpPr txBox="1">
              <a:spLocks noChangeArrowheads="1"/>
            </p:cNvSpPr>
            <p:nvPr/>
          </p:nvSpPr>
          <p:spPr bwMode="auto">
            <a:xfrm>
              <a:off x="436" y="2481"/>
              <a:ext cx="1491"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400" b="1">
                  <a:solidFill>
                    <a:srgbClr val="000000"/>
                  </a:solidFill>
                  <a:latin typeface="돋움" pitchFamily="50" charset="-127"/>
                  <a:ea typeface="돋움" pitchFamily="50" charset="-127"/>
                </a:rPr>
                <a:t>(A)            (B)            (C)</a:t>
              </a:r>
              <a:endParaRPr lang="ko-KR" altLang="en-US" sz="1400" b="1">
                <a:solidFill>
                  <a:srgbClr val="000000"/>
                </a:solidFill>
                <a:latin typeface="돋움" pitchFamily="50" charset="-127"/>
                <a:ea typeface="돋움" pitchFamily="50" charset="-127"/>
              </a:endParaRPr>
            </a:p>
          </p:txBody>
        </p:sp>
      </p:grpSp>
      <p:grpSp>
        <p:nvGrpSpPr>
          <p:cNvPr id="31762" name="Group 93"/>
          <p:cNvGrpSpPr>
            <a:grpSpLocks/>
          </p:cNvGrpSpPr>
          <p:nvPr/>
        </p:nvGrpSpPr>
        <p:grpSpPr bwMode="auto">
          <a:xfrm>
            <a:off x="3865563" y="3708400"/>
            <a:ext cx="1219200" cy="361950"/>
            <a:chOff x="1200" y="3624"/>
            <a:chExt cx="768" cy="228"/>
          </a:xfrm>
        </p:grpSpPr>
        <p:graphicFrame>
          <p:nvGraphicFramePr>
            <p:cNvPr id="31763" name="Object 94"/>
            <p:cNvGraphicFramePr>
              <a:graphicFrameLocks noChangeAspect="1"/>
            </p:cNvGraphicFramePr>
            <p:nvPr/>
          </p:nvGraphicFramePr>
          <p:xfrm>
            <a:off x="1200" y="3744"/>
            <a:ext cx="768" cy="108"/>
          </p:xfrm>
          <a:graphic>
            <a:graphicData uri="http://schemas.openxmlformats.org/presentationml/2006/ole">
              <mc:AlternateContent xmlns:mc="http://schemas.openxmlformats.org/markup-compatibility/2006">
                <mc:Choice xmlns:v="urn:schemas-microsoft-com:vml" Requires="v">
                  <p:oleObj spid="_x0000_s4155" name="비트맵 이미지" r:id="rId7" imgW="2371429" imgH="333333" progId="Paint.Picture">
                    <p:embed/>
                  </p:oleObj>
                </mc:Choice>
                <mc:Fallback>
                  <p:oleObj name="비트맵 이미지" r:id="rId7" imgW="2371429" imgH="333333" progId="Paint.Picture">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00" y="3744"/>
                          <a:ext cx="768" cy="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764" name="Text Box 95"/>
            <p:cNvSpPr txBox="1">
              <a:spLocks noChangeArrowheads="1"/>
            </p:cNvSpPr>
            <p:nvPr/>
          </p:nvSpPr>
          <p:spPr bwMode="auto">
            <a:xfrm>
              <a:off x="1332" y="3624"/>
              <a:ext cx="498"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백</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회</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등</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은</a:t>
              </a:r>
            </a:p>
          </p:txBody>
        </p:sp>
      </p:grpSp>
      <p:sp>
        <p:nvSpPr>
          <p:cNvPr id="21"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51821370"/>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2771"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32772"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2782" name="직사각형 5"/>
          <p:cNvSpPr>
            <a:spLocks noChangeArrowheads="1"/>
          </p:cNvSpPr>
          <p:nvPr/>
        </p:nvSpPr>
        <p:spPr bwMode="auto">
          <a:xfrm>
            <a:off x="304800" y="989022"/>
            <a:ext cx="3086100" cy="75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전자 유도에 대한 설명이다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전자 유도에 의해 발생된 기전력을 유도 기전력이라</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한다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전자 유도란 코일을 관통하는 자속을 변화시킬때</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기전력이 발생되는 현상이다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유도기전력은 코일을 지나는 자속이 증가될때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증가되는 방향으로 발생된다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전자 유도의 종류에는 상호 유도와 자기 유도가</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있다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다이오드에 대한 설명으로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한쪽 방향으로 전류를 잘 통과시키지만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반대방향으로는 거의 전류가 통과할 수 없다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다이오드의 순방향 저항은 높고 역방향 저항은 낮다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실리콘</a:t>
            </a:r>
            <a:r>
              <a:rPr lang="en-US" altLang="ko-KR" sz="900">
                <a:solidFill>
                  <a:srgbClr val="000000"/>
                </a:solidFill>
                <a:latin typeface="돋움" pitchFamily="50" charset="-127"/>
                <a:ea typeface="돋움" pitchFamily="50" charset="-127"/>
              </a:rPr>
              <a:t>[Si] </a:t>
            </a:r>
            <a:r>
              <a:rPr lang="ko-KR" altLang="en-US" sz="900">
                <a:solidFill>
                  <a:srgbClr val="000000"/>
                </a:solidFill>
                <a:latin typeface="돋움" pitchFamily="50" charset="-127"/>
                <a:ea typeface="돋움" pitchFamily="50" charset="-127"/>
              </a:rPr>
              <a:t>다이오드는 다이오드 양단에 순방향으로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0.5V </a:t>
            </a:r>
            <a:r>
              <a:rPr lang="ko-KR" altLang="en-US" sz="900">
                <a:solidFill>
                  <a:srgbClr val="000000"/>
                </a:solidFill>
                <a:latin typeface="돋움" pitchFamily="50" charset="-127"/>
                <a:ea typeface="돋움" pitchFamily="50" charset="-127"/>
              </a:rPr>
              <a:t>이상의 전압이 인가되면 동작한다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다이오드는 대체적으로 단방향 특성을 가진다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다음 그림에 대한 설명으로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전류 이득 </a:t>
            </a:r>
            <a:r>
              <a:rPr lang="en-US" altLang="ko-KR" sz="900">
                <a:solidFill>
                  <a:srgbClr val="000000"/>
                </a:solidFill>
                <a:latin typeface="돋움" pitchFamily="50" charset="-127"/>
                <a:ea typeface="돋움" pitchFamily="50" charset="-127"/>
              </a:rPr>
              <a:t>hfe = Ic/Ib</a:t>
            </a:r>
            <a:r>
              <a:rPr lang="ko-KR" altLang="en-US" sz="900">
                <a:solidFill>
                  <a:srgbClr val="000000"/>
                </a:solidFill>
                <a:latin typeface="돋움" pitchFamily="50" charset="-127"/>
                <a:ea typeface="돋움" pitchFamily="50" charset="-127"/>
              </a:rPr>
              <a:t>로 나타낸다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이미터 전류 </a:t>
            </a:r>
            <a:r>
              <a:rPr lang="en-US" altLang="ko-KR" sz="900">
                <a:solidFill>
                  <a:srgbClr val="000000"/>
                </a:solidFill>
                <a:latin typeface="돋움" pitchFamily="50" charset="-127"/>
                <a:ea typeface="돋움" pitchFamily="50" charset="-127"/>
              </a:rPr>
              <a:t>Ie=Ic+Ib(A)</a:t>
            </a:r>
            <a:r>
              <a:rPr lang="ko-KR" altLang="en-US" sz="900">
                <a:solidFill>
                  <a:srgbClr val="000000"/>
                </a:solidFill>
                <a:latin typeface="돋움" pitchFamily="50" charset="-127"/>
                <a:ea typeface="돋움" pitchFamily="50" charset="-127"/>
              </a:rPr>
              <a:t>로 구할 수 있다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테스터기로 양</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불 판정 시 </a:t>
            </a:r>
            <a:r>
              <a:rPr lang="en-US" altLang="ko-KR" sz="900">
                <a:solidFill>
                  <a:srgbClr val="000000"/>
                </a:solidFill>
                <a:latin typeface="돋움" pitchFamily="50" charset="-127"/>
                <a:ea typeface="돋움" pitchFamily="50" charset="-127"/>
              </a:rPr>
              <a:t>C-E</a:t>
            </a:r>
            <a:r>
              <a:rPr lang="ko-KR" altLang="en-US" sz="900">
                <a:solidFill>
                  <a:srgbClr val="000000"/>
                </a:solidFill>
                <a:latin typeface="돋움" pitchFamily="50" charset="-127"/>
                <a:ea typeface="돋움" pitchFamily="50" charset="-127"/>
              </a:rPr>
              <a:t>간 </a:t>
            </a:r>
            <a:r>
              <a:rPr lang="en-US" altLang="ko-KR" sz="900">
                <a:solidFill>
                  <a:srgbClr val="000000"/>
                </a:solidFill>
                <a:latin typeface="돋움" pitchFamily="50" charset="-127"/>
                <a:ea typeface="돋움" pitchFamily="50" charset="-127"/>
              </a:rPr>
              <a:t>Diode </a:t>
            </a:r>
            <a:r>
              <a:rPr lang="ko-KR" altLang="en-US" sz="900">
                <a:solidFill>
                  <a:srgbClr val="000000"/>
                </a:solidFill>
                <a:latin typeface="돋움" pitchFamily="50" charset="-127"/>
                <a:ea typeface="돋움" pitchFamily="50" charset="-127"/>
              </a:rPr>
              <a:t>특성 전압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약</a:t>
            </a:r>
            <a:r>
              <a:rPr lang="en-US" altLang="ko-KR" sz="900">
                <a:solidFill>
                  <a:srgbClr val="000000"/>
                </a:solidFill>
                <a:latin typeface="돋움" pitchFamily="50" charset="-127"/>
                <a:ea typeface="돋움" pitchFamily="50" charset="-127"/>
              </a:rPr>
              <a:t>0.5~0.7V</a:t>
            </a:r>
            <a:r>
              <a:rPr lang="ko-KR" altLang="en-US" sz="900">
                <a:solidFill>
                  <a:srgbClr val="000000"/>
                </a:solidFill>
                <a:latin typeface="돋움" pitchFamily="50" charset="-127"/>
                <a:ea typeface="돋움" pitchFamily="50" charset="-127"/>
              </a:rPr>
              <a:t>이 테스터기에 표시되면 양품으로 본다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rPr>
              <a:t>Ⓑ</a:t>
            </a:r>
            <a:r>
              <a:rPr lang="en-US" altLang="ko-KR" sz="900">
                <a:solidFill>
                  <a:srgbClr val="000000"/>
                </a:solidFill>
              </a:rPr>
              <a:t>=</a:t>
            </a:r>
            <a:r>
              <a:rPr lang="ko-KR" altLang="en-US" sz="900">
                <a:solidFill>
                  <a:srgbClr val="000000"/>
                </a:solidFill>
              </a:rPr>
              <a:t>입력 </a:t>
            </a:r>
            <a:r>
              <a:rPr lang="en-US" altLang="ko-KR" sz="900">
                <a:solidFill>
                  <a:srgbClr val="000000"/>
                </a:solidFill>
              </a:rPr>
              <a:t>, </a:t>
            </a:r>
            <a:r>
              <a:rPr lang="ko-KR" altLang="en-US" sz="900">
                <a:solidFill>
                  <a:srgbClr val="000000"/>
                </a:solidFill>
              </a:rPr>
              <a:t>Ⓒ</a:t>
            </a:r>
            <a:r>
              <a:rPr lang="en-US" altLang="ko-KR" sz="900">
                <a:solidFill>
                  <a:srgbClr val="000000"/>
                </a:solidFill>
              </a:rPr>
              <a:t>=</a:t>
            </a:r>
            <a:r>
              <a:rPr lang="ko-KR" altLang="en-US" sz="900">
                <a:solidFill>
                  <a:srgbClr val="000000"/>
                </a:solidFill>
              </a:rPr>
              <a:t>출력 </a:t>
            </a:r>
            <a:r>
              <a:rPr lang="en-US" altLang="ko-KR" sz="900">
                <a:solidFill>
                  <a:srgbClr val="000000"/>
                </a:solidFill>
              </a:rPr>
              <a:t>, </a:t>
            </a:r>
            <a:r>
              <a:rPr lang="ko-KR" altLang="en-US" sz="900">
                <a:solidFill>
                  <a:srgbClr val="000000"/>
                </a:solidFill>
              </a:rPr>
              <a:t>Ⓐ</a:t>
            </a:r>
            <a:r>
              <a:rPr lang="en-US" altLang="ko-KR" sz="900">
                <a:solidFill>
                  <a:srgbClr val="000000"/>
                </a:solidFill>
              </a:rPr>
              <a:t>=</a:t>
            </a:r>
            <a:r>
              <a:rPr lang="ko-KR" altLang="en-US" sz="900">
                <a:solidFill>
                  <a:srgbClr val="000000"/>
                </a:solidFill>
              </a:rPr>
              <a:t>제어이고 제어 전원이 </a:t>
            </a:r>
          </a:p>
          <a:p>
            <a:pPr eaLnBrk="1" fontAlgn="base" latinLnBrk="1" hangingPunct="1">
              <a:spcBef>
                <a:spcPct val="0"/>
              </a:spcBef>
              <a:spcAft>
                <a:spcPct val="0"/>
              </a:spcAft>
            </a:pPr>
            <a:r>
              <a:rPr lang="ko-KR" altLang="en-US" sz="900">
                <a:solidFill>
                  <a:srgbClr val="000000"/>
                </a:solidFill>
              </a:rPr>
              <a:t>      출력부 보다 </a:t>
            </a:r>
            <a:r>
              <a:rPr lang="en-US" altLang="ko-KR" sz="900">
                <a:solidFill>
                  <a:srgbClr val="000000"/>
                </a:solidFill>
              </a:rPr>
              <a:t>0.7V</a:t>
            </a:r>
            <a:r>
              <a:rPr lang="ko-KR" altLang="en-US" sz="900">
                <a:solidFill>
                  <a:srgbClr val="000000"/>
                </a:solidFill>
              </a:rPr>
              <a:t>이상 높으면 </a:t>
            </a:r>
            <a:r>
              <a:rPr lang="en-US" altLang="ko-KR" sz="900">
                <a:solidFill>
                  <a:srgbClr val="000000"/>
                </a:solidFill>
              </a:rPr>
              <a:t>TR</a:t>
            </a:r>
            <a:r>
              <a:rPr lang="ko-KR" altLang="en-US" sz="900">
                <a:solidFill>
                  <a:srgbClr val="000000"/>
                </a:solidFill>
              </a:rPr>
              <a:t>이 동작할 수 있다</a:t>
            </a:r>
            <a:r>
              <a:rPr lang="en-US" altLang="ko-KR" sz="900">
                <a:solidFill>
                  <a:srgbClr val="000000"/>
                </a:solidFill>
              </a:rPr>
              <a:t>.</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16. SCR</a:t>
            </a:r>
            <a:r>
              <a:rPr lang="ko-KR" altLang="en-US" sz="900">
                <a:solidFill>
                  <a:srgbClr val="000000"/>
                </a:solidFill>
              </a:rPr>
              <a:t>의 </a:t>
            </a:r>
            <a:r>
              <a:rPr lang="en-US" altLang="ko-KR" sz="900">
                <a:solidFill>
                  <a:srgbClr val="000000"/>
                </a:solidFill>
              </a:rPr>
              <a:t>Turn-on</a:t>
            </a:r>
            <a:r>
              <a:rPr lang="ko-KR" altLang="en-US" sz="900">
                <a:solidFill>
                  <a:srgbClr val="000000"/>
                </a:solidFill>
              </a:rPr>
              <a:t>시간과 </a:t>
            </a:r>
            <a:r>
              <a:rPr lang="en-US" altLang="ko-KR" sz="900">
                <a:solidFill>
                  <a:srgbClr val="000000"/>
                </a:solidFill>
              </a:rPr>
              <a:t>Turn-off</a:t>
            </a:r>
            <a:r>
              <a:rPr lang="ko-KR" altLang="en-US" sz="900">
                <a:solidFill>
                  <a:srgbClr val="000000"/>
                </a:solidFill>
              </a:rPr>
              <a:t>시간에 대한 </a:t>
            </a:r>
          </a:p>
          <a:p>
            <a:pPr eaLnBrk="1" fontAlgn="base" latinLnBrk="1" hangingPunct="1">
              <a:spcBef>
                <a:spcPct val="0"/>
              </a:spcBef>
              <a:spcAft>
                <a:spcPct val="0"/>
              </a:spcAft>
            </a:pPr>
            <a:r>
              <a:rPr lang="ko-KR" altLang="en-US" sz="900">
                <a:solidFill>
                  <a:srgbClr val="000000"/>
                </a:solidFill>
              </a:rPr>
              <a:t>    설명이다</a:t>
            </a:r>
            <a:r>
              <a:rPr lang="en-US" altLang="ko-KR" sz="900">
                <a:solidFill>
                  <a:srgbClr val="000000"/>
                </a:solidFill>
              </a:rPr>
              <a:t>.</a:t>
            </a:r>
            <a:r>
              <a:rPr lang="ko-KR" altLang="en-US" sz="900">
                <a:solidFill>
                  <a:srgbClr val="000000"/>
                </a:solidFill>
              </a:rPr>
              <a:t>틀린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G</a:t>
            </a:r>
            <a:r>
              <a:rPr lang="ko-KR" altLang="en-US" sz="900">
                <a:solidFill>
                  <a:srgbClr val="000000"/>
                </a:solidFill>
                <a:latin typeface="돋움" pitchFamily="50" charset="-127"/>
                <a:ea typeface="돋움" pitchFamily="50" charset="-127"/>
              </a:rPr>
              <a:t>단자에 </a:t>
            </a:r>
            <a:r>
              <a:rPr lang="en-US" altLang="ko-KR" sz="900">
                <a:solidFill>
                  <a:srgbClr val="000000"/>
                </a:solidFill>
                <a:latin typeface="돋움" pitchFamily="50" charset="-127"/>
                <a:ea typeface="돋움" pitchFamily="50" charset="-127"/>
              </a:rPr>
              <a:t>+Pulse </a:t>
            </a:r>
            <a:r>
              <a:rPr lang="ko-KR" altLang="en-US" sz="900">
                <a:solidFill>
                  <a:srgbClr val="000000"/>
                </a:solidFill>
                <a:latin typeface="돋움" pitchFamily="50" charset="-127"/>
                <a:ea typeface="돋움" pitchFamily="50" charset="-127"/>
              </a:rPr>
              <a:t>전압이 인가되면 </a:t>
            </a:r>
            <a:r>
              <a:rPr lang="en-US" altLang="ko-KR" sz="900">
                <a:solidFill>
                  <a:srgbClr val="000000"/>
                </a:solidFill>
                <a:latin typeface="돋움" pitchFamily="50" charset="-127"/>
                <a:ea typeface="돋움" pitchFamily="50" charset="-127"/>
              </a:rPr>
              <a:t>Turn-on</a:t>
            </a:r>
            <a:r>
              <a:rPr lang="ko-KR" altLang="en-US" sz="900">
                <a:solidFill>
                  <a:srgbClr val="000000"/>
                </a:solidFill>
                <a:latin typeface="돋움" pitchFamily="50" charset="-127"/>
                <a:ea typeface="돋움" pitchFamily="50" charset="-127"/>
              </a:rPr>
              <a:t>된다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G</a:t>
            </a:r>
            <a:r>
              <a:rPr lang="ko-KR" altLang="en-US" sz="900">
                <a:solidFill>
                  <a:srgbClr val="000000"/>
                </a:solidFill>
                <a:latin typeface="돋움" pitchFamily="50" charset="-127"/>
                <a:ea typeface="돋움" pitchFamily="50" charset="-127"/>
              </a:rPr>
              <a:t>단자에 전압이 인가되는 순간부터 </a:t>
            </a:r>
            <a:r>
              <a:rPr lang="en-US" altLang="ko-KR" sz="900">
                <a:solidFill>
                  <a:srgbClr val="000000"/>
                </a:solidFill>
                <a:latin typeface="돋움" pitchFamily="50" charset="-127"/>
                <a:ea typeface="돋움" pitchFamily="50" charset="-127"/>
              </a:rPr>
              <a:t>SCR</a:t>
            </a:r>
            <a:r>
              <a:rPr lang="ko-KR" altLang="en-US" sz="900">
                <a:solidFill>
                  <a:srgbClr val="000000"/>
                </a:solidFill>
                <a:latin typeface="돋움" pitchFamily="50" charset="-127"/>
                <a:ea typeface="돋움" pitchFamily="50" charset="-127"/>
              </a:rPr>
              <a:t>이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ON </a:t>
            </a:r>
            <a:r>
              <a:rPr lang="ko-KR" altLang="en-US" sz="900">
                <a:solidFill>
                  <a:srgbClr val="000000"/>
                </a:solidFill>
                <a:latin typeface="돋움" pitchFamily="50" charset="-127"/>
                <a:ea typeface="돋움" pitchFamily="50" charset="-127"/>
              </a:rPr>
              <a:t>될때까지의 시간을 </a:t>
            </a:r>
            <a:r>
              <a:rPr lang="en-US" altLang="ko-KR" sz="900">
                <a:solidFill>
                  <a:srgbClr val="000000"/>
                </a:solidFill>
                <a:latin typeface="돋움" pitchFamily="50" charset="-127"/>
                <a:ea typeface="돋움" pitchFamily="50" charset="-127"/>
              </a:rPr>
              <a:t>SCR</a:t>
            </a:r>
            <a:r>
              <a:rPr lang="ko-KR" altLang="en-US" sz="900">
                <a:solidFill>
                  <a:srgbClr val="000000"/>
                </a:solidFill>
                <a:latin typeface="돋움" pitchFamily="50" charset="-127"/>
                <a:ea typeface="돋움" pitchFamily="50" charset="-127"/>
              </a:rPr>
              <a:t>의 </a:t>
            </a:r>
            <a:r>
              <a:rPr lang="en-US" altLang="ko-KR" sz="900">
                <a:solidFill>
                  <a:srgbClr val="000000"/>
                </a:solidFill>
                <a:latin typeface="돋움" pitchFamily="50" charset="-127"/>
                <a:ea typeface="돋움" pitchFamily="50" charset="-127"/>
              </a:rPr>
              <a:t>Turn-on </a:t>
            </a:r>
            <a:r>
              <a:rPr lang="ko-KR" altLang="en-US" sz="900">
                <a:solidFill>
                  <a:srgbClr val="000000"/>
                </a:solidFill>
                <a:latin typeface="돋움" pitchFamily="50" charset="-127"/>
                <a:ea typeface="돋움" pitchFamily="50" charset="-127"/>
              </a:rPr>
              <a:t>시간이라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하며 보통 </a:t>
            </a:r>
            <a:r>
              <a:rPr lang="en-US" altLang="ko-KR" sz="900">
                <a:solidFill>
                  <a:srgbClr val="000000"/>
                </a:solidFill>
                <a:latin typeface="돋움" pitchFamily="50" charset="-127"/>
                <a:ea typeface="돋움" pitchFamily="50" charset="-127"/>
              </a:rPr>
              <a:t>0.1~1us</a:t>
            </a:r>
            <a:r>
              <a:rPr lang="ko-KR" altLang="en-US" sz="900">
                <a:solidFill>
                  <a:srgbClr val="000000"/>
                </a:solidFill>
                <a:latin typeface="돋움" pitchFamily="50" charset="-127"/>
                <a:ea typeface="돋움" pitchFamily="50" charset="-127"/>
              </a:rPr>
              <a:t>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SCR</a:t>
            </a:r>
            <a:r>
              <a:rPr lang="ko-KR" altLang="en-US" sz="900">
                <a:solidFill>
                  <a:srgbClr val="000000"/>
                </a:solidFill>
                <a:latin typeface="돋움" pitchFamily="50" charset="-127"/>
                <a:ea typeface="돋움" pitchFamily="50" charset="-127"/>
              </a:rPr>
              <a:t>이 </a:t>
            </a:r>
            <a:r>
              <a:rPr lang="en-US" altLang="ko-KR" sz="900">
                <a:solidFill>
                  <a:srgbClr val="000000"/>
                </a:solidFill>
                <a:latin typeface="돋움" pitchFamily="50" charset="-127"/>
                <a:ea typeface="돋움" pitchFamily="50" charset="-127"/>
              </a:rPr>
              <a:t>Turn-on</a:t>
            </a:r>
            <a:r>
              <a:rPr lang="ko-KR" altLang="en-US" sz="900">
                <a:solidFill>
                  <a:srgbClr val="000000"/>
                </a:solidFill>
                <a:latin typeface="돋움" pitchFamily="50" charset="-127"/>
                <a:ea typeface="돋움" pitchFamily="50" charset="-127"/>
              </a:rPr>
              <a:t>되면 </a:t>
            </a:r>
            <a:r>
              <a:rPr lang="en-US" altLang="ko-KR" sz="900">
                <a:solidFill>
                  <a:srgbClr val="000000"/>
                </a:solidFill>
                <a:latin typeface="돋움" pitchFamily="50" charset="-127"/>
                <a:ea typeface="돋움" pitchFamily="50" charset="-127"/>
              </a:rPr>
              <a:t>G</a:t>
            </a:r>
            <a:r>
              <a:rPr lang="ko-KR" altLang="en-US" sz="900">
                <a:solidFill>
                  <a:srgbClr val="000000"/>
                </a:solidFill>
                <a:latin typeface="돋움" pitchFamily="50" charset="-127"/>
                <a:ea typeface="돋움" pitchFamily="50" charset="-127"/>
              </a:rPr>
              <a:t>단자에 </a:t>
            </a:r>
            <a:r>
              <a:rPr lang="en-US" altLang="ko-KR" sz="900">
                <a:solidFill>
                  <a:srgbClr val="000000"/>
                </a:solidFill>
                <a:latin typeface="돋움" pitchFamily="50" charset="-127"/>
                <a:ea typeface="돋움" pitchFamily="50" charset="-127"/>
              </a:rPr>
              <a:t>G</a:t>
            </a:r>
            <a:r>
              <a:rPr lang="ko-KR" altLang="en-US" sz="900">
                <a:solidFill>
                  <a:srgbClr val="000000"/>
                </a:solidFill>
                <a:latin typeface="돋움" pitchFamily="50" charset="-127"/>
                <a:ea typeface="돋움" pitchFamily="50" charset="-127"/>
              </a:rPr>
              <a:t>전압을 제거해도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SCR ON</a:t>
            </a:r>
            <a:r>
              <a:rPr lang="ko-KR" altLang="en-US" sz="900">
                <a:solidFill>
                  <a:srgbClr val="000000"/>
                </a:solidFill>
                <a:latin typeface="돋움" pitchFamily="50" charset="-127"/>
                <a:ea typeface="돋움" pitchFamily="50" charset="-127"/>
              </a:rPr>
              <a:t>상태가 유지된다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SCR</a:t>
            </a:r>
            <a:r>
              <a:rPr lang="ko-KR" altLang="en-US" sz="900">
                <a:solidFill>
                  <a:srgbClr val="000000"/>
                </a:solidFill>
                <a:latin typeface="돋움" pitchFamily="50" charset="-127"/>
                <a:ea typeface="돋움" pitchFamily="50" charset="-127"/>
              </a:rPr>
              <a:t>을 </a:t>
            </a:r>
            <a:r>
              <a:rPr lang="en-US" altLang="ko-KR" sz="900">
                <a:solidFill>
                  <a:srgbClr val="000000"/>
                </a:solidFill>
                <a:latin typeface="돋움" pitchFamily="50" charset="-127"/>
                <a:ea typeface="돋움" pitchFamily="50" charset="-127"/>
              </a:rPr>
              <a:t>Turn-off</a:t>
            </a:r>
            <a:r>
              <a:rPr lang="ko-KR" altLang="en-US" sz="900">
                <a:solidFill>
                  <a:srgbClr val="000000"/>
                </a:solidFill>
                <a:latin typeface="돋움" pitchFamily="50" charset="-127"/>
                <a:ea typeface="돋움" pitchFamily="50" charset="-127"/>
              </a:rPr>
              <a:t>시키려면 </a:t>
            </a:r>
            <a:r>
              <a:rPr lang="en-US" altLang="ko-KR" sz="900">
                <a:solidFill>
                  <a:srgbClr val="000000"/>
                </a:solidFill>
                <a:latin typeface="돋움" pitchFamily="50" charset="-127"/>
                <a:ea typeface="돋움" pitchFamily="50" charset="-127"/>
              </a:rPr>
              <a:t>A</a:t>
            </a:r>
            <a:r>
              <a:rPr lang="ko-KR" altLang="en-US" sz="900">
                <a:solidFill>
                  <a:srgbClr val="000000"/>
                </a:solidFill>
                <a:latin typeface="돋움" pitchFamily="50" charset="-127"/>
                <a:ea typeface="돋움" pitchFamily="50" charset="-127"/>
              </a:rPr>
              <a:t>단자에 인가되는 전압을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0V</a:t>
            </a:r>
            <a:r>
              <a:rPr lang="ko-KR" altLang="en-US" sz="900">
                <a:solidFill>
                  <a:srgbClr val="000000"/>
                </a:solidFill>
                <a:latin typeface="돋움" pitchFamily="50" charset="-127"/>
                <a:ea typeface="돋움" pitchFamily="50" charset="-127"/>
              </a:rPr>
              <a:t>또는</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전압을 인가해야 한다</a:t>
            </a:r>
            <a:r>
              <a:rPr lang="en-US" altLang="ko-KR" sz="900">
                <a:solidFill>
                  <a:srgbClr val="000000"/>
                </a:solidFill>
                <a:latin typeface="돋움" pitchFamily="50" charset="-127"/>
                <a:ea typeface="돋움" pitchFamily="50" charset="-127"/>
              </a:rPr>
              <a:t>. Turn-off</a:t>
            </a:r>
            <a:r>
              <a:rPr lang="ko-KR" altLang="en-US" sz="900">
                <a:solidFill>
                  <a:srgbClr val="000000"/>
                </a:solidFill>
                <a:latin typeface="돋움" pitchFamily="50" charset="-127"/>
                <a:ea typeface="돋움" pitchFamily="50" charset="-127"/>
              </a:rPr>
              <a:t>시간은</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보통 </a:t>
            </a:r>
            <a:r>
              <a:rPr lang="en-US" altLang="ko-KR" sz="900">
                <a:solidFill>
                  <a:srgbClr val="000000"/>
                </a:solidFill>
                <a:latin typeface="돋움" pitchFamily="50" charset="-127"/>
                <a:ea typeface="돋움" pitchFamily="50" charset="-127"/>
              </a:rPr>
              <a:t>1~50us</a:t>
            </a:r>
            <a:r>
              <a:rPr lang="ko-KR" altLang="en-US" sz="900">
                <a:solidFill>
                  <a:srgbClr val="000000"/>
                </a:solidFill>
                <a:latin typeface="돋움" pitchFamily="50" charset="-127"/>
                <a:ea typeface="돋움" pitchFamily="50" charset="-127"/>
              </a:rPr>
              <a:t>이다</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LED</a:t>
            </a:r>
            <a:r>
              <a:rPr lang="ko-KR" altLang="en-US" sz="900">
                <a:solidFill>
                  <a:srgbClr val="000000"/>
                </a:solidFill>
                <a:latin typeface="돋움" pitchFamily="50" charset="-127"/>
                <a:ea typeface="돋움" pitchFamily="50" charset="-127"/>
              </a:rPr>
              <a:t>와 </a:t>
            </a:r>
            <a:r>
              <a:rPr lang="en-US" altLang="ko-KR" sz="900">
                <a:solidFill>
                  <a:srgbClr val="000000"/>
                </a:solidFill>
                <a:latin typeface="돋움" pitchFamily="50" charset="-127"/>
                <a:ea typeface="돋움" pitchFamily="50" charset="-127"/>
              </a:rPr>
              <a:t>Photo Diode</a:t>
            </a:r>
            <a:r>
              <a:rPr lang="ko-KR" altLang="en-US" sz="900">
                <a:solidFill>
                  <a:srgbClr val="000000"/>
                </a:solidFill>
                <a:latin typeface="돋움" pitchFamily="50" charset="-127"/>
                <a:ea typeface="돋움" pitchFamily="50" charset="-127"/>
              </a:rPr>
              <a:t>에 대한 설명으로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Photo Diode</a:t>
            </a:r>
            <a:r>
              <a:rPr lang="ko-KR" altLang="en-US" sz="900">
                <a:solidFill>
                  <a:srgbClr val="000000"/>
                </a:solidFill>
                <a:latin typeface="돋움" pitchFamily="50" charset="-127"/>
                <a:ea typeface="돋움" pitchFamily="50" charset="-127"/>
              </a:rPr>
              <a:t>는 광을 받으면 정방향으로 전류가</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흐르는 수광 소자 이다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LED</a:t>
            </a:r>
            <a:r>
              <a:rPr lang="ko-KR" altLang="en-US" sz="900">
                <a:solidFill>
                  <a:srgbClr val="000000"/>
                </a:solidFill>
                <a:latin typeface="돋움" pitchFamily="50" charset="-127"/>
                <a:ea typeface="돋움" pitchFamily="50" charset="-127"/>
              </a:rPr>
              <a:t>는 표시용과 무선 통신용으로 구분된다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Photo TR</a:t>
            </a:r>
            <a:r>
              <a:rPr lang="ko-KR" altLang="en-US" sz="900">
                <a:solidFill>
                  <a:srgbClr val="000000"/>
                </a:solidFill>
                <a:latin typeface="돋움" pitchFamily="50" charset="-127"/>
                <a:ea typeface="돋움" pitchFamily="50" charset="-127"/>
              </a:rPr>
              <a:t>보다는 </a:t>
            </a:r>
            <a:r>
              <a:rPr lang="en-US" altLang="ko-KR" sz="900">
                <a:solidFill>
                  <a:srgbClr val="000000"/>
                </a:solidFill>
                <a:latin typeface="돋움" pitchFamily="50" charset="-127"/>
                <a:ea typeface="돋움" pitchFamily="50" charset="-127"/>
              </a:rPr>
              <a:t>Photo Diode</a:t>
            </a:r>
            <a:r>
              <a:rPr lang="ko-KR" altLang="en-US" sz="900">
                <a:solidFill>
                  <a:srgbClr val="000000"/>
                </a:solidFill>
                <a:latin typeface="돋움" pitchFamily="50" charset="-127"/>
                <a:ea typeface="돋움" pitchFamily="50" charset="-127"/>
              </a:rPr>
              <a:t>가 광 감도가 낮다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LED</a:t>
            </a:r>
            <a:r>
              <a:rPr lang="ko-KR" altLang="en-US" sz="900">
                <a:solidFill>
                  <a:srgbClr val="000000"/>
                </a:solidFill>
                <a:latin typeface="돋움" pitchFamily="50" charset="-127"/>
                <a:ea typeface="돋움" pitchFamily="50" charset="-127"/>
              </a:rPr>
              <a:t>는 전류가 흐르면 발광하는 발광 소자이다</a:t>
            </a:r>
          </a:p>
        </p:txBody>
      </p:sp>
      <p:sp>
        <p:nvSpPr>
          <p:cNvPr id="32783"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pSp>
        <p:nvGrpSpPr>
          <p:cNvPr id="32784" name="Group 37"/>
          <p:cNvGrpSpPr>
            <a:grpSpLocks/>
          </p:cNvGrpSpPr>
          <p:nvPr/>
        </p:nvGrpSpPr>
        <p:grpSpPr bwMode="auto">
          <a:xfrm>
            <a:off x="1076325" y="3995745"/>
            <a:ext cx="604838" cy="700087"/>
            <a:chOff x="678" y="2517"/>
            <a:chExt cx="381" cy="441"/>
          </a:xfrm>
        </p:grpSpPr>
        <p:grpSp>
          <p:nvGrpSpPr>
            <p:cNvPr id="32795" name="Group 28"/>
            <p:cNvGrpSpPr>
              <a:grpSpLocks/>
            </p:cNvGrpSpPr>
            <p:nvPr/>
          </p:nvGrpSpPr>
          <p:grpSpPr bwMode="auto">
            <a:xfrm>
              <a:off x="795" y="2603"/>
              <a:ext cx="264" cy="270"/>
              <a:chOff x="1425" y="2164"/>
              <a:chExt cx="264" cy="270"/>
            </a:xfrm>
          </p:grpSpPr>
          <p:sp>
            <p:nvSpPr>
              <p:cNvPr id="32799" name="Oval 29"/>
              <p:cNvSpPr>
                <a:spLocks noChangeArrowheads="1"/>
              </p:cNvSpPr>
              <p:nvPr/>
            </p:nvSpPr>
            <p:spPr bwMode="auto">
              <a:xfrm>
                <a:off x="1425" y="2164"/>
                <a:ext cx="264" cy="270"/>
              </a:xfrm>
              <a:prstGeom prst="ellipse">
                <a:avLst/>
              </a:prstGeom>
              <a:noFill/>
              <a:ln w="158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sp>
            <p:nvSpPr>
              <p:cNvPr id="32800" name="Line 30"/>
              <p:cNvSpPr>
                <a:spLocks noChangeShapeType="1"/>
              </p:cNvSpPr>
              <p:nvPr/>
            </p:nvSpPr>
            <p:spPr bwMode="auto">
              <a:xfrm>
                <a:off x="1489" y="2208"/>
                <a:ext cx="0" cy="16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32801" name="Line 31"/>
              <p:cNvSpPr>
                <a:spLocks noChangeShapeType="1"/>
              </p:cNvSpPr>
              <p:nvPr/>
            </p:nvSpPr>
            <p:spPr bwMode="auto">
              <a:xfrm flipH="1">
                <a:off x="1489" y="2190"/>
                <a:ext cx="132" cy="9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32802" name="Line 32"/>
              <p:cNvSpPr>
                <a:spLocks noChangeShapeType="1"/>
              </p:cNvSpPr>
              <p:nvPr/>
            </p:nvSpPr>
            <p:spPr bwMode="auto">
              <a:xfrm>
                <a:off x="1489" y="2310"/>
                <a:ext cx="144" cy="96"/>
              </a:xfrm>
              <a:prstGeom prst="line">
                <a:avLst/>
              </a:prstGeom>
              <a:noFill/>
              <a:ln w="158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grpSp>
        <p:sp>
          <p:nvSpPr>
            <p:cNvPr id="32796" name="Line 33"/>
            <p:cNvSpPr>
              <a:spLocks noChangeShapeType="1"/>
            </p:cNvSpPr>
            <p:nvPr/>
          </p:nvSpPr>
          <p:spPr bwMode="auto">
            <a:xfrm>
              <a:off x="678" y="2735"/>
              <a:ext cx="181"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32797" name="Line 35"/>
            <p:cNvSpPr>
              <a:spLocks noChangeShapeType="1"/>
            </p:cNvSpPr>
            <p:nvPr/>
          </p:nvSpPr>
          <p:spPr bwMode="auto">
            <a:xfrm flipV="1">
              <a:off x="1000" y="2517"/>
              <a:ext cx="0" cy="11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32798" name="Line 36"/>
            <p:cNvSpPr>
              <a:spLocks noChangeShapeType="1"/>
            </p:cNvSpPr>
            <p:nvPr/>
          </p:nvSpPr>
          <p:spPr bwMode="auto">
            <a:xfrm flipV="1">
              <a:off x="1003" y="2845"/>
              <a:ext cx="0" cy="11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latinLnBrk="1">
                <a:spcBef>
                  <a:spcPct val="0"/>
                </a:spcBef>
                <a:spcAft>
                  <a:spcPct val="0"/>
                </a:spcAft>
              </a:pPr>
              <a:endParaRPr kumimoji="1" lang="en-US">
                <a:solidFill>
                  <a:srgbClr val="000000"/>
                </a:solidFill>
              </a:endParaRPr>
            </a:p>
          </p:txBody>
        </p:sp>
      </p:grpSp>
      <p:sp>
        <p:nvSpPr>
          <p:cNvPr id="32785" name="Text Box 38"/>
          <p:cNvSpPr txBox="1">
            <a:spLocks noChangeArrowheads="1"/>
          </p:cNvSpPr>
          <p:nvPr/>
        </p:nvSpPr>
        <p:spPr bwMode="auto">
          <a:xfrm>
            <a:off x="927100" y="4135438"/>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a:t>
            </a:r>
          </a:p>
        </p:txBody>
      </p:sp>
      <p:sp>
        <p:nvSpPr>
          <p:cNvPr id="32786" name="Text Box 39"/>
          <p:cNvSpPr txBox="1">
            <a:spLocks noChangeArrowheads="1"/>
          </p:cNvSpPr>
          <p:nvPr/>
        </p:nvSpPr>
        <p:spPr bwMode="auto">
          <a:xfrm>
            <a:off x="1536700" y="3973513"/>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a:t>
            </a:r>
          </a:p>
        </p:txBody>
      </p:sp>
      <p:sp>
        <p:nvSpPr>
          <p:cNvPr id="32787" name="Text Box 40"/>
          <p:cNvSpPr txBox="1">
            <a:spLocks noChangeArrowheads="1"/>
          </p:cNvSpPr>
          <p:nvPr/>
        </p:nvSpPr>
        <p:spPr bwMode="auto">
          <a:xfrm>
            <a:off x="1531938" y="4516438"/>
            <a:ext cx="300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a:t>
            </a:r>
          </a:p>
        </p:txBody>
      </p:sp>
      <p:sp>
        <p:nvSpPr>
          <p:cNvPr id="32788" name="직사각형 5"/>
          <p:cNvSpPr>
            <a:spLocks noChangeArrowheads="1"/>
          </p:cNvSpPr>
          <p:nvPr/>
        </p:nvSpPr>
        <p:spPr bwMode="auto">
          <a:xfrm>
            <a:off x="3408363" y="989014"/>
            <a:ext cx="3086100" cy="6601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Thermistor</a:t>
            </a:r>
            <a:r>
              <a:rPr lang="ko-KR" altLang="en-US" sz="900">
                <a:solidFill>
                  <a:srgbClr val="000000"/>
                </a:solidFill>
                <a:latin typeface="돋움" pitchFamily="50" charset="-127"/>
                <a:ea typeface="돋움" pitchFamily="50" charset="-127"/>
              </a:rPr>
              <a:t>의 온도 특성 그래프이다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순서대로 나열된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a:t>
            </a:r>
            <a:r>
              <a:rPr lang="en-US" altLang="ko-KR" sz="900">
                <a:solidFill>
                  <a:srgbClr val="000000"/>
                </a:solidFill>
                <a:latin typeface="돋움" pitchFamily="50" charset="-127"/>
                <a:ea typeface="돋움" pitchFamily="50" charset="-127"/>
              </a:rPr>
              <a:t>A:NTC , B:CTR , C:PTC</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A:PTC , B:NTC , C:CTR</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A:NTC , B:PTC , C:CTR</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A:CTR , B:NTC , C:PTC</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a:t>
            </a:r>
            <a:r>
              <a:rPr lang="ko-KR" altLang="en-US" sz="900">
                <a:solidFill>
                  <a:srgbClr val="000000"/>
                </a:solidFill>
                <a:latin typeface="돋움" pitchFamily="50" charset="-127"/>
                <a:ea typeface="돋움" pitchFamily="50" charset="-127"/>
              </a:rPr>
              <a:t>광 센서에 대한 설명 中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광 센서 中 경면체를 검출할 수 있는 센서는</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회귀 반사형 센서이다</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광 센서 출력 회로 中 저소비전류는 </a:t>
            </a:r>
            <a:r>
              <a:rPr lang="en-US" altLang="ko-KR" sz="900">
                <a:solidFill>
                  <a:srgbClr val="000000"/>
                </a:solidFill>
                <a:latin typeface="돋움" pitchFamily="50" charset="-127"/>
                <a:ea typeface="돋움" pitchFamily="50" charset="-127"/>
              </a:rPr>
              <a:t>NPN</a:t>
            </a:r>
            <a:r>
              <a:rPr lang="ko-KR" altLang="en-US" sz="900">
                <a:solidFill>
                  <a:srgbClr val="000000"/>
                </a:solidFill>
                <a:latin typeface="돋움" pitchFamily="50" charset="-127"/>
                <a:ea typeface="돋움" pitchFamily="50" charset="-127"/>
              </a:rPr>
              <a:t>트랜지스터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오픈 컬렉터 방식이다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PNP</a:t>
            </a:r>
            <a:r>
              <a:rPr lang="ko-KR" altLang="en-US" sz="900">
                <a:solidFill>
                  <a:srgbClr val="000000"/>
                </a:solidFill>
                <a:latin typeface="돋움" pitchFamily="50" charset="-127"/>
                <a:ea typeface="돋움" pitchFamily="50" charset="-127"/>
              </a:rPr>
              <a:t>형 센서가 동작하면 흑색 </a:t>
            </a:r>
            <a:r>
              <a:rPr lang="en-US" altLang="ko-KR" sz="900">
                <a:solidFill>
                  <a:srgbClr val="000000"/>
                </a:solidFill>
                <a:latin typeface="돋움" pitchFamily="50" charset="-127"/>
                <a:ea typeface="돋움" pitchFamily="50" charset="-127"/>
              </a:rPr>
              <a:t>Cable</a:t>
            </a:r>
            <a:r>
              <a:rPr lang="ko-KR" altLang="en-US" sz="900">
                <a:solidFill>
                  <a:srgbClr val="000000"/>
                </a:solidFill>
                <a:latin typeface="돋움" pitchFamily="50" charset="-127"/>
                <a:ea typeface="돋움" pitchFamily="50" charset="-127"/>
              </a:rPr>
              <a:t>에서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전압이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출력한다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응차 거리라 함은 </a:t>
            </a:r>
            <a:r>
              <a:rPr lang="en-US" altLang="ko-KR" sz="900">
                <a:solidFill>
                  <a:srgbClr val="000000"/>
                </a:solidFill>
                <a:latin typeface="돋움" pitchFamily="50" charset="-127"/>
                <a:ea typeface="돋움" pitchFamily="50" charset="-127"/>
              </a:rPr>
              <a:t>ON</a:t>
            </a:r>
            <a:r>
              <a:rPr lang="ko-KR" altLang="en-US" sz="900">
                <a:solidFill>
                  <a:srgbClr val="000000"/>
                </a:solidFill>
                <a:latin typeface="돋움" pitchFamily="50" charset="-127"/>
                <a:ea typeface="돋움" pitchFamily="50" charset="-127"/>
              </a:rPr>
              <a:t>이 될 수 있는 구간과 </a:t>
            </a:r>
            <a:r>
              <a:rPr lang="en-US" altLang="ko-KR" sz="900">
                <a:solidFill>
                  <a:srgbClr val="000000"/>
                </a:solidFill>
                <a:latin typeface="돋움" pitchFamily="50" charset="-127"/>
                <a:ea typeface="돋움" pitchFamily="50" charset="-127"/>
              </a:rPr>
              <a:t>OFF</a:t>
            </a:r>
            <a:r>
              <a:rPr lang="ko-KR" altLang="en-US" sz="900">
                <a:solidFill>
                  <a:srgbClr val="000000"/>
                </a:solidFill>
                <a:latin typeface="돋움" pitchFamily="50" charset="-127"/>
                <a:ea typeface="돋움" pitchFamily="50" charset="-127"/>
              </a:rPr>
              <a:t>가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되는 구간의 차이 거리를 말한다</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센서 교체 시 주의 사항이다</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출력 회로에 따라 부하 위치가 달라진다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대부분의 근접센서가 표준검출물체를 철로</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하고 있으므로 비철금속일 경우 검출거리의 차이가</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크므로 주의해야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회귀 반사형 센서는 반사판과 꼭 한</a:t>
            </a:r>
            <a:r>
              <a:rPr lang="en-US" altLang="ko-KR" sz="900">
                <a:solidFill>
                  <a:srgbClr val="000000"/>
                </a:solidFill>
                <a:latin typeface="돋움" pitchFamily="50" charset="-127"/>
                <a:ea typeface="돋움" pitchFamily="50" charset="-127"/>
              </a:rPr>
              <a:t>Set</a:t>
            </a:r>
            <a:r>
              <a:rPr lang="ko-KR" altLang="en-US" sz="900">
                <a:solidFill>
                  <a:srgbClr val="000000"/>
                </a:solidFill>
                <a:latin typeface="돋움" pitchFamily="50" charset="-127"/>
                <a:ea typeface="돋움" pitchFamily="50" charset="-127"/>
              </a:rPr>
              <a:t>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근접센서 </a:t>
            </a:r>
            <a:r>
              <a:rPr lang="en-US" altLang="ko-KR" sz="900">
                <a:solidFill>
                  <a:srgbClr val="000000"/>
                </a:solidFill>
                <a:latin typeface="돋움" pitchFamily="50" charset="-127"/>
                <a:ea typeface="돋움" pitchFamily="50" charset="-127"/>
              </a:rPr>
              <a:t>Shield Type</a:t>
            </a:r>
            <a:r>
              <a:rPr lang="ko-KR" altLang="en-US" sz="900">
                <a:solidFill>
                  <a:srgbClr val="000000"/>
                </a:solidFill>
                <a:latin typeface="돋움" pitchFamily="50" charset="-127"/>
                <a:ea typeface="돋움" pitchFamily="50" charset="-127"/>
              </a:rPr>
              <a:t>의 경우 측면에서도 검출이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가능하기 때문에 취부 및 감지 여부에 주의해야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pSp>
        <p:nvGrpSpPr>
          <p:cNvPr id="32789" name="Group 47"/>
          <p:cNvGrpSpPr>
            <a:grpSpLocks/>
          </p:cNvGrpSpPr>
          <p:nvPr/>
        </p:nvGrpSpPr>
        <p:grpSpPr bwMode="auto">
          <a:xfrm>
            <a:off x="3644916" y="1344621"/>
            <a:ext cx="2417763" cy="1895475"/>
            <a:chOff x="2296" y="847"/>
            <a:chExt cx="1523" cy="1194"/>
          </a:xfrm>
        </p:grpSpPr>
        <p:pic>
          <p:nvPicPr>
            <p:cNvPr id="32790" name="Picture 42" descr="p147475000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96" y="847"/>
              <a:ext cx="1523" cy="1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91" name="Rectangle 43"/>
            <p:cNvSpPr>
              <a:spLocks noChangeArrowheads="1"/>
            </p:cNvSpPr>
            <p:nvPr/>
          </p:nvSpPr>
          <p:spPr bwMode="auto">
            <a:xfrm>
              <a:off x="2819" y="1006"/>
              <a:ext cx="124" cy="136"/>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1200">
                  <a:solidFill>
                    <a:srgbClr val="000000"/>
                  </a:solidFill>
                </a:rPr>
                <a:t>A</a:t>
              </a:r>
            </a:p>
          </p:txBody>
        </p:sp>
        <p:sp>
          <p:nvSpPr>
            <p:cNvPr id="32792" name="Rectangle 44"/>
            <p:cNvSpPr>
              <a:spLocks noChangeArrowheads="1"/>
            </p:cNvSpPr>
            <p:nvPr/>
          </p:nvSpPr>
          <p:spPr bwMode="auto">
            <a:xfrm>
              <a:off x="3365" y="1233"/>
              <a:ext cx="124" cy="136"/>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1200">
                  <a:solidFill>
                    <a:srgbClr val="000000"/>
                  </a:solidFill>
                </a:rPr>
                <a:t>C</a:t>
              </a:r>
            </a:p>
          </p:txBody>
        </p:sp>
        <p:sp>
          <p:nvSpPr>
            <p:cNvPr id="32793" name="Rectangle 45"/>
            <p:cNvSpPr>
              <a:spLocks noChangeArrowheads="1"/>
            </p:cNvSpPr>
            <p:nvPr/>
          </p:nvSpPr>
          <p:spPr bwMode="auto">
            <a:xfrm>
              <a:off x="2622" y="1139"/>
              <a:ext cx="124" cy="136"/>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1200">
                  <a:solidFill>
                    <a:srgbClr val="000000"/>
                  </a:solidFill>
                </a:rPr>
                <a:t>B</a:t>
              </a:r>
            </a:p>
          </p:txBody>
        </p:sp>
        <p:sp>
          <p:nvSpPr>
            <p:cNvPr id="32794" name="Rectangle 46"/>
            <p:cNvSpPr>
              <a:spLocks noChangeArrowheads="1"/>
            </p:cNvSpPr>
            <p:nvPr/>
          </p:nvSpPr>
          <p:spPr bwMode="auto">
            <a:xfrm>
              <a:off x="2771" y="1596"/>
              <a:ext cx="124" cy="136"/>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1200">
                  <a:solidFill>
                    <a:srgbClr val="000000"/>
                  </a:solidFill>
                </a:rPr>
                <a:t>C</a:t>
              </a:r>
            </a:p>
          </p:txBody>
        </p:sp>
      </p:grpSp>
      <p:sp>
        <p:nvSpPr>
          <p:cNvPr id="28"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12847728"/>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3795"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240" name="Group 144"/>
          <p:cNvGraphicFramePr>
            <a:graphicFrameLocks noGrp="1"/>
          </p:cNvGraphicFramePr>
          <p:nvPr/>
        </p:nvGraphicFramePr>
        <p:xfrm>
          <a:off x="908050" y="2051058"/>
          <a:ext cx="5111750" cy="4702176"/>
        </p:xfrm>
        <a:graphic>
          <a:graphicData uri="http://schemas.openxmlformats.org/drawingml/2006/table">
            <a:tbl>
              <a:tblPr/>
              <a:tblGrid>
                <a:gridCol w="649288">
                  <a:extLst>
                    <a:ext uri="{9D8B030D-6E8A-4147-A177-3AD203B41FA5}">
                      <a16:colId xmlns:a16="http://schemas.microsoft.com/office/drawing/2014/main" val="20000"/>
                    </a:ext>
                  </a:extLst>
                </a:gridCol>
                <a:gridCol w="1906587">
                  <a:extLst>
                    <a:ext uri="{9D8B030D-6E8A-4147-A177-3AD203B41FA5}">
                      <a16:colId xmlns:a16="http://schemas.microsoft.com/office/drawing/2014/main" val="20001"/>
                    </a:ext>
                  </a:extLst>
                </a:gridCol>
                <a:gridCol w="685800">
                  <a:extLst>
                    <a:ext uri="{9D8B030D-6E8A-4147-A177-3AD203B41FA5}">
                      <a16:colId xmlns:a16="http://schemas.microsoft.com/office/drawing/2014/main" val="20002"/>
                    </a:ext>
                  </a:extLst>
                </a:gridCol>
                <a:gridCol w="1870075">
                  <a:extLst>
                    <a:ext uri="{9D8B030D-6E8A-4147-A177-3AD203B41FA5}">
                      <a16:colId xmlns:a16="http://schemas.microsoft.com/office/drawing/2014/main" val="20003"/>
                    </a:ext>
                  </a:extLst>
                </a:gridCol>
              </a:tblGrid>
              <a:tr h="6683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40481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sp>
        <p:nvSpPr>
          <p:cNvPr id="6"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33034"/>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4819"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34820"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4830" name="직사각형 5"/>
          <p:cNvSpPr>
            <a:spLocks noChangeArrowheads="1"/>
          </p:cNvSpPr>
          <p:nvPr/>
        </p:nvSpPr>
        <p:spPr bwMode="auto">
          <a:xfrm>
            <a:off x="304800" y="989013"/>
            <a:ext cx="3086100" cy="7931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다음 중 도체가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소금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알칼리의 수용액</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유황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산</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en-US" altLang="ko-KR" sz="900" smtClean="0">
                <a:solidFill>
                  <a:srgbClr val="000000"/>
                </a:solidFill>
                <a:latin typeface="돋움" pitchFamily="50" charset="-127"/>
                <a:ea typeface="돋움" pitchFamily="50" charset="-127"/>
              </a:rPr>
              <a:t>neutron</a:t>
            </a:r>
            <a:r>
              <a:rPr lang="ko-KR" altLang="en-US" sz="900" smtClean="0">
                <a:solidFill>
                  <a:srgbClr val="000000"/>
                </a:solidFill>
                <a:latin typeface="돋움" pitchFamily="50" charset="-127"/>
                <a:ea typeface="돋움" pitchFamily="50" charset="-127"/>
              </a:rPr>
              <a:t>의 </a:t>
            </a:r>
            <a:r>
              <a:rPr lang="ko-KR" altLang="en-US" sz="900">
                <a:solidFill>
                  <a:srgbClr val="000000"/>
                </a:solidFill>
                <a:latin typeface="돋움" pitchFamily="50" charset="-127"/>
                <a:ea typeface="돋움" pitchFamily="50" charset="-127"/>
              </a:rPr>
              <a:t>질량은 얼마인가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1.672161x10</a:t>
            </a:r>
            <a:r>
              <a:rPr lang="en-US" altLang="ko-KR" sz="900" baseline="30000">
                <a:solidFill>
                  <a:srgbClr val="000000"/>
                </a:solidFill>
                <a:latin typeface="돋움" pitchFamily="50" charset="-127"/>
                <a:ea typeface="돋움" pitchFamily="50" charset="-127"/>
              </a:rPr>
              <a:t>-27 </a:t>
            </a:r>
            <a:r>
              <a:rPr lang="en-US" altLang="ko-KR" sz="900">
                <a:solidFill>
                  <a:srgbClr val="000000"/>
                </a:solidFill>
                <a:latin typeface="돋움" pitchFamily="50" charset="-127"/>
                <a:ea typeface="돋움" pitchFamily="50" charset="-127"/>
              </a:rPr>
              <a:t>(Kg)</a:t>
            </a:r>
            <a:r>
              <a:rPr lang="ko-KR" altLang="en-US"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9.10956x 10</a:t>
            </a:r>
            <a:r>
              <a:rPr lang="en-US" altLang="ko-KR" sz="900" baseline="30000">
                <a:solidFill>
                  <a:srgbClr val="000000"/>
                </a:solidFill>
                <a:latin typeface="돋움" pitchFamily="50" charset="-127"/>
                <a:ea typeface="돋움" pitchFamily="50" charset="-127"/>
              </a:rPr>
              <a:t>-31 </a:t>
            </a:r>
            <a:r>
              <a:rPr lang="en-US" altLang="ko-KR" sz="900">
                <a:solidFill>
                  <a:srgbClr val="000000"/>
                </a:solidFill>
                <a:latin typeface="돋움" pitchFamily="50" charset="-127"/>
                <a:ea typeface="돋움" pitchFamily="50" charset="-127"/>
              </a:rPr>
              <a:t>(Kg)</a:t>
            </a: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1.67363x</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10</a:t>
            </a:r>
            <a:r>
              <a:rPr lang="en-US" altLang="ko-KR" sz="900" baseline="30000">
                <a:solidFill>
                  <a:srgbClr val="000000"/>
                </a:solidFill>
                <a:latin typeface="돋움" pitchFamily="50" charset="-127"/>
                <a:ea typeface="돋움" pitchFamily="50" charset="-127"/>
              </a:rPr>
              <a:t>-31 </a:t>
            </a:r>
            <a:r>
              <a:rPr lang="en-US" altLang="ko-KR" sz="900">
                <a:solidFill>
                  <a:srgbClr val="000000"/>
                </a:solidFill>
                <a:latin typeface="돋움" pitchFamily="50" charset="-127"/>
                <a:ea typeface="돋움" pitchFamily="50" charset="-127"/>
              </a:rPr>
              <a:t>(Kg)</a:t>
            </a:r>
            <a:r>
              <a:rPr lang="ko-KR" altLang="en-US"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1.67491x10</a:t>
            </a:r>
            <a:r>
              <a:rPr lang="en-US" altLang="ko-KR" sz="900" baseline="30000">
                <a:solidFill>
                  <a:srgbClr val="000000"/>
                </a:solidFill>
                <a:latin typeface="돋움" pitchFamily="50" charset="-127"/>
                <a:ea typeface="돋움" pitchFamily="50" charset="-127"/>
              </a:rPr>
              <a:t>-27 </a:t>
            </a:r>
            <a:r>
              <a:rPr lang="en-US" altLang="ko-KR" sz="900">
                <a:solidFill>
                  <a:srgbClr val="000000"/>
                </a:solidFill>
                <a:latin typeface="돋움" pitchFamily="50" charset="-127"/>
                <a:ea typeface="돋움" pitchFamily="50" charset="-127"/>
              </a:rPr>
              <a:t>(Kg)</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전자가 에너지를 얻어</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에너지가 증가하면</a:t>
            </a:r>
            <a:r>
              <a:rPr lang="en-US" altLang="ko-KR" sz="900">
                <a:solidFill>
                  <a:srgbClr val="000000"/>
                </a:solidFill>
                <a:latin typeface="돋움" pitchFamily="50" charset="-127"/>
                <a:ea typeface="돋움" pitchFamily="50" charset="-127"/>
              </a:rPr>
              <a:t>, (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를 벗어나 자유전자가 되고 자유전자는 원자 사이를</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이동하게 된다</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괄호</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에 들어갈 단어는</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가전자대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금지대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충만대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전도대</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latin typeface="돋움" pitchFamily="50" charset="-127"/>
                <a:ea typeface="돋움" pitchFamily="50" charset="-127"/>
              </a:rPr>
              <a:t>열전대에 대해 설명한 것 중 맞지 않는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a:t>
            </a:r>
            <a:r>
              <a:rPr lang="ko-KR" altLang="en-US" sz="900">
                <a:solidFill>
                  <a:srgbClr val="000000"/>
                </a:solidFill>
              </a:rPr>
              <a:t>열원을 기초로 한 모든 분야에 온도변화의 수치를 </a:t>
            </a:r>
          </a:p>
          <a:p>
            <a:pPr eaLnBrk="1" fontAlgn="base" hangingPunct="1">
              <a:lnSpc>
                <a:spcPct val="120000"/>
              </a:lnSpc>
              <a:spcBef>
                <a:spcPct val="0"/>
              </a:spcBef>
              <a:spcAft>
                <a:spcPct val="0"/>
              </a:spcAft>
            </a:pPr>
            <a:r>
              <a:rPr lang="ko-KR" altLang="en-US" sz="900">
                <a:solidFill>
                  <a:srgbClr val="000000"/>
                </a:solidFill>
              </a:rPr>
              <a:t>     가장 민감하게 감지할 수 있는 온도센서의 제품 임</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기준 접점온도를 변화를 시키면 이 기전력에</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의해 측온 접점의 온도를 알 수 있다</a:t>
            </a:r>
            <a:r>
              <a:rPr lang="en-US" altLang="ko-KR" sz="900">
                <a:solidFill>
                  <a:srgbClr val="000000"/>
                </a:solidFill>
                <a:latin typeface="돋움" pitchFamily="50" charset="-127"/>
                <a:ea typeface="돋움" pitchFamily="50" charset="-127"/>
              </a:rPr>
              <a:t>.</a:t>
            </a:r>
          </a:p>
          <a:p>
            <a:pPr eaLnBrk="1" fontAlgn="base" hangingPunct="1">
              <a:lnSpc>
                <a:spcPct val="120000"/>
              </a:lnSpc>
              <a:spcBef>
                <a:spcPct val="0"/>
              </a:spcBef>
              <a:spcAft>
                <a:spcPct val="0"/>
              </a:spcAft>
            </a:pPr>
            <a:r>
              <a:rPr lang="ko-KR" altLang="en-US" sz="900">
                <a:solidFill>
                  <a:srgbClr val="000000"/>
                </a:solidFill>
              </a:rPr>
              <a:t> </a:t>
            </a: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서로 종류가 다른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개의 금속도체 양단을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전기적으로 접속시키고 이 양단에 온도차를 주면</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회로 중에 전류가 흐른다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열기전력을 이용하여 온도를 검출하므로 지시</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조절</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증폭</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제조</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변환 등의 정보처리가  용이하다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접지 저항측정기의 </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개의 단자를 이용하여 한 개는</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접지에</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한 개는 </a:t>
            </a:r>
            <a:r>
              <a:rPr lang="en-US" altLang="ko-KR" sz="900">
                <a:solidFill>
                  <a:srgbClr val="000000"/>
                </a:solidFill>
                <a:latin typeface="돋움" pitchFamily="50" charset="-127"/>
                <a:ea typeface="돋움" pitchFamily="50" charset="-127"/>
              </a:rPr>
              <a:t>10M</a:t>
            </a:r>
            <a:r>
              <a:rPr lang="ko-KR" altLang="en-US" sz="900">
                <a:solidFill>
                  <a:srgbClr val="000000"/>
                </a:solidFill>
                <a:latin typeface="돋움" pitchFamily="50" charset="-127"/>
                <a:ea typeface="돋움" pitchFamily="50" charset="-127"/>
              </a:rPr>
              <a:t>전방에</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한 개는</a:t>
            </a:r>
            <a:r>
              <a:rPr lang="en-US" altLang="ko-KR" sz="900">
                <a:solidFill>
                  <a:srgbClr val="000000"/>
                </a:solidFill>
                <a:latin typeface="돋움" pitchFamily="50" charset="-127"/>
                <a:ea typeface="돋움" pitchFamily="50" charset="-127"/>
              </a:rPr>
              <a:t>20M</a:t>
            </a:r>
            <a:r>
              <a:rPr lang="ko-KR" altLang="en-US" sz="900">
                <a:solidFill>
                  <a:srgbClr val="000000"/>
                </a:solidFill>
                <a:latin typeface="돋움" pitchFamily="50" charset="-127"/>
                <a:ea typeface="돋움" pitchFamily="50" charset="-127"/>
              </a:rPr>
              <a:t>전방에</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땅에다 봉을 박고 여기에 선을 연결해서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동작시키면  접지 저항치를 측정할 수 있는 방법</a:t>
            </a:r>
            <a:r>
              <a:rPr lang="en-US" altLang="ko-KR" sz="900">
                <a:solidFill>
                  <a:srgbClr val="000000"/>
                </a:solidFill>
                <a:latin typeface="돋움" pitchFamily="50" charset="-127"/>
                <a:ea typeface="돋움" pitchFamily="50" charset="-127"/>
              </a:rPr>
              <a:t>]</a:t>
            </a: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위에서 설명하는 접지 저항 측정 방법은</a:t>
            </a:r>
            <a:r>
              <a:rPr lang="en-US" altLang="ko-KR" sz="900">
                <a:solidFill>
                  <a:srgbClr val="000000"/>
                </a:solidFill>
                <a:latin typeface="돋움" pitchFamily="50" charset="-127"/>
                <a:ea typeface="돋움" pitchFamily="50" charset="-127"/>
              </a:rPr>
              <a:t>? </a:t>
            </a:r>
          </a:p>
          <a:p>
            <a:pPr eaLnBrk="1" fontAlgn="base" hangingPunct="1">
              <a:lnSpc>
                <a:spcPct val="12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1</a:t>
            </a:r>
            <a:r>
              <a:rPr lang="ko-KR" altLang="en-US" sz="900">
                <a:solidFill>
                  <a:srgbClr val="000000"/>
                </a:solidFill>
                <a:latin typeface="돋움" pitchFamily="50" charset="-127"/>
                <a:ea typeface="돋움" pitchFamily="50" charset="-127"/>
              </a:rPr>
              <a:t>점 측정법                           ②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점 측정법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3</a:t>
            </a:r>
            <a:r>
              <a:rPr lang="ko-KR" altLang="en-US" sz="900">
                <a:solidFill>
                  <a:srgbClr val="000000"/>
                </a:solidFill>
                <a:latin typeface="돋움" pitchFamily="50" charset="-127"/>
                <a:ea typeface="돋움" pitchFamily="50" charset="-127"/>
              </a:rPr>
              <a:t>점 측정법                           ④</a:t>
            </a:r>
            <a:r>
              <a:rPr lang="en-US" altLang="ko-KR" sz="900">
                <a:solidFill>
                  <a:srgbClr val="000000"/>
                </a:solidFill>
                <a:latin typeface="돋움" pitchFamily="50" charset="-127"/>
                <a:ea typeface="돋움" pitchFamily="50" charset="-127"/>
              </a:rPr>
              <a:t> 4</a:t>
            </a:r>
            <a:r>
              <a:rPr lang="ko-KR" altLang="en-US" sz="900">
                <a:solidFill>
                  <a:srgbClr val="000000"/>
                </a:solidFill>
                <a:latin typeface="돋움" pitchFamily="50" charset="-127"/>
                <a:ea typeface="돋움" pitchFamily="50" charset="-127"/>
              </a:rPr>
              <a:t>점 측정법</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ELCB</a:t>
            </a:r>
            <a:r>
              <a:rPr lang="ko-KR" altLang="en-US" sz="900">
                <a:solidFill>
                  <a:srgbClr val="000000"/>
                </a:solidFill>
                <a:latin typeface="돋움" pitchFamily="50" charset="-127"/>
                <a:ea typeface="돋움" pitchFamily="50" charset="-127"/>
              </a:rPr>
              <a:t>에 대한 설명이다</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접속된 전등기구 및 전로 등에 지락 사고가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발생할 경우 지락전류 의 크기에 해당하는 자속에</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의하여 철심이 여자되어 영상변류기 </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차 권선에</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기전력이 발생된다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영상 변류기에서 발생한 전류를 전용</a:t>
            </a:r>
            <a:r>
              <a:rPr lang="en-US" altLang="ko-KR" sz="900">
                <a:solidFill>
                  <a:srgbClr val="000000"/>
                </a:solidFill>
                <a:latin typeface="돋움" pitchFamily="50" charset="-127"/>
                <a:ea typeface="돋움" pitchFamily="50" charset="-127"/>
              </a:rPr>
              <a:t>IC</a:t>
            </a:r>
            <a:r>
              <a:rPr lang="ko-KR" altLang="en-US" sz="900">
                <a:solidFill>
                  <a:srgbClr val="000000"/>
                </a:solidFill>
                <a:latin typeface="돋움" pitchFamily="50" charset="-127"/>
                <a:ea typeface="돋움" pitchFamily="50" charset="-127"/>
              </a:rPr>
              <a:t>에 받아들여</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이를 증폭하고 그 크기를 판별하여 일정기준을</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초과하면 출력을 발생시킨다</a:t>
            </a:r>
            <a:r>
              <a:rPr lang="en-US" altLang="ko-KR" sz="900">
                <a:solidFill>
                  <a:srgbClr val="000000"/>
                </a:solidFill>
                <a:latin typeface="돋움" pitchFamily="50" charset="-127"/>
                <a:ea typeface="돋움" pitchFamily="50" charset="-127"/>
              </a:rPr>
              <a:t>.</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동일 케이스 내 조립된 것이다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누전검출부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전자회로부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차단부등의 관계부품으로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구성됨</a:t>
            </a:r>
          </a:p>
        </p:txBody>
      </p:sp>
      <p:sp>
        <p:nvSpPr>
          <p:cNvPr id="34831"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34832" name="직사각형 5"/>
          <p:cNvSpPr>
            <a:spLocks noChangeArrowheads="1"/>
          </p:cNvSpPr>
          <p:nvPr/>
        </p:nvSpPr>
        <p:spPr bwMode="auto">
          <a:xfrm>
            <a:off x="3408363" y="989015"/>
            <a:ext cx="3086100" cy="7654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아래 저항의 저항 값은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730[KΩ]± 0.1%    ② 73[㏀]± 5%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630[KΩ]± 0.5%    </a:t>
            </a:r>
            <a:r>
              <a:rPr lang="ko-KR" altLang="en-US" sz="90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74[㏀]± 10%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8.DVM(</a:t>
            </a:r>
            <a:r>
              <a:rPr lang="ko-KR" altLang="en-US" sz="900">
                <a:solidFill>
                  <a:srgbClr val="000000"/>
                </a:solidFill>
                <a:latin typeface="돋움" pitchFamily="50" charset="-127"/>
                <a:ea typeface="돋움" pitchFamily="50" charset="-127"/>
              </a:rPr>
              <a:t>테스터기</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에서 </a:t>
            </a:r>
            <a:r>
              <a:rPr lang="en-US" altLang="ko-KR" sz="900">
                <a:solidFill>
                  <a:srgbClr val="000000"/>
                </a:solidFill>
                <a:latin typeface="돋움" pitchFamily="50" charset="-127"/>
                <a:ea typeface="돋움" pitchFamily="50" charset="-127"/>
              </a:rPr>
              <a:t>0</a:t>
            </a:r>
            <a:r>
              <a:rPr lang="ko-KR" altLang="en-US" sz="900">
                <a:solidFill>
                  <a:srgbClr val="000000"/>
                </a:solidFill>
                <a:latin typeface="돋움" pitchFamily="50" charset="-127"/>
                <a:ea typeface="돋움" pitchFamily="50" charset="-127"/>
              </a:rPr>
              <a:t>점 </a:t>
            </a:r>
            <a:r>
              <a:rPr lang="en-US" altLang="ko-KR" sz="900">
                <a:solidFill>
                  <a:srgbClr val="000000"/>
                </a:solidFill>
                <a:latin typeface="돋움" pitchFamily="50" charset="-127"/>
                <a:ea typeface="돋움" pitchFamily="50" charset="-127"/>
              </a:rPr>
              <a:t>Setting</a:t>
            </a:r>
            <a:r>
              <a:rPr lang="ko-KR" altLang="en-US" sz="900">
                <a:solidFill>
                  <a:srgbClr val="000000"/>
                </a:solidFill>
                <a:latin typeface="돋움" pitchFamily="50" charset="-127"/>
                <a:ea typeface="돋움" pitchFamily="50" charset="-127"/>
              </a:rPr>
              <a:t>의 중요성 중</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잘못 된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측정값 판독 </a:t>
            </a:r>
            <a:r>
              <a:rPr lang="en-US" altLang="ko-KR" sz="900">
                <a:solidFill>
                  <a:srgbClr val="000000"/>
                </a:solidFill>
                <a:latin typeface="돋움" pitchFamily="50" charset="-127"/>
                <a:ea typeface="돋움" pitchFamily="50" charset="-127"/>
              </a:rPr>
              <a:t>Miss</a:t>
            </a:r>
            <a:r>
              <a:rPr lang="ko-KR" altLang="en-US" sz="900">
                <a:solidFill>
                  <a:srgbClr val="000000"/>
                </a:solidFill>
                <a:latin typeface="돋움" pitchFamily="50" charset="-127"/>
                <a:ea typeface="돋움" pitchFamily="50" charset="-127"/>
              </a:rPr>
              <a:t>와 회로제작의 동작불능은</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관계가 없다</a:t>
            </a:r>
            <a:r>
              <a:rPr lang="en-US" altLang="ko-KR" sz="900">
                <a:solidFill>
                  <a:srgbClr val="000000"/>
                </a:solidFill>
                <a:latin typeface="돋움" pitchFamily="50" charset="-127"/>
                <a:ea typeface="돋움" pitchFamily="50" charset="-127"/>
              </a:rPr>
              <a:t>.</a:t>
            </a: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② Setting</a:t>
            </a:r>
            <a:r>
              <a:rPr lang="ko-KR" altLang="en-US" sz="900">
                <a:solidFill>
                  <a:srgbClr val="000000"/>
                </a:solidFill>
                <a:latin typeface="돋움" pitchFamily="50" charset="-127"/>
                <a:ea typeface="돋움" pitchFamily="50" charset="-127"/>
              </a:rPr>
              <a:t>이 안되어 있으면 측정한 값을 </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신뢰할 수 없다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보다 정확한 측정값을 얻을 수 있다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위험으로 부터 안전을 확보할 수 있다</a:t>
            </a:r>
            <a:r>
              <a:rPr lang="en-US" altLang="ko-KR" sz="900">
                <a:solidFill>
                  <a:srgbClr val="000000"/>
                </a:solidFill>
                <a:latin typeface="돋움" pitchFamily="50" charset="-127"/>
                <a:ea typeface="돋움" pitchFamily="50" charset="-127"/>
              </a:rPr>
              <a:t>. (AC</a:t>
            </a:r>
            <a:r>
              <a:rPr lang="ko-KR" altLang="en-US" sz="900">
                <a:solidFill>
                  <a:srgbClr val="000000"/>
                </a:solidFill>
                <a:latin typeface="돋움" pitchFamily="50" charset="-127"/>
                <a:ea typeface="돋움" pitchFamily="50" charset="-127"/>
              </a:rPr>
              <a:t>측정</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a:t>
            </a:r>
            <a:r>
              <a:rPr lang="ko-KR" altLang="en-US" sz="900">
                <a:solidFill>
                  <a:srgbClr val="000000"/>
                </a:solidFill>
                <a:latin typeface="돋움" pitchFamily="50" charset="-127"/>
                <a:ea typeface="돋움" pitchFamily="50" charset="-127"/>
              </a:rPr>
              <a:t>주파수에 대한 설명 中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하나의 완성된 파형이 </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분 동안 반복되는 횟수를</a:t>
            </a: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말한다</a:t>
            </a: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기호는 </a:t>
            </a:r>
            <a:r>
              <a:rPr lang="en-US" altLang="ko-KR" sz="900">
                <a:solidFill>
                  <a:srgbClr val="000000"/>
                </a:solidFill>
                <a:latin typeface="돋움" pitchFamily="50" charset="-127"/>
                <a:ea typeface="돋움" pitchFamily="50" charset="-127"/>
              </a:rPr>
              <a:t>f</a:t>
            </a:r>
            <a:r>
              <a:rPr lang="ko-KR" altLang="en-US" sz="900">
                <a:solidFill>
                  <a:srgbClr val="000000"/>
                </a:solidFill>
                <a:latin typeface="돋움" pitchFamily="50" charset="-127"/>
                <a:ea typeface="돋움" pitchFamily="50" charset="-127"/>
              </a:rPr>
              <a:t>이고 단위는 </a:t>
            </a:r>
            <a:r>
              <a:rPr lang="en-US" altLang="ko-KR" sz="900">
                <a:solidFill>
                  <a:srgbClr val="000000"/>
                </a:solidFill>
                <a:latin typeface="돋움" pitchFamily="50" charset="-127"/>
                <a:ea typeface="돋움" pitchFamily="50" charset="-127"/>
              </a:rPr>
              <a:t>Hz</a:t>
            </a:r>
            <a:r>
              <a:rPr lang="ko-KR" altLang="en-US" sz="900">
                <a:solidFill>
                  <a:srgbClr val="000000"/>
                </a:solidFill>
                <a:latin typeface="돋움" pitchFamily="50" charset="-127"/>
                <a:ea typeface="돋움" pitchFamily="50" charset="-127"/>
              </a:rPr>
              <a:t>를 사용 한다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주기와 주파수의 관계는 서로 반비례 특성을 가진다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f=1/T </a:t>
            </a:r>
            <a:r>
              <a:rPr lang="ko-KR" altLang="en-US" sz="900">
                <a:solidFill>
                  <a:srgbClr val="000000"/>
                </a:solidFill>
                <a:latin typeface="돋움" pitchFamily="50" charset="-127"/>
                <a:ea typeface="돋움" pitchFamily="50" charset="-127"/>
              </a:rPr>
              <a:t>이다</a:t>
            </a:r>
          </a:p>
          <a:p>
            <a:pPr eaLnBrk="1" fontAlgn="base" latinLnBrk="1" hangingPunct="1">
              <a:spcBef>
                <a:spcPct val="0"/>
              </a:spcBef>
              <a:spcAft>
                <a:spcPct val="0"/>
              </a:spcAft>
            </a:pPr>
            <a:endParaRPr lang="en-US" altLang="ko-KR" sz="900" b="1">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신호를 디지털화하는 방법을 정의하고 시간 축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설정은 획득의 시간 범위와 세부 레벨에 영향을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미친다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설명은 오실로스코프에서 무엇을 설명하고</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있는 것 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커플링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피크 걸출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트리거링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획득 모드</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latin typeface="돋움" pitchFamily="50" charset="-127"/>
                <a:ea typeface="돋움" pitchFamily="50" charset="-127"/>
              </a:rPr>
              <a:t>저항에서 온도계수에 대한 설명 中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온도와 저항값의 관계를 나타낸다</a:t>
            </a: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온도 계수가 적은 저항이 정밀한 저항이다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온도 계수의 기호는 </a:t>
            </a:r>
            <a:r>
              <a:rPr lang="en-US" altLang="ko-KR" sz="900">
                <a:solidFill>
                  <a:srgbClr val="000000"/>
                </a:solidFill>
                <a:latin typeface="돋움" pitchFamily="50" charset="-127"/>
                <a:ea typeface="돋움" pitchFamily="50" charset="-127"/>
              </a:rPr>
              <a:t>TCR</a:t>
            </a:r>
            <a:r>
              <a:rPr lang="ko-KR" altLang="en-US" sz="900">
                <a:solidFill>
                  <a:srgbClr val="000000"/>
                </a:solidFill>
                <a:latin typeface="돋움" pitchFamily="50" charset="-127"/>
                <a:ea typeface="돋움" pitchFamily="50" charset="-127"/>
              </a:rPr>
              <a:t>이다</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온도 계수가 큰 저항이 정밀한 저항이다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마일러 콘덴서 설명 中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전해 콘덴서보다는 작은 용량을 가진 콘덴서로서</a:t>
            </a: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0.001[μF] ~  0.82[μF] </a:t>
            </a:r>
            <a:r>
              <a:rPr lang="ko-KR" altLang="en-US" sz="900">
                <a:solidFill>
                  <a:srgbClr val="000000"/>
                </a:solidFill>
                <a:latin typeface="돋움" pitchFamily="50" charset="-127"/>
                <a:ea typeface="돋움" pitchFamily="50" charset="-127"/>
              </a:rPr>
              <a:t>정도의 종류가 있다</a:t>
            </a:r>
            <a:r>
              <a:rPr lang="en-US" altLang="ko-KR" sz="900">
                <a:solidFill>
                  <a:srgbClr val="000000"/>
                </a:solidFill>
                <a:latin typeface="돋움" pitchFamily="50" charset="-127"/>
                <a:ea typeface="돋움" pitchFamily="50" charset="-127"/>
              </a:rPr>
              <a:t>.</a:t>
            </a: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전해 콘덴서보다 높은 주파수 대역</a:t>
            </a: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중주파수대역</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에서 사용</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일반적인 결합회로나 시정수 회로에 사용한다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유전체 손실이 없기 때문에 대 전류의 용도에도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사용 가능하다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grpSp>
        <p:nvGrpSpPr>
          <p:cNvPr id="34833" name="Group 93"/>
          <p:cNvGrpSpPr>
            <a:grpSpLocks/>
          </p:cNvGrpSpPr>
          <p:nvPr/>
        </p:nvGrpSpPr>
        <p:grpSpPr bwMode="auto">
          <a:xfrm>
            <a:off x="3573463" y="1331919"/>
            <a:ext cx="1219200" cy="361950"/>
            <a:chOff x="1200" y="3624"/>
            <a:chExt cx="768" cy="228"/>
          </a:xfrm>
        </p:grpSpPr>
        <p:graphicFrame>
          <p:nvGraphicFramePr>
            <p:cNvPr id="34834" name="Object 94"/>
            <p:cNvGraphicFramePr>
              <a:graphicFrameLocks noChangeAspect="1"/>
            </p:cNvGraphicFramePr>
            <p:nvPr/>
          </p:nvGraphicFramePr>
          <p:xfrm>
            <a:off x="1200" y="3744"/>
            <a:ext cx="768" cy="108"/>
          </p:xfrm>
          <a:graphic>
            <a:graphicData uri="http://schemas.openxmlformats.org/presentationml/2006/ole">
              <mc:AlternateContent xmlns:mc="http://schemas.openxmlformats.org/markup-compatibility/2006">
                <mc:Choice xmlns:v="urn:schemas-microsoft-com:vml" Requires="v">
                  <p:oleObj spid="_x0000_s5179" name="비트맵 이미지" r:id="rId4" imgW="2371429" imgH="333333" progId="Paint.Picture">
                    <p:embed/>
                  </p:oleObj>
                </mc:Choice>
                <mc:Fallback>
                  <p:oleObj name="비트맵 이미지" r:id="rId4" imgW="2371429" imgH="333333" progId="Paint.Picture">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00" y="3744"/>
                          <a:ext cx="768" cy="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835" name="Text Box 95"/>
            <p:cNvSpPr txBox="1">
              <a:spLocks noChangeArrowheads="1"/>
            </p:cNvSpPr>
            <p:nvPr/>
          </p:nvSpPr>
          <p:spPr bwMode="auto">
            <a:xfrm>
              <a:off x="1332" y="3624"/>
              <a:ext cx="498" cy="1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자</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등</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황</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자</a:t>
              </a:r>
            </a:p>
          </p:txBody>
        </p:sp>
      </p:grpSp>
      <p:sp>
        <p:nvSpPr>
          <p:cNvPr id="13"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01793904"/>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5843" name="Text Box 3"/>
          <p:cNvSpPr txBox="1">
            <a:spLocks noChangeArrowheads="1"/>
          </p:cNvSpPr>
          <p:nvPr/>
        </p:nvSpPr>
        <p:spPr bwMode="auto">
          <a:xfrm>
            <a:off x="228616" y="679458"/>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35844" name="Rectangle 4"/>
          <p:cNvSpPr>
            <a:spLocks noChangeArrowheads="1"/>
          </p:cNvSpPr>
          <p:nvPr/>
        </p:nvSpPr>
        <p:spPr bwMode="auto">
          <a:xfrm>
            <a:off x="3048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2" name="Group 6"/>
          <p:cNvGraphicFramePr>
            <a:graphicFrameLocks noGrp="1"/>
          </p:cNvGraphicFramePr>
          <p:nvPr/>
        </p:nvGraphicFramePr>
        <p:xfrm>
          <a:off x="5346716"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062" name="직사각형 5"/>
          <p:cNvSpPr>
            <a:spLocks noChangeArrowheads="1"/>
          </p:cNvSpPr>
          <p:nvPr/>
        </p:nvSpPr>
        <p:spPr bwMode="auto">
          <a:xfrm>
            <a:off x="304800" y="989013"/>
            <a:ext cx="3086100" cy="7031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용어에 대한 설명 中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순시값이란 </a:t>
            </a:r>
            <a:r>
              <a:rPr lang="ko-KR" altLang="en-US" sz="900">
                <a:solidFill>
                  <a:srgbClr val="000000"/>
                </a:solidFill>
              </a:rPr>
              <a:t>교류식에서  </a:t>
            </a:r>
            <a:r>
              <a:rPr lang="en-US" altLang="ko-KR" sz="900">
                <a:solidFill>
                  <a:srgbClr val="000000"/>
                </a:solidFill>
              </a:rPr>
              <a:t>v </a:t>
            </a:r>
            <a:r>
              <a:rPr lang="ko-KR" altLang="en-US" sz="900">
                <a:solidFill>
                  <a:srgbClr val="000000"/>
                </a:solidFill>
              </a:rPr>
              <a:t>는 특정한 시간 </a:t>
            </a:r>
            <a:r>
              <a:rPr lang="en-US" altLang="ko-KR" sz="900">
                <a:solidFill>
                  <a:srgbClr val="000000"/>
                </a:solidFill>
              </a:rPr>
              <a:t>t</a:t>
            </a:r>
            <a:r>
              <a:rPr lang="ko-KR" altLang="en-US" sz="900">
                <a:solidFill>
                  <a:srgbClr val="000000"/>
                </a:solidFill>
              </a:rPr>
              <a:t>를 </a:t>
            </a:r>
            <a:endParaRPr lang="en-US" altLang="ko-KR" sz="900">
              <a:solidFill>
                <a:srgbClr val="000000"/>
              </a:solidFill>
            </a:endParaRPr>
          </a:p>
          <a:p>
            <a:pPr eaLnBrk="1" fontAlgn="base" latinLnBrk="1" hangingPunct="1">
              <a:lnSpc>
                <a:spcPct val="130000"/>
              </a:lnSpc>
              <a:spcBef>
                <a:spcPct val="0"/>
              </a:spcBef>
              <a:spcAft>
                <a:spcPct val="0"/>
              </a:spcAft>
            </a:pPr>
            <a:r>
              <a:rPr lang="en-US" altLang="ko-KR" sz="900">
                <a:solidFill>
                  <a:srgbClr val="000000"/>
                </a:solidFill>
              </a:rPr>
              <a:t>     </a:t>
            </a:r>
            <a:r>
              <a:rPr lang="ko-KR" altLang="en-US" sz="900">
                <a:solidFill>
                  <a:srgbClr val="000000"/>
                </a:solidFill>
              </a:rPr>
              <a:t>대입하여 구한 값</a:t>
            </a: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실효값이란 </a:t>
            </a:r>
            <a:r>
              <a:rPr lang="ko-KR" altLang="en-US" sz="900">
                <a:solidFill>
                  <a:srgbClr val="000000"/>
                </a:solidFill>
              </a:rPr>
              <a:t>교류 전력과 동일한 일을 하는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직류 전력으로 나타낸 것</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평균값이란 교류</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사인파</a:t>
            </a:r>
            <a:r>
              <a:rPr lang="en-US" altLang="ko-KR" sz="900">
                <a:solidFill>
                  <a:srgbClr val="000000"/>
                </a:solidFill>
                <a:latin typeface="돋움" pitchFamily="50" charset="-127"/>
                <a:ea typeface="돋움" pitchFamily="50" charset="-127"/>
              </a:rPr>
              <a:t>) 1</a:t>
            </a:r>
            <a:r>
              <a:rPr lang="ko-KR" altLang="en-US" sz="900">
                <a:solidFill>
                  <a:srgbClr val="000000"/>
                </a:solidFill>
                <a:latin typeface="돋움" pitchFamily="50" charset="-127"/>
                <a:ea typeface="돋움" pitchFamily="50" charset="-127"/>
              </a:rPr>
              <a:t>주기의 순시값을 더해서</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평균을 낸 값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첨두값이란 </a:t>
            </a:r>
            <a:r>
              <a:rPr lang="ko-KR" altLang="en-US" sz="900">
                <a:solidFill>
                  <a:srgbClr val="000000"/>
                </a:solidFill>
              </a:rPr>
              <a:t>양의 최대값에서 음의 최대값 사이의 값</a:t>
            </a: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14. </a:t>
            </a:r>
            <a:r>
              <a:rPr lang="ko-KR" altLang="en-US" sz="900">
                <a:solidFill>
                  <a:srgbClr val="000000"/>
                </a:solidFill>
              </a:rPr>
              <a:t>가변 저항의 저항체 중 가격이 싸며 특성도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어느 정도 좋기 때문에 가장 많이 사용되어지는</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것은</a:t>
            </a:r>
            <a:r>
              <a:rPr lang="en-US" altLang="ko-KR" sz="900">
                <a:solidFill>
                  <a:srgbClr val="000000"/>
                </a:solidFill>
              </a:rPr>
              <a:t>?</a:t>
            </a:r>
            <a:r>
              <a:rPr lang="ko-KR" altLang="en-US" sz="900">
                <a:solidFill>
                  <a:srgbClr val="000000"/>
                </a:solidFill>
              </a:rPr>
              <a:t> </a:t>
            </a:r>
            <a:endParaRPr lang="en-US" altLang="ko-KR" sz="900">
              <a:solidFill>
                <a:srgbClr val="000000"/>
              </a:solidFill>
            </a:endParaRPr>
          </a:p>
          <a:p>
            <a:pPr eaLnBrk="1" fontAlgn="base" latinLnBrk="1" hangingPunct="1">
              <a:spcBef>
                <a:spcPct val="0"/>
              </a:spcBef>
              <a:spcAft>
                <a:spcPct val="0"/>
              </a:spcAft>
            </a:pPr>
            <a:endParaRPr lang="ko-KR" altLang="en-US" sz="900">
              <a:solidFill>
                <a:srgbClr val="000000"/>
              </a:solidFill>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탄소 피막계</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코일</a:t>
            </a:r>
            <a:r>
              <a:rPr lang="en-US" altLang="ko-KR" sz="900">
                <a:solidFill>
                  <a:srgbClr val="000000"/>
                </a:solidFill>
                <a:latin typeface="돋움" pitchFamily="50" charset="-127"/>
                <a:ea typeface="돋움" pitchFamily="50" charset="-127"/>
              </a:rPr>
              <a:t>  </a:t>
            </a: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금속 피막계</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비금속 피막계</a:t>
            </a: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rPr>
              <a:t>유전체 손실도 약간 크기 때문에 대 전류의 용도에도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좋지 않은 콘덴서는</a:t>
            </a:r>
            <a:r>
              <a:rPr lang="en-US" altLang="ko-KR" sz="900">
                <a:solidFill>
                  <a:srgbClr val="000000"/>
                </a:solidFill>
              </a:rPr>
              <a:t>?</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 전해 콘덴서</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마일러 콘덴서</a:t>
            </a:r>
            <a:r>
              <a:rPr lang="en-US" altLang="ko-KR" sz="900">
                <a:solidFill>
                  <a:srgbClr val="000000"/>
                </a:solidFill>
                <a:latin typeface="돋움" pitchFamily="50" charset="-127"/>
                <a:ea typeface="돋움" pitchFamily="50" charset="-127"/>
              </a:rPr>
              <a:t>  </a:t>
            </a: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세라믹 콘덴서</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스트롤 콘덴서</a:t>
            </a: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16.</a:t>
            </a:r>
            <a:r>
              <a:rPr lang="ko-KR" altLang="en-US" sz="900">
                <a:solidFill>
                  <a:srgbClr val="000000"/>
                </a:solidFill>
                <a:latin typeface="돋움" pitchFamily="50" charset="-127"/>
                <a:ea typeface="돋움" pitchFamily="50" charset="-127"/>
              </a:rPr>
              <a:t>필터회로의 원리로 사용되는 코일의 성질은</a:t>
            </a:r>
            <a:r>
              <a:rPr lang="en-US" altLang="ko-KR" sz="900">
                <a:solidFill>
                  <a:srgbClr val="000000"/>
                </a:solidFill>
                <a:latin typeface="돋움" pitchFamily="50" charset="-127"/>
                <a:ea typeface="돋움" pitchFamily="50" charset="-127"/>
              </a:rPr>
              <a:t>?</a:t>
            </a: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 공진을 하는 성질②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전원 노이즈 차단 기능</a:t>
            </a: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상호 유도 작용</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전류를 안정적으로 흘리는 성질</a:t>
            </a: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17. </a:t>
            </a:r>
            <a:r>
              <a:rPr lang="ko-KR" altLang="en-US" sz="900">
                <a:solidFill>
                  <a:srgbClr val="000000"/>
                </a:solidFill>
                <a:latin typeface="돋움" pitchFamily="50" charset="-127"/>
                <a:ea typeface="돋움" pitchFamily="50" charset="-127"/>
              </a:rPr>
              <a:t>교류 전력을 제어할수 있는 반도체  소자는</a:t>
            </a:r>
            <a:r>
              <a:rPr lang="en-US" altLang="ko-KR" sz="900">
                <a:solidFill>
                  <a:srgbClr val="000000"/>
                </a:solidFill>
                <a:latin typeface="돋움" pitchFamily="50" charset="-127"/>
                <a:ea typeface="돋움" pitchFamily="50" charset="-127"/>
              </a:rPr>
              <a:t>?</a:t>
            </a: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 트라이액           ②</a:t>
            </a:r>
            <a:r>
              <a:rPr lang="en-US" altLang="ko-KR" sz="900">
                <a:solidFill>
                  <a:srgbClr val="000000"/>
                </a:solidFill>
                <a:latin typeface="돋움" pitchFamily="50" charset="-127"/>
                <a:ea typeface="돋움" pitchFamily="50" charset="-127"/>
              </a:rPr>
              <a:t> SCR</a:t>
            </a: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FET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TR</a:t>
            </a: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18. </a:t>
            </a:r>
            <a:r>
              <a:rPr lang="ko-KR" altLang="en-US" sz="900">
                <a:solidFill>
                  <a:srgbClr val="000000"/>
                </a:solidFill>
                <a:latin typeface="돋움" pitchFamily="50" charset="-127"/>
                <a:ea typeface="돋움" pitchFamily="50" charset="-127"/>
              </a:rPr>
              <a:t>경면체 검출이 가능한 센서는</a:t>
            </a:r>
            <a:r>
              <a:rPr lang="en-US" altLang="ko-KR" sz="900">
                <a:solidFill>
                  <a:srgbClr val="000000"/>
                </a:solidFill>
                <a:latin typeface="돋움" pitchFamily="50" charset="-127"/>
                <a:ea typeface="돋움" pitchFamily="50" charset="-127"/>
              </a:rPr>
              <a:t>?</a:t>
            </a: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 범용 회귀반사형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편광필터형 회귀반사형</a:t>
            </a: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확산반사형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투과형</a:t>
            </a: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19. PNP</a:t>
            </a:r>
            <a:r>
              <a:rPr lang="ko-KR" altLang="en-US" sz="900">
                <a:solidFill>
                  <a:srgbClr val="000000"/>
                </a:solidFill>
                <a:latin typeface="돋움" pitchFamily="50" charset="-127"/>
                <a:ea typeface="돋움" pitchFamily="50" charset="-127"/>
              </a:rPr>
              <a:t>형 포토 센서의 출력 전압은 몇</a:t>
            </a:r>
            <a:r>
              <a:rPr lang="en-US" altLang="ko-KR" sz="900">
                <a:solidFill>
                  <a:srgbClr val="000000"/>
                </a:solidFill>
                <a:latin typeface="돋움" pitchFamily="50" charset="-127"/>
                <a:ea typeface="돋움" pitchFamily="50" charset="-127"/>
              </a:rPr>
              <a:t>V </a:t>
            </a:r>
            <a:r>
              <a:rPr lang="ko-KR" altLang="en-US" sz="900">
                <a:solidFill>
                  <a:srgbClr val="000000"/>
                </a:solidFill>
                <a:latin typeface="돋움" pitchFamily="50" charset="-127"/>
                <a:ea typeface="돋움" pitchFamily="50" charset="-127"/>
              </a:rPr>
              <a:t>인가</a:t>
            </a:r>
            <a:r>
              <a:rPr lang="en-US" altLang="ko-KR" sz="900">
                <a:solidFill>
                  <a:srgbClr val="000000"/>
                </a:solidFill>
                <a:latin typeface="돋움" pitchFamily="50" charset="-127"/>
                <a:ea typeface="돋움" pitchFamily="50" charset="-127"/>
              </a:rPr>
              <a:t>?</a:t>
            </a:r>
          </a:p>
          <a:p>
            <a:pPr eaLnBrk="1" fontAlgn="base" latinLnBrk="1" hangingPunct="1">
              <a:lnSpc>
                <a:spcPct val="130000"/>
              </a:lnSpc>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+12V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 +5V</a:t>
            </a:r>
          </a:p>
          <a:p>
            <a:pPr eaLnBrk="1" fontAlgn="base" latinLnBrk="1" hangingPunct="1">
              <a:lnSpc>
                <a:spcPct val="130000"/>
              </a:lnSpc>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a:t>
            </a:r>
            <a:r>
              <a:rPr lang="en-US" altLang="ko-KR" sz="900">
                <a:solidFill>
                  <a:srgbClr val="000000"/>
                </a:solidFill>
                <a:latin typeface="돋움" pitchFamily="50" charset="-127"/>
                <a:ea typeface="돋움" pitchFamily="50" charset="-127"/>
              </a:rPr>
              <a:t>  +24V</a:t>
            </a: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④</a:t>
            </a:r>
            <a:r>
              <a:rPr lang="en-US" altLang="ko-KR" sz="900">
                <a:solidFill>
                  <a:srgbClr val="000000"/>
                </a:solidFill>
                <a:latin typeface="돋움" pitchFamily="50" charset="-127"/>
                <a:ea typeface="돋움" pitchFamily="50" charset="-127"/>
              </a:rPr>
              <a:t> +V</a:t>
            </a:r>
            <a:endParaRPr lang="ko-KR" altLang="en-US" sz="900">
              <a:solidFill>
                <a:srgbClr val="000000"/>
              </a:solidFill>
              <a:latin typeface="돋움" pitchFamily="50" charset="-127"/>
              <a:ea typeface="돋움" pitchFamily="50" charset="-127"/>
            </a:endParaRPr>
          </a:p>
        </p:txBody>
      </p:sp>
      <p:sp>
        <p:nvSpPr>
          <p:cNvPr id="35855" name="Rectangle 5"/>
          <p:cNvSpPr>
            <a:spLocks noChangeArrowheads="1"/>
          </p:cNvSpPr>
          <p:nvPr/>
        </p:nvSpPr>
        <p:spPr bwMode="auto">
          <a:xfrm>
            <a:off x="3429000" y="984258"/>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35856" name="직사각형 5"/>
          <p:cNvSpPr>
            <a:spLocks noChangeArrowheads="1"/>
          </p:cNvSpPr>
          <p:nvPr/>
        </p:nvSpPr>
        <p:spPr bwMode="auto">
          <a:xfrm>
            <a:off x="3436938" y="989021"/>
            <a:ext cx="3086100" cy="1034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다음 소자의 특징이 아닌것은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잡음이 없다</a:t>
            </a:r>
            <a:endParaRPr lang="ko-KR" altLang="en-US" sz="900">
              <a:solidFill>
                <a:srgbClr val="000000"/>
              </a:solidFill>
            </a:endParaRP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②</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소음 발생이 없다</a:t>
            </a: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ko-KR" altLang="en-US" sz="900">
                <a:solidFill>
                  <a:srgbClr val="000000"/>
                </a:solidFill>
              </a:rPr>
              <a:t> </a:t>
            </a:r>
            <a:r>
              <a:rPr lang="ko-KR" altLang="en-US" sz="900">
                <a:solidFill>
                  <a:srgbClr val="000000"/>
                </a:solidFill>
                <a:latin typeface="돋움" pitchFamily="50" charset="-127"/>
                <a:ea typeface="돋움" pitchFamily="50" charset="-127"/>
              </a:rPr>
              <a:t> ③</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스위칭 이 빠르다</a:t>
            </a:r>
            <a:endParaRPr lang="en-US" altLang="ko-KR" sz="900">
              <a:solidFill>
                <a:srgbClr val="000000"/>
              </a:solidFill>
              <a:latin typeface="돋움" pitchFamily="50" charset="-127"/>
              <a:ea typeface="돋움" pitchFamily="50" charset="-127"/>
            </a:endParaRPr>
          </a:p>
          <a:p>
            <a:pPr eaLnBrk="1" fontAlgn="base" hangingPunct="1">
              <a:lnSpc>
                <a:spcPct val="120000"/>
              </a:lnSpc>
              <a:spcBef>
                <a:spcPct val="0"/>
              </a:spcBef>
              <a:spcAft>
                <a:spcPct val="0"/>
              </a:spcAft>
            </a:pPr>
            <a:r>
              <a:rPr lang="ko-KR" altLang="en-US" sz="900">
                <a:solidFill>
                  <a:srgbClr val="000000"/>
                </a:solidFill>
                <a:latin typeface="돋움" pitchFamily="50" charset="-127"/>
                <a:ea typeface="돋움" pitchFamily="50" charset="-127"/>
              </a:rPr>
              <a:t>  ④</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누설 전류가 없다</a:t>
            </a:r>
            <a:endParaRPr lang="en-US" altLang="ko-KR" sz="900">
              <a:solidFill>
                <a:srgbClr val="000000"/>
              </a:solidFill>
              <a:latin typeface="돋움" pitchFamily="50" charset="-127"/>
              <a:ea typeface="돋움" pitchFamily="50" charset="-127"/>
            </a:endParaRPr>
          </a:p>
        </p:txBody>
      </p:sp>
      <p:pic>
        <p:nvPicPr>
          <p:cNvPr id="35857" name="Picture 8" descr="p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05504" y="1030288"/>
            <a:ext cx="623887" cy="97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5137606"/>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686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240" name="Group 144"/>
          <p:cNvGraphicFramePr>
            <a:graphicFrameLocks noGrp="1"/>
          </p:cNvGraphicFramePr>
          <p:nvPr/>
        </p:nvGraphicFramePr>
        <p:xfrm>
          <a:off x="908050" y="2051058"/>
          <a:ext cx="5111750" cy="4702176"/>
        </p:xfrm>
        <a:graphic>
          <a:graphicData uri="http://schemas.openxmlformats.org/drawingml/2006/table">
            <a:tbl>
              <a:tblPr/>
              <a:tblGrid>
                <a:gridCol w="649288">
                  <a:extLst>
                    <a:ext uri="{9D8B030D-6E8A-4147-A177-3AD203B41FA5}">
                      <a16:colId xmlns:a16="http://schemas.microsoft.com/office/drawing/2014/main" val="20000"/>
                    </a:ext>
                  </a:extLst>
                </a:gridCol>
                <a:gridCol w="1906587">
                  <a:extLst>
                    <a:ext uri="{9D8B030D-6E8A-4147-A177-3AD203B41FA5}">
                      <a16:colId xmlns:a16="http://schemas.microsoft.com/office/drawing/2014/main" val="20001"/>
                    </a:ext>
                  </a:extLst>
                </a:gridCol>
                <a:gridCol w="685800">
                  <a:extLst>
                    <a:ext uri="{9D8B030D-6E8A-4147-A177-3AD203B41FA5}">
                      <a16:colId xmlns:a16="http://schemas.microsoft.com/office/drawing/2014/main" val="20002"/>
                    </a:ext>
                  </a:extLst>
                </a:gridCol>
                <a:gridCol w="1870075">
                  <a:extLst>
                    <a:ext uri="{9D8B030D-6E8A-4147-A177-3AD203B41FA5}">
                      <a16:colId xmlns:a16="http://schemas.microsoft.com/office/drawing/2014/main" val="20003"/>
                    </a:ext>
                  </a:extLst>
                </a:gridCol>
              </a:tblGrid>
              <a:tr h="6683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40481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40322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sp>
        <p:nvSpPr>
          <p:cNvPr id="6" name="Text Box 13"/>
          <p:cNvSpPr txBox="1">
            <a:spLocks noChangeArrowheads="1"/>
          </p:cNvSpPr>
          <p:nvPr/>
        </p:nvSpPr>
        <p:spPr bwMode="auto">
          <a:xfrm>
            <a:off x="260350" y="228600"/>
            <a:ext cx="6286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defRPr/>
            </a:pPr>
            <a:r>
              <a:rPr lang="en-US" altLang="ko-KR" sz="1600" b="1" smtClean="0">
                <a:effectLst>
                  <a:outerShdw blurRad="38100" dist="38100" dir="2700000" algn="tl">
                    <a:srgbClr val="C0C0C0"/>
                  </a:outerShdw>
                </a:effectLst>
                <a:latin typeface="Arial" panose="020B0604020202020204" pitchFamily="34" charset="0"/>
                <a:cs typeface="Arial" panose="020B0604020202020204" pitchFamily="34" charset="0"/>
              </a:rPr>
              <a:t>Điện</a:t>
            </a:r>
            <a:endParaRPr lang="ko-KR" altLang="en-US" sz="1600" b="1"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43458007"/>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2051" name="Text Box 3"/>
          <p:cNvSpPr txBox="1">
            <a:spLocks noChangeArrowheads="1"/>
          </p:cNvSpPr>
          <p:nvPr/>
        </p:nvSpPr>
        <p:spPr bwMode="auto">
          <a:xfrm>
            <a:off x="228600" y="679450"/>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2052"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053"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178962664"/>
              </p:ext>
            </p:extLst>
          </p:nvPr>
        </p:nvGraphicFramePr>
        <p:xfrm>
          <a:off x="5346704"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91"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
        <p:nvSpPr>
          <p:cNvPr id="2063" name="Rectangle 603"/>
          <p:cNvSpPr>
            <a:spLocks noChangeArrowheads="1"/>
          </p:cNvSpPr>
          <p:nvPr/>
        </p:nvSpPr>
        <p:spPr bwMode="auto">
          <a:xfrm>
            <a:off x="304800" y="971552"/>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kĩ</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thuật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ko-KR"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nguồn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③ </a:t>
            </a:r>
            <a:r>
              <a:rPr lang="en-US" altLang="ko-KR" sz="800" err="1" smtClean="0">
                <a:solidFill>
                  <a:srgbClr val="FF0000"/>
                </a:solidFill>
                <a:latin typeface="Arial" panose="020B0604020202020204" pitchFamily="34" charset="0"/>
                <a:cs typeface="Arial" panose="020B0604020202020204" pitchFamily="34" charset="0"/>
              </a:rPr>
              <a:t>Có</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thể</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nhận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được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lực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lớn</a:t>
            </a:r>
            <a:r>
              <a:rPr lang="en-US" altLang="ko-KR" sz="800" smtClean="0">
                <a:solidFill>
                  <a:srgbClr val="FF0000"/>
                </a:solidFill>
                <a:latin typeface="Arial" panose="020B0604020202020204" pitchFamily="34" charset="0"/>
                <a:cs typeface="Arial" panose="020B0604020202020204" pitchFamily="34" charset="0"/>
              </a:rPr>
              <a:t>.</a:t>
            </a:r>
            <a:endParaRPr lang="en-US" altLang="ko-KR"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bất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2064" name="Rectangle 621"/>
          <p:cNvSpPr>
            <a:spLocks noChangeArrowheads="1"/>
          </p:cNvSpPr>
          <p:nvPr/>
        </p:nvSpPr>
        <p:spPr bwMode="auto">
          <a:xfrm>
            <a:off x="304800" y="2263922"/>
            <a:ext cx="3124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①1013 bar                 ②0.1013 Pa </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③1.033 </a:t>
            </a:r>
            <a:r>
              <a:rPr lang="en-US" altLang="ko-KR" sz="800" err="1">
                <a:solidFill>
                  <a:srgbClr val="000000"/>
                </a:solidFill>
                <a:latin typeface="Arial" panose="020B0604020202020204" pitchFamily="34" charset="0"/>
                <a:cs typeface="Arial" panose="020B0604020202020204" pitchFamily="34" charset="0"/>
              </a:rPr>
              <a:t>Kgf</a:t>
            </a:r>
            <a:r>
              <a:rPr lang="en-US" altLang="ko-KR" sz="800">
                <a:solidFill>
                  <a:srgbClr val="000000"/>
                </a:solidFill>
                <a:latin typeface="Arial" panose="020B0604020202020204" pitchFamily="34" charset="0"/>
                <a:cs typeface="Arial" panose="020B0604020202020204" pitchFamily="34" charset="0"/>
              </a:rPr>
              <a:t>/㎠           </a:t>
            </a:r>
            <a:r>
              <a:rPr lang="en-US" altLang="ko-KR" sz="800">
                <a:solidFill>
                  <a:srgbClr val="FF0000"/>
                </a:solidFill>
                <a:latin typeface="Arial" panose="020B0604020202020204" pitchFamily="34" charset="0"/>
                <a:cs typeface="Arial" panose="020B0604020202020204" pitchFamily="34" charset="0"/>
              </a:rPr>
              <a:t>④760 mmH2g</a:t>
            </a:r>
          </a:p>
        </p:txBody>
      </p:sp>
      <p:sp>
        <p:nvSpPr>
          <p:cNvPr id="2065" name="Rectangle 46"/>
          <p:cNvSpPr>
            <a:spLocks noChangeArrowheads="1"/>
          </p:cNvSpPr>
          <p:nvPr/>
        </p:nvSpPr>
        <p:spPr bwMode="auto">
          <a:xfrm>
            <a:off x="304800" y="3019425"/>
            <a:ext cx="31242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3.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vít</a:t>
            </a:r>
            <a:r>
              <a:rPr lang="en-US" altLang="ko-KR" sz="800" smtClean="0">
                <a:solidFill>
                  <a:srgbClr val="000000"/>
                </a:solidFill>
                <a:latin typeface="Arial" panose="020B0604020202020204" pitchFamily="34" charset="0"/>
                <a:cs typeface="Arial" panose="020B0604020202020204" pitchFamily="34" charset="0"/>
              </a:rPr>
              <a:t> Screw?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Trục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xoay</a:t>
            </a:r>
            <a:r>
              <a:rPr lang="en-US" altLang="ko-KR" sz="800" smtClean="0">
                <a:solidFill>
                  <a:srgbClr val="000000"/>
                </a:solidFill>
                <a:latin typeface="Arial" panose="020B0604020202020204" pitchFamily="34" charset="0"/>
                <a:cs typeface="Arial" panose="020B0604020202020204" pitchFamily="34" charset="0"/>
              </a:rPr>
              <a:t> song </a:t>
            </a:r>
            <a:r>
              <a:rPr lang="en-US" altLang="ko-KR" sz="800" err="1" smtClean="0">
                <a:solidFill>
                  <a:srgbClr val="000000"/>
                </a:solidFill>
                <a:latin typeface="Arial" panose="020B0604020202020204" pitchFamily="34" charset="0"/>
                <a:cs typeface="Arial" panose="020B0604020202020204" pitchFamily="34" charset="0"/>
              </a:rPr>
              <a:t>song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xoay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rung.</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rung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tank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③ </a:t>
            </a:r>
            <a:r>
              <a:rPr lang="en-US" altLang="ko-KR" sz="800" smtClean="0">
                <a:solidFill>
                  <a:srgbClr val="FF0000"/>
                </a:solidFill>
                <a:latin typeface="Arial" panose="020B0604020202020204" pitchFamily="34" charset="0"/>
                <a:cs typeface="Arial" panose="020B0604020202020204" pitchFamily="34" charset="0"/>
              </a:rPr>
              <a:t>Do </a:t>
            </a:r>
            <a:r>
              <a:rPr lang="en-US" altLang="ko-KR" sz="800" err="1" smtClean="0">
                <a:solidFill>
                  <a:srgbClr val="FF0000"/>
                </a:solidFill>
                <a:latin typeface="Arial" panose="020B0604020202020204" pitchFamily="34" charset="0"/>
                <a:cs typeface="Arial" panose="020B0604020202020204" pitchFamily="34" charset="0"/>
              </a:rPr>
              <a:t>có</a:t>
            </a:r>
            <a:r>
              <a:rPr lang="en-US" altLang="ko-KR" sz="80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nhiều</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phần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nhiễu</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bên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trong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máy</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nén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nên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dầu</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cấp</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phải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sạch</a:t>
            </a:r>
            <a:r>
              <a:rPr lang="en-US" altLang="ko-KR" sz="800" smtClean="0">
                <a:solidFill>
                  <a:srgbClr val="FF0000"/>
                </a:solidFill>
                <a:latin typeface="Arial" panose="020B0604020202020204" pitchFamily="34" charset="0"/>
                <a:cs typeface="Arial" panose="020B0604020202020204" pitchFamily="34" charset="0"/>
              </a:rPr>
              <a:t> .</a:t>
            </a:r>
            <a:endParaRPr lang="en-US" altLang="ko-KR"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ồn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dễ</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dàng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ồn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2066" name="Rectangle 238"/>
          <p:cNvSpPr>
            <a:spLocks noChangeArrowheads="1"/>
          </p:cNvSpPr>
          <p:nvPr/>
        </p:nvSpPr>
        <p:spPr bwMode="auto">
          <a:xfrm>
            <a:off x="295275" y="4356100"/>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4.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pha</a:t>
            </a:r>
            <a:r>
              <a:rPr lang="en-US" altLang="ko-KR" sz="800" smtClean="0">
                <a:solidFill>
                  <a:srgbClr val="000000"/>
                </a:solidFill>
                <a:latin typeface="Arial" panose="020B0604020202020204" pitchFamily="34" charset="0"/>
                <a:cs typeface="Arial" panose="020B0604020202020204" pitchFamily="34" charset="0"/>
              </a:rPr>
              <a:t> 90’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hay rotor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giữa</a:t>
            </a:r>
            <a:r>
              <a:rPr lang="en-US" altLang="ko-KR" sz="800" smtClean="0">
                <a:solidFill>
                  <a:srgbClr val="000000"/>
                </a:solidFill>
                <a:latin typeface="Arial" panose="020B0604020202020204" pitchFamily="34" charset="0"/>
                <a:cs typeface="Arial" panose="020B0604020202020204" pitchFamily="34" charset="0"/>
              </a:rPr>
              <a:t> casing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rotor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đóng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di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phía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cửa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dung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pittong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tầng</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Vít</a:t>
            </a:r>
            <a:r>
              <a:rPr lang="en-US" altLang="ko-KR" sz="800" smtClean="0">
                <a:solidFill>
                  <a:srgbClr val="000000"/>
                </a:solidFill>
                <a:latin typeface="Arial" panose="020B0604020202020204" pitchFamily="34" charset="0"/>
                <a:cs typeface="Arial" panose="020B0604020202020204" pitchFamily="34" charset="0"/>
              </a:rPr>
              <a:t> Screw</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FF0000"/>
                </a:solidFill>
                <a:latin typeface="Arial" panose="020B0604020202020204" pitchFamily="34" charset="0"/>
                <a:cs typeface="Arial" panose="020B0604020202020204" pitchFamily="34" charset="0"/>
              </a:rPr>
              <a:t>④ </a:t>
            </a:r>
            <a:r>
              <a:rPr lang="en-US" altLang="ko-KR" sz="800" smtClean="0">
                <a:solidFill>
                  <a:srgbClr val="FF0000"/>
                </a:solidFill>
                <a:latin typeface="Arial" panose="020B0604020202020204" pitchFamily="34" charset="0"/>
                <a:cs typeface="Arial" panose="020B0604020202020204" pitchFamily="34" charset="0"/>
              </a:rPr>
              <a:t>Root Blower</a:t>
            </a:r>
            <a:endParaRPr lang="ko-KR" altLang="en-US" sz="800">
              <a:solidFill>
                <a:srgbClr val="FF0000"/>
              </a:solidFill>
              <a:latin typeface="Arial" panose="020B0604020202020204" pitchFamily="34" charset="0"/>
              <a:cs typeface="Arial" panose="020B0604020202020204" pitchFamily="34" charset="0"/>
            </a:endParaRPr>
          </a:p>
        </p:txBody>
      </p:sp>
      <p:sp>
        <p:nvSpPr>
          <p:cNvPr id="2067" name="Rectangle 240"/>
          <p:cNvSpPr>
            <a:spLocks noChangeArrowheads="1"/>
          </p:cNvSpPr>
          <p:nvPr/>
        </p:nvSpPr>
        <p:spPr bwMode="auto">
          <a:xfrm>
            <a:off x="295275" y="5364165"/>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5</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ô </a:t>
            </a:r>
            <a:r>
              <a:rPr lang="en-US" altLang="ko-KR" sz="800" err="1" smtClean="0">
                <a:solidFill>
                  <a:srgbClr val="000000"/>
                </a:solidFill>
                <a:latin typeface="Arial" panose="020B0604020202020204" pitchFamily="34" charset="0"/>
                <a:cs typeface="Arial" panose="020B0604020202020204" pitchFamily="34" charset="0"/>
              </a:rPr>
              <a:t>nhiêm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nội</a:t>
            </a:r>
            <a:r>
              <a:rPr lang="en-US" altLang="ko-KR" sz="800" smtClean="0">
                <a:solidFill>
                  <a:srgbClr val="000000"/>
                </a:solidFill>
                <a:latin typeface="Arial" panose="020B0604020202020204" pitchFamily="34" charset="0"/>
                <a:cs typeface="Arial" panose="020B0604020202020204" pitchFamily="34" charset="0"/>
              </a:rPr>
              <a:t> dung </a:t>
            </a:r>
            <a:r>
              <a:rPr lang="en-US" altLang="ko-KR" sz="800" err="1" smtClean="0">
                <a:solidFill>
                  <a:srgbClr val="000000"/>
                </a:solidFill>
                <a:latin typeface="Arial" panose="020B0604020202020204" pitchFamily="34" charset="0"/>
                <a:cs typeface="Arial" panose="020B0604020202020204" pitchFamily="34" charset="0"/>
              </a:rPr>
              <a:t>nói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vấn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tuổi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thọ</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bám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valve do </a:t>
            </a:r>
            <a:r>
              <a:rPr lang="en-US" altLang="ko-KR" sz="800" err="1" smtClean="0">
                <a:solidFill>
                  <a:srgbClr val="000000"/>
                </a:solidFill>
                <a:latin typeface="Arial" panose="020B0604020202020204" pitchFamily="34" charset="0"/>
                <a:cs typeface="Arial" panose="020B0604020202020204" pitchFamily="34" charset="0"/>
              </a:rPr>
              <a:t>phát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sinh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nổ</a:t>
            </a:r>
            <a:r>
              <a:rPr lang="en-US" altLang="ko-KR" sz="800" smtClean="0">
                <a:solidFill>
                  <a:srgbClr val="000000"/>
                </a:solidFill>
                <a:latin typeface="Arial" panose="020B0604020202020204" pitchFamily="34" charset="0"/>
                <a:cs typeface="Arial" panose="020B0604020202020204" pitchFamily="34" charset="0"/>
              </a:rPr>
              <a:t>, ô </a:t>
            </a:r>
            <a:r>
              <a:rPr lang="en-US" altLang="ko-KR" sz="800" err="1" smtClean="0">
                <a:solidFill>
                  <a:srgbClr val="000000"/>
                </a:solidFill>
                <a:latin typeface="Arial" panose="020B0604020202020204" pitchFamily="34" charset="0"/>
                <a:cs typeface="Arial" panose="020B0604020202020204" pitchFamily="34" charset="0"/>
              </a:rPr>
              <a:t>nhiễm</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NG Seal,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tụ</a:t>
            </a:r>
            <a:r>
              <a:rPr lang="en-US" altLang="ko-KR"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ko-KR" altLang="en-US" sz="800">
                <a:solidFill>
                  <a:srgbClr val="FF0000"/>
                </a:solidFill>
                <a:latin typeface="Arial" panose="020B0604020202020204" pitchFamily="34" charset="0"/>
                <a:cs typeface="Arial" panose="020B0604020202020204" pitchFamily="34" charset="0"/>
              </a:rPr>
              <a:t>① </a:t>
            </a:r>
            <a:r>
              <a:rPr lang="en-US" altLang="ko-KR" sz="800" smtClean="0">
                <a:solidFill>
                  <a:srgbClr val="FF0000"/>
                </a:solidFill>
                <a:latin typeface="Arial" panose="020B0604020202020204" pitchFamily="34" charset="0"/>
                <a:cs typeface="Arial" panose="020B0604020202020204" pitchFamily="34" charset="0"/>
              </a:rPr>
              <a:t>Carbon</a:t>
            </a:r>
            <a:r>
              <a:rPr lang="ko-KR" altLang="en-US" sz="800" smtClean="0">
                <a:solidFill>
                  <a:srgbClr val="FF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dầu</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nước</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bụi</a:t>
            </a:r>
            <a:endParaRPr lang="ko-KR" altLang="en-US" sz="800">
              <a:solidFill>
                <a:srgbClr val="000000"/>
              </a:solidFill>
              <a:latin typeface="Arial" panose="020B0604020202020204" pitchFamily="34" charset="0"/>
              <a:cs typeface="Arial" panose="020B0604020202020204" pitchFamily="34" charset="0"/>
            </a:endParaRPr>
          </a:p>
        </p:txBody>
      </p:sp>
      <p:sp>
        <p:nvSpPr>
          <p:cNvPr id="2068" name="Rectangle 121"/>
          <p:cNvSpPr>
            <a:spLocks noChangeArrowheads="1"/>
          </p:cNvSpPr>
          <p:nvPr/>
        </p:nvSpPr>
        <p:spPr bwMode="auto">
          <a:xfrm>
            <a:off x="333378" y="6210300"/>
            <a:ext cx="313372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6.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① </a:t>
            </a:r>
            <a:r>
              <a:rPr lang="en-US" altLang="ko-KR" sz="800" err="1" smtClean="0">
                <a:solidFill>
                  <a:srgbClr val="FF0000"/>
                </a:solidFill>
                <a:latin typeface="Arial" panose="020B0604020202020204" pitchFamily="34" charset="0"/>
                <a:cs typeface="Arial" panose="020B0604020202020204" pitchFamily="34" charset="0"/>
              </a:rPr>
              <a:t>Đường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mạch</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khí</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nén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là</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loại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kín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có</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trao</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đổi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khí</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vào</a:t>
            </a:r>
            <a:r>
              <a:rPr lang="en-US" altLang="ko-KR" sz="800" smtClean="0">
                <a:solidFill>
                  <a:srgbClr val="FF0000"/>
                </a:solidFill>
                <a:latin typeface="Arial" panose="020B0604020202020204" pitchFamily="34" charset="0"/>
                <a:cs typeface="Arial" panose="020B0604020202020204" pitchFamily="34" charset="0"/>
              </a:rPr>
              <a:t>/</a:t>
            </a:r>
            <a:r>
              <a:rPr lang="en-US" altLang="ko-KR" sz="800" err="1" smtClean="0">
                <a:solidFill>
                  <a:srgbClr val="FF0000"/>
                </a:solidFill>
                <a:latin typeface="Arial" panose="020B0604020202020204" pitchFamily="34" charset="0"/>
                <a:cs typeface="Arial" panose="020B0604020202020204" pitchFamily="34" charset="0"/>
              </a:rPr>
              <a:t>khí</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thảo</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ra</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với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không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khí</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bên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ngoài</a:t>
            </a:r>
            <a:r>
              <a:rPr lang="en-US" altLang="ko-KR" sz="800" smtClean="0">
                <a:solidFill>
                  <a:srgbClr val="FF0000"/>
                </a:solidFill>
                <a:latin typeface="Arial" panose="020B0604020202020204" pitchFamily="34" charset="0"/>
                <a:cs typeface="Arial" panose="020B0604020202020204" pitchFamily="34" charset="0"/>
              </a:rPr>
              <a:t>,</a:t>
            </a:r>
            <a:endParaRPr lang="en-US" altLang="ko-KR"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cần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đường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ống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hồi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giống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như</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mạch</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thủy</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lực</a:t>
            </a:r>
            <a:r>
              <a:rPr lang="en-US" altLang="ko-KR" sz="800" smtClean="0">
                <a:solidFill>
                  <a:srgbClr val="FF0000"/>
                </a:solidFill>
                <a:latin typeface="Arial" panose="020B0604020202020204" pitchFamily="34" charset="0"/>
                <a:cs typeface="Arial" panose="020B0604020202020204" pitchFamily="34" charset="0"/>
              </a:rPr>
              <a:t>.</a:t>
            </a:r>
            <a:endParaRPr lang="en-US" altLang="ko-KR"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Do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hay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nhớt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tổn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so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thủy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Do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dù</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dùng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đồng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thời</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thiết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cùng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cũng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ảnh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hưởng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giữa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Ở </a:t>
            </a:r>
            <a:r>
              <a:rPr lang="en-US" altLang="ko-KR" sz="800" err="1" smtClean="0">
                <a:solidFill>
                  <a:srgbClr val="000000"/>
                </a:solidFill>
                <a:latin typeface="Arial" panose="020B0604020202020204" pitchFamily="34" charset="0"/>
                <a:cs typeface="Arial" panose="020B0604020202020204" pitchFamily="34" charset="0"/>
              </a:rPr>
              <a:t>khía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tổn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di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ảnh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hưởng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giữa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thiết</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đến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2069" name="Rectangle 7"/>
          <p:cNvSpPr>
            <a:spLocks noChangeArrowheads="1"/>
          </p:cNvSpPr>
          <p:nvPr/>
        </p:nvSpPr>
        <p:spPr bwMode="auto">
          <a:xfrm>
            <a:off x="342900" y="7974015"/>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7.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OOOO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từ</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nguồn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hoặc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Còn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chia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xưởng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nhánh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từ</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máy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xả</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FF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thông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khí</a:t>
            </a:r>
            <a:r>
              <a:rPr lang="ko-KR" altLang="en-US" sz="800" smtClean="0">
                <a:solidFill>
                  <a:srgbClr val="FF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③</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khiển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Ống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hút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070" name="Rectangle 23"/>
          <p:cNvSpPr>
            <a:spLocks noChangeArrowheads="1"/>
          </p:cNvSpPr>
          <p:nvPr/>
        </p:nvSpPr>
        <p:spPr bwMode="auto">
          <a:xfrm>
            <a:off x="3473450" y="995343"/>
            <a:ext cx="3124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8. </a:t>
            </a:r>
            <a:r>
              <a:rPr lang="en-US" altLang="ko-KR" sz="800" smtClean="0">
                <a:solidFill>
                  <a:srgbClr val="000000"/>
                </a:solidFill>
                <a:latin typeface="Arial" panose="020B0604020202020204" pitchFamily="34" charset="0"/>
                <a:cs typeface="Arial" panose="020B0604020202020204" pitchFamily="34" charset="0"/>
              </a:rPr>
              <a:t>Cylinder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Cylinder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Cylinder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đôi</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FF0000"/>
                </a:solidFill>
                <a:latin typeface="Arial" panose="020B0604020202020204" pitchFamily="34" charset="0"/>
                <a:cs typeface="Arial" panose="020B0604020202020204" pitchFamily="34" charset="0"/>
              </a:rPr>
              <a:t>③ </a:t>
            </a:r>
            <a:r>
              <a:rPr lang="en-US" altLang="ko-KR" sz="800" smtClean="0">
                <a:solidFill>
                  <a:srgbClr val="FF0000"/>
                </a:solidFill>
                <a:latin typeface="Arial" panose="020B0604020202020204" pitchFamily="34" charset="0"/>
                <a:cs typeface="Arial" panose="020B0604020202020204" pitchFamily="34" charset="0"/>
              </a:rPr>
              <a:t>diaphragm cylinder</a:t>
            </a:r>
            <a:r>
              <a:rPr lang="ko-KR" altLang="en-US" sz="800" smtClean="0">
                <a:solidFill>
                  <a:srgbClr val="FF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Tandem Cylinder</a:t>
            </a:r>
            <a:endParaRPr lang="ko-KR" altLang="en-US" sz="800">
              <a:solidFill>
                <a:srgbClr val="000000"/>
              </a:solidFill>
              <a:latin typeface="Arial" panose="020B0604020202020204" pitchFamily="34" charset="0"/>
              <a:cs typeface="Arial" panose="020B0604020202020204" pitchFamily="34" charset="0"/>
            </a:endParaRPr>
          </a:p>
        </p:txBody>
      </p:sp>
      <p:sp>
        <p:nvSpPr>
          <p:cNvPr id="2071" name="Rectangle 24"/>
          <p:cNvSpPr>
            <a:spLocks noChangeArrowheads="1"/>
          </p:cNvSpPr>
          <p:nvPr/>
        </p:nvSpPr>
        <p:spPr bwMode="auto">
          <a:xfrm>
            <a:off x="3501013" y="1115520"/>
            <a:ext cx="3024187" cy="712788"/>
          </a:xfrm>
          <a:prstGeom prst="rect">
            <a:avLst/>
          </a:prstGeom>
          <a:noFill/>
          <a:ln w="952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này</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thước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trúc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 </a:t>
            </a:r>
          </a:p>
          <a:p>
            <a:pPr eaLnBrk="1" fontAlgn="base" latinLnBrk="1" hangingPunct="1">
              <a:spcBef>
                <a:spcPct val="0"/>
              </a:spcBef>
              <a:spcAft>
                <a:spcPct val="0"/>
              </a:spcAft>
            </a:pPr>
            <a:r>
              <a:rPr lang="en-US" altLang="ko-KR" sz="800" err="1">
                <a:solidFill>
                  <a:srgbClr val="000000"/>
                </a:solidFill>
                <a:latin typeface="Arial" panose="020B0604020202020204" pitchFamily="34" charset="0"/>
                <a:ea typeface="돋움" pitchFamily="50" charset="-127"/>
                <a:cs typeface="Arial" panose="020B0604020202020204" pitchFamily="34" charset="0"/>
              </a:rPr>
              <a:t>v</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pittong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việc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đặt</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err="1">
                <a:solidFill>
                  <a:srgbClr val="000000"/>
                </a:solidFill>
                <a:latin typeface="Arial" panose="020B0604020202020204" pitchFamily="34" charset="0"/>
                <a:ea typeface="돋움" pitchFamily="50" charset="-127"/>
                <a:cs typeface="Arial" panose="020B0604020202020204" pitchFamily="34" charset="0"/>
              </a:rPr>
              <a:t>d</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clamping.</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tối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khoảng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5[㎜]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072" name="Rectangle 26"/>
          <p:cNvSpPr>
            <a:spLocks noChangeArrowheads="1"/>
          </p:cNvSpPr>
          <p:nvPr/>
        </p:nvSpPr>
        <p:spPr bwMode="auto">
          <a:xfrm>
            <a:off x="3473450" y="2771776"/>
            <a:ext cx="3124200" cy="24314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9.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để</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dấu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a:solidFill>
                  <a:srgbClr val="000000"/>
                </a:solidFill>
                <a:latin typeface="Arial" panose="020B0604020202020204" pitchFamily="34" charset="0"/>
                <a:ea typeface="돋움" pitchFamily="50" charset="-127"/>
                <a:cs typeface="Arial" panose="020B0604020202020204" pitchFamily="34" charset="0"/>
              </a:rPr>
              <a:t>t</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a:t>
            </a:r>
            <a:r>
              <a:rPr lang="en-US" altLang="ko-KR" sz="800">
                <a:solidFill>
                  <a:srgbClr val="000000"/>
                </a:solidFill>
                <a:latin typeface="Arial" panose="020B0604020202020204" pitchFamily="34" charset="0"/>
                <a:ea typeface="돋움" pitchFamily="50" charset="-127"/>
                <a:cs typeface="Arial" panose="020B0604020202020204" pitchFamily="34" charset="0"/>
              </a:rPr>
              <a:t>Cover Pittong</a:t>
            </a:r>
            <a:r>
              <a:rPr lang="ko-KR" altLang="en-US" sz="800">
                <a:solidFill>
                  <a:srgbClr val="000000"/>
                </a:solidFill>
                <a:latin typeface="Arial" panose="020B0604020202020204" pitchFamily="34" charset="0"/>
                <a:ea typeface="돋움" pitchFamily="50" charset="-127"/>
                <a:cs typeface="Arial" panose="020B0604020202020204" pitchFamily="34" charset="0"/>
              </a:rPr>
              <a:t>   ② </a:t>
            </a:r>
            <a:r>
              <a:rPr lang="en-US" altLang="ko-KR" sz="800">
                <a:solidFill>
                  <a:srgbClr val="000000"/>
                </a:solidFill>
                <a:latin typeface="Arial" panose="020B0604020202020204" pitchFamily="34" charset="0"/>
                <a:ea typeface="돋움" pitchFamily="50" charset="-127"/>
                <a:cs typeface="Arial" panose="020B0604020202020204" pitchFamily="34" charset="0"/>
              </a:rPr>
              <a:t>Fofit</a:t>
            </a:r>
            <a:r>
              <a:rPr lang="ko-KR" altLang="en-US" sz="800">
                <a:solidFill>
                  <a:srgbClr val="000000"/>
                </a:solidFill>
                <a:latin typeface="Arial" panose="020B0604020202020204" pitchFamily="34" charset="0"/>
                <a:ea typeface="돋움" pitchFamily="50" charset="-127"/>
                <a:cs typeface="Arial" panose="020B0604020202020204" pitchFamily="34" charset="0"/>
              </a:rPr>
              <a:t>   ③ </a:t>
            </a:r>
            <a:r>
              <a:rPr lang="en-US" altLang="ko-KR" sz="800">
                <a:solidFill>
                  <a:srgbClr val="000000"/>
                </a:solidFill>
                <a:latin typeface="Arial" panose="020B0604020202020204" pitchFamily="34" charset="0"/>
                <a:ea typeface="돋움" pitchFamily="50" charset="-127"/>
                <a:cs typeface="Arial" panose="020B0604020202020204" pitchFamily="34" charset="0"/>
              </a:rPr>
              <a:t>Flange</a:t>
            </a: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FF0000"/>
                </a:solidFill>
                <a:latin typeface="Arial" panose="020B0604020202020204" pitchFamily="34" charset="0"/>
                <a:ea typeface="돋움" pitchFamily="50" charset="-127"/>
                <a:cs typeface="Arial" panose="020B0604020202020204" pitchFamily="34" charset="0"/>
              </a:rPr>
              <a:t>④ </a:t>
            </a:r>
            <a:r>
              <a:rPr lang="en-US" altLang="ko-KR" sz="800">
                <a:solidFill>
                  <a:srgbClr val="FF0000"/>
                </a:solidFill>
                <a:latin typeface="Arial" panose="020B0604020202020204" pitchFamily="34" charset="0"/>
                <a:ea typeface="돋움" pitchFamily="50" charset="-127"/>
                <a:cs typeface="Arial" panose="020B0604020202020204" pitchFamily="34" charset="0"/>
              </a:rPr>
              <a:t>Bearing Bush </a:t>
            </a:r>
            <a:endParaRPr lang="ko-KR" altLang="en-US" sz="800">
              <a:solidFill>
                <a:srgbClr val="FF0000"/>
              </a:solidFill>
              <a:latin typeface="Arial" panose="020B0604020202020204" pitchFamily="34" charset="0"/>
              <a:ea typeface="돋움" pitchFamily="50" charset="-127"/>
              <a:cs typeface="Arial" panose="020B0604020202020204" pitchFamily="34" charset="0"/>
            </a:endParaRPr>
          </a:p>
        </p:txBody>
      </p:sp>
      <p:grpSp>
        <p:nvGrpSpPr>
          <p:cNvPr id="2073" name="Group 27"/>
          <p:cNvGrpSpPr>
            <a:grpSpLocks/>
          </p:cNvGrpSpPr>
          <p:nvPr/>
        </p:nvGrpSpPr>
        <p:grpSpPr bwMode="auto">
          <a:xfrm>
            <a:off x="3524254" y="2976699"/>
            <a:ext cx="2911475" cy="1794714"/>
            <a:chOff x="2215" y="4391"/>
            <a:chExt cx="1834" cy="847"/>
          </a:xfrm>
        </p:grpSpPr>
        <p:pic>
          <p:nvPicPr>
            <p:cNvPr id="2079" name="Picture 2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15" y="4391"/>
              <a:ext cx="1834" cy="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0" name="Text Box 29"/>
            <p:cNvSpPr txBox="1">
              <a:spLocks noChangeArrowheads="1"/>
            </p:cNvSpPr>
            <p:nvPr/>
          </p:nvSpPr>
          <p:spPr bwMode="auto">
            <a:xfrm>
              <a:off x="3519" y="4580"/>
              <a:ext cx="234"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b="1">
                  <a:solidFill>
                    <a:srgbClr val="000000"/>
                  </a:solidFill>
                  <a:latin typeface="Arial" panose="020B0604020202020204" pitchFamily="34" charset="0"/>
                  <a:ea typeface="돋움" pitchFamily="50" charset="-127"/>
                  <a:cs typeface="Arial" panose="020B0604020202020204" pitchFamily="34" charset="0"/>
                </a:rPr>
                <a:t>( ? )</a:t>
              </a:r>
            </a:p>
          </p:txBody>
        </p:sp>
      </p:grpSp>
      <p:sp>
        <p:nvSpPr>
          <p:cNvPr id="2074" name="Rectangle 34"/>
          <p:cNvSpPr>
            <a:spLocks noChangeArrowheads="1"/>
          </p:cNvSpPr>
          <p:nvPr/>
        </p:nvSpPr>
        <p:spPr bwMode="auto">
          <a:xfrm>
            <a:off x="3473450" y="5364165"/>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phù</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hợp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Phụ</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tịnh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chắc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chắt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lắp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đồng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tâm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hướng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Foot Type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FF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flange type </a:t>
            </a:r>
            <a:endParaRPr lang="ko-KR" altLang="en-US" sz="800">
              <a:solidFill>
                <a:srgbClr val="FF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kẹp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chữ</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U</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trục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quay</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075" name="Rectangle 7"/>
          <p:cNvSpPr>
            <a:spLocks noChangeArrowheads="1"/>
          </p:cNvSpPr>
          <p:nvPr/>
        </p:nvSpPr>
        <p:spPr bwMode="auto">
          <a:xfrm>
            <a:off x="3429000" y="6588127"/>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Mức</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độ</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thụ</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a:t>
            </a:r>
            <a:endParaRPr lang="en-US" altLang="ko-KR" sz="800">
              <a:solidFill>
                <a:srgbClr val="FF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khoảng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100㎜.</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Chủ</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yếu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kẹp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(clamping),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nhấn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(pressing), di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chuyển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2076"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5138" y="6731002"/>
            <a:ext cx="842962"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077" name="Rectangle 13"/>
          <p:cNvSpPr>
            <a:spLocks noChangeArrowheads="1"/>
          </p:cNvSpPr>
          <p:nvPr/>
        </p:nvSpPr>
        <p:spPr bwMode="auto">
          <a:xfrm>
            <a:off x="3429000" y="7812475"/>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linh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kiện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ea typeface="돋움" pitchFamily="50" charset="-127"/>
                <a:cs typeface="Arial" panose="020B0604020202020204" pitchFamily="34" charset="0"/>
              </a:rPr>
              <a:t>① Piston Rod    </a:t>
            </a:r>
            <a:r>
              <a:rPr lang="en-US" altLang="ko-KR" sz="800">
                <a:solidFill>
                  <a:srgbClr val="000000"/>
                </a:solidFill>
                <a:latin typeface="Arial" panose="020B0604020202020204" pitchFamily="34" charset="0"/>
                <a:ea typeface="돋움" pitchFamily="50" charset="-127"/>
                <a:cs typeface="Arial" panose="020B0604020202020204" pitchFamily="34" charset="0"/>
              </a:rPr>
              <a:t>② Piston     ③ Tie Rod     ④ </a:t>
            </a:r>
            <a:r>
              <a:rPr lang="en-US" altLang="ko-KR" sz="800" err="1">
                <a:solidFill>
                  <a:srgbClr val="000000"/>
                </a:solidFill>
                <a:latin typeface="Arial" panose="020B0604020202020204" pitchFamily="34" charset="0"/>
                <a:ea typeface="돋움" pitchFamily="50" charset="-127"/>
                <a:cs typeface="Arial" panose="020B0604020202020204" pitchFamily="34" charset="0"/>
              </a:rPr>
              <a:t>Clavis</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2078" name="Rectangle 14"/>
          <p:cNvSpPr>
            <a:spLocks noChangeArrowheads="1"/>
          </p:cNvSpPr>
          <p:nvPr/>
        </p:nvSpPr>
        <p:spPr bwMode="auto">
          <a:xfrm>
            <a:off x="3600454" y="7981117"/>
            <a:ext cx="2835275" cy="4794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sắt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chịu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sức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căng</a:t>
            </a:r>
            <a:r>
              <a:rPr lang="en-US" altLang="ko-KR" sz="800">
                <a:solidFill>
                  <a:srgbClr val="000000"/>
                </a:solidFill>
                <a:latin typeface="Arial" panose="020B0604020202020204" pitchFamily="34" charset="0"/>
                <a:cs typeface="Arial" panose="020B0604020202020204" pitchFamily="34" charset="0"/>
              </a:rPr>
              <a:t>.</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err="1">
                <a:solidFill>
                  <a:srgbClr val="000000"/>
                </a:solidFill>
                <a:latin typeface="Arial" panose="020B0604020202020204" pitchFamily="34" charset="0"/>
                <a:cs typeface="Arial" panose="020B0604020202020204" pitchFamily="34" charset="0"/>
              </a:rPr>
              <a:t>t</a:t>
            </a:r>
            <a:r>
              <a:rPr lang="en-US" altLang="ko-KR" sz="800" err="1" smtClean="0">
                <a:solidFill>
                  <a:srgbClr val="000000"/>
                </a:solidFill>
                <a:latin typeface="Arial" panose="020B0604020202020204" pitchFamily="34" charset="0"/>
                <a:cs typeface="Arial" panose="020B0604020202020204" pitchFamily="34" charset="0"/>
              </a:rPr>
              <a:t>rên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phủ</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Crom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cứng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chịu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chạm</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ngoài</a:t>
            </a:r>
            <a:r>
              <a:rPr lang="en-US" altLang="ko-KR" sz="800" smtClean="0">
                <a:solidFill>
                  <a:srgbClr val="000000"/>
                </a:solidFill>
                <a:latin typeface="Arial" panose="020B0604020202020204" pitchFamily="34" charset="0"/>
                <a:cs typeface="Arial" panose="020B0604020202020204" pitchFamily="34" charset="0"/>
              </a:rPr>
              <a:t>.</a:t>
            </a:r>
            <a:endParaRPr lang="ko-KR" altLang="en-US" sz="80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73535219"/>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3076"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3077"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1266020991"/>
              </p:ext>
            </p:extLst>
          </p:nvPr>
        </p:nvGraphicFramePr>
        <p:xfrm>
          <a:off x="5346704"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087" name="Rectangle 16"/>
          <p:cNvSpPr>
            <a:spLocks noChangeArrowheads="1"/>
          </p:cNvSpPr>
          <p:nvPr/>
        </p:nvSpPr>
        <p:spPr bwMode="auto">
          <a:xfrm>
            <a:off x="304800" y="976315"/>
            <a:ext cx="3124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ưu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điểm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Lượng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thụ</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½  so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Cylinder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tổng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chiều</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dài</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ngắn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so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với</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cùng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quãng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a:t>
            </a:r>
            <a:endParaRPr lang="en-US" altLang="ko-KR" sz="800">
              <a:solidFill>
                <a:srgbClr val="FF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đôi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tube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ø6~ø300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tiêu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chuẩn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hóa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dài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3088" name="Rectangle 18"/>
          <p:cNvSpPr>
            <a:spLocks noChangeArrowheads="1"/>
          </p:cNvSpPr>
          <p:nvPr/>
        </p:nvSpPr>
        <p:spPr bwMode="auto">
          <a:xfrm>
            <a:off x="304800" y="2389190"/>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về</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cũng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tăng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lùi</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hơn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FF0000"/>
                </a:solidFill>
                <a:latin typeface="Arial" panose="020B0604020202020204" pitchFamily="34" charset="0"/>
                <a:ea typeface="돋움" pitchFamily="50" charset="-127"/>
                <a:cs typeface="Arial" panose="020B0604020202020204" pitchFamily="34" charset="0"/>
              </a:rPr>
              <a:t>tiến</a:t>
            </a:r>
            <a:r>
              <a:rPr lang="en-US" altLang="ko-KR" sz="800" smtClean="0">
                <a:solidFill>
                  <a:srgbClr val="FF0000"/>
                </a:solidFill>
                <a:latin typeface="Arial" panose="020B0604020202020204" pitchFamily="34" charset="0"/>
                <a:ea typeface="돋움" pitchFamily="50" charset="-127"/>
                <a:cs typeface="Arial" panose="020B0604020202020204" pitchFamily="34" charset="0"/>
              </a:rPr>
              <a:t>.</a:t>
            </a:r>
            <a:endParaRPr lang="en-US" altLang="ko-KR" sz="800">
              <a:solidFill>
                <a:srgbClr val="FF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Nếu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lực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Air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thì</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lớn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Quãng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đường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Output.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3089" name="Rectangle 33"/>
          <p:cNvSpPr>
            <a:spLocks noChangeArrowheads="1"/>
          </p:cNvSpPr>
          <p:nvPr/>
        </p:nvSpPr>
        <p:spPr bwMode="auto">
          <a:xfrm>
            <a:off x="304800" y="3498852"/>
            <a:ext cx="312420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15.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chú</a:t>
            </a:r>
            <a:r>
              <a:rPr lang="en-US" altLang="ko-KR" sz="800" smtClean="0">
                <a:solidFill>
                  <a:srgbClr val="000000"/>
                </a:solidFill>
                <a:latin typeface="Arial" panose="020B0604020202020204" pitchFamily="34" charset="0"/>
                <a:cs typeface="Arial" panose="020B0604020202020204" pitchFamily="34" charset="0"/>
              </a:rPr>
              <a:t> ý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Cylinder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stroke </a:t>
            </a:r>
            <a:r>
              <a:rPr lang="en-US" altLang="ko-KR" sz="800" err="1" smtClean="0">
                <a:solidFill>
                  <a:srgbClr val="000000"/>
                </a:solidFill>
                <a:latin typeface="Arial" panose="020B0604020202020204" pitchFamily="34" charset="0"/>
                <a:cs typeface="Arial" panose="020B0604020202020204" pitchFamily="34" charset="0"/>
              </a:rPr>
              <a:t>tối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② </a:t>
            </a:r>
            <a:r>
              <a:rPr lang="en-US" altLang="ko-KR" sz="800" err="1" smtClean="0">
                <a:solidFill>
                  <a:srgbClr val="FF0000"/>
                </a:solidFill>
                <a:latin typeface="Arial" panose="020B0604020202020204" pitchFamily="34" charset="0"/>
                <a:cs typeface="Arial" panose="020B0604020202020204" pitchFamily="34" charset="0"/>
              </a:rPr>
              <a:t>Lắp</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đặt</a:t>
            </a:r>
            <a:r>
              <a:rPr lang="en-US" altLang="ko-KR" sz="800" smtClean="0">
                <a:solidFill>
                  <a:srgbClr val="FF0000"/>
                </a:solidFill>
                <a:latin typeface="Arial" panose="020B0604020202020204" pitchFamily="34" charset="0"/>
                <a:cs typeface="Arial" panose="020B0604020202020204" pitchFamily="34" charset="0"/>
              </a:rPr>
              <a:t> Speed controller </a:t>
            </a:r>
            <a:r>
              <a:rPr lang="en-US" altLang="ko-KR" sz="800" err="1" smtClean="0">
                <a:solidFill>
                  <a:srgbClr val="FF0000"/>
                </a:solidFill>
                <a:latin typeface="Arial" panose="020B0604020202020204" pitchFamily="34" charset="0"/>
                <a:cs typeface="Arial" panose="020B0604020202020204" pitchFamily="34" charset="0"/>
              </a:rPr>
              <a:t>để</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điều</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chỉnh</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tốc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độ</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hoạt</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động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của</a:t>
            </a:r>
            <a:r>
              <a:rPr lang="en-US" altLang="ko-KR" sz="800" smtClean="0">
                <a:solidFill>
                  <a:srgbClr val="FF0000"/>
                </a:solidFill>
                <a:latin typeface="Arial" panose="020B0604020202020204" pitchFamily="34" charset="0"/>
                <a:cs typeface="Arial" panose="020B0604020202020204" pitchFamily="34" charset="0"/>
              </a:rPr>
              <a:t> cylinder </a:t>
            </a:r>
            <a:r>
              <a:rPr lang="en-US" altLang="ko-KR" sz="800" err="1" smtClean="0">
                <a:solidFill>
                  <a:srgbClr val="FF0000"/>
                </a:solidFill>
                <a:latin typeface="Arial" panose="020B0604020202020204" pitchFamily="34" charset="0"/>
                <a:cs typeface="Arial" panose="020B0604020202020204" pitchFamily="34" charset="0"/>
              </a:rPr>
              <a:t>từ</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tốc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độ</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cao</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về</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tốc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độ</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được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quy</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định</a:t>
            </a:r>
            <a:endParaRPr lang="ko-KR" altLang="en-US"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pitting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phạm</a:t>
            </a:r>
            <a:r>
              <a:rPr lang="en-US" altLang="ko-KR" sz="800" smtClean="0">
                <a:solidFill>
                  <a:srgbClr val="000000"/>
                </a:solidFill>
                <a:latin typeface="Arial" panose="020B0604020202020204" pitchFamily="34" charset="0"/>
                <a:cs typeface="Arial" panose="020B0604020202020204" pitchFamily="34" charset="0"/>
              </a:rPr>
              <a:t> vi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sinh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hại</a:t>
            </a:r>
            <a:r>
              <a:rPr lang="en-US" altLang="ko-KR" sz="800" smtClean="0">
                <a:solidFill>
                  <a:srgbClr val="000000"/>
                </a:solidFill>
                <a:latin typeface="Arial" panose="020B0604020202020204" pitchFamily="34" charset="0"/>
                <a:cs typeface="Arial" panose="020B0604020202020204" pitchFamily="34" charset="0"/>
              </a:rPr>
              <a:t> do </a:t>
            </a:r>
            <a:r>
              <a:rPr lang="en-US" altLang="ko-KR" sz="800" err="1" smtClean="0">
                <a:solidFill>
                  <a:srgbClr val="000000"/>
                </a:solidFill>
                <a:latin typeface="Arial" panose="020B0604020202020204" pitchFamily="34" charset="0"/>
                <a:cs typeface="Arial" panose="020B0604020202020204" pitchFamily="34" charset="0"/>
              </a:rPr>
              <a:t>va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chạm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mép</a:t>
            </a:r>
            <a:r>
              <a:rPr lang="en-US" altLang="ko-KR" sz="800" smtClean="0">
                <a:solidFill>
                  <a:srgbClr val="000000"/>
                </a:solidFill>
                <a:latin typeface="Arial" panose="020B0604020202020204" pitchFamily="34" charset="0"/>
                <a:cs typeface="Arial" panose="020B0604020202020204" pitchFamily="34" charset="0"/>
              </a:rPr>
              <a:t> stroke</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Đối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Cylinder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stroke </a:t>
            </a:r>
            <a:r>
              <a:rPr lang="en-US" altLang="ko-KR" sz="800" err="1" smtClean="0">
                <a:solidFill>
                  <a:srgbClr val="000000"/>
                </a:solidFill>
                <a:latin typeface="Arial" panose="020B0604020202020204" pitchFamily="34" charset="0"/>
                <a:cs typeface="Arial" panose="020B0604020202020204" pitchFamily="34" charset="0"/>
              </a:rPr>
              <a:t>dài</a:t>
            </a:r>
            <a:r>
              <a:rPr lang="en-US" altLang="ko-KR" sz="800" smtClean="0">
                <a:solidFill>
                  <a:srgbClr val="000000"/>
                </a:solidFill>
                <a:latin typeface="Arial" panose="020B0604020202020204" pitchFamily="34" charset="0"/>
                <a:cs typeface="Arial" panose="020B0604020202020204" pitchFamily="34" charset="0"/>
              </a:rPr>
              <a:t>, do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trượt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bởi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pittong</a:t>
            </a:r>
            <a:r>
              <a:rPr lang="en-US" altLang="ko-KR" sz="800" smtClean="0">
                <a:solidFill>
                  <a:srgbClr val="000000"/>
                </a:solidFill>
                <a:latin typeface="Arial" panose="020B0604020202020204" pitchFamily="34" charset="0"/>
                <a:cs typeface="Arial" panose="020B0604020202020204" pitchFamily="34" charset="0"/>
              </a:rPr>
              <a:t> rod </a:t>
            </a:r>
            <a:r>
              <a:rPr lang="en-US" altLang="ko-KR" sz="800" err="1" smtClean="0">
                <a:solidFill>
                  <a:srgbClr val="000000"/>
                </a:solidFill>
                <a:latin typeface="Arial" panose="020B0604020202020204" pitchFamily="34" charset="0"/>
                <a:cs typeface="Arial" panose="020B0604020202020204" pitchFamily="34" charset="0"/>
              </a:rPr>
              <a:t>nghiêng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nhắc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guide </a:t>
            </a:r>
            <a:r>
              <a:rPr lang="en-US" altLang="ko-KR" sz="800" err="1" smtClean="0">
                <a:solidFill>
                  <a:srgbClr val="000000"/>
                </a:solidFill>
                <a:latin typeface="Arial" panose="020B0604020202020204" pitchFamily="34" charset="0"/>
                <a:cs typeface="Arial" panose="020B0604020202020204" pitchFamily="34" charset="0"/>
              </a:rPr>
              <a:t>rồi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endParaRPr lang="ko-KR" altLang="en-US" sz="800">
              <a:solidFill>
                <a:srgbClr val="000000"/>
              </a:solidFill>
              <a:latin typeface="Arial" panose="020B0604020202020204" pitchFamily="34" charset="0"/>
              <a:cs typeface="Arial" panose="020B0604020202020204" pitchFamily="34" charset="0"/>
            </a:endParaRPr>
          </a:p>
        </p:txBody>
      </p:sp>
      <p:sp>
        <p:nvSpPr>
          <p:cNvPr id="3090" name="Rectangle 21"/>
          <p:cNvSpPr>
            <a:spLocks noChangeArrowheads="1"/>
          </p:cNvSpPr>
          <p:nvPr/>
        </p:nvSpPr>
        <p:spPr bwMode="auto">
          <a:xfrm>
            <a:off x="304800" y="5060952"/>
            <a:ext cx="326822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16.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lanh</a:t>
            </a:r>
            <a:r>
              <a:rPr lang="en-US" altLang="ko-KR" sz="800" smtClean="0">
                <a:solidFill>
                  <a:srgbClr val="000000"/>
                </a:solidFill>
                <a:latin typeface="Arial" panose="020B0604020202020204" pitchFamily="34" charset="0"/>
                <a:cs typeface="Arial" panose="020B0604020202020204" pitchFamily="34" charset="0"/>
              </a:rPr>
              <a:t> quay (rotary actuator)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270~300℃.</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90~120</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3 </a:t>
            </a:r>
            <a:r>
              <a:rPr lang="en-US" altLang="ko-KR" sz="800" err="1" smtClean="0">
                <a:solidFill>
                  <a:srgbClr val="000000"/>
                </a:solidFill>
                <a:latin typeface="Arial" panose="020B0604020202020204" pitchFamily="34" charset="0"/>
                <a:cs typeface="Arial" panose="020B0604020202020204" pitchFamily="34" charset="0"/>
              </a:rPr>
              <a:t>lớp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60℃</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FF0000"/>
                </a:solidFill>
                <a:latin typeface="Arial" panose="020B0604020202020204" pitchFamily="34" charset="0"/>
                <a:cs typeface="Arial" panose="020B0604020202020204" pitchFamily="34" charset="0"/>
              </a:rPr>
              <a:t>④ </a:t>
            </a:r>
            <a:r>
              <a:rPr lang="ko-KR" altLang="en-US"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Xy</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lanh</a:t>
            </a:r>
            <a:r>
              <a:rPr lang="en-US" altLang="ko-KR" sz="800" smtClean="0">
                <a:solidFill>
                  <a:srgbClr val="FF0000"/>
                </a:solidFill>
                <a:latin typeface="Arial" panose="020B0604020202020204" pitchFamily="34" charset="0"/>
                <a:cs typeface="Arial" panose="020B0604020202020204" pitchFamily="34" charset="0"/>
              </a:rPr>
              <a:t> quay </a:t>
            </a:r>
            <a:r>
              <a:rPr lang="en-US" altLang="ko-KR" sz="800" err="1" smtClean="0">
                <a:solidFill>
                  <a:srgbClr val="FF0000"/>
                </a:solidFill>
                <a:latin typeface="Arial" panose="020B0604020202020204" pitchFamily="34" charset="0"/>
                <a:cs typeface="Arial" panose="020B0604020202020204" pitchFamily="34" charset="0"/>
              </a:rPr>
              <a:t>dạng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cánh</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quạt</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không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có</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dò</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khí</a:t>
            </a:r>
            <a:r>
              <a:rPr lang="en-US" altLang="ko-KR" sz="800" smtClean="0">
                <a:solidFill>
                  <a:srgbClr val="FF0000"/>
                </a:solidFill>
                <a:latin typeface="Arial" panose="020B0604020202020204" pitchFamily="34" charset="0"/>
                <a:cs typeface="Arial" panose="020B0604020202020204" pitchFamily="34" charset="0"/>
              </a:rPr>
              <a:t>.</a:t>
            </a:r>
            <a:endParaRPr lang="en-US" altLang="ko-KR" sz="800">
              <a:solidFill>
                <a:srgbClr val="FF0000"/>
              </a:solidFill>
              <a:latin typeface="Arial" panose="020B0604020202020204" pitchFamily="34" charset="0"/>
              <a:cs typeface="Arial" panose="020B0604020202020204" pitchFamily="34" charset="0"/>
            </a:endParaRPr>
          </a:p>
        </p:txBody>
      </p:sp>
      <p:sp>
        <p:nvSpPr>
          <p:cNvPr id="3091" name="Rectangle 25"/>
          <p:cNvSpPr>
            <a:spLocks noChangeArrowheads="1"/>
          </p:cNvSpPr>
          <p:nvPr/>
        </p:nvSpPr>
        <p:spPr bwMode="auto">
          <a:xfrm>
            <a:off x="304800" y="6269040"/>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17.Trong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thứ</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hoạt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mạch</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① Valve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② </a:t>
            </a:r>
            <a:r>
              <a:rPr lang="en-US" altLang="ko-KR" sz="800" smtClean="0">
                <a:solidFill>
                  <a:srgbClr val="000000"/>
                </a:solidFill>
                <a:latin typeface="Arial" panose="020B0604020202020204" pitchFamily="34" charset="0"/>
                <a:cs typeface="Arial" panose="020B0604020202020204" pitchFamily="34" charset="0"/>
              </a:rPr>
              <a:t>Torque valve </a:t>
            </a:r>
            <a:r>
              <a:rPr lang="ko-KR" altLang="en-US" sz="8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Valve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smtClean="0">
                <a:solidFill>
                  <a:srgbClr val="FF0000"/>
                </a:solidFill>
                <a:latin typeface="Arial" panose="020B0604020202020204" pitchFamily="34" charset="0"/>
                <a:cs typeface="Arial" panose="020B0604020202020204" pitchFamily="34" charset="0"/>
              </a:rPr>
              <a:t>④ </a:t>
            </a:r>
            <a:r>
              <a:rPr lang="en-US" altLang="ko-KR" sz="800" smtClean="0">
                <a:solidFill>
                  <a:srgbClr val="FF0000"/>
                </a:solidFill>
                <a:latin typeface="Arial" panose="020B0604020202020204" pitchFamily="34" charset="0"/>
                <a:cs typeface="Arial" panose="020B0604020202020204" pitchFamily="34" charset="0"/>
              </a:rPr>
              <a:t>Valve </a:t>
            </a:r>
            <a:r>
              <a:rPr lang="en-US" altLang="ko-KR" sz="800" err="1" smtClean="0">
                <a:solidFill>
                  <a:srgbClr val="FF0000"/>
                </a:solidFill>
                <a:latin typeface="Arial" panose="020B0604020202020204" pitchFamily="34" charset="0"/>
                <a:cs typeface="Arial" panose="020B0604020202020204" pitchFamily="34" charset="0"/>
              </a:rPr>
              <a:t>tuần</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tự</a:t>
            </a:r>
            <a:r>
              <a:rPr lang="en-US" altLang="ko-KR" sz="800" smtClean="0">
                <a:solidFill>
                  <a:srgbClr val="FF0000"/>
                </a:solidFill>
                <a:latin typeface="Arial" panose="020B0604020202020204" pitchFamily="34" charset="0"/>
                <a:cs typeface="Arial" panose="020B0604020202020204" pitchFamily="34" charset="0"/>
              </a:rPr>
              <a:t> </a:t>
            </a:r>
            <a:endParaRPr lang="ko-KR" altLang="en-US" sz="800">
              <a:solidFill>
                <a:srgbClr val="FF0000"/>
              </a:solidFill>
              <a:latin typeface="Arial" panose="020B0604020202020204" pitchFamily="34" charset="0"/>
              <a:cs typeface="Arial" panose="020B0604020202020204" pitchFamily="34" charset="0"/>
            </a:endParaRPr>
          </a:p>
        </p:txBody>
      </p:sp>
      <p:grpSp>
        <p:nvGrpSpPr>
          <p:cNvPr id="3092" name="Group 62"/>
          <p:cNvGrpSpPr>
            <a:grpSpLocks/>
          </p:cNvGrpSpPr>
          <p:nvPr/>
        </p:nvGrpSpPr>
        <p:grpSpPr bwMode="auto">
          <a:xfrm>
            <a:off x="1924050" y="7164390"/>
            <a:ext cx="1357750" cy="936625"/>
            <a:chOff x="621" y="2069"/>
            <a:chExt cx="1187" cy="696"/>
          </a:xfrm>
        </p:grpSpPr>
        <p:pic>
          <p:nvPicPr>
            <p:cNvPr id="3096" name="Picture 6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 y="2069"/>
              <a:ext cx="909" cy="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7" name="Text Box 64"/>
            <p:cNvSpPr txBox="1">
              <a:spLocks noChangeArrowheads="1"/>
            </p:cNvSpPr>
            <p:nvPr/>
          </p:nvSpPr>
          <p:spPr bwMode="auto">
            <a:xfrm>
              <a:off x="1148" y="2182"/>
              <a:ext cx="653" cy="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hút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âm</a:t>
              </a:r>
              <a:endParaRPr lang="ko-KR" altLang="en-US" sz="800">
                <a:solidFill>
                  <a:srgbClr val="000000"/>
                </a:solidFill>
                <a:latin typeface="Arial" panose="020B0604020202020204" pitchFamily="34" charset="0"/>
                <a:cs typeface="Arial" panose="020B0604020202020204" pitchFamily="34" charset="0"/>
              </a:endParaRPr>
            </a:p>
          </p:txBody>
        </p:sp>
        <p:sp>
          <p:nvSpPr>
            <p:cNvPr id="3098" name="Text Box 65"/>
            <p:cNvSpPr txBox="1">
              <a:spLocks noChangeArrowheads="1"/>
            </p:cNvSpPr>
            <p:nvPr/>
          </p:nvSpPr>
          <p:spPr bwMode="auto">
            <a:xfrm>
              <a:off x="1268" y="2294"/>
              <a:ext cx="426" cy="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Cover </a:t>
              </a:r>
              <a:endParaRPr lang="ko-KR" altLang="en-US" sz="800">
                <a:solidFill>
                  <a:srgbClr val="000000"/>
                </a:solidFill>
                <a:latin typeface="Arial" panose="020B0604020202020204" pitchFamily="34" charset="0"/>
                <a:cs typeface="Arial" panose="020B0604020202020204" pitchFamily="34" charset="0"/>
              </a:endParaRPr>
            </a:p>
          </p:txBody>
        </p:sp>
        <p:sp>
          <p:nvSpPr>
            <p:cNvPr id="3099" name="Text Box 66"/>
            <p:cNvSpPr txBox="1">
              <a:spLocks noChangeArrowheads="1"/>
            </p:cNvSpPr>
            <p:nvPr/>
          </p:nvSpPr>
          <p:spPr bwMode="auto">
            <a:xfrm>
              <a:off x="1314" y="2418"/>
              <a:ext cx="494" cy="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End cap</a:t>
              </a:r>
              <a:endParaRPr lang="ko-KR" altLang="en-US" sz="800">
                <a:solidFill>
                  <a:srgbClr val="000000"/>
                </a:solidFill>
                <a:latin typeface="Arial" panose="020B0604020202020204" pitchFamily="34" charset="0"/>
                <a:cs typeface="Arial" panose="020B0604020202020204" pitchFamily="34" charset="0"/>
              </a:endParaRPr>
            </a:p>
          </p:txBody>
        </p:sp>
      </p:grpSp>
      <p:sp>
        <p:nvSpPr>
          <p:cNvPr id="3093" name="Rectangle 67"/>
          <p:cNvSpPr>
            <a:spLocks noChangeArrowheads="1"/>
          </p:cNvSpPr>
          <p:nvPr/>
        </p:nvSpPr>
        <p:spPr bwMode="auto">
          <a:xfrm>
            <a:off x="260350" y="7164388"/>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18.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① </a:t>
            </a:r>
            <a:r>
              <a:rPr lang="en-US" altLang="ko-KR" sz="800" err="1" smtClean="0">
                <a:solidFill>
                  <a:srgbClr val="FF0000"/>
                </a:solidFill>
                <a:latin typeface="Arial" panose="020B0604020202020204" pitchFamily="34" charset="0"/>
                <a:cs typeface="Arial" panose="020B0604020202020204" pitchFamily="34" charset="0"/>
              </a:rPr>
              <a:t>Máy</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giảm</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thanh</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kháng</a:t>
            </a:r>
            <a:r>
              <a:rPr lang="ko-KR" altLang="en-US" sz="800" smtClean="0">
                <a:solidFill>
                  <a:srgbClr val="FF0000"/>
                </a:solidFill>
                <a:latin typeface="Arial" panose="020B0604020202020204" pitchFamily="34" charset="0"/>
                <a:cs typeface="Arial" panose="020B0604020202020204" pitchFamily="34" charset="0"/>
              </a:rPr>
              <a:t>   </a:t>
            </a:r>
            <a:endParaRPr lang="ko-KR" altLang="en-US"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ứng</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âm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đích</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hợp</a:t>
            </a:r>
            <a:endParaRPr lang="ko-KR" altLang="en-US" sz="800">
              <a:solidFill>
                <a:srgbClr val="000000"/>
              </a:solidFill>
              <a:latin typeface="Arial" panose="020B0604020202020204" pitchFamily="34" charset="0"/>
              <a:cs typeface="Arial" panose="020B0604020202020204" pitchFamily="34" charset="0"/>
            </a:endParaRPr>
          </a:p>
        </p:txBody>
      </p:sp>
      <p:sp>
        <p:nvSpPr>
          <p:cNvPr id="3094" name="Rectangle 14"/>
          <p:cNvSpPr>
            <a:spLocks noChangeArrowheads="1"/>
          </p:cNvSpPr>
          <p:nvPr/>
        </p:nvSpPr>
        <p:spPr bwMode="auto">
          <a:xfrm>
            <a:off x="260350" y="8318502"/>
            <a:ext cx="3124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19.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counter?</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nhớ</a:t>
            </a:r>
            <a:r>
              <a:rPr lang="ko-KR" altLang="en-US" sz="800" smtClean="0">
                <a:solidFill>
                  <a:srgbClr val="000000"/>
                </a:solidFill>
                <a:latin typeface="Arial" panose="020B0604020202020204" pitchFamily="34" charset="0"/>
                <a:cs typeface="Arial" panose="020B0604020202020204" pitchFamily="34" charset="0"/>
              </a:rPr>
              <a:t>               ②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Preset</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batch counter </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Pre Scale </a:t>
            </a:r>
            <a:endParaRPr lang="ko-KR" altLang="en-US" sz="800">
              <a:solidFill>
                <a:srgbClr val="000000"/>
              </a:solidFill>
              <a:latin typeface="Arial" panose="020B0604020202020204" pitchFamily="34" charset="0"/>
              <a:cs typeface="Arial" panose="020B0604020202020204" pitchFamily="34" charset="0"/>
            </a:endParaRPr>
          </a:p>
        </p:txBody>
      </p:sp>
      <p:sp>
        <p:nvSpPr>
          <p:cNvPr id="3095" name="Rectangle 49"/>
          <p:cNvSpPr>
            <a:spLocks noChangeArrowheads="1"/>
          </p:cNvSpPr>
          <p:nvPr/>
        </p:nvSpPr>
        <p:spPr bwMode="auto">
          <a:xfrm>
            <a:off x="3429000" y="971552"/>
            <a:ext cx="3124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20.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POFIT?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dù</a:t>
            </a:r>
            <a:r>
              <a:rPr lang="en-US" altLang="ko-KR" sz="800" smtClean="0">
                <a:solidFill>
                  <a:srgbClr val="000000"/>
                </a:solidFill>
                <a:latin typeface="Arial" panose="020B0604020202020204" pitchFamily="34" charset="0"/>
                <a:cs typeface="Arial" panose="020B0604020202020204" pitchFamily="34" charset="0"/>
              </a:rPr>
              <a:t> Spring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hại</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cũng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đóng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nhờ</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lỏng</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chỉnh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phù</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hợp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hole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FF0000"/>
                </a:solidFill>
                <a:latin typeface="Arial" panose="020B0604020202020204" pitchFamily="34" charset="0"/>
                <a:cs typeface="Arial" panose="020B0604020202020204" pitchFamily="34" charset="0"/>
              </a:rPr>
              <a:t>③ </a:t>
            </a:r>
            <a:r>
              <a:rPr lang="en-US" altLang="ko-KR" sz="800" err="1" smtClean="0">
                <a:solidFill>
                  <a:srgbClr val="FF0000"/>
                </a:solidFill>
                <a:latin typeface="Arial" panose="020B0604020202020204" pitchFamily="34" charset="0"/>
                <a:cs typeface="Arial" panose="020B0604020202020204" pitchFamily="34" charset="0"/>
              </a:rPr>
              <a:t>Khả</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năng</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điều</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chỉnh</a:t>
            </a:r>
            <a:r>
              <a:rPr lang="en-US" altLang="ko-KR" sz="800" smtClean="0">
                <a:solidFill>
                  <a:srgbClr val="FF0000"/>
                </a:solidFill>
                <a:latin typeface="Arial" panose="020B0604020202020204" pitchFamily="34" charset="0"/>
                <a:cs typeface="Arial" panose="020B0604020202020204" pitchFamily="34" charset="0"/>
              </a:rPr>
              <a:t> Valve </a:t>
            </a:r>
            <a:r>
              <a:rPr lang="en-US" altLang="ko-KR" sz="800" err="1" smtClean="0">
                <a:solidFill>
                  <a:srgbClr val="FF0000"/>
                </a:solidFill>
                <a:latin typeface="Arial" panose="020B0604020202020204" pitchFamily="34" charset="0"/>
                <a:cs typeface="Arial" panose="020B0604020202020204" pitchFamily="34" charset="0"/>
              </a:rPr>
              <a:t>phải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nhỏ</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hơn</a:t>
            </a:r>
            <a:r>
              <a:rPr lang="en-US" altLang="ko-KR" sz="800" smtClean="0">
                <a:solidFill>
                  <a:srgbClr val="FF0000"/>
                </a:solidFill>
                <a:latin typeface="Arial" panose="020B0604020202020204" pitchFamily="34" charset="0"/>
                <a:cs typeface="Arial" panose="020B0604020202020204" pitchFamily="34" charset="0"/>
              </a:rPr>
              <a:t> so </a:t>
            </a:r>
            <a:r>
              <a:rPr lang="en-US" altLang="ko-KR" sz="800" err="1" smtClean="0">
                <a:solidFill>
                  <a:srgbClr val="FF0000"/>
                </a:solidFill>
                <a:latin typeface="Arial" panose="020B0604020202020204" pitchFamily="34" charset="0"/>
                <a:cs typeface="Arial" panose="020B0604020202020204" pitchFamily="34" charset="0"/>
              </a:rPr>
              <a:t>với</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áp</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lực</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chất</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err="1" smtClean="0">
                <a:solidFill>
                  <a:srgbClr val="FF0000"/>
                </a:solidFill>
                <a:latin typeface="Arial" panose="020B0604020202020204" pitchFamily="34" charset="0"/>
                <a:cs typeface="Arial" panose="020B0604020202020204" pitchFamily="34" charset="0"/>
              </a:rPr>
              <a:t>lỏng</a:t>
            </a:r>
            <a:r>
              <a:rPr lang="en-US" altLang="ko-KR" sz="800" smtClean="0">
                <a:solidFill>
                  <a:srgbClr val="FF0000"/>
                </a:solidFill>
                <a:latin typeface="Arial" panose="020B0604020202020204" pitchFamily="34" charset="0"/>
                <a:cs typeface="Arial" panose="020B0604020202020204" pitchFamily="34" charset="0"/>
              </a:rPr>
              <a:t>.</a:t>
            </a:r>
            <a:endParaRPr lang="en-US" altLang="ko-KR" sz="800">
              <a:solidFill>
                <a:srgbClr val="FF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Quãng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dichuyển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hành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ngắn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đóng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nhanh</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22" name="Text Box 3"/>
          <p:cNvSpPr txBox="1">
            <a:spLocks noChangeArrowheads="1"/>
          </p:cNvSpPr>
          <p:nvPr/>
        </p:nvSpPr>
        <p:spPr bwMode="auto">
          <a:xfrm>
            <a:off x="228600" y="679450"/>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23"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05894278"/>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409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extLst>
              <p:ext uri="{D42A27DB-BD31-4B8C-83A1-F6EECF244321}">
                <p14:modId xmlns:p14="http://schemas.microsoft.com/office/powerpoint/2010/main" val="3170214635"/>
              </p:ext>
            </p:extLst>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extLst>
              <p:ext uri="{D42A27DB-BD31-4B8C-83A1-F6EECF244321}">
                <p14:modId xmlns:p14="http://schemas.microsoft.com/office/powerpoint/2010/main" val="943839324"/>
              </p:ext>
            </p:extLst>
          </p:nvPr>
        </p:nvGraphicFramePr>
        <p:xfrm>
          <a:off x="3735392"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57617282"/>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5124"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25"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192913068"/>
              </p:ext>
            </p:extLst>
          </p:nvPr>
        </p:nvGraphicFramePr>
        <p:xfrm>
          <a:off x="5346704"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35" name="Rectangle 604"/>
          <p:cNvSpPr>
            <a:spLocks noChangeArrowheads="1"/>
          </p:cNvSpPr>
          <p:nvPr/>
        </p:nvSpPr>
        <p:spPr bwMode="auto">
          <a:xfrm>
            <a:off x="304800" y="989015"/>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1. Chọn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kĩ</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thuật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nén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①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thể</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nhận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được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nguồn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một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cách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đơn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giản</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Khó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xác</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kém</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5136" name="Rectangle 605"/>
          <p:cNvSpPr>
            <a:spLocks noChangeArrowheads="1"/>
          </p:cNvSpPr>
          <p:nvPr/>
        </p:nvSpPr>
        <p:spPr bwMode="auto">
          <a:xfrm>
            <a:off x="304800" y="1763715"/>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bởi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thành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kê</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thành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thứ</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từ</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thành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N2-O2-Ar-CO2-H2</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N2-Ar-O2-CO2-H2</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O2-N2-Ar-H2-CO2</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O2-Ar-N2-H2-CO2</a:t>
            </a:r>
            <a:endParaRPr lang="ko-KR" altLang="en-US" sz="800">
              <a:solidFill>
                <a:srgbClr val="000000"/>
              </a:solidFill>
              <a:latin typeface="Arial" panose="020B0604020202020204" pitchFamily="34" charset="0"/>
              <a:cs typeface="Arial" panose="020B0604020202020204" pitchFamily="34" charset="0"/>
            </a:endParaRPr>
          </a:p>
        </p:txBody>
      </p:sp>
      <p:sp>
        <p:nvSpPr>
          <p:cNvPr id="5137" name="Rectangle 607"/>
          <p:cNvSpPr>
            <a:spLocks noChangeArrowheads="1"/>
          </p:cNvSpPr>
          <p:nvPr/>
        </p:nvSpPr>
        <p:spPr bwMode="auto">
          <a:xfrm>
            <a:off x="304800" y="2627315"/>
            <a:ext cx="326822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3.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lại</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hơn</a:t>
            </a:r>
            <a:r>
              <a:rPr lang="en-US" altLang="ko-KR" sz="800" smtClean="0">
                <a:solidFill>
                  <a:srgbClr val="000000"/>
                </a:solidFill>
                <a:latin typeface="Arial" panose="020B0604020202020204" pitchFamily="34" charset="0"/>
                <a:cs typeface="Arial" panose="020B0604020202020204" pitchFamily="34" charset="0"/>
              </a:rPr>
              <a:t> so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thủy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Nếu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thu</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lại</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an </a:t>
            </a:r>
            <a:r>
              <a:rPr lang="en-US" altLang="ko-KR" sz="800" err="1" smtClean="0">
                <a:solidFill>
                  <a:srgbClr val="000000"/>
                </a:solidFill>
                <a:latin typeface="Arial" panose="020B0604020202020204" pitchFamily="34" charset="0"/>
                <a:cs typeface="Arial" panose="020B0604020202020204" pitchFamily="34" charset="0"/>
              </a:rPr>
              <a:t>toàn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khác</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5138" name="Rectangle 635"/>
          <p:cNvSpPr>
            <a:spLocks noChangeArrowheads="1"/>
          </p:cNvSpPr>
          <p:nvPr/>
        </p:nvSpPr>
        <p:spPr bwMode="auto">
          <a:xfrm>
            <a:off x="304800" y="3419477"/>
            <a:ext cx="3124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4.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10~16Kgf</a:t>
            </a:r>
            <a:r>
              <a:rPr lang="en-US" altLang="ko-KR" sz="800">
                <a:solidFill>
                  <a:srgbClr val="000000"/>
                </a:solidFill>
                <a:latin typeface="Arial" panose="020B0604020202020204" pitchFamily="34" charset="0"/>
                <a:cs typeface="Arial" panose="020B0604020202020204" pitchFamily="34" charset="0"/>
              </a:rPr>
              <a:t>/</a:t>
            </a:r>
            <a:r>
              <a:rPr lang="en-US" altLang="ko-KR" sz="800" smtClean="0">
                <a:solidFill>
                  <a:srgbClr val="000000"/>
                </a:solidFill>
                <a:latin typeface="Arial" panose="020B0604020202020204" pitchFamily="34" charset="0"/>
                <a:cs typeface="Arial" panose="020B0604020202020204" pitchFamily="34" charset="0"/>
              </a:rPr>
              <a:t>㎠</a:t>
            </a:r>
            <a:r>
              <a:rPr lang="ko-KR" altLang="en-US"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①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thấp</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bình</a:t>
            </a:r>
            <a:r>
              <a:rPr lang="ko-KR" altLang="en-US" sz="800" smtClean="0">
                <a:solidFill>
                  <a:srgbClr val="000000"/>
                </a:solidFill>
                <a:latin typeface="Arial" panose="020B0604020202020204" pitchFamily="34" charset="0"/>
                <a:cs typeface="Arial" panose="020B0604020202020204" pitchFamily="34" charset="0"/>
              </a:rPr>
              <a:t>   </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endParaRPr lang="ko-KR" altLang="en-US" sz="800">
              <a:solidFill>
                <a:srgbClr val="000000"/>
              </a:solidFill>
              <a:latin typeface="Arial" panose="020B0604020202020204" pitchFamily="34" charset="0"/>
              <a:cs typeface="Arial" panose="020B0604020202020204" pitchFamily="34" charset="0"/>
            </a:endParaRPr>
          </a:p>
        </p:txBody>
      </p:sp>
      <p:sp>
        <p:nvSpPr>
          <p:cNvPr id="5139" name="Rectangle 69"/>
          <p:cNvSpPr>
            <a:spLocks noChangeArrowheads="1"/>
          </p:cNvSpPr>
          <p:nvPr/>
        </p:nvSpPr>
        <p:spPr bwMode="auto">
          <a:xfrm>
            <a:off x="315913" y="3947753"/>
            <a:ext cx="312420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5.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‘Do </a:t>
            </a:r>
            <a:r>
              <a:rPr lang="en-US" altLang="ko-KR" sz="800" err="1" smtClean="0">
                <a:solidFill>
                  <a:srgbClr val="000000"/>
                </a:solidFill>
                <a:latin typeface="Arial" panose="020B0604020202020204" pitchFamily="34" charset="0"/>
                <a:cs typeface="Arial" panose="020B0604020202020204" pitchFamily="34" charset="0"/>
              </a:rPr>
              <a:t>chỉ</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rung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do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do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hút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cùng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hỏng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phù</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hợp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những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nhiều</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b="1">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Screw</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Root Blower</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Turbo </a:t>
            </a:r>
            <a:endParaRPr lang="ko-KR" altLang="en-US" sz="800">
              <a:solidFill>
                <a:srgbClr val="000000"/>
              </a:solidFill>
              <a:latin typeface="Arial" panose="020B0604020202020204" pitchFamily="34" charset="0"/>
              <a:cs typeface="Arial" panose="020B0604020202020204" pitchFamily="34" charset="0"/>
            </a:endParaRPr>
          </a:p>
        </p:txBody>
      </p:sp>
      <p:sp>
        <p:nvSpPr>
          <p:cNvPr id="5140" name="Rectangle 71"/>
          <p:cNvSpPr>
            <a:spLocks noChangeArrowheads="1"/>
          </p:cNvSpPr>
          <p:nvPr/>
        </p:nvSpPr>
        <p:spPr bwMode="auto">
          <a:xfrm>
            <a:off x="304800" y="5308601"/>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6.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chiều</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ốc</a:t>
            </a:r>
            <a:r>
              <a:rPr lang="en-US" altLang="ko-KR" sz="800" smtClean="0">
                <a:solidFill>
                  <a:srgbClr val="000000"/>
                </a:solidFill>
                <a:latin typeface="Arial" panose="020B0604020202020204" pitchFamily="34" charset="0"/>
                <a:cs typeface="Arial" panose="020B0604020202020204" pitchFamily="34" charset="0"/>
              </a:rPr>
              <a:t> (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screw).</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tâm</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thiết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tạo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từ</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5141" name="Rectangle 76"/>
          <p:cNvSpPr>
            <a:spLocks noChangeArrowheads="1"/>
          </p:cNvSpPr>
          <p:nvPr/>
        </p:nvSpPr>
        <p:spPr bwMode="auto">
          <a:xfrm>
            <a:off x="304800" y="6148388"/>
            <a:ext cx="31242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7.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tank </a:t>
            </a:r>
            <a:r>
              <a:rPr lang="en-US" altLang="ko-KR" sz="800" err="1" smtClean="0">
                <a:solidFill>
                  <a:srgbClr val="000000"/>
                </a:solidFill>
                <a:latin typeface="Arial" panose="020B0604020202020204" pitchFamily="34" charset="0"/>
                <a:cs typeface="Arial" panose="020B0604020202020204" pitchFamily="34" charset="0"/>
              </a:rPr>
              <a:t>chứa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lnSpc>
                <a:spcPct val="120000"/>
              </a:lnSpc>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tỷ</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Lưu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Switching </a:t>
            </a:r>
            <a:r>
              <a:rPr lang="en-US" altLang="ko-KR" sz="800" err="1" smtClean="0">
                <a:solidFill>
                  <a:srgbClr val="000000"/>
                </a:solidFill>
                <a:latin typeface="Arial" panose="020B0604020202020204" pitchFamily="34" charset="0"/>
                <a:cs typeface="Arial" panose="020B0604020202020204" pitchFamily="34" charset="0"/>
              </a:rPr>
              <a:t>mỗi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giờ</a:t>
            </a:r>
            <a:endParaRPr lang="ko-KR" altLang="en-US" sz="800">
              <a:solidFill>
                <a:srgbClr val="000000"/>
              </a:solidFill>
              <a:latin typeface="Arial" panose="020B0604020202020204" pitchFamily="34" charset="0"/>
              <a:cs typeface="Arial" panose="020B0604020202020204" pitchFamily="34" charset="0"/>
            </a:endParaRPr>
          </a:p>
        </p:txBody>
      </p:sp>
      <p:sp>
        <p:nvSpPr>
          <p:cNvPr id="5142" name="Text Box 241"/>
          <p:cNvSpPr txBox="1">
            <a:spLocks noChangeArrowheads="1"/>
          </p:cNvSpPr>
          <p:nvPr/>
        </p:nvSpPr>
        <p:spPr bwMode="auto">
          <a:xfrm>
            <a:off x="304800" y="6776811"/>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8.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nhiễm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marL="171450" indent="-171450" eaLnBrk="1" fontAlgn="b" latinLnBrk="1" hangingPunct="1">
              <a:spcBef>
                <a:spcPct val="0"/>
              </a:spcBef>
              <a:spcAft>
                <a:spcPct val="0"/>
              </a:spcAft>
              <a:buFontTx/>
              <a:buChar char="-"/>
            </a:pPr>
            <a:r>
              <a:rPr lang="en-US" altLang="ko-KR" sz="800" smtClean="0">
                <a:solidFill>
                  <a:srgbClr val="000000"/>
                </a:solidFill>
                <a:latin typeface="Arial" panose="020B0604020202020204" pitchFamily="34" charset="0"/>
                <a:cs typeface="Arial" panose="020B0604020202020204" pitchFamily="34" charset="0"/>
              </a:rPr>
              <a:t>Làm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tuổi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thọ</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gây</a:t>
            </a:r>
            <a:r>
              <a:rPr lang="en-US" altLang="ko-KR" sz="800" smtClean="0">
                <a:solidFill>
                  <a:srgbClr val="000000"/>
                </a:solidFill>
                <a:latin typeface="Arial" panose="020B0604020202020204" pitchFamily="34" charset="0"/>
                <a:cs typeface="Arial" panose="020B0604020202020204" pitchFamily="34" charset="0"/>
              </a:rPr>
              <a:t> ô </a:t>
            </a:r>
            <a:r>
              <a:rPr lang="en-US" altLang="ko-KR" sz="800" err="1" smtClean="0">
                <a:solidFill>
                  <a:srgbClr val="000000"/>
                </a:solidFill>
                <a:latin typeface="Arial" panose="020B0604020202020204" pitchFamily="34" charset="0"/>
                <a:cs typeface="Arial" panose="020B0604020202020204" pitchFamily="34" charset="0"/>
              </a:rPr>
              <a:t>nhiễm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vô</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cùng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chảy</a:t>
            </a:r>
            <a:r>
              <a:rPr lang="en-US" altLang="ko-KR" sz="800" smtClean="0">
                <a:solidFill>
                  <a:srgbClr val="000000"/>
                </a:solidFill>
                <a:latin typeface="Arial" panose="020B0604020202020204" pitchFamily="34" charset="0"/>
                <a:cs typeface="Arial" panose="020B0604020202020204" pitchFamily="34" charset="0"/>
              </a:rPr>
              <a:t> qua, </a:t>
            </a:r>
            <a:r>
              <a:rPr lang="en-US" altLang="ko-KR" sz="800" err="1" smtClean="0">
                <a:solidFill>
                  <a:srgbClr val="000000"/>
                </a:solidFill>
                <a:latin typeface="Arial" panose="020B0604020202020204" pitchFamily="34" charset="0"/>
                <a:cs typeface="Arial" panose="020B0604020202020204" pitchFamily="34" charset="0"/>
              </a:rPr>
              <a:t>phồng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bằng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bám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spool</a:t>
            </a:r>
          </a:p>
          <a:p>
            <a:pPr marL="171450" indent="-171450" eaLnBrk="1" fontAlgn="b" latinLnBrk="1" hangingPunct="1">
              <a:spcBef>
                <a:spcPct val="0"/>
              </a:spcBef>
              <a:spcAft>
                <a:spcPct val="0"/>
              </a:spcAft>
              <a:buFontTx/>
              <a:buChar char="-"/>
            </a:pPr>
            <a:endParaRPr lang="ko-KR" altLang="en-US"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Carbon</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dầu</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nước</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bụi</a:t>
            </a:r>
            <a:r>
              <a:rPr lang="en-US" altLang="ko-KR"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p:txBody>
      </p:sp>
      <p:sp>
        <p:nvSpPr>
          <p:cNvPr id="5143" name="Rectangle 615"/>
          <p:cNvSpPr>
            <a:spLocks noChangeArrowheads="1"/>
          </p:cNvSpPr>
          <p:nvPr/>
        </p:nvSpPr>
        <p:spPr bwMode="auto">
          <a:xfrm>
            <a:off x="304800" y="7631115"/>
            <a:ext cx="312420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9.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gọi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sinh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a:solidFill>
                  <a:srgbClr val="000000"/>
                </a:solidFill>
                <a:latin typeface="Arial" panose="020B0604020202020204" pitchFamily="34" charset="0"/>
                <a:cs typeface="Arial" panose="020B0604020202020204" pitchFamily="34" charset="0"/>
              </a:rPr>
              <a:t>FRL </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endParaRPr lang="ko-KR" altLang="en-US" sz="800">
              <a:solidFill>
                <a:srgbClr val="000000"/>
              </a:solidFill>
              <a:latin typeface="Arial" panose="020B0604020202020204" pitchFamily="34" charset="0"/>
              <a:cs typeface="Arial" panose="020B0604020202020204" pitchFamily="34" charset="0"/>
            </a:endParaRPr>
          </a:p>
        </p:txBody>
      </p:sp>
      <p:grpSp>
        <p:nvGrpSpPr>
          <p:cNvPr id="5144" name="Group 616"/>
          <p:cNvGrpSpPr>
            <a:grpSpLocks/>
          </p:cNvGrpSpPr>
          <p:nvPr/>
        </p:nvGrpSpPr>
        <p:grpSpPr bwMode="auto">
          <a:xfrm>
            <a:off x="692150" y="7908682"/>
            <a:ext cx="1797050" cy="668338"/>
            <a:chOff x="336" y="839"/>
            <a:chExt cx="1488" cy="661"/>
          </a:xfrm>
        </p:grpSpPr>
        <p:pic>
          <p:nvPicPr>
            <p:cNvPr id="5158" name="Picture 617" descr="Untitled-1"/>
            <p:cNvPicPr>
              <a:picLocks noChangeAspect="1" noChangeArrowheads="1"/>
            </p:cNvPicPr>
            <p:nvPr/>
          </p:nvPicPr>
          <p:blipFill>
            <a:blip r:embed="rId3">
              <a:extLst>
                <a:ext uri="{28A0092B-C50C-407E-A947-70E740481C1C}">
                  <a14:useLocalDpi xmlns:a14="http://schemas.microsoft.com/office/drawing/2010/main" val="0"/>
                </a:ext>
              </a:extLst>
            </a:blip>
            <a:srcRect t="1369"/>
            <a:stretch>
              <a:fillRect/>
            </a:stretch>
          </p:blipFill>
          <p:spPr bwMode="auto">
            <a:xfrm>
              <a:off x="336" y="839"/>
              <a:ext cx="1488"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9" name="Rectangle 618"/>
            <p:cNvSpPr>
              <a:spLocks noChangeArrowheads="1"/>
            </p:cNvSpPr>
            <p:nvPr/>
          </p:nvSpPr>
          <p:spPr bwMode="auto">
            <a:xfrm>
              <a:off x="1207" y="1260"/>
              <a:ext cx="261" cy="144"/>
            </a:xfrm>
            <a:prstGeom prst="rect">
              <a:avLst/>
            </a:prstGeom>
            <a:solidFill>
              <a:schemeClr val="bg1"/>
            </a:solidFill>
            <a:ln w="9525" cap="rnd">
              <a:solidFill>
                <a:schemeClr val="tx1"/>
              </a:solidFill>
              <a:prstDash val="sysDot"/>
              <a:miter lim="800000"/>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a:t>
              </a:r>
            </a:p>
          </p:txBody>
        </p:sp>
      </p:grpSp>
      <p:sp>
        <p:nvSpPr>
          <p:cNvPr id="5145" name="Rectangle 82"/>
          <p:cNvSpPr>
            <a:spLocks noChangeArrowheads="1"/>
          </p:cNvSpPr>
          <p:nvPr/>
        </p:nvSpPr>
        <p:spPr bwMode="auto">
          <a:xfrm>
            <a:off x="3429000" y="971552"/>
            <a:ext cx="312420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10.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chú</a:t>
            </a:r>
            <a:r>
              <a:rPr lang="en-US" altLang="ko-KR" sz="800" smtClean="0">
                <a:solidFill>
                  <a:srgbClr val="000000"/>
                </a:solidFill>
                <a:latin typeface="Arial" panose="020B0604020202020204" pitchFamily="34" charset="0"/>
                <a:cs typeface="Arial" panose="020B0604020202020204" pitchFamily="34" charset="0"/>
              </a:rPr>
              <a:t> ý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nơi</a:t>
            </a:r>
            <a:r>
              <a:rPr lang="en-US" altLang="ko-KR" sz="800" smtClean="0">
                <a:solidFill>
                  <a:srgbClr val="000000"/>
                </a:solidFill>
                <a:latin typeface="Arial" panose="020B0604020202020204" pitchFamily="34" charset="0"/>
                <a:cs typeface="Arial" panose="020B0604020202020204" pitchFamily="34" charset="0"/>
              </a:rPr>
              <a:t> lắp</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đặt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nới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ẩm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thấp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phát</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sinh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drain.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nơi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gas </a:t>
            </a:r>
            <a:r>
              <a:rPr lang="en-US" altLang="ko-KR" sz="800" err="1" smtClean="0">
                <a:solidFill>
                  <a:srgbClr val="000000"/>
                </a:solidFill>
                <a:latin typeface="Arial" panose="020B0604020202020204" pitchFamily="34" charset="0"/>
                <a:cs typeface="Arial" panose="020B0604020202020204" pitchFamily="34" charset="0"/>
              </a:rPr>
              <a:t>độc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hại</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Nếu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hút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trên</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50</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hiệu</a:t>
            </a:r>
            <a:r>
              <a:rPr lang="en-US" altLang="ko-KR" sz="800" smtClean="0">
                <a:solidFill>
                  <a:srgbClr val="000000"/>
                </a:solidFill>
                <a:latin typeface="Arial" panose="020B0604020202020204" pitchFamily="34" charset="0"/>
                <a:cs typeface="Arial" panose="020B0604020202020204" pitchFamily="34" charset="0"/>
              </a:rPr>
              <a:t> suất</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của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30~40% </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④  Không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nước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mưa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sáng</a:t>
            </a:r>
            <a:r>
              <a:rPr lang="en-US" altLang="ko-KR" sz="800" smtClean="0">
                <a:solidFill>
                  <a:srgbClr val="000000"/>
                </a:solidFill>
                <a:latin typeface="Arial" panose="020B0604020202020204" pitchFamily="34" charset="0"/>
                <a:cs typeface="Arial" panose="020B0604020202020204" pitchFamily="34" charset="0"/>
              </a:rPr>
              <a:t> trực</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nhắc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âm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tiếng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ồn</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p:txBody>
      </p:sp>
      <p:sp>
        <p:nvSpPr>
          <p:cNvPr id="5146" name="Rectangle 243"/>
          <p:cNvSpPr>
            <a:spLocks noChangeArrowheads="1"/>
          </p:cNvSpPr>
          <p:nvPr/>
        </p:nvSpPr>
        <p:spPr bwMode="auto">
          <a:xfrm>
            <a:off x="3429004" y="4643440"/>
            <a:ext cx="331311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14. </a:t>
            </a:r>
            <a:r>
              <a:rPr lang="en-US" altLang="ko-KR" sz="800" err="1" smtClean="0">
                <a:solidFill>
                  <a:srgbClr val="000000"/>
                </a:solidFill>
                <a:latin typeface="Arial" panose="020B0604020202020204" pitchFamily="34" charset="0"/>
                <a:cs typeface="Arial" panose="020B0604020202020204" pitchFamily="34" charset="0"/>
              </a:rPr>
              <a:t>Nội</a:t>
            </a:r>
            <a:r>
              <a:rPr lang="en-US" altLang="ko-KR" sz="800" smtClean="0">
                <a:solidFill>
                  <a:srgbClr val="000000"/>
                </a:solidFill>
                <a:latin typeface="Arial" panose="020B0604020202020204" pitchFamily="34" charset="0"/>
                <a:cs typeface="Arial" panose="020B0604020202020204" pitchFamily="34" charset="0"/>
              </a:rPr>
              <a:t> dung </a:t>
            </a:r>
            <a:r>
              <a:rPr lang="en-US" altLang="ko-KR" sz="800" err="1" smtClean="0">
                <a:solidFill>
                  <a:srgbClr val="000000"/>
                </a:solidFill>
                <a:latin typeface="Arial" panose="020B0604020202020204" pitchFamily="34" charset="0"/>
                <a:cs typeface="Arial" panose="020B0604020202020204" pitchFamily="34" charset="0"/>
              </a:rPr>
              <a:t>sau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lắp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phụ</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hoặc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gỉ</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thước</a:t>
            </a:r>
            <a:r>
              <a:rPr lang="en-US" altLang="ko-KR" sz="800" smtClean="0">
                <a:solidFill>
                  <a:srgbClr val="000000"/>
                </a:solidFill>
                <a:latin typeface="Arial" panose="020B0604020202020204" pitchFamily="34" charset="0"/>
                <a:cs typeface="Arial" panose="020B0604020202020204" pitchFamily="34" charset="0"/>
              </a:rPr>
              <a:t> khoảng</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từ</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50~75</a:t>
            </a:r>
            <a:r>
              <a:rPr lang="en-US" altLang="ko-KR" sz="800" smtClean="0">
                <a:solidFill>
                  <a:srgbClr val="000000"/>
                </a:solidFill>
                <a:latin typeface="Arial" panose="020B0604020202020204" pitchFamily="34" charset="0"/>
                <a:cs typeface="Arial" panose="020B0604020202020204" pitchFamily="34" charset="0"/>
              </a:rPr>
              <a:t>㎛</a:t>
            </a:r>
            <a:r>
              <a:rPr lang="ko-KR" altLang="en-US"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Main line filter</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filter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Air dryer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filter</a:t>
            </a:r>
            <a:endParaRPr lang="ko-KR" altLang="en-US" sz="800">
              <a:solidFill>
                <a:srgbClr val="000000"/>
              </a:solidFill>
              <a:latin typeface="Arial" panose="020B0604020202020204" pitchFamily="34" charset="0"/>
              <a:cs typeface="Arial" panose="020B0604020202020204" pitchFamily="34" charset="0"/>
            </a:endParaRPr>
          </a:p>
        </p:txBody>
      </p:sp>
      <p:sp>
        <p:nvSpPr>
          <p:cNvPr id="5147" name="Rectangle 83"/>
          <p:cNvSpPr>
            <a:spLocks noChangeArrowheads="1"/>
          </p:cNvSpPr>
          <p:nvPr/>
        </p:nvSpPr>
        <p:spPr bwMode="auto">
          <a:xfrm>
            <a:off x="3440117" y="2284415"/>
            <a:ext cx="3113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11.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Những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bụi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nhỏ</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Air Filter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sẽ</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lọc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bởi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 filter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sau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chất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vật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sẽ</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được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đưa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ra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cửa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xả</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đúng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vào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① Deflector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baffle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Diaphramg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element</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5148" name="Rectangle 121"/>
          <p:cNvSpPr>
            <a:spLocks noChangeArrowheads="1"/>
          </p:cNvSpPr>
          <p:nvPr/>
        </p:nvSpPr>
        <p:spPr bwMode="auto">
          <a:xfrm>
            <a:off x="3419479" y="5741989"/>
            <a:ext cx="3133725"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15.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a:solidFill>
                  <a:srgbClr val="000000"/>
                </a:solidFill>
                <a:latin typeface="Arial" panose="020B0604020202020204" pitchFamily="34" charset="0"/>
                <a:cs typeface="Arial" panose="020B0604020202020204" pitchFamily="34" charset="0"/>
              </a:rPr>
              <a:t>Đường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mạch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loại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kín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trao</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đổi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vào</a:t>
            </a:r>
            <a:r>
              <a:rPr lang="en-US" altLang="ko-KR" sz="800">
                <a:solidFill>
                  <a:srgbClr val="000000"/>
                </a:solidFill>
                <a:latin typeface="Arial" panose="020B0604020202020204" pitchFamily="34" charset="0"/>
                <a:cs typeface="Arial" panose="020B0604020202020204" pitchFamily="34" charset="0"/>
              </a:rPr>
              <a:t>/</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thảo</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ra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với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không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bên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ngoài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cần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đường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ống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hồi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giống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như</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mạch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thủy</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lực</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Do </a:t>
            </a:r>
            <a:r>
              <a:rPr lang="en-US" altLang="ko-KR" sz="800" err="1">
                <a:solidFill>
                  <a:srgbClr val="000000"/>
                </a:solidFill>
                <a:latin typeface="Arial" panose="020B0604020202020204" pitchFamily="34" charset="0"/>
                <a:cs typeface="Arial" panose="020B0604020202020204" pitchFamily="34" charset="0"/>
              </a:rPr>
              <a:t>không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quán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tính</a:t>
            </a:r>
            <a:r>
              <a:rPr lang="en-US" altLang="ko-KR" sz="800">
                <a:solidFill>
                  <a:srgbClr val="000000"/>
                </a:solidFill>
                <a:latin typeface="Arial" panose="020B0604020202020204" pitchFamily="34" charset="0"/>
                <a:cs typeface="Arial" panose="020B0604020202020204" pitchFamily="34" charset="0"/>
              </a:rPr>
              <a:t> hay </a:t>
            </a:r>
            <a:r>
              <a:rPr lang="en-US" altLang="ko-KR" sz="800" err="1">
                <a:solidFill>
                  <a:srgbClr val="000000"/>
                </a:solidFill>
                <a:latin typeface="Arial" panose="020B0604020202020204" pitchFamily="34" charset="0"/>
                <a:cs typeface="Arial" panose="020B0604020202020204" pitchFamily="34" charset="0"/>
              </a:rPr>
              <a:t>độ</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nhớt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nhỏ</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nên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tổn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thất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áp</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lực</a:t>
            </a:r>
            <a:r>
              <a:rPr lang="en-US" altLang="ko-KR" sz="800">
                <a:solidFill>
                  <a:srgbClr val="000000"/>
                </a:solidFill>
                <a:latin typeface="Arial" panose="020B0604020202020204" pitchFamily="34" charset="0"/>
                <a:cs typeface="Arial" panose="020B0604020202020204" pitchFamily="34" charset="0"/>
              </a:rPr>
              <a:t> so </a:t>
            </a:r>
            <a:r>
              <a:rPr lang="en-US" altLang="ko-KR" sz="800" err="1">
                <a:solidFill>
                  <a:srgbClr val="000000"/>
                </a:solidFill>
                <a:latin typeface="Arial" panose="020B0604020202020204" pitchFamily="34" charset="0"/>
                <a:cs typeface="Arial" panose="020B0604020202020204" pitchFamily="34" charset="0"/>
              </a:rPr>
              <a:t>với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thủy</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lực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Do </a:t>
            </a:r>
            <a:r>
              <a:rPr lang="en-US" altLang="ko-KR" sz="800" err="1">
                <a:solidFill>
                  <a:srgbClr val="000000"/>
                </a:solidFill>
                <a:latin typeface="Arial" panose="020B0604020202020204" pitchFamily="34" charset="0"/>
                <a:cs typeface="Arial" panose="020B0604020202020204" pitchFamily="34" charset="0"/>
              </a:rPr>
              <a:t>không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được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tính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nên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dù</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dùng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đồng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thời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một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vài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thiết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bị</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được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nối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với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cùng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một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đường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ống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cũng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ít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sảy</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ra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ảnh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hưởng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giữa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các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máy</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④ </a:t>
            </a:r>
            <a:r>
              <a:rPr lang="en-US" altLang="ko-KR" sz="800">
                <a:solidFill>
                  <a:srgbClr val="000000"/>
                </a:solidFill>
                <a:latin typeface="Arial" panose="020B0604020202020204" pitchFamily="34" charset="0"/>
                <a:cs typeface="Arial" panose="020B0604020202020204" pitchFamily="34" charset="0"/>
              </a:rPr>
              <a:t>Ở </a:t>
            </a:r>
            <a:r>
              <a:rPr lang="en-US" altLang="ko-KR" sz="800" err="1">
                <a:solidFill>
                  <a:srgbClr val="000000"/>
                </a:solidFill>
                <a:latin typeface="Arial" panose="020B0604020202020204" pitchFamily="34" charset="0"/>
                <a:cs typeface="Arial" panose="020B0604020202020204" pitchFamily="34" charset="0"/>
              </a:rPr>
              <a:t>khía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cạnh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tổn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thất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năng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lượng</a:t>
            </a:r>
            <a:r>
              <a:rPr lang="en-US" altLang="ko-KR" sz="800">
                <a:solidFill>
                  <a:srgbClr val="000000"/>
                </a:solidFill>
                <a:latin typeface="Arial" panose="020B0604020202020204" pitchFamily="34" charset="0"/>
                <a:cs typeface="Arial" panose="020B0604020202020204" pitchFamily="34" charset="0"/>
              </a:rPr>
              <a:t> di </a:t>
            </a:r>
            <a:r>
              <a:rPr lang="en-US" altLang="ko-KR" sz="800" err="1">
                <a:solidFill>
                  <a:srgbClr val="000000"/>
                </a:solidFill>
                <a:latin typeface="Arial" panose="020B0604020202020204" pitchFamily="34" charset="0"/>
                <a:cs typeface="Arial" panose="020B0604020202020204" pitchFamily="34" charset="0"/>
              </a:rPr>
              <a:t>chuyển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nhỏ</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ảnh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hưởng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giữa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các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thiết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bị</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ít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thể</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lắp</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đường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ống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nén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đến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tận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các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góc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của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máy</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p:txBody>
      </p:sp>
      <p:sp>
        <p:nvSpPr>
          <p:cNvPr id="5149" name="Rectangle 34"/>
          <p:cNvSpPr>
            <a:spLocks noChangeArrowheads="1"/>
          </p:cNvSpPr>
          <p:nvPr/>
        </p:nvSpPr>
        <p:spPr bwMode="auto">
          <a:xfrm>
            <a:off x="3429000" y="3203577"/>
            <a:ext cx="3124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12.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Cylinder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Cylinder </a:t>
            </a:r>
            <a:r>
              <a:rPr lang="en-US" altLang="ko-KR" sz="800" err="1" smtClean="0">
                <a:solidFill>
                  <a:srgbClr val="000000"/>
                </a:solidFill>
                <a:latin typeface="Arial" panose="020B0604020202020204" pitchFamily="34" charset="0"/>
                <a:cs typeface="Arial" panose="020B0604020202020204" pitchFamily="34" charset="0"/>
              </a:rPr>
              <a:t>thép</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Compact cylinder</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Cylinder </a:t>
            </a:r>
            <a:r>
              <a:rPr lang="en-US" altLang="ko-KR" sz="800" err="1" smtClean="0">
                <a:solidFill>
                  <a:srgbClr val="000000"/>
                </a:solidFill>
                <a:latin typeface="Arial" panose="020B0604020202020204" pitchFamily="34" charset="0"/>
                <a:cs typeface="Arial" panose="020B0604020202020204" pitchFamily="34" charset="0"/>
              </a:rPr>
              <a:t>gắn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do</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Tie Rod Cylinder</a:t>
            </a:r>
            <a:endParaRPr lang="ko-KR" altLang="en-US" sz="800">
              <a:solidFill>
                <a:srgbClr val="000000"/>
              </a:solidFill>
              <a:latin typeface="Arial" panose="020B0604020202020204" pitchFamily="34" charset="0"/>
              <a:cs typeface="Arial" panose="020B0604020202020204" pitchFamily="34" charset="0"/>
            </a:endParaRPr>
          </a:p>
        </p:txBody>
      </p:sp>
      <p:sp>
        <p:nvSpPr>
          <p:cNvPr id="5150" name="Rectangle 39"/>
          <p:cNvSpPr>
            <a:spLocks noChangeArrowheads="1"/>
          </p:cNvSpPr>
          <p:nvPr/>
        </p:nvSpPr>
        <p:spPr bwMode="auto">
          <a:xfrm>
            <a:off x="3429000" y="3779839"/>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13.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nội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dung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liên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quan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đến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nén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SPEED CONTROL V/V</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Check</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V/V</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③ Needle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V/V</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④ Pilot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V/V</a:t>
            </a:r>
          </a:p>
        </p:txBody>
      </p:sp>
      <p:pic>
        <p:nvPicPr>
          <p:cNvPr id="5151" name="Picture 40" descr="Untitled-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23600" y="4025739"/>
            <a:ext cx="685800" cy="612732"/>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5152" name="Group 40"/>
          <p:cNvGrpSpPr>
            <a:grpSpLocks/>
          </p:cNvGrpSpPr>
          <p:nvPr/>
        </p:nvGrpSpPr>
        <p:grpSpPr bwMode="auto">
          <a:xfrm>
            <a:off x="3709988" y="7623175"/>
            <a:ext cx="2057400" cy="1123950"/>
            <a:chOff x="397" y="4667"/>
            <a:chExt cx="1296" cy="708"/>
          </a:xfrm>
        </p:grpSpPr>
        <p:pic>
          <p:nvPicPr>
            <p:cNvPr id="5154" name="Picture 3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7" y="4667"/>
              <a:ext cx="384"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55"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09" y="4667"/>
              <a:ext cx="384"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56" name="Picture 3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7" y="5003"/>
              <a:ext cx="384"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57" name="Picture 3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09" y="5003"/>
              <a:ext cx="384"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53" name="Rectangle 33"/>
          <p:cNvSpPr>
            <a:spLocks noChangeArrowheads="1"/>
          </p:cNvSpPr>
          <p:nvPr/>
        </p:nvSpPr>
        <p:spPr bwMode="auto">
          <a:xfrm>
            <a:off x="3384550" y="7489827"/>
            <a:ext cx="3429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16</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Trong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số</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hiệu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Valve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đóng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3/2 Way?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①                                   ②</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③                                   ④</a:t>
            </a:r>
          </a:p>
        </p:txBody>
      </p:sp>
      <p:sp>
        <p:nvSpPr>
          <p:cNvPr id="33" name="Text Box 3"/>
          <p:cNvSpPr txBox="1">
            <a:spLocks noChangeArrowheads="1"/>
          </p:cNvSpPr>
          <p:nvPr/>
        </p:nvSpPr>
        <p:spPr bwMode="auto">
          <a:xfrm>
            <a:off x="228600" y="716697"/>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35"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97283921"/>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6148"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6149"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4264574174"/>
              </p:ext>
            </p:extLst>
          </p:nvPr>
        </p:nvGraphicFramePr>
        <p:xfrm>
          <a:off x="5346704" y="139700"/>
          <a:ext cx="1223963" cy="774700"/>
        </p:xfrm>
        <a:graphic>
          <a:graphicData uri="http://schemas.openxmlformats.org/drawingml/2006/table">
            <a:tbl>
              <a:tblPr/>
              <a:tblGrid>
                <a:gridCol w="1223963">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25" marR="914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25" marR="9142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159" name="Rectangle 49"/>
          <p:cNvSpPr>
            <a:spLocks noChangeArrowheads="1"/>
          </p:cNvSpPr>
          <p:nvPr/>
        </p:nvSpPr>
        <p:spPr bwMode="auto">
          <a:xfrm>
            <a:off x="304800" y="971552"/>
            <a:ext cx="319621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17. </a:t>
            </a:r>
            <a:r>
              <a:rPr lang="en-US" altLang="ko-KR" sz="800" err="1">
                <a:solidFill>
                  <a:srgbClr val="000000"/>
                </a:solidFill>
                <a:latin typeface="Arial" panose="020B0604020202020204" pitchFamily="34" charset="0"/>
                <a:cs typeface="Arial" panose="020B0604020202020204" pitchFamily="34" charset="0"/>
              </a:rPr>
              <a:t>Chọn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đáp</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án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không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phải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đặc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điểm</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của</a:t>
            </a:r>
            <a:r>
              <a:rPr lang="en-US" altLang="ko-KR" sz="800">
                <a:solidFill>
                  <a:srgbClr val="000000"/>
                </a:solidFill>
                <a:latin typeface="Arial" panose="020B0604020202020204" pitchFamily="34" charset="0"/>
                <a:cs typeface="Arial" panose="020B0604020202020204" pitchFamily="34" charset="0"/>
              </a:rPr>
              <a:t> valve </a:t>
            </a:r>
            <a:r>
              <a:rPr lang="en-US" altLang="ko-KR" sz="800" err="1">
                <a:solidFill>
                  <a:srgbClr val="000000"/>
                </a:solidFill>
                <a:latin typeface="Arial" panose="020B0604020202020204" pitchFamily="34" charset="0"/>
                <a:cs typeface="Arial" panose="020B0604020202020204" pitchFamily="34" charset="0"/>
              </a:rPr>
              <a:t>dạng</a:t>
            </a:r>
            <a:r>
              <a:rPr lang="en-US" altLang="ko-KR" sz="800">
                <a:solidFill>
                  <a:srgbClr val="000000"/>
                </a:solidFill>
                <a:latin typeface="Arial" panose="020B0604020202020204" pitchFamily="34" charset="0"/>
                <a:cs typeface="Arial" panose="020B0604020202020204" pitchFamily="34" charset="0"/>
              </a:rPr>
              <a:t> POFIT</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a:solidFill>
                  <a:srgbClr val="000000"/>
                </a:solidFill>
                <a:latin typeface="Arial" panose="020B0604020202020204" pitchFamily="34" charset="0"/>
                <a:cs typeface="Arial" panose="020B0604020202020204" pitchFamily="34" charset="0"/>
              </a:rPr>
              <a:t>Hiệu</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quả</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tốt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dù</a:t>
            </a:r>
            <a:r>
              <a:rPr lang="en-US" altLang="ko-KR" sz="800">
                <a:solidFill>
                  <a:srgbClr val="000000"/>
                </a:solidFill>
                <a:latin typeface="Arial" panose="020B0604020202020204" pitchFamily="34" charset="0"/>
                <a:cs typeface="Arial" panose="020B0604020202020204" pitchFamily="34" charset="0"/>
              </a:rPr>
              <a:t> Spring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bị</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hư</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hại</a:t>
            </a:r>
            <a:r>
              <a:rPr lang="en-US" altLang="ko-KR" sz="800">
                <a:solidFill>
                  <a:srgbClr val="000000"/>
                </a:solidFill>
                <a:latin typeface="Arial" panose="020B0604020202020204" pitchFamily="34" charset="0"/>
                <a:cs typeface="Arial" panose="020B0604020202020204" pitchFamily="34" charset="0"/>
              </a:rPr>
              <a:t>, valve </a:t>
            </a:r>
            <a:r>
              <a:rPr lang="en-US" altLang="ko-KR" sz="800" err="1">
                <a:solidFill>
                  <a:srgbClr val="000000"/>
                </a:solidFill>
                <a:latin typeface="Arial" panose="020B0604020202020204" pitchFamily="34" charset="0"/>
                <a:cs typeface="Arial" panose="020B0604020202020204" pitchFamily="34" charset="0"/>
              </a:rPr>
              <a:t>cũng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được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đóng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lại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nhờ</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áp</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lực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của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chất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lỏng</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khả</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năng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điều</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chỉnh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lưu</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lượng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và</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phù</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hợp</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với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các</a:t>
            </a:r>
            <a:r>
              <a:rPr lang="en-US" altLang="ko-KR" sz="800">
                <a:solidFill>
                  <a:srgbClr val="000000"/>
                </a:solidFill>
                <a:latin typeface="Arial" panose="020B0604020202020204" pitchFamily="34" charset="0"/>
                <a:cs typeface="Arial" panose="020B0604020202020204" pitchFamily="34" charset="0"/>
              </a:rPr>
              <a:t> hole </a:t>
            </a:r>
            <a:r>
              <a:rPr lang="en-US" altLang="ko-KR" sz="800" err="1">
                <a:solidFill>
                  <a:srgbClr val="000000"/>
                </a:solidFill>
                <a:latin typeface="Arial" panose="020B0604020202020204" pitchFamily="34" charset="0"/>
                <a:cs typeface="Arial" panose="020B0604020202020204" pitchFamily="34" charset="0"/>
              </a:rPr>
              <a:t>lớn</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a:solidFill>
                  <a:srgbClr val="000000"/>
                </a:solidFill>
                <a:latin typeface="Arial" panose="020B0604020202020204" pitchFamily="34" charset="0"/>
                <a:cs typeface="Arial" panose="020B0604020202020204" pitchFamily="34" charset="0"/>
              </a:rPr>
              <a:t>Khả</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năng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điều</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chỉnh</a:t>
            </a:r>
            <a:r>
              <a:rPr lang="en-US" altLang="ko-KR" sz="800">
                <a:solidFill>
                  <a:srgbClr val="000000"/>
                </a:solidFill>
                <a:latin typeface="Arial" panose="020B0604020202020204" pitchFamily="34" charset="0"/>
                <a:cs typeface="Arial" panose="020B0604020202020204" pitchFamily="34" charset="0"/>
              </a:rPr>
              <a:t> Valve </a:t>
            </a:r>
            <a:r>
              <a:rPr lang="en-US" altLang="ko-KR" sz="800" err="1">
                <a:solidFill>
                  <a:srgbClr val="000000"/>
                </a:solidFill>
                <a:latin typeface="Arial" panose="020B0604020202020204" pitchFamily="34" charset="0"/>
                <a:cs typeface="Arial" panose="020B0604020202020204" pitchFamily="34" charset="0"/>
              </a:rPr>
              <a:t>phải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nhỏ</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hơn</a:t>
            </a:r>
            <a:r>
              <a:rPr lang="en-US" altLang="ko-KR" sz="800">
                <a:solidFill>
                  <a:srgbClr val="000000"/>
                </a:solidFill>
                <a:latin typeface="Arial" panose="020B0604020202020204" pitchFamily="34" charset="0"/>
                <a:cs typeface="Arial" panose="020B0604020202020204" pitchFamily="34" charset="0"/>
              </a:rPr>
              <a:t> so </a:t>
            </a:r>
            <a:r>
              <a:rPr lang="en-US" altLang="ko-KR" sz="800" err="1">
                <a:solidFill>
                  <a:srgbClr val="000000"/>
                </a:solidFill>
                <a:latin typeface="Arial" panose="020B0604020202020204" pitchFamily="34" charset="0"/>
                <a:cs typeface="Arial" panose="020B0604020202020204" pitchFamily="34" charset="0"/>
              </a:rPr>
              <a:t>với</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áp</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lực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chất</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lỏng</a:t>
            </a:r>
            <a:r>
              <a:rPr lang="en-US" altLang="ko-KR" sz="80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a:solidFill>
                  <a:srgbClr val="000000"/>
                </a:solidFill>
                <a:latin typeface="Arial" panose="020B0604020202020204" pitchFamily="34" charset="0"/>
                <a:cs typeface="Arial" panose="020B0604020202020204" pitchFamily="34" charset="0"/>
              </a:rPr>
              <a:t>Quãng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đường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dichuyển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của</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phần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vận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hành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ngắn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nên</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tốc</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độ</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đóng</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mở</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nhanh.</a:t>
            </a:r>
            <a:endParaRPr lang="en-US" altLang="ko-KR" sz="800">
              <a:solidFill>
                <a:srgbClr val="000000"/>
              </a:solidFill>
              <a:latin typeface="Arial" panose="020B0604020202020204" pitchFamily="34" charset="0"/>
              <a:cs typeface="Arial" panose="020B0604020202020204" pitchFamily="34" charset="0"/>
            </a:endParaRPr>
          </a:p>
        </p:txBody>
      </p:sp>
      <p:sp>
        <p:nvSpPr>
          <p:cNvPr id="6160" name="Rectangle 21"/>
          <p:cNvSpPr>
            <a:spLocks noChangeArrowheads="1"/>
          </p:cNvSpPr>
          <p:nvPr/>
        </p:nvSpPr>
        <p:spPr bwMode="auto">
          <a:xfrm>
            <a:off x="304800" y="2255537"/>
            <a:ext cx="3124200" cy="1717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18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Ejector?</a:t>
            </a:r>
          </a:p>
          <a:p>
            <a:pPr eaLnBrk="1" fontAlgn="base" latinLnBrk="1" hangingPunct="1">
              <a:lnSpc>
                <a:spcPct val="120000"/>
              </a:lnSpc>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mấy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pump </a:t>
            </a:r>
            <a:r>
              <a:rPr lang="en-US" altLang="ko-KR" sz="800" err="1" smtClean="0">
                <a:solidFill>
                  <a:srgbClr val="000000"/>
                </a:solidFill>
                <a:latin typeface="Arial" panose="020B0604020202020204" pitchFamily="34" charset="0"/>
                <a:cs typeface="Arial" panose="020B0604020202020204" pitchFamily="34" charset="0"/>
              </a:rPr>
              <a:t>chân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khác</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Mức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phạm</a:t>
            </a:r>
            <a:r>
              <a:rPr lang="en-US" altLang="ko-KR" sz="800" smtClean="0">
                <a:solidFill>
                  <a:srgbClr val="000000"/>
                </a:solidFill>
                <a:latin typeface="Arial" panose="020B0604020202020204" pitchFamily="34" charset="0"/>
                <a:cs typeface="Arial" panose="020B0604020202020204" pitchFamily="34" charset="0"/>
              </a:rPr>
              <a:t> vi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tế</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như</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tỷ</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cấp</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r>
              <a:rPr lang="en-US" altLang="ko-KR" sz="800" smtClean="0">
                <a:solidFill>
                  <a:srgbClr val="000000"/>
                </a:solidFill>
                <a:latin typeface="Arial" panose="020B0604020202020204" pitchFamily="34" charset="0"/>
                <a:cs typeface="Arial" panose="020B0604020202020204" pitchFamily="34" charset="0"/>
              </a:rPr>
              <a:t> chi </a:t>
            </a:r>
            <a:r>
              <a:rPr lang="en-US" altLang="ko-KR" sz="800" err="1" smtClean="0">
                <a:solidFill>
                  <a:srgbClr val="000000"/>
                </a:solidFill>
                <a:latin typeface="Arial" panose="020B0604020202020204" pitchFamily="34" charset="0"/>
                <a:cs typeface="Arial" panose="020B0604020202020204" pitchFamily="34" charset="0"/>
              </a:rPr>
              <a:t>tiết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nhỏ</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rung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hồi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cần</a:t>
            </a:r>
            <a:r>
              <a:rPr lang="en-US" altLang="ko-KR" sz="800" smtClean="0">
                <a:solidFill>
                  <a:srgbClr val="000000"/>
                </a:solidFill>
                <a:latin typeface="Arial" panose="020B0604020202020204" pitchFamily="34" charset="0"/>
                <a:cs typeface="Arial" panose="020B0604020202020204" pitchFamily="34" charset="0"/>
              </a:rPr>
              <a:t> tank </a:t>
            </a:r>
            <a:r>
              <a:rPr lang="en-US" altLang="ko-KR" sz="800" err="1" smtClean="0">
                <a:solidFill>
                  <a:srgbClr val="000000"/>
                </a:solidFill>
                <a:latin typeface="Arial" panose="020B0604020202020204" pitchFamily="34" charset="0"/>
                <a:cs typeface="Arial" panose="020B0604020202020204" pitchFamily="34" charset="0"/>
              </a:rPr>
              <a:t>chân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phù</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hợp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hợp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lặp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tác</a:t>
            </a:r>
            <a:r>
              <a:rPr lang="en-US" altLang="ko-KR" sz="800" smtClean="0">
                <a:solidFill>
                  <a:srgbClr val="000000"/>
                </a:solidFill>
                <a:latin typeface="Arial" panose="020B0604020202020204" pitchFamily="34" charset="0"/>
                <a:cs typeface="Arial" panose="020B0604020202020204" pitchFamily="34" charset="0"/>
              </a:rPr>
              <a:t> ON-OFF </a:t>
            </a:r>
            <a:r>
              <a:rPr lang="en-US" altLang="ko-KR" sz="800" err="1" smtClean="0">
                <a:solidFill>
                  <a:srgbClr val="000000"/>
                </a:solidFill>
                <a:latin typeface="Arial" panose="020B0604020202020204" pitchFamily="34" charset="0"/>
                <a:cs typeface="Arial" panose="020B0604020202020204" pitchFamily="34" charset="0"/>
              </a:rPr>
              <a:t>nhiều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lần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nguồn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thiết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dùng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valve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endParaRPr lang="en-US" altLang="ko-KR" sz="800">
              <a:solidFill>
                <a:srgbClr val="000000"/>
              </a:solidFill>
              <a:latin typeface="Arial" panose="020B0604020202020204" pitchFamily="34" charset="0"/>
              <a:cs typeface="Arial" panose="020B0604020202020204" pitchFamily="34" charset="0"/>
            </a:endParaRPr>
          </a:p>
        </p:txBody>
      </p:sp>
      <p:sp>
        <p:nvSpPr>
          <p:cNvPr id="6161" name="Rectangle 13"/>
          <p:cNvSpPr>
            <a:spLocks noChangeArrowheads="1"/>
          </p:cNvSpPr>
          <p:nvPr/>
        </p:nvSpPr>
        <p:spPr bwMode="auto">
          <a:xfrm>
            <a:off x="304800" y="4032209"/>
            <a:ext cx="3124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19.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Counter?</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 Counter </a:t>
            </a:r>
            <a:r>
              <a:rPr lang="en-US" altLang="ko-KR" sz="800" err="1" smtClean="0">
                <a:solidFill>
                  <a:srgbClr val="000000"/>
                </a:solidFill>
                <a:latin typeface="Arial" panose="020B0604020202020204" pitchFamily="34" charset="0"/>
                <a:cs typeface="Arial" panose="020B0604020202020204" pitchFamily="34" charset="0"/>
              </a:rPr>
              <a:t>cơ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Counter </a:t>
            </a:r>
            <a:r>
              <a:rPr lang="en-US" altLang="ko-KR" sz="800" err="1" smtClean="0">
                <a:solidFill>
                  <a:srgbClr val="000000"/>
                </a:solidFill>
                <a:latin typeface="Arial" panose="020B0604020202020204" pitchFamily="34" charset="0"/>
                <a:cs typeface="Arial" panose="020B0604020202020204" pitchFamily="34" charset="0"/>
              </a:rPr>
              <a:t>điện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từ</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Counter pin </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smtClean="0">
                <a:solidFill>
                  <a:srgbClr val="000000"/>
                </a:solidFill>
                <a:latin typeface="Arial" panose="020B0604020202020204" pitchFamily="34" charset="0"/>
                <a:cs typeface="Arial" panose="020B0604020202020204" pitchFamily="34" charset="0"/>
              </a:rPr>
              <a:t>Counter </a:t>
            </a:r>
            <a:r>
              <a:rPr lang="en-US" altLang="ko-KR" sz="800" err="1" smtClean="0">
                <a:solidFill>
                  <a:srgbClr val="000000"/>
                </a:solidFill>
                <a:latin typeface="Arial" panose="020B0604020202020204" pitchFamily="34" charset="0"/>
                <a:cs typeface="Arial" panose="020B0604020202020204" pitchFamily="34" charset="0"/>
              </a:rPr>
              <a:t>điện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tử</a:t>
            </a:r>
            <a:endParaRPr lang="ko-KR" altLang="en-US" sz="800">
              <a:solidFill>
                <a:srgbClr val="000000"/>
              </a:solidFill>
              <a:latin typeface="Arial" panose="020B0604020202020204" pitchFamily="34" charset="0"/>
              <a:cs typeface="Arial" panose="020B0604020202020204" pitchFamily="34" charset="0"/>
            </a:endParaRPr>
          </a:p>
        </p:txBody>
      </p:sp>
      <p:sp>
        <p:nvSpPr>
          <p:cNvPr id="6162" name="Rectangle 45"/>
          <p:cNvSpPr>
            <a:spLocks noChangeArrowheads="1"/>
          </p:cNvSpPr>
          <p:nvPr/>
        </p:nvSpPr>
        <p:spPr bwMode="auto">
          <a:xfrm>
            <a:off x="304800" y="4854750"/>
            <a:ext cx="3124200"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20.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thích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bằng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sơ</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đồ</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dưới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đây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20000"/>
              </a:lnSpc>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kép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marL="228600" indent="-228600" eaLnBrk="1" fontAlgn="base" latinLnBrk="1" hangingPunct="1">
              <a:lnSpc>
                <a:spcPct val="120000"/>
              </a:lnSpc>
              <a:spcBef>
                <a:spcPct val="0"/>
              </a:spcBef>
              <a:spcAft>
                <a:spcPct val="0"/>
              </a:spcAft>
              <a:buFontTx/>
              <a:buAutoNum type="circleNumDbPlain" startAt="2"/>
            </a:pP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mạch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phương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thức  </a:t>
            </a:r>
          </a:p>
          <a:p>
            <a:pPr eaLnBrk="1" fontAlgn="base" latinLnBrk="1" hangingPunct="1">
              <a:lnSpc>
                <a:spcPct val="120000"/>
              </a:lnSpc>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meter out  (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điều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khiển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air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phía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marL="228600" indent="-228600" eaLnBrk="1" fontAlgn="base" latinLnBrk="1" hangingPunct="1">
              <a:lnSpc>
                <a:spcPct val="120000"/>
              </a:lnSpc>
              <a:spcBef>
                <a:spcPct val="0"/>
              </a:spcBef>
              <a:spcAft>
                <a:spcPct val="0"/>
              </a:spcAft>
              <a:buFontTx/>
              <a:buAutoNum type="circleNumDbPlain" startAt="3"/>
            </a:pP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ban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đầu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ở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trạng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thái</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lnSpc>
                <a:spcPct val="120000"/>
              </a:lnSpc>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lùi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marL="228600" indent="-228600" eaLnBrk="1" fontAlgn="base" latinLnBrk="1" hangingPunct="1">
              <a:lnSpc>
                <a:spcPct val="120000"/>
              </a:lnSpc>
              <a:spcBef>
                <a:spcPct val="0"/>
              </a:spcBef>
              <a:spcAft>
                <a:spcPct val="0"/>
              </a:spcAft>
              <a:buFontTx/>
              <a:buAutoNum type="circleNumDbPlain" startAt="4"/>
            </a:pP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Đang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sử</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dụng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5/2 </a:t>
            </a:r>
            <a:r>
              <a:rPr lang="en-US" altLang="ko-KR" sz="800">
                <a:solidFill>
                  <a:srgbClr val="000000"/>
                </a:solidFill>
                <a:latin typeface="Arial" panose="020B0604020202020204" pitchFamily="34" charset="0"/>
                <a:ea typeface="돋움" pitchFamily="50" charset="-127"/>
                <a:cs typeface="Arial" panose="020B0604020202020204" pitchFamily="34" charset="0"/>
              </a:rPr>
              <a:t>Way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hai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solenoid</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6163" name="Picture 4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6840" y="5058360"/>
            <a:ext cx="1114060" cy="909526"/>
          </a:xfrm>
          <a:prstGeom prst="rect">
            <a:avLst/>
          </a:prstGeom>
          <a:noFill/>
          <a:ln w="9525"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4" name="Text Box 3"/>
          <p:cNvSpPr txBox="1">
            <a:spLocks noChangeArrowheads="1"/>
          </p:cNvSpPr>
          <p:nvPr/>
        </p:nvSpPr>
        <p:spPr bwMode="auto">
          <a:xfrm>
            <a:off x="228600" y="716697"/>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15"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11354384"/>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717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9" name="Group 5"/>
          <p:cNvGraphicFramePr>
            <a:graphicFrameLocks noGrp="1"/>
          </p:cNvGraphicFramePr>
          <p:nvPr>
            <p:extLst>
              <p:ext uri="{D42A27DB-BD31-4B8C-83A1-F6EECF244321}">
                <p14:modId xmlns:p14="http://schemas.microsoft.com/office/powerpoint/2010/main" val="896222354"/>
              </p:ext>
            </p:extLst>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10"/>
                  </a:ext>
                </a:extLst>
              </a:tr>
            </a:tbl>
          </a:graphicData>
        </a:graphic>
      </p:graphicFrame>
      <p:graphicFrame>
        <p:nvGraphicFramePr>
          <p:cNvPr id="10" name="Group 43"/>
          <p:cNvGraphicFramePr>
            <a:graphicFrameLocks noGrp="1"/>
          </p:cNvGraphicFramePr>
          <p:nvPr>
            <p:extLst>
              <p:ext uri="{D42A27DB-BD31-4B8C-83A1-F6EECF244321}">
                <p14:modId xmlns:p14="http://schemas.microsoft.com/office/powerpoint/2010/main" val="3145212169"/>
              </p:ext>
            </p:extLst>
          </p:nvPr>
        </p:nvGraphicFramePr>
        <p:xfrm>
          <a:off x="3735392"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57835676"/>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8196"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197"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1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2368987226"/>
              </p:ext>
            </p:extLst>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8208" name="Rectangle 622"/>
          <p:cNvSpPr>
            <a:spLocks noChangeArrowheads="1"/>
          </p:cNvSpPr>
          <p:nvPr/>
        </p:nvSpPr>
        <p:spPr bwMode="auto">
          <a:xfrm>
            <a:off x="304800" y="984253"/>
            <a:ext cx="3124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marL="228600" indent="-228600" eaLnBrk="1" fontAlgn="base" latinLnBrk="1" hangingPunct="1">
              <a:spcBef>
                <a:spcPct val="0"/>
              </a:spcBef>
              <a:spcAft>
                <a:spcPct val="0"/>
              </a:spcAft>
              <a:buFontTx/>
              <a:buAutoNum type="arabicPeriod"/>
            </a:pPr>
            <a:r>
              <a:rPr lang="en-US" altLang="ko-KR" sz="800" smtClean="0">
                <a:solidFill>
                  <a:srgbClr val="000000"/>
                </a:solidFill>
                <a:latin typeface="Arial" panose="020B0604020202020204" pitchFamily="34" charset="0"/>
                <a:cs typeface="Arial" panose="020B0604020202020204" pitchFamily="34" charset="0"/>
              </a:rPr>
              <a:t>Không </a:t>
            </a:r>
            <a:r>
              <a:rPr lang="en-US" altLang="ko-KR" sz="800" err="1" smtClean="0">
                <a:solidFill>
                  <a:srgbClr val="000000"/>
                </a:solidFill>
                <a:latin typeface="Arial" panose="020B0604020202020204" pitchFamily="34" charset="0"/>
                <a:cs typeface="Arial" panose="020B0604020202020204" pitchFamily="34" charset="0"/>
              </a:rPr>
              <a:t>chỉ</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những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yếu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quan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trọng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sai</a:t>
            </a:r>
            <a:r>
              <a:rPr lang="en-US" altLang="ko-KR" sz="800" smtClean="0">
                <a:solidFill>
                  <a:srgbClr val="000000"/>
                </a:solidFill>
                <a:latin typeface="Arial" panose="020B0604020202020204" pitchFamily="34" charset="0"/>
                <a:cs typeface="Arial" panose="020B0604020202020204" pitchFamily="34" charset="0"/>
              </a:rPr>
              <a:t>? </a:t>
            </a:r>
          </a:p>
          <a:p>
            <a:pPr marL="228600" indent="-228600" eaLnBrk="1" fontAlgn="base" latinLnBrk="1" hangingPunct="1">
              <a:spcBef>
                <a:spcPct val="0"/>
              </a:spcBef>
              <a:spcAft>
                <a:spcPct val="0"/>
              </a:spcAft>
              <a:buFontTx/>
              <a:buAutoNum type="arabicPeriod"/>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Lưu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đọ</a:t>
            </a:r>
            <a:r>
              <a:rPr lang="en-US" altLang="ko-KR"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p:txBody>
      </p:sp>
      <p:sp>
        <p:nvSpPr>
          <p:cNvPr id="8209" name="Rectangle 626"/>
          <p:cNvSpPr>
            <a:spLocks noChangeArrowheads="1"/>
          </p:cNvSpPr>
          <p:nvPr/>
        </p:nvSpPr>
        <p:spPr bwMode="auto">
          <a:xfrm>
            <a:off x="304800" y="1595440"/>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 </a:t>
            </a:r>
            <a:r>
              <a:rPr lang="en-US" altLang="ko-KR" sz="800" err="1" smtClean="0">
                <a:solidFill>
                  <a:srgbClr val="000000"/>
                </a:solidFill>
                <a:latin typeface="Arial" panose="020B0604020202020204" pitchFamily="34" charset="0"/>
                <a:cs typeface="Arial" panose="020B0604020202020204" pitchFamily="34" charset="0"/>
              </a:rPr>
              <a:t>Nội</a:t>
            </a:r>
            <a:r>
              <a:rPr lang="en-US" altLang="ko-KR" sz="800" smtClean="0">
                <a:solidFill>
                  <a:srgbClr val="000000"/>
                </a:solidFill>
                <a:latin typeface="Arial" panose="020B0604020202020204" pitchFamily="34" charset="0"/>
                <a:cs typeface="Arial" panose="020B0604020202020204" pitchFamily="34" charset="0"/>
              </a:rPr>
              <a:t> dung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luật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duy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trù</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ở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thì</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sẽ</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tỷ</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nhau</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T1T2 = V1V2 = </a:t>
            </a:r>
            <a:r>
              <a:rPr lang="en-US" altLang="ko-KR" sz="800" err="1" smtClean="0">
                <a:solidFill>
                  <a:srgbClr val="000000"/>
                </a:solidFill>
                <a:latin typeface="Arial" panose="020B0604020202020204" pitchFamily="34" charset="0"/>
                <a:cs typeface="Arial" panose="020B0604020202020204" pitchFamily="34" charset="0"/>
              </a:rPr>
              <a:t>nhất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định</a:t>
            </a:r>
            <a:r>
              <a:rPr lang="ko-KR" altLang="en-US" sz="800" smtClean="0">
                <a:solidFill>
                  <a:srgbClr val="000000"/>
                </a:solidFill>
                <a:latin typeface="Arial" panose="020B0604020202020204" pitchFamily="34" charset="0"/>
                <a:cs typeface="Arial" panose="020B0604020202020204" pitchFamily="34" charset="0"/>
              </a:rPr>
              <a:t> </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① </a:t>
            </a:r>
            <a:r>
              <a:rPr lang="en-US" altLang="ko-KR" sz="800" err="1">
                <a:solidFill>
                  <a:srgbClr val="000000"/>
                </a:solidFill>
                <a:latin typeface="Arial" panose="020B0604020202020204" pitchFamily="34" charset="0"/>
                <a:cs typeface="Arial" panose="020B0604020202020204" pitchFamily="34" charset="0"/>
              </a:rPr>
              <a:t>Định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luật</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Boyle</a:t>
            </a:r>
            <a:r>
              <a:rPr lang="ko-KR" altLang="en-US" sz="800" smtClean="0">
                <a:solidFill>
                  <a:srgbClr val="000000"/>
                </a:solidFill>
                <a:latin typeface="Arial" panose="020B0604020202020204" pitchFamily="34" charset="0"/>
                <a:cs typeface="Arial" panose="020B0604020202020204" pitchFamily="34" charset="0"/>
              </a:rPr>
              <a:t>                     ② </a:t>
            </a:r>
            <a:r>
              <a:rPr lang="en-US" altLang="ko-KR" sz="800" err="1">
                <a:solidFill>
                  <a:srgbClr val="000000"/>
                </a:solidFill>
                <a:latin typeface="Arial" panose="020B0604020202020204" pitchFamily="34" charset="0"/>
                <a:cs typeface="Arial" panose="020B0604020202020204" pitchFamily="34" charset="0"/>
              </a:rPr>
              <a:t>Định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luật</a:t>
            </a:r>
            <a:r>
              <a:rPr lang="en-US" altLang="ko-KR" sz="800">
                <a:solidFill>
                  <a:srgbClr val="000000"/>
                </a:solidFill>
                <a:latin typeface="Arial" panose="020B0604020202020204" pitchFamily="34" charset="0"/>
                <a:cs typeface="Arial" panose="020B0604020202020204" pitchFamily="34" charset="0"/>
              </a:rPr>
              <a:t> Charles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Định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luật</a:t>
            </a:r>
            <a:r>
              <a:rPr lang="en-US" altLang="ko-KR" sz="800" smtClean="0">
                <a:solidFill>
                  <a:srgbClr val="000000"/>
                </a:solidFill>
                <a:latin typeface="Arial" panose="020B0604020202020204" pitchFamily="34" charset="0"/>
                <a:cs typeface="Arial" panose="020B0604020202020204" pitchFamily="34" charset="0"/>
              </a:rPr>
              <a:t> Boyle-</a:t>
            </a:r>
            <a:r>
              <a:rPr lang="en-US" altLang="ko-KR" sz="800">
                <a:solidFill>
                  <a:srgbClr val="000000"/>
                </a:solidFill>
                <a:latin typeface="Arial" panose="020B0604020202020204" pitchFamily="34" charset="0"/>
                <a:cs typeface="Arial" panose="020B0604020202020204" pitchFamily="34" charset="0"/>
              </a:rPr>
              <a:t> Charles </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err="1">
                <a:solidFill>
                  <a:srgbClr val="000000"/>
                </a:solidFill>
                <a:latin typeface="Arial" panose="020B0604020202020204" pitchFamily="34" charset="0"/>
                <a:cs typeface="Arial" panose="020B0604020202020204" pitchFamily="34" charset="0"/>
              </a:rPr>
              <a:t>Định</a:t>
            </a:r>
            <a:r>
              <a:rPr lang="en-US" altLang="ko-KR" sz="800">
                <a:solidFill>
                  <a:srgbClr val="000000"/>
                </a:solidFill>
                <a:latin typeface="Arial" panose="020B0604020202020204" pitchFamily="34" charset="0"/>
                <a:cs typeface="Arial" panose="020B0604020202020204" pitchFamily="34" charset="0"/>
              </a:rPr>
              <a:t> </a:t>
            </a:r>
            <a:r>
              <a:rPr lang="en-US" altLang="ko-KR" sz="800" err="1">
                <a:solidFill>
                  <a:srgbClr val="000000"/>
                </a:solidFill>
                <a:latin typeface="Arial" panose="020B0604020202020204" pitchFamily="34" charset="0"/>
                <a:cs typeface="Arial" panose="020B0604020202020204" pitchFamily="34" charset="0"/>
              </a:rPr>
              <a:t>luật</a:t>
            </a:r>
            <a:r>
              <a:rPr lang="en-US" altLang="ko-KR" sz="800">
                <a:solidFill>
                  <a:srgbClr val="000000"/>
                </a:solidFill>
                <a:latin typeface="Arial" panose="020B0604020202020204" pitchFamily="34" charset="0"/>
                <a:cs typeface="Arial" panose="020B0604020202020204" pitchFamily="34" charset="0"/>
              </a:rPr>
              <a:t> Pascal </a:t>
            </a:r>
            <a:endParaRPr lang="ko-KR" altLang="en-US" sz="800">
              <a:solidFill>
                <a:srgbClr val="000000"/>
              </a:solidFill>
              <a:latin typeface="Arial" panose="020B0604020202020204" pitchFamily="34" charset="0"/>
              <a:cs typeface="Arial" panose="020B0604020202020204" pitchFamily="34" charset="0"/>
            </a:endParaRPr>
          </a:p>
        </p:txBody>
      </p:sp>
      <p:sp>
        <p:nvSpPr>
          <p:cNvPr id="8210" name="Rectangle 637"/>
          <p:cNvSpPr>
            <a:spLocks noChangeArrowheads="1"/>
          </p:cNvSpPr>
          <p:nvPr/>
        </p:nvSpPr>
        <p:spPr bwMode="auto">
          <a:xfrm>
            <a:off x="304800" y="2647951"/>
            <a:ext cx="31242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3.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pittong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tầng</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             ②</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             ④</a:t>
            </a:r>
            <a:endParaRPr lang="en-US" altLang="ko-KR" sz="800">
              <a:solidFill>
                <a:srgbClr val="000000"/>
              </a:solidFill>
              <a:latin typeface="Arial" panose="020B0604020202020204" pitchFamily="34" charset="0"/>
              <a:cs typeface="Arial" panose="020B0604020202020204" pitchFamily="34" charset="0"/>
            </a:endParaRPr>
          </a:p>
        </p:txBody>
      </p:sp>
      <p:pic>
        <p:nvPicPr>
          <p:cNvPr id="8211" name="Picture 638"/>
          <p:cNvPicPr>
            <a:picLocks noChangeAspect="1" noChangeArrowheads="1"/>
          </p:cNvPicPr>
          <p:nvPr/>
        </p:nvPicPr>
        <p:blipFill>
          <a:blip r:embed="rId3" cstate="print">
            <a:extLst>
              <a:ext uri="{28A0092B-C50C-407E-A947-70E740481C1C}">
                <a14:useLocalDpi xmlns:a14="http://schemas.microsoft.com/office/drawing/2010/main" val="0"/>
              </a:ext>
            </a:extLst>
          </a:blip>
          <a:srcRect t="2979"/>
          <a:stretch>
            <a:fillRect/>
          </a:stretch>
        </p:blipFill>
        <p:spPr bwMode="auto">
          <a:xfrm>
            <a:off x="1889129" y="3584577"/>
            <a:ext cx="796925"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8212" name="Picture 639"/>
          <p:cNvPicPr>
            <a:picLocks noChangeAspect="1" noChangeArrowheads="1"/>
          </p:cNvPicPr>
          <p:nvPr/>
        </p:nvPicPr>
        <p:blipFill>
          <a:blip r:embed="rId4">
            <a:extLst>
              <a:ext uri="{28A0092B-C50C-407E-A947-70E740481C1C}">
                <a14:useLocalDpi xmlns:a14="http://schemas.microsoft.com/office/drawing/2010/main" val="0"/>
              </a:ext>
            </a:extLst>
          </a:blip>
          <a:srcRect t="3171" r="77451" b="8530"/>
          <a:stretch>
            <a:fillRect/>
          </a:stretch>
        </p:blipFill>
        <p:spPr bwMode="auto">
          <a:xfrm>
            <a:off x="592138" y="2863850"/>
            <a:ext cx="7921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8213" name="Picture 640"/>
          <p:cNvPicPr>
            <a:picLocks noChangeAspect="1" noChangeArrowheads="1"/>
          </p:cNvPicPr>
          <p:nvPr/>
        </p:nvPicPr>
        <p:blipFill>
          <a:blip r:embed="rId5">
            <a:extLst>
              <a:ext uri="{28A0092B-C50C-407E-A947-70E740481C1C}">
                <a14:useLocalDpi xmlns:a14="http://schemas.microsoft.com/office/drawing/2010/main" val="0"/>
              </a:ext>
            </a:extLst>
          </a:blip>
          <a:srcRect l="52217" t="12201" r="3622" b="20570"/>
          <a:stretch>
            <a:fillRect/>
          </a:stretch>
        </p:blipFill>
        <p:spPr bwMode="auto">
          <a:xfrm>
            <a:off x="549278" y="3584575"/>
            <a:ext cx="835025" cy="70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8214" name="Picture 641"/>
          <p:cNvPicPr>
            <a:picLocks noChangeAspect="1" noChangeArrowheads="1"/>
          </p:cNvPicPr>
          <p:nvPr/>
        </p:nvPicPr>
        <p:blipFill>
          <a:blip r:embed="rId4">
            <a:extLst>
              <a:ext uri="{28A0092B-C50C-407E-A947-70E740481C1C}">
                <a14:useLocalDpi xmlns:a14="http://schemas.microsoft.com/office/drawing/2010/main" val="0"/>
              </a:ext>
            </a:extLst>
          </a:blip>
          <a:srcRect l="23700" t="3171" r="52600" b="8530"/>
          <a:stretch>
            <a:fillRect/>
          </a:stretch>
        </p:blipFill>
        <p:spPr bwMode="auto">
          <a:xfrm>
            <a:off x="1889129" y="2863850"/>
            <a:ext cx="796925"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215" name="Rectangle 631"/>
          <p:cNvSpPr>
            <a:spLocks noChangeArrowheads="1"/>
          </p:cNvSpPr>
          <p:nvPr/>
        </p:nvSpPr>
        <p:spPr bwMode="auto">
          <a:xfrm>
            <a:off x="304800" y="4284663"/>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4.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đúng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tuyệt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đối</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đôi</a:t>
            </a:r>
            <a:r>
              <a:rPr lang="ko-KR" altLang="en-US" sz="800" smtClean="0">
                <a:solidFill>
                  <a:srgbClr val="000000"/>
                </a:solidFill>
                <a:latin typeface="Arial" panose="020B0604020202020204" pitchFamily="34" charset="0"/>
                <a:cs typeface="Arial" panose="020B0604020202020204" pitchFamily="34" charset="0"/>
              </a:rPr>
              <a:t>    </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đối</a:t>
            </a:r>
            <a:r>
              <a:rPr lang="en-US" altLang="ko-KR"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đối</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endParaRPr lang="en-US" altLang="ko-KR"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tương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đối</a:t>
            </a:r>
            <a:endParaRPr lang="ko-KR" altLang="en-US" sz="800">
              <a:solidFill>
                <a:srgbClr val="000000"/>
              </a:solidFill>
              <a:latin typeface="Arial" panose="020B0604020202020204" pitchFamily="34" charset="0"/>
              <a:cs typeface="Arial" panose="020B0604020202020204" pitchFamily="34" charset="0"/>
            </a:endParaRPr>
          </a:p>
        </p:txBody>
      </p:sp>
      <p:sp>
        <p:nvSpPr>
          <p:cNvPr id="8216" name="Rectangle 81"/>
          <p:cNvSpPr>
            <a:spLocks noChangeArrowheads="1"/>
          </p:cNvSpPr>
          <p:nvPr/>
        </p:nvSpPr>
        <p:spPr bwMode="auto">
          <a:xfrm>
            <a:off x="304800" y="5006408"/>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5.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những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sau</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dồi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dào</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đăch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kém</a:t>
            </a:r>
            <a:r>
              <a:rPr kumimoji="0" lang="en-US" altLang="ko-KR" sz="800" smtClean="0">
                <a:solidFill>
                  <a:srgbClr val="000000"/>
                </a:solidFill>
                <a:latin typeface="Arial" panose="020B0604020202020204" pitchFamily="34" charset="0"/>
                <a:cs typeface="Arial" panose="020B0604020202020204" pitchFamily="34" charset="0"/>
              </a:rPr>
              <a:t>.</a:t>
            </a:r>
            <a:endParaRPr kumimoji="0"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kumimoji="0" lang="en-US" altLang="ko-KR" sz="800" smtClean="0">
                <a:solidFill>
                  <a:srgbClr val="000000"/>
                </a:solidFill>
                <a:latin typeface="Arial" panose="020B0604020202020204" pitchFamily="34" charset="0"/>
                <a:cs typeface="Arial" panose="020B0604020202020204" pitchFamily="34" charset="0"/>
              </a:rPr>
              <a:t>.</a:t>
            </a:r>
            <a:endParaRPr kumimoji="0"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thao</a:t>
            </a:r>
            <a:r>
              <a:rPr lang="en-US" altLang="ko-KR" sz="800" smtClean="0">
                <a:solidFill>
                  <a:srgbClr val="000000"/>
                </a:solidFill>
                <a:latin typeface="Arial" panose="020B0604020202020204" pitchFamily="34" charset="0"/>
                <a:cs typeface="Arial" panose="020B0604020202020204" pitchFamily="34" charset="0"/>
              </a:rPr>
              <a:t> tac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Actuator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nhanh</a:t>
            </a:r>
            <a:r>
              <a:rPr lang="en-US" altLang="ko-KR" sz="800" smtClean="0">
                <a:solidFill>
                  <a:srgbClr val="000000"/>
                </a:solidFill>
                <a:latin typeface="Arial" panose="020B0604020202020204" pitchFamily="34" charset="0"/>
                <a:cs typeface="Arial" panose="020B0604020202020204" pitchFamily="34" charset="0"/>
              </a:rPr>
              <a:t> </a:t>
            </a:r>
            <a:r>
              <a:rPr kumimoji="0" lang="en-US" altLang="ko-KR" sz="800" smtClean="0">
                <a:solidFill>
                  <a:srgbClr val="000000"/>
                </a:solidFill>
                <a:latin typeface="Arial" panose="020B0604020202020204" pitchFamily="34" charset="0"/>
                <a:cs typeface="Arial" panose="020B0604020202020204" pitchFamily="34" charset="0"/>
              </a:rPr>
              <a:t>.</a:t>
            </a:r>
            <a:endParaRPr kumimoji="0" lang="en-US" altLang="ko-KR" sz="800">
              <a:solidFill>
                <a:srgbClr val="000000"/>
              </a:solidFill>
              <a:latin typeface="Arial" panose="020B0604020202020204" pitchFamily="34" charset="0"/>
              <a:cs typeface="Arial" panose="020B0604020202020204" pitchFamily="34" charset="0"/>
            </a:endParaRPr>
          </a:p>
        </p:txBody>
      </p:sp>
      <p:sp>
        <p:nvSpPr>
          <p:cNvPr id="8217" name="Rectangle 248"/>
          <p:cNvSpPr>
            <a:spLocks noChangeArrowheads="1"/>
          </p:cNvSpPr>
          <p:nvPr/>
        </p:nvSpPr>
        <p:spPr bwMode="auto">
          <a:xfrm>
            <a:off x="333375" y="5952403"/>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6.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3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nước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 ① </a:t>
            </a:r>
            <a:r>
              <a:rPr lang="en-US" altLang="ko-KR" sz="800" smtClean="0">
                <a:solidFill>
                  <a:srgbClr val="000000"/>
                </a:solidFill>
                <a:latin typeface="Arial" panose="020B0604020202020204" pitchFamily="34" charset="0"/>
                <a:cs typeface="Arial" panose="020B0604020202020204" pitchFamily="34" charset="0"/>
              </a:rPr>
              <a:t>Float type</a:t>
            </a:r>
            <a:endParaRPr lang="ko-KR" altLang="en-US"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 ② </a:t>
            </a:r>
            <a:r>
              <a:rPr lang="en-US" altLang="ko-KR" sz="800" smtClean="0">
                <a:solidFill>
                  <a:srgbClr val="000000"/>
                </a:solidFill>
                <a:latin typeface="Arial" panose="020B0604020202020204" pitchFamily="34" charset="0"/>
                <a:cs typeface="Arial" panose="020B0604020202020204" pitchFamily="34" charset="0"/>
              </a:rPr>
              <a:t>Pilot Type</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 ③ </a:t>
            </a:r>
            <a:r>
              <a:rPr lang="en-US" altLang="ko-KR" sz="800" err="1" smtClean="0">
                <a:solidFill>
                  <a:srgbClr val="000000"/>
                </a:solidFill>
                <a:latin typeface="Arial" panose="020B0604020202020204" pitchFamily="34" charset="0"/>
                <a:cs typeface="Arial" panose="020B0604020202020204" pitchFamily="34" charset="0"/>
              </a:rPr>
              <a:t>Solenoide</a:t>
            </a:r>
            <a:r>
              <a:rPr lang="en-US" altLang="ko-KR" sz="800" smtClean="0">
                <a:solidFill>
                  <a:srgbClr val="000000"/>
                </a:solidFill>
                <a:latin typeface="Arial" panose="020B0604020202020204" pitchFamily="34" charset="0"/>
                <a:cs typeface="Arial" panose="020B0604020202020204" pitchFamily="34" charset="0"/>
              </a:rPr>
              <a:t> type </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 ④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p:txBody>
      </p:sp>
      <p:sp>
        <p:nvSpPr>
          <p:cNvPr id="8218" name="Rectangle 46"/>
          <p:cNvSpPr>
            <a:spLocks noChangeArrowheads="1"/>
          </p:cNvSpPr>
          <p:nvPr/>
        </p:nvSpPr>
        <p:spPr bwMode="auto">
          <a:xfrm>
            <a:off x="304800" y="6643688"/>
            <a:ext cx="31242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7.Bên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trái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AIR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FILTER.</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chính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xác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mũi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chỉ</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Filter Alignment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②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Baffles</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Bộ</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lệch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 Deflector)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Case</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grpSp>
        <p:nvGrpSpPr>
          <p:cNvPr id="8219" name="Group 47"/>
          <p:cNvGrpSpPr>
            <a:grpSpLocks/>
          </p:cNvGrpSpPr>
          <p:nvPr/>
        </p:nvGrpSpPr>
        <p:grpSpPr bwMode="auto">
          <a:xfrm>
            <a:off x="2348850" y="6708775"/>
            <a:ext cx="936210" cy="1247775"/>
            <a:chOff x="322" y="4704"/>
            <a:chExt cx="1082" cy="1392"/>
          </a:xfrm>
        </p:grpSpPr>
        <p:pic>
          <p:nvPicPr>
            <p:cNvPr id="8238" name="Picture 48" descr="Untitled-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2" y="4704"/>
              <a:ext cx="616" cy="1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39" name="Line 49"/>
            <p:cNvSpPr>
              <a:spLocks noChangeShapeType="1"/>
            </p:cNvSpPr>
            <p:nvPr/>
          </p:nvSpPr>
          <p:spPr bwMode="auto">
            <a:xfrm flipH="1">
              <a:off x="672" y="5178"/>
              <a:ext cx="528" cy="48"/>
            </a:xfrm>
            <a:prstGeom prst="line">
              <a:avLst/>
            </a:prstGeom>
            <a:noFill/>
            <a:ln w="158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8240" name="Text Box 50"/>
            <p:cNvSpPr txBox="1">
              <a:spLocks noChangeArrowheads="1"/>
            </p:cNvSpPr>
            <p:nvPr/>
          </p:nvSpPr>
          <p:spPr bwMode="auto">
            <a:xfrm>
              <a:off x="1118" y="5087"/>
              <a:ext cx="28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b="1">
                  <a:solidFill>
                    <a:srgbClr val="000000"/>
                  </a:solidFill>
                  <a:latin typeface="Arial" panose="020B0604020202020204" pitchFamily="34" charset="0"/>
                  <a:ea typeface="돋움" pitchFamily="50" charset="-127"/>
                  <a:cs typeface="Arial" panose="020B0604020202020204" pitchFamily="34" charset="0"/>
                </a:rPr>
                <a:t>?</a:t>
              </a:r>
            </a:p>
          </p:txBody>
        </p:sp>
      </p:grpSp>
      <p:grpSp>
        <p:nvGrpSpPr>
          <p:cNvPr id="8220" name="Group 59"/>
          <p:cNvGrpSpPr>
            <a:grpSpLocks/>
          </p:cNvGrpSpPr>
          <p:nvPr/>
        </p:nvGrpSpPr>
        <p:grpSpPr bwMode="auto">
          <a:xfrm>
            <a:off x="1762129" y="8008937"/>
            <a:ext cx="1574801" cy="966787"/>
            <a:chOff x="1117" y="1783"/>
            <a:chExt cx="992" cy="609"/>
          </a:xfrm>
        </p:grpSpPr>
        <p:pic>
          <p:nvPicPr>
            <p:cNvPr id="8232" name="Picture 52"/>
            <p:cNvPicPr>
              <a:picLocks noChangeAspect="1" noChangeArrowheads="1"/>
            </p:cNvPicPr>
            <p:nvPr/>
          </p:nvPicPr>
          <p:blipFill>
            <a:blip r:embed="rId7" cstate="print">
              <a:extLst>
                <a:ext uri="{28A0092B-C50C-407E-A947-70E740481C1C}">
                  <a14:useLocalDpi xmlns:a14="http://schemas.microsoft.com/office/drawing/2010/main" val="0"/>
                </a:ext>
              </a:extLst>
            </a:blip>
            <a:srcRect r="65129"/>
            <a:stretch>
              <a:fillRect/>
            </a:stretch>
          </p:blipFill>
          <p:spPr bwMode="auto">
            <a:xfrm>
              <a:off x="1363" y="1798"/>
              <a:ext cx="500" cy="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233" name="Text Box 53"/>
            <p:cNvSpPr txBox="1">
              <a:spLocks noChangeArrowheads="1"/>
            </p:cNvSpPr>
            <p:nvPr/>
          </p:nvSpPr>
          <p:spPr bwMode="auto">
            <a:xfrm>
              <a:off x="1124" y="2172"/>
              <a:ext cx="363"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600" err="1" smtClean="0">
                  <a:solidFill>
                    <a:srgbClr val="000000"/>
                  </a:solidFill>
                  <a:latin typeface="Arial" panose="020B0604020202020204" pitchFamily="34" charset="0"/>
                  <a:cs typeface="Arial" panose="020B0604020202020204" pitchFamily="34" charset="0"/>
                </a:rPr>
                <a:t>Dòng</a:t>
              </a:r>
              <a:r>
                <a:rPr lang="en-US" altLang="ko-KR" sz="600" smtClean="0">
                  <a:solidFill>
                    <a:srgbClr val="000000"/>
                  </a:solidFill>
                  <a:latin typeface="Arial" panose="020B0604020202020204" pitchFamily="34" charset="0"/>
                  <a:cs typeface="Arial" panose="020B0604020202020204" pitchFamily="34" charset="0"/>
                </a:rPr>
                <a:t> </a:t>
              </a:r>
              <a:r>
                <a:rPr lang="en-US" altLang="ko-KR" sz="600" err="1" smtClean="0">
                  <a:solidFill>
                    <a:srgbClr val="000000"/>
                  </a:solidFill>
                  <a:latin typeface="Arial" panose="020B0604020202020204" pitchFamily="34" charset="0"/>
                  <a:cs typeface="Arial" panose="020B0604020202020204" pitchFamily="34" charset="0"/>
                </a:rPr>
                <a:t>chảy</a:t>
              </a:r>
              <a:r>
                <a:rPr lang="en-US" altLang="ko-KR" sz="600" smtClean="0">
                  <a:solidFill>
                    <a:srgbClr val="000000"/>
                  </a:solidFill>
                  <a:latin typeface="Arial" panose="020B0604020202020204" pitchFamily="34" charset="0"/>
                  <a:cs typeface="Arial" panose="020B0604020202020204" pitchFamily="34" charset="0"/>
                </a:rPr>
                <a:t> </a:t>
              </a:r>
            </a:p>
            <a:p>
              <a:pPr eaLnBrk="1" fontAlgn="base" hangingPunct="1">
                <a:lnSpc>
                  <a:spcPct val="120000"/>
                </a:lnSpc>
                <a:spcBef>
                  <a:spcPct val="0"/>
                </a:spcBef>
                <a:spcAft>
                  <a:spcPct val="0"/>
                </a:spcAft>
              </a:pPr>
              <a:r>
                <a:rPr lang="en-US" altLang="ko-KR" sz="600" smtClean="0">
                  <a:solidFill>
                    <a:srgbClr val="000000"/>
                  </a:solidFill>
                  <a:latin typeface="Arial" panose="020B0604020202020204" pitchFamily="34" charset="0"/>
                  <a:cs typeface="Arial" panose="020B0604020202020204" pitchFamily="34" charset="0"/>
                </a:rPr>
                <a:t>không </a:t>
              </a:r>
              <a:r>
                <a:rPr lang="en-US" altLang="ko-KR" sz="600" err="1" smtClean="0">
                  <a:solidFill>
                    <a:srgbClr val="000000"/>
                  </a:solidFill>
                  <a:latin typeface="Arial" panose="020B0604020202020204" pitchFamily="34" charset="0"/>
                  <a:cs typeface="Arial" panose="020B0604020202020204" pitchFamily="34" charset="0"/>
                </a:rPr>
                <a:t>khí</a:t>
              </a:r>
              <a:endParaRPr lang="ko-KR" altLang="en-US" sz="600">
                <a:solidFill>
                  <a:srgbClr val="000000"/>
                </a:solidFill>
                <a:latin typeface="Arial" panose="020B0604020202020204" pitchFamily="34" charset="0"/>
                <a:cs typeface="Arial" panose="020B0604020202020204" pitchFamily="34" charset="0"/>
              </a:endParaRPr>
            </a:p>
          </p:txBody>
        </p:sp>
        <p:sp>
          <p:nvSpPr>
            <p:cNvPr id="8234" name="Text Box 54"/>
            <p:cNvSpPr txBox="1">
              <a:spLocks noChangeArrowheads="1"/>
            </p:cNvSpPr>
            <p:nvPr/>
          </p:nvSpPr>
          <p:spPr bwMode="auto">
            <a:xfrm>
              <a:off x="1706" y="2264"/>
              <a:ext cx="233"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600" smtClean="0">
                  <a:solidFill>
                    <a:srgbClr val="000000"/>
                  </a:solidFill>
                  <a:latin typeface="Arial" panose="020B0604020202020204" pitchFamily="34" charset="0"/>
                  <a:cs typeface="Arial" panose="020B0604020202020204" pitchFamily="34" charset="0"/>
                </a:rPr>
                <a:t>Drain</a:t>
              </a:r>
              <a:endParaRPr lang="ko-KR" altLang="en-US" sz="600">
                <a:solidFill>
                  <a:srgbClr val="000000"/>
                </a:solidFill>
                <a:latin typeface="Arial" panose="020B0604020202020204" pitchFamily="34" charset="0"/>
                <a:cs typeface="Arial" panose="020B0604020202020204" pitchFamily="34" charset="0"/>
              </a:endParaRPr>
            </a:p>
          </p:txBody>
        </p:sp>
        <p:sp>
          <p:nvSpPr>
            <p:cNvPr id="8235" name="Text Box 55"/>
            <p:cNvSpPr txBox="1">
              <a:spLocks noChangeArrowheads="1"/>
            </p:cNvSpPr>
            <p:nvPr/>
          </p:nvSpPr>
          <p:spPr bwMode="auto">
            <a:xfrm>
              <a:off x="1752" y="2016"/>
              <a:ext cx="357"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600" err="1" smtClean="0">
                  <a:solidFill>
                    <a:srgbClr val="000000"/>
                  </a:solidFill>
                  <a:latin typeface="Arial" panose="020B0604020202020204" pitchFamily="34" charset="0"/>
                  <a:cs typeface="Arial" panose="020B0604020202020204" pitchFamily="34" charset="0"/>
                </a:rPr>
                <a:t>KHông</a:t>
              </a:r>
              <a:r>
                <a:rPr lang="en-US" altLang="ko-KR" sz="600" smtClean="0">
                  <a:solidFill>
                    <a:srgbClr val="000000"/>
                  </a:solidFill>
                  <a:latin typeface="Arial" panose="020B0604020202020204" pitchFamily="34" charset="0"/>
                  <a:cs typeface="Arial" panose="020B0604020202020204" pitchFamily="34" charset="0"/>
                </a:rPr>
                <a:t> </a:t>
              </a:r>
              <a:r>
                <a:rPr lang="en-US" altLang="ko-KR" sz="600" err="1" smtClean="0">
                  <a:solidFill>
                    <a:srgbClr val="000000"/>
                  </a:solidFill>
                  <a:latin typeface="Arial" panose="020B0604020202020204" pitchFamily="34" charset="0"/>
                  <a:cs typeface="Arial" panose="020B0604020202020204" pitchFamily="34" charset="0"/>
                </a:rPr>
                <a:t>khí</a:t>
              </a:r>
              <a:r>
                <a:rPr lang="en-US" altLang="ko-KR" sz="600" smtClean="0">
                  <a:solidFill>
                    <a:srgbClr val="000000"/>
                  </a:solidFill>
                  <a:latin typeface="Arial" panose="020B0604020202020204" pitchFamily="34" charset="0"/>
                  <a:cs typeface="Arial" panose="020B0604020202020204" pitchFamily="34" charset="0"/>
                </a:rPr>
                <a:t> </a:t>
              </a:r>
            </a:p>
            <a:p>
              <a:pPr eaLnBrk="1" fontAlgn="base" hangingPunct="1">
                <a:lnSpc>
                  <a:spcPct val="120000"/>
                </a:lnSpc>
                <a:spcBef>
                  <a:spcPct val="0"/>
                </a:spcBef>
                <a:spcAft>
                  <a:spcPct val="0"/>
                </a:spcAft>
              </a:pPr>
              <a:r>
                <a:rPr lang="en-US" altLang="ko-KR" sz="600" smtClean="0">
                  <a:solidFill>
                    <a:srgbClr val="000000"/>
                  </a:solidFill>
                  <a:latin typeface="Arial" panose="020B0604020202020204" pitchFamily="34" charset="0"/>
                  <a:cs typeface="Arial" panose="020B0604020202020204" pitchFamily="34" charset="0"/>
                </a:rPr>
                <a:t>đầu </a:t>
              </a:r>
              <a:r>
                <a:rPr lang="en-US" altLang="ko-KR" sz="600" err="1" smtClean="0">
                  <a:solidFill>
                    <a:srgbClr val="000000"/>
                  </a:solidFill>
                  <a:latin typeface="Arial" panose="020B0604020202020204" pitchFamily="34" charset="0"/>
                  <a:cs typeface="Arial" panose="020B0604020202020204" pitchFamily="34" charset="0"/>
                </a:rPr>
                <a:t>ra</a:t>
              </a:r>
              <a:endParaRPr lang="ko-KR" altLang="en-US" sz="600">
                <a:solidFill>
                  <a:srgbClr val="000000"/>
                </a:solidFill>
                <a:latin typeface="Arial" panose="020B0604020202020204" pitchFamily="34" charset="0"/>
                <a:cs typeface="Arial" panose="020B0604020202020204" pitchFamily="34" charset="0"/>
              </a:endParaRPr>
            </a:p>
          </p:txBody>
        </p:sp>
        <p:sp>
          <p:nvSpPr>
            <p:cNvPr id="8236" name="Text Box 56"/>
            <p:cNvSpPr txBox="1">
              <a:spLocks noChangeArrowheads="1"/>
            </p:cNvSpPr>
            <p:nvPr/>
          </p:nvSpPr>
          <p:spPr bwMode="auto">
            <a:xfrm>
              <a:off x="1117" y="1783"/>
              <a:ext cx="357"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600" err="1" smtClean="0">
                  <a:solidFill>
                    <a:srgbClr val="000000"/>
                  </a:solidFill>
                  <a:latin typeface="Arial" panose="020B0604020202020204" pitchFamily="34" charset="0"/>
                  <a:cs typeface="Arial" panose="020B0604020202020204" pitchFamily="34" charset="0"/>
                </a:rPr>
                <a:t>KHông</a:t>
              </a:r>
              <a:r>
                <a:rPr lang="en-US" altLang="ko-KR" sz="600" smtClean="0">
                  <a:solidFill>
                    <a:srgbClr val="000000"/>
                  </a:solidFill>
                  <a:latin typeface="Arial" panose="020B0604020202020204" pitchFamily="34" charset="0"/>
                  <a:cs typeface="Arial" panose="020B0604020202020204" pitchFamily="34" charset="0"/>
                </a:rPr>
                <a:t> </a:t>
              </a:r>
              <a:r>
                <a:rPr lang="en-US" altLang="ko-KR" sz="600" err="1" smtClean="0">
                  <a:solidFill>
                    <a:srgbClr val="000000"/>
                  </a:solidFill>
                  <a:latin typeface="Arial" panose="020B0604020202020204" pitchFamily="34" charset="0"/>
                  <a:cs typeface="Arial" panose="020B0604020202020204" pitchFamily="34" charset="0"/>
                </a:rPr>
                <a:t>khí</a:t>
              </a:r>
              <a:r>
                <a:rPr lang="en-US" altLang="ko-KR" sz="600" smtClean="0">
                  <a:solidFill>
                    <a:srgbClr val="000000"/>
                  </a:solidFill>
                  <a:latin typeface="Arial" panose="020B0604020202020204" pitchFamily="34" charset="0"/>
                  <a:cs typeface="Arial" panose="020B0604020202020204" pitchFamily="34" charset="0"/>
                </a:rPr>
                <a:t> </a:t>
              </a:r>
            </a:p>
            <a:p>
              <a:pPr eaLnBrk="1" fontAlgn="base" hangingPunct="1">
                <a:lnSpc>
                  <a:spcPct val="120000"/>
                </a:lnSpc>
                <a:spcBef>
                  <a:spcPct val="0"/>
                </a:spcBef>
                <a:spcAft>
                  <a:spcPct val="0"/>
                </a:spcAft>
              </a:pPr>
              <a:r>
                <a:rPr lang="en-US" altLang="ko-KR" sz="600" smtClean="0">
                  <a:solidFill>
                    <a:srgbClr val="000000"/>
                  </a:solidFill>
                  <a:latin typeface="Arial" panose="020B0604020202020204" pitchFamily="34" charset="0"/>
                  <a:cs typeface="Arial" panose="020B0604020202020204" pitchFamily="34" charset="0"/>
                </a:rPr>
                <a:t>phía </a:t>
              </a:r>
              <a:r>
                <a:rPr lang="en-US" altLang="ko-KR" sz="600" err="1" smtClean="0">
                  <a:solidFill>
                    <a:srgbClr val="000000"/>
                  </a:solidFill>
                  <a:latin typeface="Arial" panose="020B0604020202020204" pitchFamily="34" charset="0"/>
                  <a:cs typeface="Arial" panose="020B0604020202020204" pitchFamily="34" charset="0"/>
                </a:rPr>
                <a:t>vào</a:t>
              </a:r>
              <a:endParaRPr lang="ko-KR" altLang="en-US" sz="600">
                <a:solidFill>
                  <a:srgbClr val="000000"/>
                </a:solidFill>
                <a:latin typeface="Arial" panose="020B0604020202020204" pitchFamily="34" charset="0"/>
                <a:cs typeface="Arial" panose="020B0604020202020204" pitchFamily="34" charset="0"/>
              </a:endParaRPr>
            </a:p>
          </p:txBody>
        </p:sp>
        <p:sp>
          <p:nvSpPr>
            <p:cNvPr id="8237" name="Text Box 57"/>
            <p:cNvSpPr txBox="1">
              <a:spLocks noChangeArrowheads="1"/>
            </p:cNvSpPr>
            <p:nvPr/>
          </p:nvSpPr>
          <p:spPr bwMode="auto">
            <a:xfrm>
              <a:off x="1764" y="1829"/>
              <a:ext cx="318"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lnSpc>
                  <a:spcPct val="120000"/>
                </a:lnSpc>
                <a:spcBef>
                  <a:spcPct val="0"/>
                </a:spcBef>
                <a:spcAft>
                  <a:spcPct val="0"/>
                </a:spcAft>
              </a:pPr>
              <a:r>
                <a:rPr lang="en-US" altLang="ko-KR" sz="600" err="1" smtClean="0">
                  <a:solidFill>
                    <a:srgbClr val="000000"/>
                  </a:solidFill>
                  <a:latin typeface="Arial" panose="020B0604020202020204" pitchFamily="34" charset="0"/>
                  <a:cs typeface="Arial" panose="020B0604020202020204" pitchFamily="34" charset="0"/>
                </a:rPr>
                <a:t>Tấm</a:t>
              </a:r>
              <a:r>
                <a:rPr lang="en-US" altLang="ko-KR" sz="600" smtClean="0">
                  <a:solidFill>
                    <a:srgbClr val="000000"/>
                  </a:solidFill>
                  <a:latin typeface="Arial" panose="020B0604020202020204" pitchFamily="34" charset="0"/>
                  <a:cs typeface="Arial" panose="020B0604020202020204" pitchFamily="34" charset="0"/>
                </a:rPr>
                <a:t> </a:t>
              </a:r>
              <a:r>
                <a:rPr lang="en-US" altLang="ko-KR" sz="600" err="1" smtClean="0">
                  <a:solidFill>
                    <a:srgbClr val="000000"/>
                  </a:solidFill>
                  <a:latin typeface="Arial" panose="020B0604020202020204" pitchFamily="34" charset="0"/>
                  <a:cs typeface="Arial" panose="020B0604020202020204" pitchFamily="34" charset="0"/>
                </a:rPr>
                <a:t>làm</a:t>
              </a:r>
              <a:r>
                <a:rPr lang="en-US" altLang="ko-KR" sz="600" smtClean="0">
                  <a:solidFill>
                    <a:srgbClr val="000000"/>
                  </a:solidFill>
                  <a:latin typeface="Arial" panose="020B0604020202020204" pitchFamily="34" charset="0"/>
                  <a:cs typeface="Arial" panose="020B0604020202020204" pitchFamily="34" charset="0"/>
                </a:rPr>
                <a:t> </a:t>
              </a:r>
            </a:p>
            <a:p>
              <a:pPr eaLnBrk="1" fontAlgn="base" hangingPunct="1">
                <a:lnSpc>
                  <a:spcPct val="120000"/>
                </a:lnSpc>
                <a:spcBef>
                  <a:spcPct val="0"/>
                </a:spcBef>
                <a:spcAft>
                  <a:spcPct val="0"/>
                </a:spcAft>
              </a:pPr>
              <a:r>
                <a:rPr lang="en-US" altLang="ko-KR" sz="600" smtClean="0">
                  <a:solidFill>
                    <a:srgbClr val="000000"/>
                  </a:solidFill>
                  <a:latin typeface="Arial" panose="020B0604020202020204" pitchFamily="34" charset="0"/>
                  <a:cs typeface="Arial" panose="020B0604020202020204" pitchFamily="34" charset="0"/>
                </a:rPr>
                <a:t>lạnh</a:t>
              </a:r>
              <a:endParaRPr lang="ko-KR" altLang="en-US" sz="600">
                <a:solidFill>
                  <a:srgbClr val="000000"/>
                </a:solidFill>
                <a:latin typeface="Arial" panose="020B0604020202020204" pitchFamily="34" charset="0"/>
                <a:cs typeface="Arial" panose="020B0604020202020204" pitchFamily="34" charset="0"/>
              </a:endParaRPr>
            </a:p>
          </p:txBody>
        </p:sp>
      </p:grpSp>
      <p:sp>
        <p:nvSpPr>
          <p:cNvPr id="8221" name="Rectangle 58"/>
          <p:cNvSpPr>
            <a:spLocks noChangeArrowheads="1"/>
          </p:cNvSpPr>
          <p:nvPr/>
        </p:nvSpPr>
        <p:spPr bwMode="auto">
          <a:xfrm>
            <a:off x="295275" y="8021638"/>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8.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bằng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nước</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sấy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sấy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a:t>
            </a:r>
            <a:endParaRPr lang="ko-KR" altLang="en-US" sz="800">
              <a:solidFill>
                <a:srgbClr val="000000"/>
              </a:solidFill>
              <a:latin typeface="Arial" panose="020B0604020202020204" pitchFamily="34" charset="0"/>
              <a:cs typeface="Arial" panose="020B0604020202020204" pitchFamily="34" charset="0"/>
            </a:endParaRPr>
          </a:p>
        </p:txBody>
      </p:sp>
      <p:sp>
        <p:nvSpPr>
          <p:cNvPr id="8222" name="Rectangle 73"/>
          <p:cNvSpPr>
            <a:spLocks noChangeArrowheads="1"/>
          </p:cNvSpPr>
          <p:nvPr/>
        </p:nvSpPr>
        <p:spPr bwMode="auto">
          <a:xfrm>
            <a:off x="3400425" y="989015"/>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9.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mục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yêu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sấy</a:t>
            </a:r>
            <a:r>
              <a:rPr lang="en-US" altLang="ko-KR" sz="8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ngưng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tụ</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endParaRPr lang="ko-KR" altLang="en-US" sz="800">
              <a:solidFill>
                <a:srgbClr val="000000"/>
              </a:solidFill>
              <a:latin typeface="Arial" panose="020B0604020202020204" pitchFamily="34" charset="0"/>
              <a:cs typeface="Arial" panose="020B0604020202020204" pitchFamily="34" charset="0"/>
            </a:endParaRPr>
          </a:p>
        </p:txBody>
      </p:sp>
      <p:sp>
        <p:nvSpPr>
          <p:cNvPr id="8223" name="Rectangle 12"/>
          <p:cNvSpPr>
            <a:spLocks noChangeArrowheads="1"/>
          </p:cNvSpPr>
          <p:nvPr/>
        </p:nvSpPr>
        <p:spPr bwMode="auto">
          <a:xfrm>
            <a:off x="3419475" y="1781175"/>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10.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ưu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Plastic Tube?</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chịu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chịu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tốt</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Thao </a:t>
            </a:r>
            <a:r>
              <a:rPr lang="en-US" altLang="ko-KR" sz="800" err="1" smtClean="0">
                <a:solidFill>
                  <a:srgbClr val="000000"/>
                </a:solidFill>
                <a:latin typeface="Arial" panose="020B0604020202020204" pitchFamily="34" charset="0"/>
                <a:cs typeface="Arial" panose="020B0604020202020204" pitchFamily="34" charset="0"/>
              </a:rPr>
              <a:t>tác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nhanh</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Giá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gồm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vật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liệu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chăng</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Ống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dẻo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dễ</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tác</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8224" name="Rectangle 14"/>
          <p:cNvSpPr>
            <a:spLocks noChangeArrowheads="1"/>
          </p:cNvSpPr>
          <p:nvPr/>
        </p:nvSpPr>
        <p:spPr bwMode="auto">
          <a:xfrm>
            <a:off x="3429000" y="2627315"/>
            <a:ext cx="3124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11.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quan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đến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 </a:t>
            </a:r>
            <a:r>
              <a:rPr lang="en-US" altLang="ko-KR" sz="800" err="1" smtClean="0">
                <a:solidFill>
                  <a:srgbClr val="000000"/>
                </a:solidFill>
                <a:latin typeface="Arial" panose="020B0604020202020204" pitchFamily="34" charset="0"/>
                <a:cs typeface="Arial" panose="020B0604020202020204" pitchFamily="34" charset="0"/>
              </a:rPr>
              <a:t>ontouch</a:t>
            </a:r>
            <a:r>
              <a:rPr lang="en-US" altLang="ko-KR" sz="800" smtClean="0">
                <a:solidFill>
                  <a:srgbClr val="000000"/>
                </a:solidFill>
                <a:latin typeface="Arial" panose="020B0604020202020204" pitchFamily="34" charset="0"/>
                <a:cs typeface="Arial" panose="020B0604020202020204" pitchFamily="34" charset="0"/>
              </a:rPr>
              <a:t> tube )?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Fitting tube</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Phần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ốc</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Body (</a:t>
            </a:r>
            <a:r>
              <a:rPr lang="ko-KR" altLang="en-US"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Housing)</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Union</a:t>
            </a:r>
            <a:endParaRPr lang="ko-KR" altLang="en-US" sz="800">
              <a:solidFill>
                <a:srgbClr val="000000"/>
              </a:solidFill>
              <a:latin typeface="Arial" panose="020B0604020202020204" pitchFamily="34" charset="0"/>
              <a:cs typeface="Arial" panose="020B0604020202020204" pitchFamily="34" charset="0"/>
            </a:endParaRPr>
          </a:p>
        </p:txBody>
      </p:sp>
      <p:pic>
        <p:nvPicPr>
          <p:cNvPr id="8225" name="Picture 15" descr="튜브피팅부의작동"/>
          <p:cNvPicPr>
            <a:picLocks noChangeAspect="1" noChangeArrowheads="1"/>
          </p:cNvPicPr>
          <p:nvPr/>
        </p:nvPicPr>
        <p:blipFill>
          <a:blip r:embed="rId8">
            <a:extLst>
              <a:ext uri="{28A0092B-C50C-407E-A947-70E740481C1C}">
                <a14:useLocalDpi xmlns:a14="http://schemas.microsoft.com/office/drawing/2010/main" val="0"/>
              </a:ext>
            </a:extLst>
          </a:blip>
          <a:srcRect l="8607"/>
          <a:stretch>
            <a:fillRect/>
          </a:stretch>
        </p:blipFill>
        <p:spPr bwMode="auto">
          <a:xfrm>
            <a:off x="5110167" y="2909890"/>
            <a:ext cx="1082675"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26" name="Rectangle 26"/>
          <p:cNvSpPr>
            <a:spLocks noChangeArrowheads="1"/>
          </p:cNvSpPr>
          <p:nvPr/>
        </p:nvSpPr>
        <p:spPr bwMode="auto">
          <a:xfrm>
            <a:off x="3429000" y="3635375"/>
            <a:ext cx="31242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12.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Tên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gọi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phần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dấy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hỏi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chấm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Cover Pittong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Fofit</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Flange</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a:solidFill>
                  <a:srgbClr val="000000"/>
                </a:solidFill>
                <a:latin typeface="Arial" panose="020B0604020202020204" pitchFamily="34" charset="0"/>
                <a:ea typeface="돋움" pitchFamily="50" charset="-127"/>
                <a:cs typeface="Arial" panose="020B0604020202020204" pitchFamily="34" charset="0"/>
              </a:rPr>
              <a:t>④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Bearing Bush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pic>
        <p:nvPicPr>
          <p:cNvPr id="8227" name="Picture 2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59163" y="3825877"/>
            <a:ext cx="3065462" cy="1322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28" name="Text Box 29"/>
          <p:cNvSpPr txBox="1">
            <a:spLocks noChangeArrowheads="1"/>
          </p:cNvSpPr>
          <p:nvPr/>
        </p:nvSpPr>
        <p:spPr bwMode="auto">
          <a:xfrm>
            <a:off x="5670550" y="4045161"/>
            <a:ext cx="494830"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b="1">
                <a:solidFill>
                  <a:srgbClr val="000000"/>
                </a:solidFill>
                <a:latin typeface="Arial" panose="020B0604020202020204" pitchFamily="34" charset="0"/>
                <a:ea typeface="돋움" pitchFamily="50" charset="-127"/>
                <a:cs typeface="Arial" panose="020B0604020202020204" pitchFamily="34" charset="0"/>
              </a:rPr>
              <a:t>( ? )</a:t>
            </a:r>
          </a:p>
        </p:txBody>
      </p:sp>
      <p:sp>
        <p:nvSpPr>
          <p:cNvPr id="8229" name="Rectangle 42"/>
          <p:cNvSpPr>
            <a:spLocks noChangeArrowheads="1"/>
          </p:cNvSpPr>
          <p:nvPr/>
        </p:nvSpPr>
        <p:spPr bwMode="auto">
          <a:xfrm>
            <a:off x="3429000" y="5635532"/>
            <a:ext cx="3124200"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13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motor </a:t>
            </a:r>
            <a:r>
              <a:rPr lang="en-US" altLang="ko-KR" sz="800" err="1" smtClean="0">
                <a:solidFill>
                  <a:srgbClr val="000000"/>
                </a:solidFill>
                <a:latin typeface="Arial" panose="020B0604020202020204" pitchFamily="34" charset="0"/>
                <a:cs typeface="Arial" panose="020B0604020202020204" pitchFamily="34" charset="0"/>
              </a:rPr>
              <a:t>nào</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cấu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trúc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đầy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rồi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biến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năng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thành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chuyển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tạo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lực</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Thông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motor </a:t>
            </a:r>
            <a:r>
              <a:rPr lang="en-US" altLang="ko-KR" sz="800" err="1" smtClean="0">
                <a:solidFill>
                  <a:srgbClr val="000000"/>
                </a:solidFill>
                <a:latin typeface="Arial" panose="020B0604020202020204" pitchFamily="34" charset="0"/>
                <a:cs typeface="Arial" panose="020B0604020202020204" pitchFamily="34" charset="0"/>
              </a:rPr>
              <a:t>này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nghiền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mài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yêu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cầu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cao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vòng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2.000~5.000rpm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smtClean="0">
                <a:solidFill>
                  <a:srgbClr val="000000"/>
                </a:solidFill>
                <a:latin typeface="Arial" panose="020B0604020202020204" pitchFamily="34" charset="0"/>
                <a:cs typeface="Arial" panose="020B0604020202020204" pitchFamily="34" charset="0"/>
              </a:rPr>
              <a:t>① Motor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Gear Motor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Motor </a:t>
            </a:r>
            <a:r>
              <a:rPr lang="en-US" altLang="ko-KR" sz="800" err="1" smtClean="0">
                <a:solidFill>
                  <a:srgbClr val="000000"/>
                </a:solidFill>
                <a:latin typeface="Arial" panose="020B0604020202020204" pitchFamily="34" charset="0"/>
                <a:cs typeface="Arial" panose="020B0604020202020204" pitchFamily="34" charset="0"/>
              </a:rPr>
              <a:t>Tuabin</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Motor </a:t>
            </a:r>
            <a:r>
              <a:rPr lang="en-US" altLang="ko-KR" sz="800" err="1" smtClean="0">
                <a:solidFill>
                  <a:srgbClr val="000000"/>
                </a:solidFill>
                <a:latin typeface="Arial" panose="020B0604020202020204" pitchFamily="34" charset="0"/>
                <a:cs typeface="Arial" panose="020B0604020202020204" pitchFamily="34" charset="0"/>
              </a:rPr>
              <a:t>nén</a:t>
            </a:r>
            <a:endParaRPr lang="ko-KR" altLang="en-US" sz="800">
              <a:solidFill>
                <a:srgbClr val="000000"/>
              </a:solidFill>
              <a:latin typeface="Arial" panose="020B0604020202020204" pitchFamily="34" charset="0"/>
              <a:cs typeface="Arial" panose="020B0604020202020204" pitchFamily="34" charset="0"/>
            </a:endParaRPr>
          </a:p>
        </p:txBody>
      </p:sp>
      <p:sp>
        <p:nvSpPr>
          <p:cNvPr id="8230" name="Rectangle 21"/>
          <p:cNvSpPr>
            <a:spLocks noChangeArrowheads="1"/>
          </p:cNvSpPr>
          <p:nvPr/>
        </p:nvSpPr>
        <p:spPr bwMode="auto">
          <a:xfrm>
            <a:off x="3473450" y="7097889"/>
            <a:ext cx="3124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14.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Chọn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đáp</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phải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là</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Cylinder? </a:t>
            </a: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①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pittong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②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động</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ea typeface="돋움" pitchFamily="50" charset="-127"/>
                <a:cs typeface="Arial" panose="020B0604020202020204" pitchFamily="34" charset="0"/>
              </a:rPr>
              <a:t>③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việc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có</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thiết</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bị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giảm</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xóc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không</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ea typeface="돋움" pitchFamily="50" charset="-127"/>
                <a:cs typeface="Arial" panose="020B0604020202020204" pitchFamily="34" charset="0"/>
              </a:rPr>
              <a:t>④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Phân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loại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theo</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hình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thức</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của</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Rod</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8231" name="Rectangle 21"/>
          <p:cNvSpPr>
            <a:spLocks noChangeArrowheads="1"/>
          </p:cNvSpPr>
          <p:nvPr/>
        </p:nvSpPr>
        <p:spPr bwMode="auto">
          <a:xfrm>
            <a:off x="3473450" y="8020455"/>
            <a:ext cx="3124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15.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Hãy</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đổi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1Pa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(Pascal)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thành</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đơn</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vị</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a:solidFill>
                  <a:srgbClr val="000000"/>
                </a:solidFill>
                <a:latin typeface="Arial" panose="020B0604020202020204" pitchFamily="34" charset="0"/>
                <a:ea typeface="돋움" pitchFamily="50" charset="-127"/>
                <a:cs typeface="Arial" panose="020B0604020202020204" pitchFamily="34" charset="0"/>
              </a:rPr>
              <a:t>Mpa</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mega Pascal)</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câu</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hỏi</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tự</a:t>
            </a:r>
            <a:r>
              <a:rPr lang="en-US" altLang="ko-KR"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err="1" smtClean="0">
                <a:solidFill>
                  <a:srgbClr val="000000"/>
                </a:solidFill>
                <a:latin typeface="Arial" panose="020B0604020202020204" pitchFamily="34" charset="0"/>
                <a:ea typeface="돋움" pitchFamily="50" charset="-127"/>
                <a:cs typeface="Arial" panose="020B0604020202020204" pitchFamily="34" charset="0"/>
              </a:rPr>
              <a:t>luận</a:t>
            </a:r>
            <a:r>
              <a:rPr lang="ko-KR" altLang="en-US" sz="800" smtClean="0">
                <a:solidFill>
                  <a:srgbClr val="000000"/>
                </a:solidFill>
                <a:latin typeface="Arial" panose="020B0604020202020204" pitchFamily="34" charset="0"/>
                <a:ea typeface="돋움" pitchFamily="50" charset="-127"/>
                <a:cs typeface="Arial" panose="020B0604020202020204" pitchFamily="34" charset="0"/>
              </a:rPr>
              <a:t> </a:t>
            </a:r>
            <a:r>
              <a:rPr lang="en-US" altLang="ko-KR" sz="800">
                <a:solidFill>
                  <a:srgbClr val="000000"/>
                </a:solidFill>
                <a:latin typeface="Arial" panose="020B0604020202020204" pitchFamily="34" charset="0"/>
                <a:ea typeface="돋움" pitchFamily="50" charset="-127"/>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ea typeface="돋움" pitchFamily="50" charset="-127"/>
                <a:cs typeface="Arial" panose="020B0604020202020204" pitchFamily="34" charset="0"/>
              </a:rPr>
              <a:t>        [                ]</a:t>
            </a:r>
          </a:p>
        </p:txBody>
      </p:sp>
      <p:sp>
        <p:nvSpPr>
          <p:cNvPr id="43" name="Text Box 3"/>
          <p:cNvSpPr txBox="1">
            <a:spLocks noChangeArrowheads="1"/>
          </p:cNvSpPr>
          <p:nvPr/>
        </p:nvSpPr>
        <p:spPr bwMode="auto">
          <a:xfrm>
            <a:off x="228600" y="716697"/>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44"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0491047"/>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9220"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9221"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ea typeface="돋움" pitchFamily="50" charset="-127"/>
              <a:cs typeface="Arial" panose="020B0604020202020204" pitchFamily="34" charset="0"/>
            </a:endParaRPr>
          </a:p>
        </p:txBody>
      </p:sp>
      <p:sp>
        <p:nvSpPr>
          <p:cNvPr id="92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graphicFrame>
        <p:nvGraphicFramePr>
          <p:cNvPr id="2" name="Group 6"/>
          <p:cNvGraphicFramePr>
            <a:graphicFrameLocks noGrp="1"/>
          </p:cNvGraphicFramePr>
          <p:nvPr>
            <p:extLst>
              <p:ext uri="{D42A27DB-BD31-4B8C-83A1-F6EECF244321}">
                <p14:modId xmlns:p14="http://schemas.microsoft.com/office/powerpoint/2010/main" val="3490448725"/>
              </p:ext>
            </p:extLst>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9232" name="Rectangle 21"/>
          <p:cNvSpPr>
            <a:spLocks noChangeArrowheads="1"/>
          </p:cNvSpPr>
          <p:nvPr/>
        </p:nvSpPr>
        <p:spPr bwMode="auto">
          <a:xfrm>
            <a:off x="304800" y="984252"/>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smtClean="0">
                <a:solidFill>
                  <a:srgbClr val="000000"/>
                </a:solidFill>
                <a:latin typeface="Arial" panose="020B0604020202020204" pitchFamily="34" charset="0"/>
                <a:ea typeface="돋움" pitchFamily="50" charset="-127"/>
                <a:cs typeface="Arial" panose="020B0604020202020204" pitchFamily="34" charset="0"/>
              </a:rPr>
              <a:t>16 .</a:t>
            </a:r>
            <a:r>
              <a:rPr lang="vi-VN" altLang="ko-KR" sz="800" smtClean="0">
                <a:solidFill>
                  <a:srgbClr val="000000"/>
                </a:solidFill>
                <a:latin typeface="Arial" panose="020B0604020202020204" pitchFamily="34" charset="0"/>
                <a:ea typeface="돋움" pitchFamily="50" charset="-127"/>
                <a:cs typeface="Arial" panose="020B0604020202020204" pitchFamily="34" charset="0"/>
              </a:rPr>
              <a:t>ống </a:t>
            </a:r>
            <a:r>
              <a:rPr lang="vi-VN" altLang="ko-KR" sz="800">
                <a:solidFill>
                  <a:srgbClr val="000000"/>
                </a:solidFill>
                <a:latin typeface="Arial" panose="020B0604020202020204" pitchFamily="34" charset="0"/>
                <a:ea typeface="돋움" pitchFamily="50" charset="-127"/>
                <a:cs typeface="Arial" panose="020B0604020202020204" pitchFamily="34" charset="0"/>
              </a:rPr>
              <a:t>khí nén không được kết nối đúng cách nếu sau</a:t>
            </a:r>
          </a:p>
          <a:p>
            <a:pPr eaLnBrk="1" fontAlgn="base" latinLnBrk="1" hangingPunct="1">
              <a:spcBef>
                <a:spcPct val="0"/>
              </a:spcBef>
              <a:spcAft>
                <a:spcPct val="0"/>
              </a:spcAft>
            </a:pPr>
            <a:r>
              <a:rPr lang="vi-VN" altLang="ko-KR" sz="800">
                <a:solidFill>
                  <a:srgbClr val="000000"/>
                </a:solidFill>
                <a:latin typeface="Arial" panose="020B0604020202020204" pitchFamily="34" charset="0"/>
                <a:ea typeface="돋움" pitchFamily="50" charset="-127"/>
                <a:cs typeface="Arial" panose="020B0604020202020204" pitchFamily="34" charset="0"/>
              </a:rPr>
              <a:t>     Vấn đề này xảy ra. Nó không phải là thích hợp cho vấn đề</a:t>
            </a:r>
            <a:r>
              <a:rPr lang="vi-VN" altLang="ko-KR" sz="800" smtClean="0">
                <a:solidFill>
                  <a:srgbClr val="000000"/>
                </a:solidFill>
                <a:latin typeface="Arial" panose="020B0604020202020204" pitchFamily="34" charset="0"/>
                <a:ea typeface="돋움" pitchFamily="50" charset="-127"/>
                <a:cs typeface="Arial" panose="020B0604020202020204" pitchFamily="34" charset="0"/>
              </a:rPr>
              <a:t>?</a:t>
            </a:r>
            <a:endParaRPr lang="en-US" altLang="ko-KR" sz="800" smtClean="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endParaRPr lang="vi-VN" altLang="ko-KR" sz="800">
              <a:solidFill>
                <a:srgbClr val="000000"/>
              </a:solidFill>
              <a:latin typeface="Arial" panose="020B0604020202020204" pitchFamily="34" charset="0"/>
              <a:ea typeface="돋움" pitchFamily="50" charset="-127"/>
              <a:cs typeface="Arial" panose="020B0604020202020204" pitchFamily="34" charset="0"/>
            </a:endParaRPr>
          </a:p>
          <a:p>
            <a:pPr eaLnBrk="1" fontAlgn="base" latinLnBrk="1" hangingPunct="1">
              <a:spcBef>
                <a:spcPct val="0"/>
              </a:spcBef>
              <a:spcAft>
                <a:spcPct val="0"/>
              </a:spcAft>
            </a:pPr>
            <a:r>
              <a:rPr lang="vi-VN" altLang="ko-KR" sz="800">
                <a:solidFill>
                  <a:srgbClr val="000000"/>
                </a:solidFill>
                <a:latin typeface="Arial" panose="020B0604020202020204" pitchFamily="34" charset="0"/>
                <a:ea typeface="돋움" pitchFamily="50" charset="-127"/>
                <a:cs typeface="Arial" panose="020B0604020202020204" pitchFamily="34" charset="0"/>
              </a:rPr>
              <a:t> ① là sụt áp, thiếu hụt dòng chảy.</a:t>
            </a:r>
          </a:p>
          <a:p>
            <a:pPr eaLnBrk="1" fontAlgn="base" latinLnBrk="1" hangingPunct="1">
              <a:spcBef>
                <a:spcPct val="0"/>
              </a:spcBef>
              <a:spcAft>
                <a:spcPct val="0"/>
              </a:spcAft>
            </a:pPr>
            <a:r>
              <a:rPr lang="vi-VN" altLang="ko-KR" sz="800">
                <a:solidFill>
                  <a:srgbClr val="000000"/>
                </a:solidFill>
                <a:latin typeface="Arial" panose="020B0604020202020204" pitchFamily="34" charset="0"/>
                <a:ea typeface="돋움" pitchFamily="50" charset="-127"/>
                <a:cs typeface="Arial" panose="020B0604020202020204" pitchFamily="34" charset="0"/>
              </a:rPr>
              <a:t> ② không thoát lối thoát.</a:t>
            </a:r>
          </a:p>
          <a:p>
            <a:pPr eaLnBrk="1" fontAlgn="base" latinLnBrk="1" hangingPunct="1">
              <a:spcBef>
                <a:spcPct val="0"/>
              </a:spcBef>
              <a:spcAft>
                <a:spcPct val="0"/>
              </a:spcAft>
            </a:pPr>
            <a:r>
              <a:rPr lang="vi-VN" altLang="ko-KR" sz="800">
                <a:solidFill>
                  <a:srgbClr val="000000"/>
                </a:solidFill>
                <a:latin typeface="Arial" panose="020B0604020202020204" pitchFamily="34" charset="0"/>
                <a:ea typeface="돋움" pitchFamily="50" charset="-127"/>
                <a:cs typeface="Arial" panose="020B0604020202020204" pitchFamily="34" charset="0"/>
              </a:rPr>
              <a:t> ③ mất sự cố, độ tin cậy của các thiết bị khí nén.</a:t>
            </a:r>
          </a:p>
          <a:p>
            <a:pPr eaLnBrk="1" fontAlgn="base" latinLnBrk="1" hangingPunct="1">
              <a:spcBef>
                <a:spcPct val="0"/>
              </a:spcBef>
              <a:spcAft>
                <a:spcPct val="0"/>
              </a:spcAft>
            </a:pPr>
            <a:r>
              <a:rPr lang="vi-VN" altLang="ko-KR" sz="800">
                <a:solidFill>
                  <a:srgbClr val="000000"/>
                </a:solidFill>
                <a:latin typeface="Arial" panose="020B0604020202020204" pitchFamily="34" charset="0"/>
                <a:ea typeface="돋움" pitchFamily="50" charset="-127"/>
                <a:cs typeface="Arial" panose="020B0604020202020204" pitchFamily="34" charset="0"/>
              </a:rPr>
              <a:t> ④ có thể là một kiểm tra hành chính.</a:t>
            </a:r>
            <a:endParaRPr lang="ko-KR" altLang="en-US" sz="800">
              <a:solidFill>
                <a:srgbClr val="000000"/>
              </a:solidFill>
              <a:latin typeface="Arial" panose="020B0604020202020204" pitchFamily="34" charset="0"/>
              <a:ea typeface="돋움" pitchFamily="50" charset="-127"/>
              <a:cs typeface="Arial" panose="020B0604020202020204" pitchFamily="34" charset="0"/>
            </a:endParaRPr>
          </a:p>
        </p:txBody>
      </p:sp>
      <p:sp>
        <p:nvSpPr>
          <p:cNvPr id="9233" name="Rectangle 26"/>
          <p:cNvSpPr>
            <a:spLocks noChangeArrowheads="1"/>
          </p:cNvSpPr>
          <p:nvPr/>
        </p:nvSpPr>
        <p:spPr bwMode="auto">
          <a:xfrm>
            <a:off x="304800" y="2095989"/>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17.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gì</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Van </a:t>
            </a:r>
            <a:r>
              <a:rPr lang="en-US" altLang="ko-KR" sz="800" err="1" smtClean="0">
                <a:solidFill>
                  <a:srgbClr val="000000"/>
                </a:solidFill>
                <a:latin typeface="Arial" panose="020B0604020202020204" pitchFamily="34" charset="0"/>
                <a:cs typeface="Arial" panose="020B0604020202020204" pitchFamily="34" charset="0"/>
              </a:rPr>
              <a:t>giảm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en-US" altLang="ko-KR" sz="800" smtClean="0">
                <a:solidFill>
                  <a:srgbClr val="000000"/>
                </a:solidFill>
                <a:latin typeface="Arial" panose="020B0604020202020204" pitchFamily="34" charset="0"/>
                <a:cs typeface="Arial" panose="020B0604020202020204" pitchFamily="34" charset="0"/>
              </a:rPr>
              <a:t> (Relief valve) </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Valve moment </a:t>
            </a:r>
            <a:r>
              <a:rPr lang="en-US" altLang="ko-KR" sz="800" err="1" smtClean="0">
                <a:solidFill>
                  <a:srgbClr val="000000"/>
                </a:solidFill>
                <a:latin typeface="Arial" panose="020B0604020202020204" pitchFamily="34" charset="0"/>
                <a:cs typeface="Arial" panose="020B0604020202020204" pitchFamily="34" charset="0"/>
              </a:rPr>
              <a:t>xoắn</a:t>
            </a:r>
            <a:r>
              <a:rPr lang="en-US" altLang="ko-KR" sz="800" smtClean="0">
                <a:solidFill>
                  <a:srgbClr val="000000"/>
                </a:solidFill>
                <a:latin typeface="Arial" panose="020B0604020202020204" pitchFamily="34" charset="0"/>
                <a:cs typeface="Arial" panose="020B0604020202020204" pitchFamily="34" charset="0"/>
              </a:rPr>
              <a:t> (Torque </a:t>
            </a:r>
            <a:r>
              <a:rPr lang="en-US" altLang="ko-KR" sz="800" err="1" smtClean="0">
                <a:solidFill>
                  <a:srgbClr val="000000"/>
                </a:solidFill>
                <a:latin typeface="Arial" panose="020B0604020202020204" pitchFamily="34" charset="0"/>
                <a:cs typeface="Arial" panose="020B0604020202020204" pitchFamily="34" charset="0"/>
              </a:rPr>
              <a:t>vavle</a:t>
            </a:r>
            <a:r>
              <a:rPr lang="en-US" altLang="ko-KR" sz="800" smtClean="0">
                <a:solidFill>
                  <a:srgbClr val="000000"/>
                </a:solidFill>
                <a:latin typeface="Arial" panose="020B0604020202020204" pitchFamily="34" charset="0"/>
                <a:cs typeface="Arial" panose="020B0604020202020204" pitchFamily="34" charset="0"/>
              </a:rPr>
              <a:t>)</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Valve </a:t>
            </a:r>
            <a:r>
              <a:rPr lang="en-US" altLang="ko-KR" sz="800" err="1" smtClean="0">
                <a:solidFill>
                  <a:srgbClr val="000000"/>
                </a:solidFill>
                <a:latin typeface="Arial" panose="020B0604020202020204" pitchFamily="34" charset="0"/>
                <a:cs typeface="Arial" panose="020B0604020202020204" pitchFamily="34" charset="0"/>
              </a:rPr>
              <a:t>cảm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áp</a:t>
            </a:r>
            <a:r>
              <a:rPr lang="ko-KR" altLang="en-US" sz="800" smtClean="0">
                <a:solidFill>
                  <a:srgbClr val="000000"/>
                </a:solidFill>
                <a:latin typeface="Arial" panose="020B0604020202020204" pitchFamily="34" charset="0"/>
                <a:cs typeface="Arial" panose="020B0604020202020204" pitchFamily="34" charset="0"/>
              </a:rPr>
              <a:t>      </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Valve </a:t>
            </a:r>
            <a:r>
              <a:rPr lang="en-US" altLang="ko-KR" sz="800" err="1" smtClean="0">
                <a:solidFill>
                  <a:srgbClr val="000000"/>
                </a:solidFill>
                <a:latin typeface="Arial" panose="020B0604020202020204" pitchFamily="34" charset="0"/>
                <a:cs typeface="Arial" panose="020B0604020202020204" pitchFamily="34" charset="0"/>
              </a:rPr>
              <a:t>tuần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(Sequence </a:t>
            </a:r>
            <a:r>
              <a:rPr lang="en-US" altLang="ko-KR" sz="800" err="1" smtClean="0">
                <a:solidFill>
                  <a:srgbClr val="000000"/>
                </a:solidFill>
                <a:latin typeface="Arial" panose="020B0604020202020204" pitchFamily="34" charset="0"/>
                <a:cs typeface="Arial" panose="020B0604020202020204" pitchFamily="34" charset="0"/>
              </a:rPr>
              <a:t>vavle</a:t>
            </a:r>
            <a:r>
              <a:rPr lang="en-US" altLang="ko-KR" sz="800" smtClean="0">
                <a:solidFill>
                  <a:srgbClr val="000000"/>
                </a:solidFill>
                <a:latin typeface="Arial" panose="020B0604020202020204" pitchFamily="34" charset="0"/>
                <a:cs typeface="Arial" panose="020B0604020202020204" pitchFamily="34" charset="0"/>
              </a:rPr>
              <a:t>)</a:t>
            </a:r>
            <a:endParaRPr lang="ko-KR" altLang="en-US" sz="800">
              <a:solidFill>
                <a:srgbClr val="000000"/>
              </a:solidFill>
              <a:latin typeface="Arial" panose="020B0604020202020204" pitchFamily="34" charset="0"/>
              <a:cs typeface="Arial" panose="020B0604020202020204" pitchFamily="34" charset="0"/>
            </a:endParaRPr>
          </a:p>
        </p:txBody>
      </p:sp>
      <p:pic>
        <p:nvPicPr>
          <p:cNvPr id="9234" name="Picture 2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6918" y="2051052"/>
            <a:ext cx="1113982"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9235" name="Rectangle 6"/>
          <p:cNvSpPr>
            <a:spLocks noChangeArrowheads="1"/>
          </p:cNvSpPr>
          <p:nvPr/>
        </p:nvSpPr>
        <p:spPr bwMode="auto">
          <a:xfrm>
            <a:off x="304800" y="3387726"/>
            <a:ext cx="3124200"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18.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đáp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đặc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điểm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của</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nén</a:t>
            </a:r>
            <a:r>
              <a:rPr lang="en-US" altLang="ko-KR" sz="800" smtClean="0">
                <a:solidFill>
                  <a:srgbClr val="000000"/>
                </a:solidFill>
                <a:latin typeface="Arial" panose="020B0604020202020204" pitchFamily="34" charset="0"/>
                <a:cs typeface="Arial" panose="020B0604020202020204" pitchFamily="34" charset="0"/>
              </a:rPr>
              <a:t>?</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smtClean="0">
                <a:solidFill>
                  <a:srgbClr val="000000"/>
                </a:solidFill>
                <a:latin typeface="Arial" panose="020B0604020202020204" pitchFamily="34" charset="0"/>
                <a:cs typeface="Arial" panose="020B0604020202020204" pitchFamily="34" charset="0"/>
              </a:rPr>
              <a:t> So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điện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hằng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số</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thời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gian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quyết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định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tỷ</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a:t>
            </a:r>
            <a:r>
              <a:rPr lang="en-US" altLang="ko-KR" sz="800" smtClean="0">
                <a:solidFill>
                  <a:srgbClr val="000000"/>
                </a:solidFill>
                <a:latin typeface="Arial" panose="020B0604020202020204" pitchFamily="34" charset="0"/>
                <a:cs typeface="Arial" panose="020B0604020202020204" pitchFamily="34" charset="0"/>
              </a:rPr>
              <a:t> output so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tắt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mở</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linh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hoạt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tỷ</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lệ</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suất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trọng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lượng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endParaRPr lang="ko-KR" altLang="en-US" sz="800" smtClean="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smtClean="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thể</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dụng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toàn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cả</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môi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gas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tính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cháy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nổ</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tốc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và</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thay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đổi</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xuôi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ngược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một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giản</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chế</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lớn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môi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trường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như</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nhiệt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ẩm</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xung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quanh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như</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đối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cơ</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chính</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9236" name="Rectangle 21"/>
          <p:cNvSpPr>
            <a:spLocks noChangeArrowheads="1"/>
          </p:cNvSpPr>
          <p:nvPr/>
        </p:nvSpPr>
        <p:spPr bwMode="auto">
          <a:xfrm>
            <a:off x="260560" y="4898492"/>
            <a:ext cx="3130340"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19. </a:t>
            </a:r>
            <a:r>
              <a:rPr lang="en-US" altLang="ko-KR" sz="800" err="1" smtClean="0">
                <a:solidFill>
                  <a:srgbClr val="000000"/>
                </a:solidFill>
                <a:latin typeface="Arial" panose="020B0604020202020204" pitchFamily="34" charset="0"/>
                <a:cs typeface="Arial" panose="020B0604020202020204" pitchFamily="34" charset="0"/>
              </a:rPr>
              <a:t>Chọn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giải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thích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sai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về</a:t>
            </a:r>
            <a:r>
              <a:rPr lang="en-US" altLang="ko-KR" sz="800" smtClean="0">
                <a:solidFill>
                  <a:srgbClr val="000000"/>
                </a:solidFill>
                <a:latin typeface="Arial" panose="020B0604020202020204" pitchFamily="34" charset="0"/>
                <a:cs typeface="Arial" panose="020B0604020202020204" pitchFamily="34" charset="0"/>
              </a:rPr>
              <a:t> Actuator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a:t>
            </a: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đơn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270~300</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kép</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90~120</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Loại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3 </a:t>
            </a:r>
            <a:r>
              <a:rPr lang="en-US" altLang="ko-KR" sz="800" err="1" smtClean="0">
                <a:solidFill>
                  <a:srgbClr val="000000"/>
                </a:solidFill>
                <a:latin typeface="Arial" panose="020B0604020202020204" pitchFamily="34" charset="0"/>
                <a:cs typeface="Arial" panose="020B0604020202020204" pitchFamily="34" charset="0"/>
              </a:rPr>
              <a:t>tầng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có</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góc</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khoảng</a:t>
            </a:r>
            <a:r>
              <a:rPr lang="en-US" altLang="ko-KR" sz="800" smtClean="0">
                <a:solidFill>
                  <a:srgbClr val="00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60</a:t>
            </a:r>
            <a:r>
              <a:rPr lang="en-US" altLang="ko-KR" sz="800" smtClean="0">
                <a:solidFill>
                  <a:srgbClr val="000000"/>
                </a:solidFill>
                <a:latin typeface="Arial" panose="020B0604020202020204" pitchFamily="34" charset="0"/>
                <a:cs typeface="Arial" panose="020B0604020202020204" pitchFamily="34" charset="0"/>
              </a:rPr>
              <a:t>℃</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Actuator </a:t>
            </a:r>
            <a:r>
              <a:rPr lang="en-US" altLang="ko-KR" sz="800" err="1" smtClean="0">
                <a:solidFill>
                  <a:srgbClr val="000000"/>
                </a:solidFill>
                <a:latin typeface="Arial" panose="020B0604020202020204" pitchFamily="34" charset="0"/>
                <a:cs typeface="Arial" panose="020B0604020202020204" pitchFamily="34" charset="0"/>
              </a:rPr>
              <a:t>truyền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động</a:t>
            </a:r>
            <a:r>
              <a:rPr lang="en-US" altLang="ko-KR" sz="800" smtClean="0">
                <a:solidFill>
                  <a:srgbClr val="000000"/>
                </a:solidFill>
                <a:latin typeface="Arial" panose="020B0604020202020204" pitchFamily="34" charset="0"/>
                <a:cs typeface="Arial" panose="020B0604020202020204" pitchFamily="34" charset="0"/>
              </a:rPr>
              <a:t> quay </a:t>
            </a:r>
            <a:r>
              <a:rPr lang="en-US" altLang="ko-KR" sz="800" err="1" smtClean="0">
                <a:solidFill>
                  <a:srgbClr val="000000"/>
                </a:solidFill>
                <a:latin typeface="Arial" panose="020B0604020202020204" pitchFamily="34" charset="0"/>
                <a:cs typeface="Arial" panose="020B0604020202020204" pitchFamily="34" charset="0"/>
              </a:rPr>
              <a:t>dạng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cánh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quạt</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bị</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rò</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p:txBody>
      </p:sp>
      <p:sp>
        <p:nvSpPr>
          <p:cNvPr id="9237" name="Rectangle 25"/>
          <p:cNvSpPr>
            <a:spLocks noChangeArrowheads="1"/>
          </p:cNvSpPr>
          <p:nvPr/>
        </p:nvSpPr>
        <p:spPr bwMode="auto">
          <a:xfrm>
            <a:off x="304800" y="6217177"/>
            <a:ext cx="31242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20. </a:t>
            </a:r>
            <a:r>
              <a:rPr lang="en-US" altLang="ko-KR" sz="800" err="1" smtClean="0">
                <a:solidFill>
                  <a:srgbClr val="000000"/>
                </a:solidFill>
                <a:latin typeface="Arial" panose="020B0604020202020204" pitchFamily="34" charset="0"/>
                <a:cs typeface="Arial" panose="020B0604020202020204" pitchFamily="34" charset="0"/>
              </a:rPr>
              <a:t>Trong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hình</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dưới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đây</a:t>
            </a:r>
            <a:r>
              <a:rPr lang="en-US" altLang="ko-KR" sz="800" smtClean="0">
                <a:solidFill>
                  <a:srgbClr val="000000"/>
                </a:solidFill>
                <a:latin typeface="Arial" panose="020B0604020202020204" pitchFamily="34" charset="0"/>
                <a:cs typeface="Arial" panose="020B0604020202020204" pitchFamily="34" charset="0"/>
              </a:rPr>
              <a:t>, ở Speed Controller </a:t>
            </a:r>
            <a:r>
              <a:rPr lang="en-US" altLang="ko-KR" sz="800" err="1" smtClean="0">
                <a:solidFill>
                  <a:srgbClr val="000000"/>
                </a:solidFill>
                <a:latin typeface="Arial" panose="020B0604020202020204" pitchFamily="34" charset="0"/>
                <a:cs typeface="Arial" panose="020B0604020202020204" pitchFamily="34" charset="0"/>
              </a:rPr>
              <a:t>không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đang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theo</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hướng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mũi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tên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Dòng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là</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endParaRPr lang="en-US" altLang="ko-KR"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en-US" altLang="ko-KR" sz="800">
                <a:solidFill>
                  <a:srgbClr val="000000"/>
                </a:solidFill>
                <a:latin typeface="Arial" panose="020B0604020202020204" pitchFamily="34" charset="0"/>
                <a:cs typeface="Arial" panose="020B0604020202020204" pitchFamily="34" charset="0"/>
              </a:rPr>
              <a:t>① </a:t>
            </a:r>
            <a:r>
              <a:rPr lang="en-US" altLang="ko-KR" sz="800" err="1" smtClean="0">
                <a:solidFill>
                  <a:srgbClr val="000000"/>
                </a:solidFill>
                <a:latin typeface="Arial" panose="020B0604020202020204" pitchFamily="34" charset="0"/>
                <a:cs typeface="Arial" panose="020B0604020202020204" pitchFamily="34" charset="0"/>
              </a:rPr>
              <a:t>Dòng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tự</a:t>
            </a:r>
            <a:r>
              <a:rPr lang="en-US" altLang="ko-KR" sz="800" smtClean="0">
                <a:solidFill>
                  <a:srgbClr val="000000"/>
                </a:solidFill>
                <a:latin typeface="Arial" panose="020B0604020202020204" pitchFamily="34" charset="0"/>
                <a:cs typeface="Arial" panose="020B0604020202020204" pitchFamily="34" charset="0"/>
              </a:rPr>
              <a:t> do</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② </a:t>
            </a:r>
            <a:r>
              <a:rPr lang="en-US" altLang="ko-KR" sz="800" err="1" smtClean="0">
                <a:solidFill>
                  <a:srgbClr val="000000"/>
                </a:solidFill>
                <a:latin typeface="Arial" panose="020B0604020202020204" pitchFamily="34" charset="0"/>
                <a:cs typeface="Arial" panose="020B0604020202020204" pitchFamily="34" charset="0"/>
              </a:rPr>
              <a:t>Dòng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cưỡng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chế</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③ </a:t>
            </a:r>
            <a:r>
              <a:rPr lang="en-US" altLang="ko-KR" sz="800" err="1" smtClean="0">
                <a:solidFill>
                  <a:srgbClr val="000000"/>
                </a:solidFill>
                <a:latin typeface="Arial" panose="020B0604020202020204" pitchFamily="34" charset="0"/>
                <a:cs typeface="Arial" panose="020B0604020202020204" pitchFamily="34" charset="0"/>
              </a:rPr>
              <a:t>Dòng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chảy</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điều</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khiển</a:t>
            </a:r>
            <a:endParaRPr lang="ko-KR" altLang="en-US" sz="800">
              <a:solidFill>
                <a:srgbClr val="000000"/>
              </a:solidFill>
              <a:latin typeface="Arial" panose="020B0604020202020204" pitchFamily="34" charset="0"/>
              <a:cs typeface="Arial" panose="020B0604020202020204" pitchFamily="34" charset="0"/>
            </a:endParaRPr>
          </a:p>
          <a:p>
            <a:pPr eaLnBrk="1" fontAlgn="base" latinLnBrk="1" hangingPunct="1">
              <a:spcBef>
                <a:spcPct val="0"/>
              </a:spcBef>
              <a:spcAft>
                <a:spcPct val="0"/>
              </a:spcAft>
            </a:pPr>
            <a:r>
              <a:rPr lang="ko-KR" altLang="en-US" sz="800">
                <a:solidFill>
                  <a:srgbClr val="000000"/>
                </a:solidFill>
                <a:latin typeface="Arial" panose="020B0604020202020204" pitchFamily="34" charset="0"/>
                <a:cs typeface="Arial" panose="020B0604020202020204" pitchFamily="34" charset="0"/>
              </a:rPr>
              <a:t>④ </a:t>
            </a:r>
            <a:r>
              <a:rPr lang="en-US" altLang="ko-KR" sz="800" err="1" smtClean="0">
                <a:solidFill>
                  <a:srgbClr val="000000"/>
                </a:solidFill>
                <a:latin typeface="Arial" panose="020B0604020202020204" pitchFamily="34" charset="0"/>
                <a:cs typeface="Arial" panose="020B0604020202020204" pitchFamily="34" charset="0"/>
              </a:rPr>
              <a:t>Dòng</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thải</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khí</a:t>
            </a:r>
            <a:endParaRPr lang="ko-KR" altLang="en-US" sz="800">
              <a:solidFill>
                <a:srgbClr val="000000"/>
              </a:solidFill>
              <a:latin typeface="Arial" panose="020B0604020202020204" pitchFamily="34" charset="0"/>
              <a:cs typeface="Arial" panose="020B0604020202020204" pitchFamily="34" charset="0"/>
            </a:endParaRPr>
          </a:p>
        </p:txBody>
      </p:sp>
      <p:grpSp>
        <p:nvGrpSpPr>
          <p:cNvPr id="9238" name="Group 26"/>
          <p:cNvGrpSpPr>
            <a:grpSpLocks/>
          </p:cNvGrpSpPr>
          <p:nvPr/>
        </p:nvGrpSpPr>
        <p:grpSpPr bwMode="auto">
          <a:xfrm>
            <a:off x="1685216" y="6535302"/>
            <a:ext cx="1959817" cy="762000"/>
            <a:chOff x="345" y="1603"/>
            <a:chExt cx="2033" cy="1091"/>
          </a:xfrm>
        </p:grpSpPr>
        <p:pic>
          <p:nvPicPr>
            <p:cNvPr id="9239" name="Picture 27" descr="Untitled-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7" y="1603"/>
              <a:ext cx="962" cy="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40" name="Picture 28" descr="Untitled-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7" y="1974"/>
              <a:ext cx="961"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41" name="AutoShape 29"/>
            <p:cNvSpPr>
              <a:spLocks noChangeArrowheads="1"/>
            </p:cNvSpPr>
            <p:nvPr/>
          </p:nvSpPr>
          <p:spPr bwMode="auto">
            <a:xfrm flipH="1">
              <a:off x="1752" y="2174"/>
              <a:ext cx="296" cy="160"/>
            </a:xfrm>
            <a:prstGeom prst="leftArrow">
              <a:avLst>
                <a:gd name="adj1" fmla="val 50000"/>
                <a:gd name="adj2" fmla="val 46250"/>
              </a:avLst>
            </a:prstGeom>
            <a:solidFill>
              <a:srgbClr val="00CC99"/>
            </a:solidFill>
            <a:ln w="12700">
              <a:solidFill>
                <a:srgbClr val="000000"/>
              </a:solidFill>
              <a:miter lim="800000"/>
              <a:headEnd type="none" w="sm" len="sm"/>
              <a:tailEnd type="none" w="sm" len="sm"/>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Arial" panose="020B0604020202020204" pitchFamily="34" charset="0"/>
                <a:cs typeface="Arial" panose="020B0604020202020204" pitchFamily="34" charset="0"/>
              </a:endParaRPr>
            </a:p>
          </p:txBody>
        </p:sp>
        <p:sp>
          <p:nvSpPr>
            <p:cNvPr id="9242" name="AutoShape 30"/>
            <p:cNvSpPr>
              <a:spLocks noChangeArrowheads="1"/>
            </p:cNvSpPr>
            <p:nvPr/>
          </p:nvSpPr>
          <p:spPr bwMode="auto">
            <a:xfrm flipH="1">
              <a:off x="403" y="1958"/>
              <a:ext cx="296" cy="160"/>
            </a:xfrm>
            <a:prstGeom prst="leftArrow">
              <a:avLst>
                <a:gd name="adj1" fmla="val 50000"/>
                <a:gd name="adj2" fmla="val 46250"/>
              </a:avLst>
            </a:prstGeom>
            <a:solidFill>
              <a:srgbClr val="00CC99"/>
            </a:solidFill>
            <a:ln w="12700">
              <a:solidFill>
                <a:srgbClr val="000000"/>
              </a:solidFill>
              <a:miter lim="800000"/>
              <a:headEnd type="none" w="sm" len="sm"/>
              <a:tailEnd type="none" w="sm" len="sm"/>
            </a:ln>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800">
                <a:solidFill>
                  <a:srgbClr val="000000"/>
                </a:solidFill>
                <a:latin typeface="Arial" panose="020B0604020202020204" pitchFamily="34" charset="0"/>
                <a:cs typeface="Arial" panose="020B0604020202020204" pitchFamily="34" charset="0"/>
              </a:endParaRPr>
            </a:p>
          </p:txBody>
        </p:sp>
        <p:pic>
          <p:nvPicPr>
            <p:cNvPr id="9243" name="Picture 31" descr="Untitled-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5" y="2185"/>
              <a:ext cx="240" cy="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44" name="Line 32"/>
            <p:cNvSpPr>
              <a:spLocks noChangeShapeType="1"/>
            </p:cNvSpPr>
            <p:nvPr/>
          </p:nvSpPr>
          <p:spPr bwMode="auto">
            <a:xfrm flipH="1">
              <a:off x="1353" y="1779"/>
              <a:ext cx="249" cy="267"/>
            </a:xfrm>
            <a:prstGeom prst="line">
              <a:avLst/>
            </a:prstGeom>
            <a:noFill/>
            <a:ln w="12700">
              <a:solidFill>
                <a:srgbClr val="000000"/>
              </a:solidFill>
              <a:round/>
              <a:headEnd type="none" w="sm" len="sm"/>
              <a:tailEnd type="triangle" w="sm" len="sm"/>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72737" name="Text Box 33"/>
            <p:cNvSpPr txBox="1">
              <a:spLocks noChangeArrowheads="1"/>
            </p:cNvSpPr>
            <p:nvPr/>
          </p:nvSpPr>
          <p:spPr bwMode="auto">
            <a:xfrm>
              <a:off x="1640" y="1718"/>
              <a:ext cx="738" cy="216"/>
            </a:xfrm>
            <a:prstGeom prst="rect">
              <a:avLst/>
            </a:prstGeom>
            <a:noFill/>
            <a:ln w="12700">
              <a:noFill/>
              <a:miter lim="800000"/>
              <a:headEnd type="none" w="sm" len="sm"/>
              <a:tailEnd type="none" w="sm" len="sm"/>
            </a:ln>
            <a:effec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fontAlgn="base" latinLnBrk="1" hangingPunct="1">
                <a:spcBef>
                  <a:spcPct val="0"/>
                </a:spcBef>
                <a:spcAft>
                  <a:spcPct val="0"/>
                </a:spcAft>
                <a:defRPr/>
              </a:pPr>
              <a:r>
                <a:rPr lang="en-US" altLang="ko-KR" sz="8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Needle Valve</a:t>
              </a:r>
              <a:endParaRPr lang="ko-KR" altLang="en-US" sz="800" smtClean="0">
                <a:solidFill>
                  <a:srgbClr val="000000"/>
                </a:solidFill>
                <a:latin typeface="Arial" panose="020B0604020202020204" pitchFamily="34" charset="0"/>
                <a:cs typeface="Arial" panose="020B0604020202020204" pitchFamily="34" charset="0"/>
              </a:endParaRPr>
            </a:p>
          </p:txBody>
        </p:sp>
        <p:sp>
          <p:nvSpPr>
            <p:cNvPr id="9246" name="Line 34"/>
            <p:cNvSpPr>
              <a:spLocks noChangeShapeType="1"/>
            </p:cNvSpPr>
            <p:nvPr/>
          </p:nvSpPr>
          <p:spPr bwMode="auto">
            <a:xfrm flipV="1">
              <a:off x="739" y="2230"/>
              <a:ext cx="291" cy="366"/>
            </a:xfrm>
            <a:prstGeom prst="line">
              <a:avLst/>
            </a:prstGeom>
            <a:noFill/>
            <a:ln w="12700">
              <a:solidFill>
                <a:srgbClr val="000000"/>
              </a:solidFill>
              <a:round/>
              <a:headEnd type="none" w="sm" len="sm"/>
              <a:tailEnd type="triangle" w="sm" len="sm"/>
            </a:ln>
            <a:extLst>
              <a:ext uri="{909E8E84-426E-40DD-AFC4-6F175D3DCCD1}">
                <a14:hiddenFill xmlns:a14="http://schemas.microsoft.com/office/drawing/2010/main">
                  <a:noFill/>
                </a14:hiddenFill>
              </a:ext>
            </a:extLst>
          </p:spPr>
          <p:txBody>
            <a:bodyPr anchor="ctr"/>
            <a:lstStyle/>
            <a:p>
              <a:pPr fontAlgn="base" latinLnBrk="1">
                <a:spcBef>
                  <a:spcPct val="0"/>
                </a:spcBef>
                <a:spcAft>
                  <a:spcPct val="0"/>
                </a:spcAft>
              </a:pPr>
              <a:endParaRPr kumimoji="1" lang="en-US" sz="800">
                <a:solidFill>
                  <a:srgbClr val="000000"/>
                </a:solidFill>
                <a:latin typeface="Arial" panose="020B0604020202020204" pitchFamily="34" charset="0"/>
                <a:cs typeface="Arial" panose="020B0604020202020204" pitchFamily="34" charset="0"/>
              </a:endParaRPr>
            </a:p>
          </p:txBody>
        </p:sp>
        <p:sp>
          <p:nvSpPr>
            <p:cNvPr id="72739" name="Text Box 35"/>
            <p:cNvSpPr txBox="1">
              <a:spLocks noChangeArrowheads="1"/>
            </p:cNvSpPr>
            <p:nvPr/>
          </p:nvSpPr>
          <p:spPr bwMode="auto">
            <a:xfrm flipH="1">
              <a:off x="345" y="2492"/>
              <a:ext cx="519" cy="202"/>
            </a:xfrm>
            <a:prstGeom prst="rect">
              <a:avLst/>
            </a:prstGeom>
            <a:noFill/>
            <a:ln w="12700">
              <a:noFill/>
              <a:miter lim="800000"/>
              <a:headEnd type="none" w="sm" len="sm"/>
              <a:tailEnd type="none" w="sm" len="sm"/>
            </a:ln>
            <a:effec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just" eaLnBrk="1" fontAlgn="base" latinLnBrk="1" hangingPunct="1">
                <a:spcBef>
                  <a:spcPct val="0"/>
                </a:spcBef>
                <a:spcAft>
                  <a:spcPct val="0"/>
                </a:spcAft>
                <a:defRPr/>
              </a:pPr>
              <a:r>
                <a:rPr lang="en-US" altLang="ko-KR" sz="8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Check valve</a:t>
              </a:r>
              <a:endParaRPr lang="ko-KR" altLang="en-US" sz="800" smtClean="0">
                <a:solidFill>
                  <a:srgbClr val="000000"/>
                </a:solidFill>
                <a:latin typeface="Arial" panose="020B0604020202020204" pitchFamily="34" charset="0"/>
                <a:cs typeface="Arial" panose="020B0604020202020204" pitchFamily="34" charset="0"/>
              </a:endParaRPr>
            </a:p>
          </p:txBody>
        </p:sp>
      </p:grpSp>
      <p:sp>
        <p:nvSpPr>
          <p:cNvPr id="25" name="Text Box 3"/>
          <p:cNvSpPr txBox="1">
            <a:spLocks noChangeArrowheads="1"/>
          </p:cNvSpPr>
          <p:nvPr/>
        </p:nvSpPr>
        <p:spPr bwMode="auto">
          <a:xfrm>
            <a:off x="228600" y="716697"/>
            <a:ext cx="3073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err="1" smtClean="0">
                <a:solidFill>
                  <a:srgbClr val="000000"/>
                </a:solidFill>
                <a:latin typeface="Arial" panose="020B0604020202020204" pitchFamily="34" charset="0"/>
                <a:cs typeface="Arial" panose="020B0604020202020204" pitchFamily="34" charset="0"/>
              </a:rPr>
              <a:t>Bộ</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err="1" smtClean="0">
                <a:solidFill>
                  <a:srgbClr val="000000"/>
                </a:solidFill>
                <a:latin typeface="Arial" panose="020B0604020202020204" pitchFamily="34" charset="0"/>
                <a:cs typeface="Arial" panose="020B0604020202020204" pitchFamily="34" charset="0"/>
              </a:rPr>
              <a:t>phận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ID</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   Tên</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 </a:t>
            </a:r>
          </a:p>
        </p:txBody>
      </p:sp>
      <p:sp>
        <p:nvSpPr>
          <p:cNvPr id="2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09193725"/>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024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78" name="Group 82"/>
          <p:cNvGraphicFramePr>
            <a:graphicFrameLocks noGrp="1"/>
          </p:cNvGraphicFramePr>
          <p:nvPr/>
        </p:nvGraphicFramePr>
        <p:xfrm>
          <a:off x="3735392"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0.1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11319188"/>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1267"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1268"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1269"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127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1281" name="Rectangle 16"/>
          <p:cNvSpPr>
            <a:spLocks noChangeArrowheads="1"/>
          </p:cNvSpPr>
          <p:nvPr/>
        </p:nvSpPr>
        <p:spPr bwMode="auto">
          <a:xfrm>
            <a:off x="304800" y="3316290"/>
            <a:ext cx="3124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원터치 튜브피팅의 특징이 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탈착시 에는 개방 링을 누르면서 튜브를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빼는 것만으로 완료된다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배관은 접속하는 기기의 접속 구에 튜브 피팅을 장착</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하고 필요한 길이로 절단된 튜브를 꽂아 넣는 것</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만으로도 배관 작업이 완료되는 피팅이다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여러 가지 면에서 경제적이라 할 수있다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부품 분실 우려는 있지만</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신뢰성이 높다</a:t>
            </a:r>
            <a:r>
              <a:rPr lang="en-US" altLang="ko-KR" sz="900">
                <a:solidFill>
                  <a:srgbClr val="000000"/>
                </a:solidFill>
                <a:latin typeface="돋움" pitchFamily="50" charset="-127"/>
                <a:ea typeface="돋움" pitchFamily="50" charset="-127"/>
              </a:rPr>
              <a:t>.</a:t>
            </a:r>
          </a:p>
        </p:txBody>
      </p:sp>
      <p:sp>
        <p:nvSpPr>
          <p:cNvPr id="11282" name="Rectangle 22"/>
          <p:cNvSpPr>
            <a:spLocks noChangeArrowheads="1"/>
          </p:cNvSpPr>
          <p:nvPr/>
        </p:nvSpPr>
        <p:spPr bwMode="auto">
          <a:xfrm>
            <a:off x="304800" y="4791076"/>
            <a:ext cx="31242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latin typeface="돋움" pitchFamily="50" charset="-127"/>
                <a:ea typeface="돋움" pitchFamily="50" charset="-127"/>
              </a:rPr>
              <a:t>공압 실린더는 피스톤 형식에 따라 </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가지로 분류된다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다른 것은 무엇인가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피스톤 형   ② 램 형   ③ 실린더 형   ④ 비피스톤 형</a:t>
            </a:r>
          </a:p>
        </p:txBody>
      </p:sp>
      <p:sp>
        <p:nvSpPr>
          <p:cNvPr id="11283" name="Rectangle 33"/>
          <p:cNvSpPr>
            <a:spLocks noChangeArrowheads="1"/>
          </p:cNvSpPr>
          <p:nvPr/>
        </p:nvSpPr>
        <p:spPr bwMode="auto">
          <a:xfrm>
            <a:off x="3429000" y="2124075"/>
            <a:ext cx="312420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8. </a:t>
            </a:r>
            <a:r>
              <a:rPr lang="ko-KR" altLang="en-US" sz="900">
                <a:solidFill>
                  <a:srgbClr val="000000"/>
                </a:solidFill>
              </a:rPr>
              <a:t>공압 실린더 선정시 주의사항은 아닌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사용 가능한 최대 스트로크 이내에서 사용</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② </a:t>
            </a:r>
            <a:r>
              <a:rPr lang="ko-KR" altLang="en-US" sz="900">
                <a:solidFill>
                  <a:srgbClr val="000000"/>
                </a:solidFill>
              </a:rPr>
              <a:t>실린더의 구동속도는 스피드 컨트롤러를 설치해서</a:t>
            </a:r>
          </a:p>
          <a:p>
            <a:pPr eaLnBrk="1" fontAlgn="base" latinLnBrk="1" hangingPunct="1">
              <a:spcBef>
                <a:spcPct val="0"/>
              </a:spcBef>
              <a:spcAft>
                <a:spcPct val="0"/>
              </a:spcAft>
            </a:pPr>
            <a:r>
              <a:rPr lang="ko-KR" altLang="en-US" sz="900">
                <a:solidFill>
                  <a:srgbClr val="000000"/>
                </a:solidFill>
              </a:rPr>
              <a:t>    고속 측에서부터 소정의 속도로 조정</a:t>
            </a:r>
          </a:p>
          <a:p>
            <a:pPr eaLnBrk="1" fontAlgn="base" latinLnBrk="1" hangingPunct="1">
              <a:spcBef>
                <a:spcPct val="0"/>
              </a:spcBef>
              <a:spcAft>
                <a:spcPct val="0"/>
              </a:spcAft>
            </a:pPr>
            <a:r>
              <a:rPr lang="ko-KR" altLang="en-US" sz="900">
                <a:solidFill>
                  <a:srgbClr val="000000"/>
                </a:solidFill>
              </a:rPr>
              <a:t>③ 피스톤이 스크로크 끝단에서 충돌 파손하지 않는</a:t>
            </a:r>
          </a:p>
          <a:p>
            <a:pPr eaLnBrk="1" fontAlgn="base" latinLnBrk="1" hangingPunct="1">
              <a:spcBef>
                <a:spcPct val="0"/>
              </a:spcBef>
              <a:spcAft>
                <a:spcPct val="0"/>
              </a:spcAft>
            </a:pPr>
            <a:r>
              <a:rPr lang="ko-KR" altLang="en-US" sz="900">
                <a:solidFill>
                  <a:srgbClr val="000000"/>
                </a:solidFill>
              </a:rPr>
              <a:t>    범위에서 사용</a:t>
            </a:r>
          </a:p>
          <a:p>
            <a:pPr eaLnBrk="1" fontAlgn="base" latinLnBrk="1" hangingPunct="1">
              <a:spcBef>
                <a:spcPct val="0"/>
              </a:spcBef>
              <a:spcAft>
                <a:spcPct val="0"/>
              </a:spcAft>
            </a:pPr>
            <a:r>
              <a:rPr lang="ko-KR" altLang="en-US" sz="900">
                <a:solidFill>
                  <a:srgbClr val="000000"/>
                </a:solidFill>
              </a:rPr>
              <a:t>④ 스트로크가 긴 실린더</a:t>
            </a:r>
            <a:r>
              <a:rPr lang="en-US" altLang="ko-KR" sz="900">
                <a:solidFill>
                  <a:srgbClr val="000000"/>
                </a:solidFill>
              </a:rPr>
              <a:t>,</a:t>
            </a:r>
            <a:r>
              <a:rPr lang="ko-KR" altLang="en-US" sz="900">
                <a:solidFill>
                  <a:srgbClr val="000000"/>
                </a:solidFill>
              </a:rPr>
              <a:t>피스톤 로드의 처짐 등에 의해</a:t>
            </a:r>
          </a:p>
          <a:p>
            <a:pPr eaLnBrk="1" fontAlgn="base" latinLnBrk="1" hangingPunct="1">
              <a:spcBef>
                <a:spcPct val="0"/>
              </a:spcBef>
              <a:spcAft>
                <a:spcPct val="0"/>
              </a:spcAft>
            </a:pPr>
            <a:r>
              <a:rPr lang="ko-KR" altLang="en-US" sz="900">
                <a:solidFill>
                  <a:srgbClr val="000000"/>
                </a:solidFill>
              </a:rPr>
              <a:t>    접동저항이 크게 되므로 사용할때에는 가이드 설치</a:t>
            </a:r>
          </a:p>
          <a:p>
            <a:pPr eaLnBrk="1" fontAlgn="base" latinLnBrk="1" hangingPunct="1">
              <a:spcBef>
                <a:spcPct val="0"/>
              </a:spcBef>
              <a:spcAft>
                <a:spcPct val="0"/>
              </a:spcAft>
            </a:pPr>
            <a:r>
              <a:rPr lang="ko-KR" altLang="en-US" sz="900">
                <a:solidFill>
                  <a:srgbClr val="000000"/>
                </a:solidFill>
              </a:rPr>
              <a:t>    등을 고려하여 선정을 할 것</a:t>
            </a:r>
          </a:p>
        </p:txBody>
      </p:sp>
      <p:sp>
        <p:nvSpPr>
          <p:cNvPr id="11284" name="Rectangle 36"/>
          <p:cNvSpPr>
            <a:spLocks noChangeArrowheads="1"/>
          </p:cNvSpPr>
          <p:nvPr/>
        </p:nvSpPr>
        <p:spPr bwMode="auto">
          <a:xfrm>
            <a:off x="3429000" y="4500565"/>
            <a:ext cx="312420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10. </a:t>
            </a:r>
            <a:r>
              <a:rPr lang="ko-KR" altLang="en-US" sz="900">
                <a:solidFill>
                  <a:srgbClr val="000000"/>
                </a:solidFill>
              </a:rPr>
              <a:t>유량 제어 밸브의 종류가 아닌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교축 밸브             ② 배기 밸브   </a:t>
            </a:r>
          </a:p>
          <a:p>
            <a:pPr eaLnBrk="1" fontAlgn="base" latinLnBrk="1" hangingPunct="1">
              <a:spcBef>
                <a:spcPct val="0"/>
              </a:spcBef>
              <a:spcAft>
                <a:spcPct val="0"/>
              </a:spcAft>
            </a:pPr>
            <a:r>
              <a:rPr lang="ko-KR" altLang="en-US" sz="900">
                <a:solidFill>
                  <a:srgbClr val="000000"/>
                </a:solidFill>
              </a:rPr>
              <a:t>③ 속도 제어 밸브      ④ 쿠션 밸브</a:t>
            </a:r>
          </a:p>
        </p:txBody>
      </p:sp>
      <p:sp>
        <p:nvSpPr>
          <p:cNvPr id="11285" name="Rectangle 25"/>
          <p:cNvSpPr>
            <a:spLocks noChangeArrowheads="1"/>
          </p:cNvSpPr>
          <p:nvPr/>
        </p:nvSpPr>
        <p:spPr bwMode="auto">
          <a:xfrm>
            <a:off x="304800" y="5734052"/>
            <a:ext cx="3124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5. </a:t>
            </a:r>
            <a:r>
              <a:rPr lang="ko-KR" altLang="en-US" sz="900">
                <a:solidFill>
                  <a:srgbClr val="000000"/>
                </a:solidFill>
              </a:rPr>
              <a:t>압력 제어 밸브 중 회로내의 압력에 따라 다른 회로의</a:t>
            </a:r>
          </a:p>
          <a:p>
            <a:pPr eaLnBrk="1" fontAlgn="base" latinLnBrk="1" hangingPunct="1">
              <a:spcBef>
                <a:spcPct val="0"/>
              </a:spcBef>
              <a:spcAft>
                <a:spcPct val="0"/>
              </a:spcAft>
            </a:pPr>
            <a:r>
              <a:rPr lang="ko-KR" altLang="en-US" sz="900">
                <a:solidFill>
                  <a:srgbClr val="000000"/>
                </a:solidFill>
              </a:rPr>
              <a:t>     작동 순서를 제어하는 기능을 하는 밸브는</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릴리프 밸브   ② 토크 밸브   </a:t>
            </a:r>
          </a:p>
          <a:p>
            <a:pPr eaLnBrk="1" fontAlgn="base" latinLnBrk="1" hangingPunct="1">
              <a:spcBef>
                <a:spcPct val="0"/>
              </a:spcBef>
              <a:spcAft>
                <a:spcPct val="0"/>
              </a:spcAft>
            </a:pPr>
            <a:r>
              <a:rPr lang="ko-KR" altLang="en-US" sz="900">
                <a:solidFill>
                  <a:srgbClr val="000000"/>
                </a:solidFill>
              </a:rPr>
              <a:t>③ 감압 밸브      ④ 시퀀스 밸브</a:t>
            </a:r>
          </a:p>
        </p:txBody>
      </p:sp>
      <p:pic>
        <p:nvPicPr>
          <p:cNvPr id="11286" name="Picture 21"/>
          <p:cNvPicPr>
            <a:picLocks noChangeAspect="1" noChangeArrowheads="1"/>
          </p:cNvPicPr>
          <p:nvPr/>
        </p:nvPicPr>
        <p:blipFill>
          <a:blip r:embed="rId3" cstate="print">
            <a:extLst>
              <a:ext uri="{28A0092B-C50C-407E-A947-70E740481C1C}">
                <a14:useLocalDpi xmlns:a14="http://schemas.microsoft.com/office/drawing/2010/main" val="0"/>
              </a:ext>
            </a:extLst>
          </a:blip>
          <a:srcRect l="65625" t="24219" r="16251" b="62500"/>
          <a:stretch>
            <a:fillRect/>
          </a:stretch>
        </p:blipFill>
        <p:spPr bwMode="auto">
          <a:xfrm>
            <a:off x="5638800" y="3679825"/>
            <a:ext cx="9144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7" name="Rectangle 22"/>
          <p:cNvSpPr>
            <a:spLocks noChangeArrowheads="1"/>
          </p:cNvSpPr>
          <p:nvPr/>
        </p:nvSpPr>
        <p:spPr bwMode="auto">
          <a:xfrm>
            <a:off x="3429000" y="3635378"/>
            <a:ext cx="3124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다음 공압 기호의 명칭은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5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급속배기 밸브    ② 압력제한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압 밸브</a:t>
            </a:r>
            <a:r>
              <a:rPr lang="en-US" altLang="ko-KR" sz="900">
                <a:solidFill>
                  <a:srgbClr val="000000"/>
                </a:solidFill>
                <a:latin typeface="돋움" pitchFamily="50" charset="-127"/>
                <a:ea typeface="돋움" pitchFamily="50" charset="-127"/>
              </a:rPr>
              <a:t>(AND)   ④ </a:t>
            </a:r>
            <a:r>
              <a:rPr lang="ko-KR" altLang="en-US" sz="900">
                <a:solidFill>
                  <a:srgbClr val="000000"/>
                </a:solidFill>
                <a:latin typeface="돋움" pitchFamily="50" charset="-127"/>
                <a:ea typeface="돋움" pitchFamily="50" charset="-127"/>
              </a:rPr>
              <a:t>셔틀 밸브</a:t>
            </a:r>
            <a:r>
              <a:rPr lang="en-US" altLang="ko-KR" sz="900">
                <a:solidFill>
                  <a:srgbClr val="000000"/>
                </a:solidFill>
                <a:latin typeface="돋움" pitchFamily="50" charset="-127"/>
                <a:ea typeface="돋움" pitchFamily="50" charset="-127"/>
              </a:rPr>
              <a:t>(OR)</a:t>
            </a:r>
          </a:p>
        </p:txBody>
      </p:sp>
      <p:sp>
        <p:nvSpPr>
          <p:cNvPr id="11288" name="Rectangle 68"/>
          <p:cNvSpPr>
            <a:spLocks noChangeArrowheads="1"/>
          </p:cNvSpPr>
          <p:nvPr/>
        </p:nvSpPr>
        <p:spPr bwMode="auto">
          <a:xfrm>
            <a:off x="3429000" y="5168900"/>
            <a:ext cx="3124200" cy="854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20000"/>
              </a:lnSpc>
              <a:spcBef>
                <a:spcPct val="0"/>
              </a:spcBef>
              <a:spcAft>
                <a:spcPct val="0"/>
              </a:spcAft>
            </a:pPr>
            <a:r>
              <a:rPr lang="en-US" altLang="ko-KR" sz="900">
                <a:solidFill>
                  <a:srgbClr val="000000"/>
                </a:solidFill>
              </a:rPr>
              <a:t>11. </a:t>
            </a:r>
            <a:r>
              <a:rPr lang="ko-KR" altLang="en-US" sz="900">
                <a:solidFill>
                  <a:srgbClr val="000000"/>
                </a:solidFill>
              </a:rPr>
              <a:t>로타리 실린더에서 랙 피니언 타입에 </a:t>
            </a:r>
          </a:p>
          <a:p>
            <a:pPr eaLnBrk="1" fontAlgn="base" latinLnBrk="1" hangingPunct="1">
              <a:lnSpc>
                <a:spcPct val="120000"/>
              </a:lnSpc>
              <a:spcBef>
                <a:spcPct val="0"/>
              </a:spcBef>
              <a:spcAft>
                <a:spcPct val="0"/>
              </a:spcAft>
            </a:pPr>
            <a:r>
              <a:rPr lang="ko-KR" altLang="en-US" sz="900">
                <a:solidFill>
                  <a:srgbClr val="000000"/>
                </a:solidFill>
              </a:rPr>
              <a:t>       해당되는 것은</a:t>
            </a:r>
            <a:r>
              <a:rPr lang="en-US" altLang="ko-KR" sz="900">
                <a:solidFill>
                  <a:srgbClr val="000000"/>
                </a:solidFill>
              </a:rPr>
              <a:t>? </a:t>
            </a:r>
          </a:p>
          <a:p>
            <a:pPr eaLnBrk="1" fontAlgn="base" latinLnBrk="1" hangingPunct="1">
              <a:lnSpc>
                <a:spcPct val="110000"/>
              </a:lnSpc>
              <a:spcBef>
                <a:spcPct val="0"/>
              </a:spcBef>
              <a:spcAft>
                <a:spcPct val="0"/>
              </a:spcAft>
            </a:pPr>
            <a:r>
              <a:rPr lang="en-US" altLang="ko-KR" sz="900">
                <a:solidFill>
                  <a:srgbClr val="000000"/>
                </a:solidFill>
              </a:rPr>
              <a:t>① </a:t>
            </a:r>
            <a:r>
              <a:rPr lang="ko-KR" altLang="en-US" sz="900">
                <a:solidFill>
                  <a:srgbClr val="000000"/>
                </a:solidFill>
              </a:rPr>
              <a:t>토오크가 작다   ② 요동 속도가 저속이다</a:t>
            </a:r>
          </a:p>
          <a:p>
            <a:pPr eaLnBrk="1" fontAlgn="base" latinLnBrk="1" hangingPunct="1">
              <a:spcBef>
                <a:spcPct val="0"/>
              </a:spcBef>
              <a:spcAft>
                <a:spcPct val="0"/>
              </a:spcAft>
            </a:pPr>
            <a:r>
              <a:rPr lang="ko-KR" altLang="en-US" sz="900">
                <a:solidFill>
                  <a:srgbClr val="000000"/>
                </a:solidFill>
              </a:rPr>
              <a:t>③ 에어하이드로 사양이 없다 </a:t>
            </a:r>
          </a:p>
          <a:p>
            <a:pPr eaLnBrk="1" fontAlgn="base" latinLnBrk="1" hangingPunct="1">
              <a:spcBef>
                <a:spcPct val="0"/>
              </a:spcBef>
              <a:spcAft>
                <a:spcPct val="0"/>
              </a:spcAft>
            </a:pPr>
            <a:r>
              <a:rPr lang="ko-KR" altLang="en-US" sz="900">
                <a:solidFill>
                  <a:srgbClr val="000000"/>
                </a:solidFill>
              </a:rPr>
              <a:t>④ 질량이 대체적으로 작다</a:t>
            </a:r>
          </a:p>
        </p:txBody>
      </p:sp>
      <p:sp>
        <p:nvSpPr>
          <p:cNvPr id="11289" name="Rectangle 48"/>
          <p:cNvSpPr>
            <a:spLocks noChangeArrowheads="1"/>
          </p:cNvSpPr>
          <p:nvPr/>
        </p:nvSpPr>
        <p:spPr bwMode="auto">
          <a:xfrm>
            <a:off x="3429000" y="1068388"/>
            <a:ext cx="31242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방향제어 밸브 기호 설명 중</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스위칭 위치는 사각형으로 나타낸다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사각형의 수는 밸브의 스위칭 수이다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직선은 유체흐름</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화살표는 방향을 나타낸다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짧은 </a:t>
            </a:r>
            <a:r>
              <a:rPr lang="en-US" altLang="ko-KR" sz="900">
                <a:solidFill>
                  <a:srgbClr val="000000"/>
                </a:solidFill>
                <a:latin typeface="돋움" pitchFamily="50" charset="-127"/>
                <a:ea typeface="돋움" pitchFamily="50" charset="-127"/>
              </a:rPr>
              <a:t>T-</a:t>
            </a:r>
            <a:r>
              <a:rPr lang="ko-KR" altLang="en-US" sz="900">
                <a:solidFill>
                  <a:srgbClr val="000000"/>
                </a:solidFill>
                <a:latin typeface="돋움" pitchFamily="50" charset="-127"/>
                <a:ea typeface="돋움" pitchFamily="50" charset="-127"/>
              </a:rPr>
              <a:t>표기는 공급</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배기라인을 나타낸다</a:t>
            </a:r>
            <a:r>
              <a:rPr lang="en-US" altLang="ko-KR" sz="900">
                <a:solidFill>
                  <a:srgbClr val="000000"/>
                </a:solidFill>
                <a:latin typeface="돋움" pitchFamily="50" charset="-127"/>
                <a:ea typeface="돋움" pitchFamily="50" charset="-127"/>
              </a:rPr>
              <a:t>.</a:t>
            </a:r>
          </a:p>
        </p:txBody>
      </p:sp>
      <p:pic>
        <p:nvPicPr>
          <p:cNvPr id="11290" name="Picture 4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6438" y="1116015"/>
            <a:ext cx="595312" cy="44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1291" name="Rectangle 38"/>
          <p:cNvSpPr>
            <a:spLocks noChangeArrowheads="1"/>
          </p:cNvSpPr>
          <p:nvPr/>
        </p:nvSpPr>
        <p:spPr bwMode="auto">
          <a:xfrm>
            <a:off x="3429000" y="6180138"/>
            <a:ext cx="3124200" cy="1069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12. </a:t>
            </a:r>
            <a:r>
              <a:rPr lang="ko-KR" altLang="en-US" sz="900">
                <a:solidFill>
                  <a:srgbClr val="000000"/>
                </a:solidFill>
              </a:rPr>
              <a:t>수동제어 공압 기호 중 서로 틀린 것은</a:t>
            </a:r>
            <a:r>
              <a:rPr lang="en-US" altLang="ko-KR" sz="900">
                <a:solidFill>
                  <a:srgbClr val="000000"/>
                </a:solidFill>
              </a:rPr>
              <a:t>?</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누름 버튼 </a:t>
            </a:r>
            <a:r>
              <a:rPr lang="en-US" altLang="ko-KR" sz="900">
                <a:solidFill>
                  <a:srgbClr val="000000"/>
                </a:solidFill>
              </a:rPr>
              <a:t>:                    ② </a:t>
            </a:r>
            <a:r>
              <a:rPr lang="ko-KR" altLang="en-US" sz="900">
                <a:solidFill>
                  <a:srgbClr val="000000"/>
                </a:solidFill>
              </a:rPr>
              <a:t>레버 </a:t>
            </a:r>
            <a:r>
              <a:rPr lang="en-US" altLang="ko-KR" sz="900">
                <a:solidFill>
                  <a:srgbClr val="000000"/>
                </a:solidFill>
              </a:rPr>
              <a:t>:  </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500">
              <a:solidFill>
                <a:srgbClr val="000000"/>
              </a:solidFill>
            </a:endParaRPr>
          </a:p>
          <a:p>
            <a:pPr eaLnBrk="1" fontAlgn="base" latinLnBrk="1" hangingPunct="1">
              <a:spcBef>
                <a:spcPct val="0"/>
              </a:spcBef>
              <a:spcAft>
                <a:spcPct val="0"/>
              </a:spcAft>
            </a:pPr>
            <a:r>
              <a:rPr lang="en-US" altLang="ko-KR" sz="900">
                <a:solidFill>
                  <a:srgbClr val="000000"/>
                </a:solidFill>
              </a:rPr>
              <a:t>③ </a:t>
            </a:r>
            <a:r>
              <a:rPr lang="ko-KR" altLang="en-US" sz="900">
                <a:solidFill>
                  <a:srgbClr val="000000"/>
                </a:solidFill>
              </a:rPr>
              <a:t>폐달 </a:t>
            </a:r>
            <a:r>
              <a:rPr lang="en-US" altLang="ko-KR" sz="900">
                <a:solidFill>
                  <a:srgbClr val="000000"/>
                </a:solidFill>
              </a:rPr>
              <a:t>:                           ④ </a:t>
            </a:r>
            <a:r>
              <a:rPr lang="ko-KR" altLang="en-US" sz="900">
                <a:solidFill>
                  <a:srgbClr val="000000"/>
                </a:solidFill>
              </a:rPr>
              <a:t>플란저 </a:t>
            </a:r>
            <a:r>
              <a:rPr lang="en-US" altLang="ko-KR" sz="900">
                <a:solidFill>
                  <a:srgbClr val="000000"/>
                </a:solidFill>
              </a:rPr>
              <a:t>:  </a:t>
            </a:r>
          </a:p>
          <a:p>
            <a:pPr eaLnBrk="1" fontAlgn="base" latinLnBrk="1" hangingPunct="1">
              <a:spcBef>
                <a:spcPct val="50000"/>
              </a:spcBef>
              <a:spcAft>
                <a:spcPct val="0"/>
              </a:spcAft>
            </a:pPr>
            <a:endParaRPr lang="en-US" altLang="ko-KR" sz="900">
              <a:solidFill>
                <a:srgbClr val="000000"/>
              </a:solidFill>
            </a:endParaRPr>
          </a:p>
        </p:txBody>
      </p:sp>
      <p:grpSp>
        <p:nvGrpSpPr>
          <p:cNvPr id="11292" name="Group 39"/>
          <p:cNvGrpSpPr>
            <a:grpSpLocks/>
          </p:cNvGrpSpPr>
          <p:nvPr/>
        </p:nvGrpSpPr>
        <p:grpSpPr bwMode="auto">
          <a:xfrm>
            <a:off x="4249738" y="6351588"/>
            <a:ext cx="1943100" cy="733425"/>
            <a:chOff x="2646" y="3432"/>
            <a:chExt cx="1224" cy="462"/>
          </a:xfrm>
        </p:grpSpPr>
        <p:pic>
          <p:nvPicPr>
            <p:cNvPr id="11303" name="Picture 40"/>
            <p:cNvPicPr>
              <a:picLocks noChangeAspect="1" noChangeArrowheads="1"/>
            </p:cNvPicPr>
            <p:nvPr/>
          </p:nvPicPr>
          <p:blipFill>
            <a:blip r:embed="rId5" cstate="print">
              <a:lum contrast="40000"/>
              <a:extLst>
                <a:ext uri="{28A0092B-C50C-407E-A947-70E740481C1C}">
                  <a14:useLocalDpi xmlns:a14="http://schemas.microsoft.com/office/drawing/2010/main" val="0"/>
                </a:ext>
              </a:extLst>
            </a:blip>
            <a:srcRect l="16251" t="42372" r="3751" b="49153"/>
            <a:stretch>
              <a:fillRect/>
            </a:stretch>
          </p:blipFill>
          <p:spPr bwMode="auto">
            <a:xfrm>
              <a:off x="3486" y="3432"/>
              <a:ext cx="38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4" name="Picture 41"/>
            <p:cNvPicPr>
              <a:picLocks noChangeAspect="1" noChangeArrowheads="1"/>
            </p:cNvPicPr>
            <p:nvPr/>
          </p:nvPicPr>
          <p:blipFill>
            <a:blip r:embed="rId5" cstate="print">
              <a:lum contrast="40000"/>
              <a:extLst>
                <a:ext uri="{28A0092B-C50C-407E-A947-70E740481C1C}">
                  <a14:useLocalDpi xmlns:a14="http://schemas.microsoft.com/office/drawing/2010/main" val="0"/>
                </a:ext>
              </a:extLst>
            </a:blip>
            <a:srcRect l="31250" t="25423" r="10001" b="66103"/>
            <a:stretch>
              <a:fillRect/>
            </a:stretch>
          </p:blipFill>
          <p:spPr bwMode="auto">
            <a:xfrm>
              <a:off x="3540" y="3654"/>
              <a:ext cx="28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5" name="Picture 42"/>
            <p:cNvPicPr>
              <a:picLocks noChangeAspect="1" noChangeArrowheads="1"/>
            </p:cNvPicPr>
            <p:nvPr/>
          </p:nvPicPr>
          <p:blipFill>
            <a:blip r:embed="rId5" cstate="print">
              <a:lum contrast="40000"/>
              <a:extLst>
                <a:ext uri="{28A0092B-C50C-407E-A947-70E740481C1C}">
                  <a14:useLocalDpi xmlns:a14="http://schemas.microsoft.com/office/drawing/2010/main" val="0"/>
                </a:ext>
              </a:extLst>
            </a:blip>
            <a:srcRect l="20000" t="52542" r="10001" b="40678"/>
            <a:stretch>
              <a:fillRect/>
            </a:stretch>
          </p:blipFill>
          <p:spPr bwMode="auto">
            <a:xfrm>
              <a:off x="2646" y="3672"/>
              <a:ext cx="33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6" name="Picture 43"/>
            <p:cNvPicPr>
              <a:picLocks noChangeAspect="1" noChangeArrowheads="1"/>
            </p:cNvPicPr>
            <p:nvPr/>
          </p:nvPicPr>
          <p:blipFill>
            <a:blip r:embed="rId5" cstate="print">
              <a:lum contrast="40000"/>
              <a:extLst>
                <a:ext uri="{28A0092B-C50C-407E-A947-70E740481C1C}">
                  <a14:useLocalDpi xmlns:a14="http://schemas.microsoft.com/office/drawing/2010/main" val="0"/>
                </a:ext>
              </a:extLst>
            </a:blip>
            <a:srcRect l="20000" t="33897" r="10001" b="57628"/>
            <a:stretch>
              <a:fillRect/>
            </a:stretch>
          </p:blipFill>
          <p:spPr bwMode="auto">
            <a:xfrm>
              <a:off x="2646" y="3444"/>
              <a:ext cx="33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93" name="Rectangle 62"/>
          <p:cNvSpPr>
            <a:spLocks noChangeArrowheads="1"/>
          </p:cNvSpPr>
          <p:nvPr/>
        </p:nvSpPr>
        <p:spPr bwMode="auto">
          <a:xfrm>
            <a:off x="3473450" y="7173915"/>
            <a:ext cx="3124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13. </a:t>
            </a:r>
            <a:r>
              <a:rPr lang="ko-KR" altLang="en-US" sz="900">
                <a:solidFill>
                  <a:srgbClr val="000000"/>
                </a:solidFill>
              </a:rPr>
              <a:t>전기회로에 사용되는 기기 중 제어 기기류가 </a:t>
            </a:r>
          </a:p>
          <a:p>
            <a:pPr eaLnBrk="1" fontAlgn="base" latinLnBrk="1" hangingPunct="1">
              <a:spcBef>
                <a:spcPct val="0"/>
              </a:spcBef>
              <a:spcAft>
                <a:spcPct val="0"/>
              </a:spcAft>
            </a:pPr>
            <a:r>
              <a:rPr lang="ko-KR" altLang="en-US" sz="900">
                <a:solidFill>
                  <a:srgbClr val="000000"/>
                </a:solidFill>
              </a:rPr>
              <a:t>       아닌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솔레노이드               ② 제어용 릴레이</a:t>
            </a:r>
          </a:p>
          <a:p>
            <a:pPr eaLnBrk="1" fontAlgn="base" latinLnBrk="1" hangingPunct="1">
              <a:spcBef>
                <a:spcPct val="0"/>
              </a:spcBef>
              <a:spcAft>
                <a:spcPct val="0"/>
              </a:spcAft>
            </a:pPr>
            <a:r>
              <a:rPr lang="ko-KR" altLang="en-US" sz="900">
                <a:solidFill>
                  <a:srgbClr val="000000"/>
                </a:solidFill>
              </a:rPr>
              <a:t>③ 전자 접촉기               ④ 타임 릴레이</a:t>
            </a:r>
          </a:p>
        </p:txBody>
      </p:sp>
      <p:sp>
        <p:nvSpPr>
          <p:cNvPr id="11294" name="Rectangle 37"/>
          <p:cNvSpPr>
            <a:spLocks noChangeArrowheads="1"/>
          </p:cNvSpPr>
          <p:nvPr/>
        </p:nvSpPr>
        <p:spPr bwMode="auto">
          <a:xfrm>
            <a:off x="3429000" y="8027989"/>
            <a:ext cx="31242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공압 기호 연결구 표시법이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가 </a:t>
            </a:r>
            <a:r>
              <a:rPr lang="en-US" altLang="ko-KR" sz="900">
                <a:solidFill>
                  <a:srgbClr val="000000"/>
                </a:solidFill>
                <a:latin typeface="Times New Roman" pitchFamily="18" charset="0"/>
                <a:ea typeface="돋움" pitchFamily="50" charset="-127"/>
              </a:rPr>
              <a:t>–</a:t>
            </a:r>
            <a:r>
              <a:rPr lang="en-US" altLang="ko-KR" sz="900">
                <a:solidFill>
                  <a:srgbClr val="000000"/>
                </a:solidFill>
                <a:latin typeface="돋움" pitchFamily="50" charset="-127"/>
                <a:ea typeface="돋움" pitchFamily="50" charset="-127"/>
              </a:rPr>
              <a:t> Y (14)</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a:t>
            </a:r>
            <a:r>
              <a:rPr lang="ko-KR" altLang="en-US" sz="900">
                <a:solidFill>
                  <a:srgbClr val="000000"/>
                </a:solidFill>
                <a:latin typeface="돋움" pitchFamily="50" charset="-127"/>
                <a:ea typeface="돋움" pitchFamily="50" charset="-127"/>
              </a:rPr>
              <a:t>마 </a:t>
            </a:r>
            <a:r>
              <a:rPr lang="en-US" altLang="ko-KR" sz="900">
                <a:solidFill>
                  <a:srgbClr val="000000"/>
                </a:solidFill>
                <a:latin typeface="Times New Roman" pitchFamily="18" charset="0"/>
                <a:ea typeface="돋움" pitchFamily="50" charset="-127"/>
              </a:rPr>
              <a:t>–</a:t>
            </a:r>
            <a:r>
              <a:rPr lang="en-US" altLang="ko-KR" sz="900">
                <a:solidFill>
                  <a:srgbClr val="000000"/>
                </a:solidFill>
                <a:latin typeface="돋움" pitchFamily="50" charset="-127"/>
                <a:ea typeface="돋움" pitchFamily="50" charset="-127"/>
              </a:rPr>
              <a:t> P (1)</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r>
              <a:rPr lang="ko-KR" altLang="en-US" sz="900">
                <a:solidFill>
                  <a:srgbClr val="000000"/>
                </a:solidFill>
                <a:latin typeface="돋움" pitchFamily="50" charset="-127"/>
                <a:ea typeface="돋움" pitchFamily="50" charset="-127"/>
              </a:rPr>
              <a:t>다 </a:t>
            </a:r>
            <a:r>
              <a:rPr lang="en-US" altLang="ko-KR" sz="900">
                <a:solidFill>
                  <a:srgbClr val="000000"/>
                </a:solidFill>
                <a:latin typeface="Times New Roman" pitchFamily="18" charset="0"/>
                <a:ea typeface="돋움" pitchFamily="50" charset="-127"/>
              </a:rPr>
              <a:t>–</a:t>
            </a:r>
            <a:r>
              <a:rPr lang="en-US" altLang="ko-KR" sz="900">
                <a:solidFill>
                  <a:srgbClr val="000000"/>
                </a:solidFill>
                <a:latin typeface="돋움" pitchFamily="50" charset="-127"/>
                <a:ea typeface="돋움" pitchFamily="50" charset="-127"/>
              </a:rPr>
              <a:t> A (2)</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a:t>
            </a:r>
            <a:r>
              <a:rPr lang="ko-KR" altLang="en-US" sz="900">
                <a:solidFill>
                  <a:srgbClr val="000000"/>
                </a:solidFill>
                <a:latin typeface="돋움" pitchFamily="50" charset="-127"/>
                <a:ea typeface="돋움" pitchFamily="50" charset="-127"/>
              </a:rPr>
              <a:t>라 </a:t>
            </a:r>
            <a:r>
              <a:rPr lang="en-US" altLang="ko-KR" sz="900">
                <a:solidFill>
                  <a:srgbClr val="000000"/>
                </a:solidFill>
                <a:latin typeface="Times New Roman" pitchFamily="18" charset="0"/>
                <a:ea typeface="돋움" pitchFamily="50" charset="-127"/>
              </a:rPr>
              <a:t>–</a:t>
            </a:r>
            <a:r>
              <a:rPr lang="en-US" altLang="ko-KR" sz="900">
                <a:solidFill>
                  <a:srgbClr val="000000"/>
                </a:solidFill>
                <a:latin typeface="돋움" pitchFamily="50" charset="-127"/>
                <a:ea typeface="돋움" pitchFamily="50" charset="-127"/>
              </a:rPr>
              <a:t> L (5)</a:t>
            </a:r>
          </a:p>
        </p:txBody>
      </p:sp>
      <p:grpSp>
        <p:nvGrpSpPr>
          <p:cNvPr id="11295" name="Group 38"/>
          <p:cNvGrpSpPr>
            <a:grpSpLocks/>
          </p:cNvGrpSpPr>
          <p:nvPr/>
        </p:nvGrpSpPr>
        <p:grpSpPr bwMode="auto">
          <a:xfrm>
            <a:off x="4478338" y="8116888"/>
            <a:ext cx="1903412" cy="830262"/>
            <a:chOff x="2854" y="3596"/>
            <a:chExt cx="1152" cy="443"/>
          </a:xfrm>
        </p:grpSpPr>
        <p:pic>
          <p:nvPicPr>
            <p:cNvPr id="11298" name="Picture 3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4" y="3596"/>
              <a:ext cx="1152"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11299" name="Rectangle 40"/>
            <p:cNvSpPr>
              <a:spLocks noChangeArrowheads="1"/>
            </p:cNvSpPr>
            <p:nvPr/>
          </p:nvSpPr>
          <p:spPr bwMode="auto">
            <a:xfrm>
              <a:off x="3717" y="3672"/>
              <a:ext cx="76" cy="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fontAlgn="base">
                <a:spcBef>
                  <a:spcPct val="0"/>
                </a:spcBef>
                <a:spcAft>
                  <a:spcPct val="0"/>
                </a:spcAft>
              </a:pPr>
              <a:r>
                <a:rPr kumimoji="0" lang="en-US" altLang="ko-KR" sz="800">
                  <a:solidFill>
                    <a:srgbClr val="000000"/>
                  </a:solidFill>
                  <a:latin typeface="MetaPlusLF" pitchFamily="2" charset="0"/>
                </a:rPr>
                <a:t>(</a:t>
              </a:r>
              <a:r>
                <a:rPr kumimoji="0" lang="ko-KR" altLang="en-US" sz="800">
                  <a:solidFill>
                    <a:srgbClr val="000000"/>
                  </a:solidFill>
                  <a:latin typeface="MetaPlusLF" pitchFamily="2" charset="0"/>
                </a:rPr>
                <a:t>다</a:t>
              </a:r>
              <a:r>
                <a:rPr kumimoji="0" lang="en-US" altLang="ko-KR" sz="800">
                  <a:solidFill>
                    <a:srgbClr val="000000"/>
                  </a:solidFill>
                  <a:latin typeface="MetaPlusLF" pitchFamily="2" charset="0"/>
                </a:rPr>
                <a:t>)</a:t>
              </a:r>
            </a:p>
          </p:txBody>
        </p:sp>
        <p:sp>
          <p:nvSpPr>
            <p:cNvPr id="11300" name="Rectangle 41"/>
            <p:cNvSpPr>
              <a:spLocks noChangeArrowheads="1"/>
            </p:cNvSpPr>
            <p:nvPr/>
          </p:nvSpPr>
          <p:spPr bwMode="auto">
            <a:xfrm>
              <a:off x="2892" y="3787"/>
              <a:ext cx="77"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fontAlgn="base">
                <a:spcBef>
                  <a:spcPct val="0"/>
                </a:spcBef>
                <a:spcAft>
                  <a:spcPct val="0"/>
                </a:spcAft>
              </a:pPr>
              <a:r>
                <a:rPr kumimoji="0" lang="en-US" altLang="ko-KR" sz="800">
                  <a:solidFill>
                    <a:srgbClr val="000000"/>
                  </a:solidFill>
                  <a:latin typeface="MetaPlusLF" pitchFamily="2" charset="0"/>
                </a:rPr>
                <a:t>(</a:t>
              </a:r>
              <a:r>
                <a:rPr kumimoji="0" lang="ko-KR" altLang="en-US" sz="800">
                  <a:solidFill>
                    <a:srgbClr val="000000"/>
                  </a:solidFill>
                  <a:latin typeface="MetaPlusLF" pitchFamily="2" charset="0"/>
                </a:rPr>
                <a:t>가</a:t>
              </a:r>
              <a:r>
                <a:rPr kumimoji="0" lang="en-US" altLang="ko-KR" sz="800">
                  <a:solidFill>
                    <a:srgbClr val="000000"/>
                  </a:solidFill>
                  <a:latin typeface="MetaPlusLF" pitchFamily="2" charset="0"/>
                </a:rPr>
                <a:t>)</a:t>
              </a:r>
            </a:p>
          </p:txBody>
        </p:sp>
        <p:sp>
          <p:nvSpPr>
            <p:cNvPr id="11301" name="Rectangle 42"/>
            <p:cNvSpPr>
              <a:spLocks noChangeArrowheads="1"/>
            </p:cNvSpPr>
            <p:nvPr/>
          </p:nvSpPr>
          <p:spPr bwMode="auto">
            <a:xfrm>
              <a:off x="3314" y="3925"/>
              <a:ext cx="77"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fontAlgn="base">
                <a:spcBef>
                  <a:spcPct val="0"/>
                </a:spcBef>
                <a:spcAft>
                  <a:spcPct val="0"/>
                </a:spcAft>
              </a:pPr>
              <a:r>
                <a:rPr kumimoji="0" lang="en-US" altLang="ko-KR" sz="800">
                  <a:solidFill>
                    <a:srgbClr val="000000"/>
                  </a:solidFill>
                  <a:latin typeface="MetaPlusLF" pitchFamily="2" charset="0"/>
                </a:rPr>
                <a:t>(</a:t>
              </a:r>
              <a:r>
                <a:rPr kumimoji="0" lang="ko-KR" altLang="en-US" sz="800">
                  <a:solidFill>
                    <a:srgbClr val="000000"/>
                  </a:solidFill>
                  <a:latin typeface="MetaPlusLF" pitchFamily="2" charset="0"/>
                </a:rPr>
                <a:t>라</a:t>
              </a:r>
              <a:r>
                <a:rPr kumimoji="0" lang="en-US" altLang="ko-KR" sz="800">
                  <a:solidFill>
                    <a:srgbClr val="000000"/>
                  </a:solidFill>
                  <a:latin typeface="MetaPlusLF" pitchFamily="2" charset="0"/>
                </a:rPr>
                <a:t>)</a:t>
              </a:r>
            </a:p>
          </p:txBody>
        </p:sp>
        <p:sp>
          <p:nvSpPr>
            <p:cNvPr id="11302" name="Rectangle 43"/>
            <p:cNvSpPr>
              <a:spLocks noChangeArrowheads="1"/>
            </p:cNvSpPr>
            <p:nvPr/>
          </p:nvSpPr>
          <p:spPr bwMode="auto">
            <a:xfrm>
              <a:off x="3563" y="3965"/>
              <a:ext cx="77" cy="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fontAlgn="base">
                <a:spcBef>
                  <a:spcPct val="0"/>
                </a:spcBef>
                <a:spcAft>
                  <a:spcPct val="0"/>
                </a:spcAft>
              </a:pPr>
              <a:r>
                <a:rPr kumimoji="0" lang="en-US" altLang="ko-KR" sz="800">
                  <a:solidFill>
                    <a:srgbClr val="000000"/>
                  </a:solidFill>
                  <a:latin typeface="MetaPlusLF" pitchFamily="2" charset="0"/>
                </a:rPr>
                <a:t>(</a:t>
              </a:r>
              <a:r>
                <a:rPr kumimoji="0" lang="ko-KR" altLang="en-US" sz="800">
                  <a:solidFill>
                    <a:srgbClr val="000000"/>
                  </a:solidFill>
                  <a:latin typeface="MetaPlusLF" pitchFamily="2" charset="0"/>
                </a:rPr>
                <a:t>마</a:t>
              </a:r>
              <a:r>
                <a:rPr kumimoji="0" lang="en-US" altLang="ko-KR" sz="800">
                  <a:solidFill>
                    <a:srgbClr val="000000"/>
                  </a:solidFill>
                  <a:latin typeface="MetaPlusLF" pitchFamily="2" charset="0"/>
                </a:rPr>
                <a:t>)</a:t>
              </a:r>
            </a:p>
          </p:txBody>
        </p:sp>
      </p:grpSp>
      <p:sp>
        <p:nvSpPr>
          <p:cNvPr id="11296" name="Text Box 14"/>
          <p:cNvSpPr txBox="1">
            <a:spLocks noChangeArrowheads="1"/>
          </p:cNvSpPr>
          <p:nvPr/>
        </p:nvSpPr>
        <p:spPr bwMode="auto">
          <a:xfrm>
            <a:off x="300038" y="2084388"/>
            <a:ext cx="309562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다음 중 공압 모터의 특징이 아닌 것은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시동정지가 원활하며 출력</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중량비가 크다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폭발 성 가스의 분위기 속에서도 안전하다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속도제어와 정역 회전 변환이 간단하다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주위 온도</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습도 등의 분위기에 대하여 다른 원동기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비해 제한을 받는다</a:t>
            </a:r>
            <a:r>
              <a:rPr lang="en-US" altLang="ko-KR" sz="900">
                <a:solidFill>
                  <a:srgbClr val="000000"/>
                </a:solidFill>
                <a:latin typeface="돋움" pitchFamily="50" charset="-127"/>
                <a:ea typeface="돋움" pitchFamily="50" charset="-127"/>
              </a:rPr>
              <a:t>.     </a:t>
            </a:r>
          </a:p>
        </p:txBody>
      </p:sp>
      <p:sp>
        <p:nvSpPr>
          <p:cNvPr id="11297" name="Rectangle 42"/>
          <p:cNvSpPr>
            <a:spLocks noChangeArrowheads="1"/>
          </p:cNvSpPr>
          <p:nvPr/>
        </p:nvSpPr>
        <p:spPr bwMode="auto">
          <a:xfrm>
            <a:off x="304800" y="6597651"/>
            <a:ext cx="3429000" cy="1962076"/>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a:t>
            </a:r>
            <a:r>
              <a:rPr lang="ko-KR" altLang="en-US" sz="900">
                <a:solidFill>
                  <a:srgbClr val="000000"/>
                </a:solidFill>
                <a:latin typeface="돋움" pitchFamily="50" charset="-127"/>
                <a:ea typeface="돋움" pitchFamily="50" charset="-127"/>
              </a:rPr>
              <a:t>다음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안에 들어갈 알맞은 말은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공압 엑추에이터에는 피스톤 로드가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을 하는 공압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실린더와 샤프트가 연속적으로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을 하는 공압 모터</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그리고 샤프트가 한정된 각도 내에서만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을 하는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요동형 엑추에이터가 있다</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① 회전운동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직선운동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직선운동</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직선운동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회전운동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회전운동</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회전운동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직성운동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회전운동</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직선운동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회전운동</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직선운동</a:t>
            </a:r>
          </a:p>
          <a:p>
            <a:pPr eaLnBrk="1" fontAlgn="base" latinLnBrk="1" hangingPunct="1">
              <a:spcBef>
                <a:spcPct val="50000"/>
              </a:spcBef>
              <a:spcAft>
                <a:spcPct val="0"/>
              </a:spcAft>
            </a:pPr>
            <a:endParaRPr lang="ko-KR" altLang="en-US" sz="900">
              <a:solidFill>
                <a:srgbClr val="000000"/>
              </a:solidFill>
              <a:latin typeface="돋움" pitchFamily="50" charset="-127"/>
              <a:ea typeface="돋움" pitchFamily="50" charset="-127"/>
            </a:endParaRPr>
          </a:p>
        </p:txBody>
      </p:sp>
      <p:sp>
        <p:nvSpPr>
          <p:cNvPr id="3" name="TextBox 2"/>
          <p:cNvSpPr txBox="1"/>
          <p:nvPr/>
        </p:nvSpPr>
        <p:spPr>
          <a:xfrm>
            <a:off x="381000" y="1116015"/>
            <a:ext cx="2895600" cy="923330"/>
          </a:xfrm>
          <a:prstGeom prst="rect">
            <a:avLst/>
          </a:prstGeom>
          <a:noFill/>
        </p:spPr>
        <p:txBody>
          <a:bodyPr wrap="square" rtlCol="0">
            <a:spAutoFit/>
          </a:bodyPr>
          <a:lstStyle/>
          <a:p>
            <a:r>
              <a:rPr lang="en-US" altLang="ko-KR" sz="900">
                <a:solidFill>
                  <a:srgbClr val="000000"/>
                </a:solidFill>
                <a:latin typeface="Calibri" pitchFamily="34" charset="0"/>
                <a:cs typeface="Calibri" pitchFamily="34" charset="0"/>
              </a:rPr>
              <a:t>1. </a:t>
            </a:r>
            <a:r>
              <a:rPr lang="nn-NO" sz="900">
                <a:solidFill>
                  <a:srgbClr val="000000"/>
                </a:solidFill>
                <a:latin typeface="Calibri" pitchFamily="34" charset="0"/>
                <a:cs typeface="Calibri" pitchFamily="34" charset="0"/>
              </a:rPr>
              <a:t>Từ đúng trong ngoặc sau là gì?</a:t>
            </a:r>
          </a:p>
          <a:p>
            <a:r>
              <a:rPr lang="vi-VN" sz="900">
                <a:solidFill>
                  <a:srgbClr val="000000"/>
                </a:solidFill>
                <a:latin typeface="Calibri" pitchFamily="34" charset="0"/>
                <a:cs typeface="Calibri" pitchFamily="34" charset="0"/>
              </a:rPr>
              <a:t>“Khí nén được tạo ra trên áp suất khí quyển vì mục đích nào đó </a:t>
            </a:r>
            <a:r>
              <a:rPr lang="vi-VN" sz="900" smtClean="0">
                <a:solidFill>
                  <a:srgbClr val="000000"/>
                </a:solidFill>
                <a:latin typeface="Calibri" pitchFamily="34" charset="0"/>
                <a:cs typeface="Calibri" pitchFamily="34" charset="0"/>
              </a:rPr>
              <a:t>là</a:t>
            </a:r>
            <a:r>
              <a:rPr lang="en-US" sz="900">
                <a:solidFill>
                  <a:srgbClr val="000000"/>
                </a:solidFill>
                <a:latin typeface="Calibri" pitchFamily="34" charset="0"/>
                <a:cs typeface="Calibri" pitchFamily="34" charset="0"/>
              </a:rPr>
              <a:t> </a:t>
            </a:r>
            <a:r>
              <a:rPr lang="en-US" sz="900" smtClean="0">
                <a:solidFill>
                  <a:srgbClr val="000000"/>
                </a:solidFill>
                <a:latin typeface="Calibri" pitchFamily="34" charset="0"/>
                <a:cs typeface="Calibri" pitchFamily="34" charset="0"/>
              </a:rPr>
              <a:t>(       )</a:t>
            </a:r>
            <a:r>
              <a:rPr lang="en-US" altLang="ko-KR" sz="900" smtClean="0">
                <a:solidFill>
                  <a:srgbClr val="000000"/>
                </a:solidFill>
                <a:latin typeface="Calibri" pitchFamily="34" charset="0"/>
                <a:cs typeface="Calibri" pitchFamily="34" charset="0"/>
              </a:rPr>
              <a:t>.”</a:t>
            </a:r>
            <a:endParaRPr lang="en-US" altLang="ko-KR" sz="900">
              <a:solidFill>
                <a:srgbClr val="000000"/>
              </a:solidFill>
              <a:latin typeface="Calibri" pitchFamily="34" charset="0"/>
              <a:cs typeface="Calibri" pitchFamily="34" charset="0"/>
            </a:endParaRPr>
          </a:p>
          <a:p>
            <a:pPr fontAlgn="base" latinLnBrk="1">
              <a:spcBef>
                <a:spcPct val="0"/>
              </a:spcBef>
              <a:spcAft>
                <a:spcPct val="0"/>
              </a:spcAft>
            </a:pPr>
            <a:r>
              <a:rPr lang="en-US" altLang="ko-KR" sz="900">
                <a:solidFill>
                  <a:srgbClr val="000000"/>
                </a:solidFill>
                <a:latin typeface="Calibri" pitchFamily="34" charset="0"/>
                <a:cs typeface="Calibri" pitchFamily="34" charset="0"/>
              </a:rPr>
              <a:t>① Độ chân không                    </a:t>
            </a:r>
            <a:r>
              <a:rPr lang="ko-KR" altLang="en-US" sz="900">
                <a:solidFill>
                  <a:srgbClr val="000000"/>
                </a:solidFill>
                <a:latin typeface="Calibri" pitchFamily="34" charset="0"/>
                <a:cs typeface="Calibri" pitchFamily="34" charset="0"/>
              </a:rPr>
              <a:t>② </a:t>
            </a:r>
            <a:r>
              <a:rPr lang="en-US" altLang="ko-KR" sz="900">
                <a:solidFill>
                  <a:srgbClr val="000000"/>
                </a:solidFill>
                <a:latin typeface="Calibri" pitchFamily="34" charset="0"/>
                <a:cs typeface="Calibri" pitchFamily="34" charset="0"/>
              </a:rPr>
              <a:t>Á suất đồng hồ đo</a:t>
            </a:r>
            <a:endParaRPr lang="ko-KR" altLang="en-US" sz="900">
              <a:solidFill>
                <a:srgbClr val="000000"/>
              </a:solidFill>
              <a:latin typeface="Calibri" pitchFamily="34" charset="0"/>
              <a:cs typeface="Calibri" pitchFamily="34" charset="0"/>
            </a:endParaRPr>
          </a:p>
          <a:p>
            <a:pPr fontAlgn="base" latinLnBrk="1">
              <a:spcBef>
                <a:spcPct val="0"/>
              </a:spcBef>
              <a:spcAft>
                <a:spcPct val="0"/>
              </a:spcAft>
            </a:pPr>
            <a:r>
              <a:rPr lang="ko-KR" altLang="en-US" sz="900">
                <a:solidFill>
                  <a:srgbClr val="000000"/>
                </a:solidFill>
                <a:latin typeface="Calibri" pitchFamily="34" charset="0"/>
                <a:cs typeface="Calibri" pitchFamily="34" charset="0"/>
              </a:rPr>
              <a:t>③ </a:t>
            </a:r>
            <a:r>
              <a:rPr lang="en-US" altLang="ko-KR" sz="900">
                <a:solidFill>
                  <a:srgbClr val="000000"/>
                </a:solidFill>
                <a:latin typeface="Calibri" pitchFamily="34" charset="0"/>
                <a:cs typeface="Calibri" pitchFamily="34" charset="0"/>
              </a:rPr>
              <a:t>Áp suất dầu</a:t>
            </a:r>
            <a:r>
              <a:rPr lang="ko-KR" altLang="en-US" sz="900">
                <a:solidFill>
                  <a:srgbClr val="000000"/>
                </a:solidFill>
                <a:latin typeface="Calibri" pitchFamily="34" charset="0"/>
                <a:cs typeface="Calibri" pitchFamily="34" charset="0"/>
              </a:rPr>
              <a:t>                        ④ </a:t>
            </a:r>
            <a:r>
              <a:rPr lang="en-US" altLang="ko-KR" sz="900">
                <a:solidFill>
                  <a:srgbClr val="000000"/>
                </a:solidFill>
                <a:latin typeface="Calibri" pitchFamily="34" charset="0"/>
                <a:cs typeface="Calibri" pitchFamily="34" charset="0"/>
              </a:rPr>
              <a:t>Áp suất tuyệt đối</a:t>
            </a:r>
            <a:endParaRPr lang="ko-KR" altLang="en-US" sz="900">
              <a:solidFill>
                <a:srgbClr val="000000"/>
              </a:solidFill>
              <a:latin typeface="Calibri" pitchFamily="34" charset="0"/>
              <a:cs typeface="Calibri" pitchFamily="34" charset="0"/>
            </a:endParaRPr>
          </a:p>
          <a:p>
            <a:endParaRPr lang="en-US" sz="900">
              <a:latin typeface="Calibri" pitchFamily="34" charset="0"/>
              <a:cs typeface="Calibri" pitchFamily="34" charset="0"/>
            </a:endParaRPr>
          </a:p>
        </p:txBody>
      </p:sp>
      <p:sp>
        <p:nvSpPr>
          <p:cNvPr id="36"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62576003"/>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2291"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2292"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2293"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229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2304" name="Text Box 7"/>
          <p:cNvSpPr txBox="1">
            <a:spLocks noChangeArrowheads="1"/>
          </p:cNvSpPr>
          <p:nvPr/>
        </p:nvSpPr>
        <p:spPr bwMode="auto">
          <a:xfrm>
            <a:off x="269878" y="1042991"/>
            <a:ext cx="31999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a:t>
            </a:r>
            <a:r>
              <a:rPr lang="ko-KR" altLang="en-US" sz="900">
                <a:solidFill>
                  <a:srgbClr val="000000"/>
                </a:solidFill>
                <a:latin typeface="돋움" pitchFamily="50" charset="-127"/>
                <a:ea typeface="돋움" pitchFamily="50" charset="-127"/>
              </a:rPr>
              <a:t>다음 설명하는 내용과 일치하는 공기압 기기의 기호는</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압축기에서 토출되는 압축공기는 고온이기 때문에 공기를</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냉각시킴과 동시에 냉각에 의한 수분의 분리 제거를 목적</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으로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②                 ③                  </a:t>
            </a:r>
            <a:r>
              <a:rPr lang="en-US" altLang="ko-KR" sz="900">
                <a:solidFill>
                  <a:srgbClr val="333399"/>
                </a:solidFill>
                <a:latin typeface="돋움" pitchFamily="50" charset="-127"/>
                <a:ea typeface="돋움" pitchFamily="50" charset="-127"/>
              </a:rPr>
              <a:t> ④</a:t>
            </a:r>
          </a:p>
        </p:txBody>
      </p:sp>
      <p:sp>
        <p:nvSpPr>
          <p:cNvPr id="12305" name="Rectangle 8"/>
          <p:cNvSpPr>
            <a:spLocks noChangeArrowheads="1"/>
          </p:cNvSpPr>
          <p:nvPr/>
        </p:nvSpPr>
        <p:spPr bwMode="auto">
          <a:xfrm>
            <a:off x="381004" y="1331915"/>
            <a:ext cx="3000375" cy="4953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pic>
        <p:nvPicPr>
          <p:cNvPr id="12306" name="Picture 9"/>
          <p:cNvPicPr>
            <a:picLocks noChangeAspect="1" noChangeArrowheads="1"/>
          </p:cNvPicPr>
          <p:nvPr/>
        </p:nvPicPr>
        <p:blipFill>
          <a:blip r:embed="rId3" cstate="print">
            <a:lum contrast="40000"/>
            <a:extLst>
              <a:ext uri="{28A0092B-C50C-407E-A947-70E740481C1C}">
                <a14:useLocalDpi xmlns:a14="http://schemas.microsoft.com/office/drawing/2010/main" val="0"/>
              </a:ext>
            </a:extLst>
          </a:blip>
          <a:srcRect l="29063" t="27924" r="18411" b="66507"/>
          <a:stretch>
            <a:fillRect/>
          </a:stretch>
        </p:blipFill>
        <p:spPr bwMode="auto">
          <a:xfrm>
            <a:off x="2924179" y="1938340"/>
            <a:ext cx="404813"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07" name="Picture 10"/>
          <p:cNvPicPr>
            <a:picLocks noChangeAspect="1" noChangeArrowheads="1"/>
          </p:cNvPicPr>
          <p:nvPr/>
        </p:nvPicPr>
        <p:blipFill>
          <a:blip r:embed="rId3" cstate="print">
            <a:lum contrast="40000"/>
            <a:extLst>
              <a:ext uri="{28A0092B-C50C-407E-A947-70E740481C1C}">
                <a14:useLocalDpi xmlns:a14="http://schemas.microsoft.com/office/drawing/2010/main" val="0"/>
              </a:ext>
            </a:extLst>
          </a:blip>
          <a:srcRect l="20842" t="3093" r="21155" b="91338"/>
          <a:stretch>
            <a:fillRect/>
          </a:stretch>
        </p:blipFill>
        <p:spPr bwMode="auto">
          <a:xfrm>
            <a:off x="2117729" y="1944689"/>
            <a:ext cx="44767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08" name="Picture 11"/>
          <p:cNvPicPr>
            <a:picLocks noChangeAspect="1" noChangeArrowheads="1"/>
          </p:cNvPicPr>
          <p:nvPr/>
        </p:nvPicPr>
        <p:blipFill>
          <a:blip r:embed="rId3" cstate="print">
            <a:lum contrast="40000"/>
            <a:extLst>
              <a:ext uri="{28A0092B-C50C-407E-A947-70E740481C1C}">
                <a14:useLocalDpi xmlns:a14="http://schemas.microsoft.com/office/drawing/2010/main" val="0"/>
              </a:ext>
            </a:extLst>
          </a:blip>
          <a:srcRect l="24605" t="11797" r="20276" b="82730"/>
          <a:stretch>
            <a:fillRect/>
          </a:stretch>
        </p:blipFill>
        <p:spPr bwMode="auto">
          <a:xfrm>
            <a:off x="1335088" y="1968500"/>
            <a:ext cx="423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09" name="Picture 12"/>
          <p:cNvPicPr>
            <a:picLocks noChangeAspect="1" noChangeArrowheads="1"/>
          </p:cNvPicPr>
          <p:nvPr/>
        </p:nvPicPr>
        <p:blipFill>
          <a:blip r:embed="rId4" cstate="print">
            <a:lum contrast="40000"/>
            <a:extLst>
              <a:ext uri="{28A0092B-C50C-407E-A947-70E740481C1C}">
                <a14:useLocalDpi xmlns:a14="http://schemas.microsoft.com/office/drawing/2010/main" val="0"/>
              </a:ext>
            </a:extLst>
          </a:blip>
          <a:srcRect l="21368" t="68031" r="28220" b="26338"/>
          <a:stretch>
            <a:fillRect/>
          </a:stretch>
        </p:blipFill>
        <p:spPr bwMode="auto">
          <a:xfrm>
            <a:off x="577850" y="1944688"/>
            <a:ext cx="444500" cy="341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310" name="Group 14"/>
          <p:cNvGrpSpPr>
            <a:grpSpLocks/>
          </p:cNvGrpSpPr>
          <p:nvPr/>
        </p:nvGrpSpPr>
        <p:grpSpPr bwMode="auto">
          <a:xfrm>
            <a:off x="279404" y="2603504"/>
            <a:ext cx="2843213" cy="2032001"/>
            <a:chOff x="188" y="3120"/>
            <a:chExt cx="1791" cy="1280"/>
          </a:xfrm>
        </p:grpSpPr>
        <p:sp>
          <p:nvSpPr>
            <p:cNvPr id="12322" name="Text Box 15"/>
            <p:cNvSpPr txBox="1">
              <a:spLocks noChangeArrowheads="1"/>
            </p:cNvSpPr>
            <p:nvPr/>
          </p:nvSpPr>
          <p:spPr bwMode="auto">
            <a:xfrm>
              <a:off x="188" y="3120"/>
              <a:ext cx="1401" cy="1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a:t>
              </a:r>
              <a:r>
                <a:rPr lang="ko-KR" altLang="en-US" sz="900">
                  <a:solidFill>
                    <a:srgbClr val="000000"/>
                  </a:solidFill>
                  <a:latin typeface="돋움" pitchFamily="50" charset="-127"/>
                  <a:ea typeface="돋움" pitchFamily="50" charset="-127"/>
                </a:rPr>
                <a:t>다음 빈칸에 알맞게 표기한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절대압력                       ② 대기압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게이지 압                  ④ 진공압</a:t>
              </a:r>
            </a:p>
          </p:txBody>
        </p:sp>
        <p:grpSp>
          <p:nvGrpSpPr>
            <p:cNvPr id="12323" name="Group 16"/>
            <p:cNvGrpSpPr>
              <a:grpSpLocks/>
            </p:cNvGrpSpPr>
            <p:nvPr/>
          </p:nvGrpSpPr>
          <p:grpSpPr bwMode="auto">
            <a:xfrm>
              <a:off x="369" y="3347"/>
              <a:ext cx="1610" cy="771"/>
              <a:chOff x="369" y="3347"/>
              <a:chExt cx="1610" cy="771"/>
            </a:xfrm>
          </p:grpSpPr>
          <p:grpSp>
            <p:nvGrpSpPr>
              <p:cNvPr id="12324" name="Group 17"/>
              <p:cNvGrpSpPr>
                <a:grpSpLocks/>
              </p:cNvGrpSpPr>
              <p:nvPr/>
            </p:nvGrpSpPr>
            <p:grpSpPr bwMode="auto">
              <a:xfrm>
                <a:off x="369" y="3347"/>
                <a:ext cx="1337" cy="771"/>
                <a:chOff x="369" y="3347"/>
                <a:chExt cx="2585" cy="1268"/>
              </a:xfrm>
            </p:grpSpPr>
            <p:sp>
              <p:nvSpPr>
                <p:cNvPr id="12329" name="Line 18"/>
                <p:cNvSpPr>
                  <a:spLocks noChangeShapeType="1"/>
                </p:cNvSpPr>
                <p:nvPr/>
              </p:nvSpPr>
              <p:spPr bwMode="auto">
                <a:xfrm>
                  <a:off x="369" y="3347"/>
                  <a:ext cx="2585"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2330" name="Line 19"/>
                <p:cNvSpPr>
                  <a:spLocks noChangeShapeType="1"/>
                </p:cNvSpPr>
                <p:nvPr/>
              </p:nvSpPr>
              <p:spPr bwMode="auto">
                <a:xfrm>
                  <a:off x="369" y="3801"/>
                  <a:ext cx="258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2331" name="Line 20"/>
                <p:cNvSpPr>
                  <a:spLocks noChangeShapeType="1"/>
                </p:cNvSpPr>
                <p:nvPr/>
              </p:nvSpPr>
              <p:spPr bwMode="auto">
                <a:xfrm>
                  <a:off x="369" y="4615"/>
                  <a:ext cx="258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2332" name="Line 21"/>
                <p:cNvSpPr>
                  <a:spLocks noChangeShapeType="1"/>
                </p:cNvSpPr>
                <p:nvPr/>
              </p:nvSpPr>
              <p:spPr bwMode="auto">
                <a:xfrm flipV="1">
                  <a:off x="1230" y="3347"/>
                  <a:ext cx="0" cy="45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2333" name="Line 22"/>
                <p:cNvSpPr>
                  <a:spLocks noChangeShapeType="1"/>
                </p:cNvSpPr>
                <p:nvPr/>
              </p:nvSpPr>
              <p:spPr bwMode="auto">
                <a:xfrm flipV="1">
                  <a:off x="822" y="3795"/>
                  <a:ext cx="0" cy="81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2334" name="Line 23"/>
                <p:cNvSpPr>
                  <a:spLocks noChangeShapeType="1"/>
                </p:cNvSpPr>
                <p:nvPr/>
              </p:nvSpPr>
              <p:spPr bwMode="auto">
                <a:xfrm>
                  <a:off x="1502" y="3801"/>
                  <a:ext cx="0" cy="27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2335" name="Line 24"/>
                <p:cNvSpPr>
                  <a:spLocks noChangeShapeType="1"/>
                </p:cNvSpPr>
                <p:nvPr/>
              </p:nvSpPr>
              <p:spPr bwMode="auto">
                <a:xfrm>
                  <a:off x="1004" y="4073"/>
                  <a:ext cx="942"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2336" name="Line 25"/>
                <p:cNvSpPr>
                  <a:spLocks noChangeShapeType="1"/>
                </p:cNvSpPr>
                <p:nvPr/>
              </p:nvSpPr>
              <p:spPr bwMode="auto">
                <a:xfrm flipV="1">
                  <a:off x="1729" y="4072"/>
                  <a:ext cx="0" cy="53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2337" name="Line 26"/>
                <p:cNvSpPr>
                  <a:spLocks noChangeShapeType="1"/>
                </p:cNvSpPr>
                <p:nvPr/>
              </p:nvSpPr>
              <p:spPr bwMode="auto">
                <a:xfrm flipV="1">
                  <a:off x="2364" y="3351"/>
                  <a:ext cx="0" cy="125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2338" name="Line 27"/>
                <p:cNvSpPr>
                  <a:spLocks noChangeShapeType="1"/>
                </p:cNvSpPr>
                <p:nvPr/>
              </p:nvSpPr>
              <p:spPr bwMode="auto">
                <a:xfrm flipH="1">
                  <a:off x="1730" y="4228"/>
                  <a:ext cx="804" cy="215"/>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2339" name="Line 28"/>
                <p:cNvSpPr>
                  <a:spLocks noChangeShapeType="1"/>
                </p:cNvSpPr>
                <p:nvPr/>
              </p:nvSpPr>
              <p:spPr bwMode="auto">
                <a:xfrm flipH="1" flipV="1">
                  <a:off x="2364" y="4146"/>
                  <a:ext cx="170" cy="82"/>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grpSp>
          <p:sp>
            <p:nvSpPr>
              <p:cNvPr id="12325" name="Rectangle 29"/>
              <p:cNvSpPr>
                <a:spLocks noChangeArrowheads="1"/>
              </p:cNvSpPr>
              <p:nvPr/>
            </p:nvSpPr>
            <p:spPr bwMode="auto">
              <a:xfrm>
                <a:off x="1736" y="3550"/>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a:t>
                </a:r>
              </a:p>
            </p:txBody>
          </p:sp>
          <p:sp>
            <p:nvSpPr>
              <p:cNvPr id="12326" name="Rectangle 30"/>
              <p:cNvSpPr>
                <a:spLocks noChangeArrowheads="1"/>
              </p:cNvSpPr>
              <p:nvPr/>
            </p:nvSpPr>
            <p:spPr bwMode="auto">
              <a:xfrm>
                <a:off x="539" y="3432"/>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a:t>
                </a:r>
              </a:p>
            </p:txBody>
          </p:sp>
          <p:sp>
            <p:nvSpPr>
              <p:cNvPr id="12327" name="Rectangle 31"/>
              <p:cNvSpPr>
                <a:spLocks noChangeArrowheads="1"/>
              </p:cNvSpPr>
              <p:nvPr/>
            </p:nvSpPr>
            <p:spPr bwMode="auto">
              <a:xfrm>
                <a:off x="1513" y="3812"/>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a:t>
                </a:r>
              </a:p>
            </p:txBody>
          </p:sp>
          <p:sp>
            <p:nvSpPr>
              <p:cNvPr id="12328" name="Rectangle 32"/>
              <p:cNvSpPr>
                <a:spLocks noChangeArrowheads="1"/>
              </p:cNvSpPr>
              <p:nvPr/>
            </p:nvSpPr>
            <p:spPr bwMode="auto">
              <a:xfrm>
                <a:off x="675" y="3640"/>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a:t>
                </a:r>
              </a:p>
            </p:txBody>
          </p:sp>
        </p:grpSp>
      </p:grpSp>
      <p:sp>
        <p:nvSpPr>
          <p:cNvPr id="12311" name="Text Box 44"/>
          <p:cNvSpPr txBox="1">
            <a:spLocks noChangeArrowheads="1"/>
          </p:cNvSpPr>
          <p:nvPr/>
        </p:nvSpPr>
        <p:spPr bwMode="auto">
          <a:xfrm>
            <a:off x="311152" y="4959351"/>
            <a:ext cx="314701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a:t>
            </a:r>
            <a:r>
              <a:rPr lang="ko-KR" altLang="en-US" sz="900">
                <a:solidFill>
                  <a:srgbClr val="000000"/>
                </a:solidFill>
                <a:latin typeface="돋움" pitchFamily="50" charset="-127"/>
                <a:ea typeface="돋움" pitchFamily="50" charset="-127"/>
              </a:rPr>
              <a:t>랙 피니언식 요동형 액추에이터의 특징이 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요동형 액추에이터 중에서 가장 효율이 좋다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구조가 조금 복잡하게 되는 단점이 있다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효율</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실린더 전단효율*기어와 베이링의 출력효율</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피스톤에 직결된 랙의 중심에 있는 피니언을 회전시킴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으로써 토크를 얻는다</a:t>
            </a:r>
          </a:p>
        </p:txBody>
      </p:sp>
      <p:sp>
        <p:nvSpPr>
          <p:cNvPr id="12312" name="Text Box 16"/>
          <p:cNvSpPr txBox="1">
            <a:spLocks noChangeArrowheads="1"/>
          </p:cNvSpPr>
          <p:nvPr/>
        </p:nvSpPr>
        <p:spPr bwMode="auto">
          <a:xfrm>
            <a:off x="3379791" y="1042989"/>
            <a:ext cx="3248005"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a:t>
            </a:r>
            <a:r>
              <a:rPr lang="ko-KR" altLang="en-US" sz="900">
                <a:solidFill>
                  <a:srgbClr val="000000"/>
                </a:solidFill>
                <a:latin typeface="돋움" pitchFamily="50" charset="-127"/>
                <a:ea typeface="돋움" pitchFamily="50" charset="-127"/>
              </a:rPr>
              <a:t>포핏방식 밸브가 슬라이드방식과 비교하여 가질 수 있는</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장점이 아닌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밀봉이 우수하다              ② 이물질에 둔감하다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구조가 간단하다              ④ 작동력이 크다</a:t>
            </a:r>
          </a:p>
        </p:txBody>
      </p:sp>
      <p:sp>
        <p:nvSpPr>
          <p:cNvPr id="12313" name="Rectangle 43"/>
          <p:cNvSpPr>
            <a:spLocks noChangeArrowheads="1"/>
          </p:cNvSpPr>
          <p:nvPr/>
        </p:nvSpPr>
        <p:spPr bwMode="auto">
          <a:xfrm>
            <a:off x="311152" y="6329366"/>
            <a:ext cx="299312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18. </a:t>
            </a:r>
            <a:r>
              <a:rPr lang="ko-KR" altLang="en-US" sz="900">
                <a:solidFill>
                  <a:srgbClr val="000000"/>
                </a:solidFill>
              </a:rPr>
              <a:t>어느 한 제어 위치에서는 압축 공기를 통과시키고</a:t>
            </a:r>
          </a:p>
          <a:p>
            <a:pPr eaLnBrk="1" fontAlgn="base" latinLnBrk="1" hangingPunct="1">
              <a:spcBef>
                <a:spcPct val="0"/>
              </a:spcBef>
              <a:spcAft>
                <a:spcPct val="0"/>
              </a:spcAft>
            </a:pPr>
            <a:r>
              <a:rPr lang="ko-KR" altLang="en-US" sz="900">
                <a:solidFill>
                  <a:srgbClr val="000000"/>
                </a:solidFill>
              </a:rPr>
              <a:t>     다른 제어위치에서는 차단시키는 기능의 방향 변환</a:t>
            </a:r>
          </a:p>
          <a:p>
            <a:pPr eaLnBrk="1" fontAlgn="base" latinLnBrk="1" hangingPunct="1">
              <a:spcBef>
                <a:spcPct val="0"/>
              </a:spcBef>
              <a:spcAft>
                <a:spcPct val="0"/>
              </a:spcAft>
            </a:pPr>
            <a:r>
              <a:rPr lang="ko-KR" altLang="en-US" sz="900">
                <a:solidFill>
                  <a:srgbClr val="000000"/>
                </a:solidFill>
              </a:rPr>
              <a:t>     밸브로 주로 차단용 밸브로 이용된다</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     다음 내용에 맞느 밸브는</a:t>
            </a:r>
            <a:r>
              <a:rPr lang="en-US" altLang="ko-KR" sz="900">
                <a:solidFill>
                  <a:srgbClr val="000000"/>
                </a:solidFill>
              </a:rPr>
              <a:t>?</a:t>
            </a:r>
          </a:p>
        </p:txBody>
      </p:sp>
      <p:sp>
        <p:nvSpPr>
          <p:cNvPr id="12314" name="Rectangle 44"/>
          <p:cNvSpPr>
            <a:spLocks noChangeArrowheads="1"/>
          </p:cNvSpPr>
          <p:nvPr/>
        </p:nvSpPr>
        <p:spPr bwMode="auto">
          <a:xfrm>
            <a:off x="304800" y="7092951"/>
            <a:ext cx="3429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2 Port 2 Way</a:t>
            </a: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3 Port 2 Way</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2 Port 3 Way                  ④ 3 Port 3 Way</a:t>
            </a:r>
            <a:endParaRPr lang="ko-KR" altLang="en-US" sz="900">
              <a:solidFill>
                <a:srgbClr val="000000"/>
              </a:solidFill>
              <a:latin typeface="돋움" pitchFamily="50" charset="-127"/>
              <a:ea typeface="돋움" pitchFamily="50" charset="-127"/>
            </a:endParaRPr>
          </a:p>
        </p:txBody>
      </p:sp>
      <p:pic>
        <p:nvPicPr>
          <p:cNvPr id="12315" name="Picture 45"/>
          <p:cNvPicPr>
            <a:picLocks noChangeAspect="1" noChangeArrowheads="1"/>
          </p:cNvPicPr>
          <p:nvPr/>
        </p:nvPicPr>
        <p:blipFill>
          <a:blip r:embed="rId5">
            <a:extLst>
              <a:ext uri="{28A0092B-C50C-407E-A947-70E740481C1C}">
                <a14:useLocalDpi xmlns:a14="http://schemas.microsoft.com/office/drawing/2010/main" val="0"/>
              </a:ext>
            </a:extLst>
          </a:blip>
          <a:srcRect r="25377"/>
          <a:stretch>
            <a:fillRect/>
          </a:stretch>
        </p:blipFill>
        <p:spPr bwMode="auto">
          <a:xfrm>
            <a:off x="3497267" y="2627315"/>
            <a:ext cx="2827337" cy="175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16" name="Picture 46"/>
          <p:cNvPicPr>
            <a:picLocks noChangeAspect="1" noChangeArrowheads="1"/>
          </p:cNvPicPr>
          <p:nvPr/>
        </p:nvPicPr>
        <p:blipFill>
          <a:blip r:embed="rId5">
            <a:extLst>
              <a:ext uri="{28A0092B-C50C-407E-A947-70E740481C1C}">
                <a14:useLocalDpi xmlns:a14="http://schemas.microsoft.com/office/drawing/2010/main" val="0"/>
              </a:ext>
            </a:extLst>
          </a:blip>
          <a:srcRect l="75359" t="38628" b="24548"/>
          <a:stretch>
            <a:fillRect/>
          </a:stretch>
        </p:blipFill>
        <p:spPr bwMode="auto">
          <a:xfrm>
            <a:off x="4073525" y="6858000"/>
            <a:ext cx="1117600"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17" name="Picture 47"/>
          <p:cNvPicPr>
            <a:picLocks noChangeAspect="1" noChangeArrowheads="1"/>
          </p:cNvPicPr>
          <p:nvPr/>
        </p:nvPicPr>
        <p:blipFill>
          <a:blip r:embed="rId6">
            <a:extLst>
              <a:ext uri="{28A0092B-C50C-407E-A947-70E740481C1C}">
                <a14:useLocalDpi xmlns:a14="http://schemas.microsoft.com/office/drawing/2010/main" val="0"/>
              </a:ext>
            </a:extLst>
          </a:blip>
          <a:srcRect l="72527" t="19917" b="28493"/>
          <a:stretch>
            <a:fillRect/>
          </a:stretch>
        </p:blipFill>
        <p:spPr bwMode="auto">
          <a:xfrm>
            <a:off x="3957638" y="5348288"/>
            <a:ext cx="1219200" cy="592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18" name="Picture 48" descr="11e059b"/>
          <p:cNvPicPr preferRelativeResize="0">
            <a:picLocks noChangeArrowheads="1"/>
          </p:cNvPicPr>
          <p:nvPr/>
        </p:nvPicPr>
        <p:blipFill>
          <a:blip r:embed="rId7">
            <a:extLst>
              <a:ext uri="{28A0092B-C50C-407E-A947-70E740481C1C}">
                <a14:useLocalDpi xmlns:a14="http://schemas.microsoft.com/office/drawing/2010/main" val="0"/>
              </a:ext>
            </a:extLst>
          </a:blip>
          <a:srcRect l="75653" t="8372" b="75179"/>
          <a:stretch>
            <a:fillRect/>
          </a:stretch>
        </p:blipFill>
        <p:spPr bwMode="auto">
          <a:xfrm>
            <a:off x="3757617" y="6002340"/>
            <a:ext cx="1614487" cy="839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19" name="Picture 4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76700" y="4719638"/>
            <a:ext cx="1081088" cy="5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20" name="Rectangle 50"/>
          <p:cNvSpPr>
            <a:spLocks noChangeArrowheads="1"/>
          </p:cNvSpPr>
          <p:nvPr/>
        </p:nvSpPr>
        <p:spPr bwMode="auto">
          <a:xfrm>
            <a:off x="3497263" y="4754565"/>
            <a:ext cx="508000" cy="25853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a:t>
            </a:r>
            <a:r>
              <a:rPr lang="ko-KR" altLang="en-US"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p>
        </p:txBody>
      </p:sp>
      <p:sp>
        <p:nvSpPr>
          <p:cNvPr id="12321" name="Text Box 16"/>
          <p:cNvSpPr txBox="1">
            <a:spLocks noChangeArrowheads="1"/>
          </p:cNvSpPr>
          <p:nvPr/>
        </p:nvSpPr>
        <p:spPr bwMode="auto">
          <a:xfrm>
            <a:off x="3379791" y="2227264"/>
            <a:ext cx="30556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다음 밸브의 동작 상태를 확인해보고 밸브의 기호를</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고르시오 </a:t>
            </a:r>
            <a:endParaRPr lang="en-US" altLang="ko-KR" sz="900">
              <a:solidFill>
                <a:srgbClr val="000000"/>
              </a:solidFill>
              <a:latin typeface="돋움" pitchFamily="50" charset="-127"/>
              <a:ea typeface="돋움" pitchFamily="50" charset="-127"/>
            </a:endParaRPr>
          </a:p>
        </p:txBody>
      </p:sp>
      <p:sp>
        <p:nvSpPr>
          <p:cNvPr id="45"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42637702"/>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3315"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7109" name="Group 5"/>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7147" name="Group 43"/>
          <p:cNvGraphicFramePr>
            <a:graphicFrameLocks noGrp="1"/>
          </p:cNvGraphicFramePr>
          <p:nvPr/>
        </p:nvGraphicFramePr>
        <p:xfrm>
          <a:off x="3735392" y="1673227"/>
          <a:ext cx="1781175" cy="445000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9806280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4339"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4340"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4341"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434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4352" name="Rectangle 99"/>
          <p:cNvSpPr>
            <a:spLocks noChangeArrowheads="1"/>
          </p:cNvSpPr>
          <p:nvPr/>
        </p:nvSpPr>
        <p:spPr bwMode="auto">
          <a:xfrm>
            <a:off x="227016" y="1042989"/>
            <a:ext cx="32019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 </a:t>
            </a:r>
            <a:r>
              <a:rPr lang="ko-KR" altLang="en-US" sz="900">
                <a:solidFill>
                  <a:srgbClr val="000000"/>
                </a:solidFill>
              </a:rPr>
              <a:t>유압의 특징이다</a:t>
            </a:r>
            <a:r>
              <a:rPr lang="en-US" altLang="ko-KR" sz="900">
                <a:solidFill>
                  <a:srgbClr val="000000"/>
                </a:solidFill>
              </a:rPr>
              <a:t>. </a:t>
            </a:r>
            <a:r>
              <a:rPr lang="ko-KR" altLang="en-US" sz="900">
                <a:solidFill>
                  <a:srgbClr val="000000"/>
                </a:solidFill>
              </a:rPr>
              <a:t>맞는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에너지 축적을 어큐뮬레이터로 저장</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② 동력원의 집중이 용이</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③ 동력원의 발생이 다소 용이</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④ 압축성에 의한 폭발을 제외하고는 염려 없음</a:t>
            </a:r>
          </a:p>
        </p:txBody>
      </p:sp>
      <p:sp>
        <p:nvSpPr>
          <p:cNvPr id="14353" name="Rectangle 99"/>
          <p:cNvSpPr>
            <a:spLocks noChangeArrowheads="1"/>
          </p:cNvSpPr>
          <p:nvPr/>
        </p:nvSpPr>
        <p:spPr bwMode="auto">
          <a:xfrm>
            <a:off x="227016" y="1827213"/>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2. </a:t>
            </a:r>
            <a:r>
              <a:rPr lang="ko-KR" altLang="en-US" sz="900">
                <a:solidFill>
                  <a:srgbClr val="000000"/>
                </a:solidFill>
              </a:rPr>
              <a:t>프로세서 제어 분야에서 사용하는 압력은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1kgf/㎠  </a:t>
            </a:r>
            <a:r>
              <a:rPr lang="ko-KR" altLang="en-US" sz="900">
                <a:solidFill>
                  <a:srgbClr val="000000"/>
                </a:solidFill>
              </a:rPr>
              <a:t>② </a:t>
            </a:r>
            <a:r>
              <a:rPr lang="en-US" altLang="ko-KR" sz="900">
                <a:solidFill>
                  <a:srgbClr val="000000"/>
                </a:solidFill>
              </a:rPr>
              <a:t>2kgf/㎠ </a:t>
            </a:r>
            <a:r>
              <a:rPr lang="ko-KR" altLang="en-US" sz="900">
                <a:solidFill>
                  <a:srgbClr val="000000"/>
                </a:solidFill>
              </a:rPr>
              <a:t>③ </a:t>
            </a:r>
            <a:r>
              <a:rPr lang="en-US" altLang="ko-KR" sz="900">
                <a:solidFill>
                  <a:srgbClr val="000000"/>
                </a:solidFill>
              </a:rPr>
              <a:t>3kgf/㎠ </a:t>
            </a:r>
            <a:r>
              <a:rPr lang="ko-KR" altLang="en-US" sz="900">
                <a:solidFill>
                  <a:srgbClr val="000000"/>
                </a:solidFill>
              </a:rPr>
              <a:t>④ </a:t>
            </a:r>
            <a:r>
              <a:rPr lang="en-US" altLang="ko-KR" sz="900">
                <a:solidFill>
                  <a:srgbClr val="000000"/>
                </a:solidFill>
              </a:rPr>
              <a:t>5kgf/㎠</a:t>
            </a:r>
            <a:endParaRPr lang="ko-KR" altLang="en-US" sz="900">
              <a:solidFill>
                <a:srgbClr val="000000"/>
              </a:solidFill>
            </a:endParaRPr>
          </a:p>
        </p:txBody>
      </p:sp>
      <p:sp>
        <p:nvSpPr>
          <p:cNvPr id="14354" name="Rectangle 99"/>
          <p:cNvSpPr>
            <a:spLocks noChangeArrowheads="1"/>
          </p:cNvSpPr>
          <p:nvPr/>
        </p:nvSpPr>
        <p:spPr bwMode="auto">
          <a:xfrm>
            <a:off x="227016" y="2266949"/>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3. </a:t>
            </a:r>
            <a:r>
              <a:rPr lang="ko-KR" altLang="en-US" sz="900">
                <a:solidFill>
                  <a:srgbClr val="000000"/>
                </a:solidFill>
              </a:rPr>
              <a:t>공기의 주성분 중 </a:t>
            </a:r>
            <a:r>
              <a:rPr lang="en-US" altLang="ko-KR" sz="900">
                <a:solidFill>
                  <a:srgbClr val="000000"/>
                </a:solidFill>
              </a:rPr>
              <a:t>0.03%</a:t>
            </a:r>
            <a:r>
              <a:rPr lang="ko-KR" altLang="en-US" sz="900">
                <a:solidFill>
                  <a:srgbClr val="000000"/>
                </a:solidFill>
              </a:rPr>
              <a:t>를 차지하는 요소는</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en-US" altLang="ko-KR" sz="900" smtClean="0">
                <a:solidFill>
                  <a:srgbClr val="000000"/>
                </a:solidFill>
              </a:rPr>
              <a:t>N2  </a:t>
            </a:r>
            <a:r>
              <a:rPr lang="ko-KR" altLang="en-US" sz="900">
                <a:solidFill>
                  <a:srgbClr val="000000"/>
                </a:solidFill>
              </a:rPr>
              <a:t>② </a:t>
            </a:r>
            <a:r>
              <a:rPr lang="en-US" altLang="ko-KR" sz="900" err="1" smtClean="0">
                <a:solidFill>
                  <a:srgbClr val="000000"/>
                </a:solidFill>
              </a:rPr>
              <a:t>Ar</a:t>
            </a:r>
            <a:r>
              <a:rPr lang="ko-KR" altLang="en-US" sz="900" smtClean="0">
                <a:solidFill>
                  <a:srgbClr val="000000"/>
                </a:solidFill>
              </a:rPr>
              <a:t> </a:t>
            </a:r>
            <a:r>
              <a:rPr lang="ko-KR" altLang="en-US" sz="900">
                <a:solidFill>
                  <a:srgbClr val="000000"/>
                </a:solidFill>
              </a:rPr>
              <a:t>③ </a:t>
            </a:r>
            <a:r>
              <a:rPr lang="en-US" altLang="ko-KR" sz="900" smtClean="0">
                <a:solidFill>
                  <a:srgbClr val="000000"/>
                </a:solidFill>
              </a:rPr>
              <a:t>O2</a:t>
            </a:r>
            <a:r>
              <a:rPr lang="ko-KR" altLang="en-US" sz="900" smtClean="0">
                <a:solidFill>
                  <a:srgbClr val="000000"/>
                </a:solidFill>
              </a:rPr>
              <a:t> </a:t>
            </a:r>
            <a:r>
              <a:rPr lang="ko-KR" altLang="en-US" sz="900">
                <a:solidFill>
                  <a:srgbClr val="000000"/>
                </a:solidFill>
              </a:rPr>
              <a:t>④ 이산화 탄소</a:t>
            </a:r>
          </a:p>
        </p:txBody>
      </p:sp>
      <p:sp>
        <p:nvSpPr>
          <p:cNvPr id="14355" name="Rectangle 99"/>
          <p:cNvSpPr>
            <a:spLocks noChangeArrowheads="1"/>
          </p:cNvSpPr>
          <p:nvPr/>
        </p:nvSpPr>
        <p:spPr bwMode="auto">
          <a:xfrm>
            <a:off x="227016" y="2771775"/>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4. </a:t>
            </a:r>
            <a:r>
              <a:rPr lang="ko-KR" altLang="en-US" sz="900">
                <a:solidFill>
                  <a:srgbClr val="000000"/>
                </a:solidFill>
              </a:rPr>
              <a:t>다음 빈칸에 알맞게 표기한 것은</a:t>
            </a:r>
            <a:r>
              <a:rPr lang="en-US" altLang="ko-KR" sz="900">
                <a:solidFill>
                  <a:srgbClr val="000000"/>
                </a:solidFill>
              </a:rPr>
              <a:t>?</a:t>
            </a:r>
          </a:p>
        </p:txBody>
      </p:sp>
      <p:grpSp>
        <p:nvGrpSpPr>
          <p:cNvPr id="14356" name="Group 14"/>
          <p:cNvGrpSpPr>
            <a:grpSpLocks/>
          </p:cNvGrpSpPr>
          <p:nvPr/>
        </p:nvGrpSpPr>
        <p:grpSpPr bwMode="auto">
          <a:xfrm>
            <a:off x="260354" y="2771779"/>
            <a:ext cx="2843213" cy="2032001"/>
            <a:chOff x="188" y="3120"/>
            <a:chExt cx="1791" cy="1280"/>
          </a:xfrm>
        </p:grpSpPr>
        <p:sp>
          <p:nvSpPr>
            <p:cNvPr id="14379" name="Text Box 15"/>
            <p:cNvSpPr txBox="1">
              <a:spLocks noChangeArrowheads="1"/>
            </p:cNvSpPr>
            <p:nvPr/>
          </p:nvSpPr>
          <p:spPr bwMode="auto">
            <a:xfrm>
              <a:off x="188" y="3120"/>
              <a:ext cx="1498" cy="1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대기압                       ② 진공압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게이지 압               ④ 표준 대기압</a:t>
              </a:r>
            </a:p>
          </p:txBody>
        </p:sp>
        <p:grpSp>
          <p:nvGrpSpPr>
            <p:cNvPr id="14380" name="Group 16"/>
            <p:cNvGrpSpPr>
              <a:grpSpLocks/>
            </p:cNvGrpSpPr>
            <p:nvPr/>
          </p:nvGrpSpPr>
          <p:grpSpPr bwMode="auto">
            <a:xfrm>
              <a:off x="369" y="3347"/>
              <a:ext cx="1610" cy="771"/>
              <a:chOff x="369" y="3347"/>
              <a:chExt cx="1610" cy="771"/>
            </a:xfrm>
          </p:grpSpPr>
          <p:grpSp>
            <p:nvGrpSpPr>
              <p:cNvPr id="14381" name="Group 17"/>
              <p:cNvGrpSpPr>
                <a:grpSpLocks/>
              </p:cNvGrpSpPr>
              <p:nvPr/>
            </p:nvGrpSpPr>
            <p:grpSpPr bwMode="auto">
              <a:xfrm>
                <a:off x="369" y="3347"/>
                <a:ext cx="1337" cy="771"/>
                <a:chOff x="369" y="3347"/>
                <a:chExt cx="2585" cy="1268"/>
              </a:xfrm>
            </p:grpSpPr>
            <p:sp>
              <p:nvSpPr>
                <p:cNvPr id="14386" name="Line 18"/>
                <p:cNvSpPr>
                  <a:spLocks noChangeShapeType="1"/>
                </p:cNvSpPr>
                <p:nvPr/>
              </p:nvSpPr>
              <p:spPr bwMode="auto">
                <a:xfrm>
                  <a:off x="369" y="3347"/>
                  <a:ext cx="2585"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4387" name="Line 19"/>
                <p:cNvSpPr>
                  <a:spLocks noChangeShapeType="1"/>
                </p:cNvSpPr>
                <p:nvPr/>
              </p:nvSpPr>
              <p:spPr bwMode="auto">
                <a:xfrm>
                  <a:off x="369" y="3801"/>
                  <a:ext cx="258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4388" name="Line 20"/>
                <p:cNvSpPr>
                  <a:spLocks noChangeShapeType="1"/>
                </p:cNvSpPr>
                <p:nvPr/>
              </p:nvSpPr>
              <p:spPr bwMode="auto">
                <a:xfrm>
                  <a:off x="369" y="4615"/>
                  <a:ext cx="258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4389" name="Line 21"/>
                <p:cNvSpPr>
                  <a:spLocks noChangeShapeType="1"/>
                </p:cNvSpPr>
                <p:nvPr/>
              </p:nvSpPr>
              <p:spPr bwMode="auto">
                <a:xfrm flipV="1">
                  <a:off x="1230" y="3347"/>
                  <a:ext cx="0" cy="45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4390" name="Line 22"/>
                <p:cNvSpPr>
                  <a:spLocks noChangeShapeType="1"/>
                </p:cNvSpPr>
                <p:nvPr/>
              </p:nvSpPr>
              <p:spPr bwMode="auto">
                <a:xfrm flipV="1">
                  <a:off x="822" y="3795"/>
                  <a:ext cx="0" cy="81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4391" name="Line 23"/>
                <p:cNvSpPr>
                  <a:spLocks noChangeShapeType="1"/>
                </p:cNvSpPr>
                <p:nvPr/>
              </p:nvSpPr>
              <p:spPr bwMode="auto">
                <a:xfrm>
                  <a:off x="1502" y="3801"/>
                  <a:ext cx="0" cy="27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14392" name="Line 24"/>
                <p:cNvSpPr>
                  <a:spLocks noChangeShapeType="1"/>
                </p:cNvSpPr>
                <p:nvPr/>
              </p:nvSpPr>
              <p:spPr bwMode="auto">
                <a:xfrm>
                  <a:off x="1004" y="4073"/>
                  <a:ext cx="942"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4393" name="Line 25"/>
                <p:cNvSpPr>
                  <a:spLocks noChangeShapeType="1"/>
                </p:cNvSpPr>
                <p:nvPr/>
              </p:nvSpPr>
              <p:spPr bwMode="auto">
                <a:xfrm flipV="1">
                  <a:off x="1729" y="4072"/>
                  <a:ext cx="0" cy="53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4394" name="Line 26"/>
                <p:cNvSpPr>
                  <a:spLocks noChangeShapeType="1"/>
                </p:cNvSpPr>
                <p:nvPr/>
              </p:nvSpPr>
              <p:spPr bwMode="auto">
                <a:xfrm flipV="1">
                  <a:off x="2364" y="3351"/>
                  <a:ext cx="0" cy="125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4395" name="Line 27"/>
                <p:cNvSpPr>
                  <a:spLocks noChangeShapeType="1"/>
                </p:cNvSpPr>
                <p:nvPr/>
              </p:nvSpPr>
              <p:spPr bwMode="auto">
                <a:xfrm flipH="1">
                  <a:off x="1730" y="4228"/>
                  <a:ext cx="804" cy="215"/>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14396" name="Line 28"/>
                <p:cNvSpPr>
                  <a:spLocks noChangeShapeType="1"/>
                </p:cNvSpPr>
                <p:nvPr/>
              </p:nvSpPr>
              <p:spPr bwMode="auto">
                <a:xfrm flipH="1" flipV="1">
                  <a:off x="2364" y="4146"/>
                  <a:ext cx="170" cy="82"/>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a:spAutoFit/>
                </a:bodyPr>
                <a:lstStyle/>
                <a:p>
                  <a:pPr fontAlgn="base" latinLnBrk="1">
                    <a:spcBef>
                      <a:spcPct val="0"/>
                    </a:spcBef>
                    <a:spcAft>
                      <a:spcPct val="0"/>
                    </a:spcAft>
                  </a:pPr>
                  <a:endParaRPr kumimoji="1" lang="en-US">
                    <a:solidFill>
                      <a:srgbClr val="000000"/>
                    </a:solidFill>
                  </a:endParaRPr>
                </a:p>
              </p:txBody>
            </p:sp>
          </p:grpSp>
          <p:sp>
            <p:nvSpPr>
              <p:cNvPr id="14382" name="Rectangle 29"/>
              <p:cNvSpPr>
                <a:spLocks noChangeArrowheads="1"/>
              </p:cNvSpPr>
              <p:nvPr/>
            </p:nvSpPr>
            <p:spPr bwMode="auto">
              <a:xfrm>
                <a:off x="1736" y="3550"/>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rPr>
                  <a:t>1</a:t>
                </a:r>
              </a:p>
            </p:txBody>
          </p:sp>
          <p:sp>
            <p:nvSpPr>
              <p:cNvPr id="14383" name="Rectangle 30"/>
              <p:cNvSpPr>
                <a:spLocks noChangeArrowheads="1"/>
              </p:cNvSpPr>
              <p:nvPr/>
            </p:nvSpPr>
            <p:spPr bwMode="auto">
              <a:xfrm>
                <a:off x="539" y="3432"/>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rPr>
                  <a:t>2</a:t>
                </a:r>
              </a:p>
            </p:txBody>
          </p:sp>
          <p:sp>
            <p:nvSpPr>
              <p:cNvPr id="14384" name="Rectangle 31"/>
              <p:cNvSpPr>
                <a:spLocks noChangeArrowheads="1"/>
              </p:cNvSpPr>
              <p:nvPr/>
            </p:nvSpPr>
            <p:spPr bwMode="auto">
              <a:xfrm>
                <a:off x="1513" y="3812"/>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rPr>
                  <a:t>3</a:t>
                </a:r>
              </a:p>
            </p:txBody>
          </p:sp>
          <p:sp>
            <p:nvSpPr>
              <p:cNvPr id="14385" name="Rectangle 32"/>
              <p:cNvSpPr>
                <a:spLocks noChangeArrowheads="1"/>
              </p:cNvSpPr>
              <p:nvPr/>
            </p:nvSpPr>
            <p:spPr bwMode="auto">
              <a:xfrm>
                <a:off x="675" y="3640"/>
                <a:ext cx="24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sz="900">
                    <a:solidFill>
                      <a:srgbClr val="000000"/>
                    </a:solidFill>
                  </a:rPr>
                  <a:t>4</a:t>
                </a:r>
              </a:p>
            </p:txBody>
          </p:sp>
        </p:grpSp>
      </p:grpSp>
      <p:sp>
        <p:nvSpPr>
          <p:cNvPr id="14357" name="Rectangle 99"/>
          <p:cNvSpPr>
            <a:spLocks noChangeArrowheads="1"/>
          </p:cNvSpPr>
          <p:nvPr/>
        </p:nvSpPr>
        <p:spPr bwMode="auto">
          <a:xfrm>
            <a:off x="227013" y="4808540"/>
            <a:ext cx="334645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5. </a:t>
            </a:r>
            <a:r>
              <a:rPr lang="ko-KR" altLang="en-US" sz="900">
                <a:solidFill>
                  <a:srgbClr val="000000"/>
                </a:solidFill>
              </a:rPr>
              <a:t>압력 단위 환산 중 </a:t>
            </a:r>
            <a:r>
              <a:rPr lang="en-US" altLang="ko-KR" sz="900">
                <a:solidFill>
                  <a:srgbClr val="000000"/>
                </a:solidFill>
              </a:rPr>
              <a:t>1Pa</a:t>
            </a:r>
            <a:r>
              <a:rPr lang="ko-KR" altLang="en-US" sz="900">
                <a:solidFill>
                  <a:srgbClr val="000000"/>
                </a:solidFill>
              </a:rPr>
              <a:t>를 </a:t>
            </a:r>
            <a:r>
              <a:rPr lang="en-US" altLang="ko-KR" sz="900">
                <a:solidFill>
                  <a:srgbClr val="000000"/>
                </a:solidFill>
              </a:rPr>
              <a:t>mmHg</a:t>
            </a:r>
            <a:r>
              <a:rPr lang="ko-KR" altLang="en-US" sz="900">
                <a:solidFill>
                  <a:srgbClr val="000000"/>
                </a:solidFill>
              </a:rPr>
              <a:t>로 환산시 얼마인가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1× 10</a:t>
            </a:r>
            <a:r>
              <a:rPr lang="en-US" altLang="ko-KR" sz="900" baseline="30000">
                <a:solidFill>
                  <a:srgbClr val="000000"/>
                </a:solidFill>
              </a:rPr>
              <a:t>-5                       </a:t>
            </a:r>
            <a:r>
              <a:rPr lang="en-US" altLang="ko-KR" sz="900">
                <a:solidFill>
                  <a:srgbClr val="000000"/>
                </a:solidFill>
              </a:rPr>
              <a:t> </a:t>
            </a:r>
            <a:r>
              <a:rPr lang="ko-KR" altLang="en-US" sz="900">
                <a:solidFill>
                  <a:srgbClr val="000000"/>
                </a:solidFill>
              </a:rPr>
              <a:t>② </a:t>
            </a:r>
            <a:r>
              <a:rPr lang="en-US" altLang="ko-KR" sz="900">
                <a:solidFill>
                  <a:srgbClr val="000000"/>
                </a:solidFill>
              </a:rPr>
              <a:t>1.01972×10</a:t>
            </a:r>
            <a:r>
              <a:rPr lang="en-US" altLang="ko-KR" sz="900" baseline="30000">
                <a:solidFill>
                  <a:srgbClr val="000000"/>
                </a:solidFill>
              </a:rPr>
              <a:t>-5 </a:t>
            </a:r>
          </a:p>
          <a:p>
            <a:pPr eaLnBrk="1" fontAlgn="base" latinLnBrk="1" hangingPunct="1">
              <a:spcBef>
                <a:spcPct val="0"/>
              </a:spcBef>
              <a:spcAft>
                <a:spcPct val="0"/>
              </a:spcAft>
            </a:pPr>
            <a:r>
              <a:rPr lang="ko-KR" altLang="en-US" sz="900">
                <a:solidFill>
                  <a:srgbClr val="000000"/>
                </a:solidFill>
              </a:rPr>
              <a:t>③ </a:t>
            </a:r>
            <a:r>
              <a:rPr lang="en-US" altLang="ko-KR" sz="900">
                <a:solidFill>
                  <a:srgbClr val="000000"/>
                </a:solidFill>
              </a:rPr>
              <a:t>9.86923×10</a:t>
            </a:r>
            <a:r>
              <a:rPr lang="en-US" altLang="ko-KR" sz="900" baseline="30000">
                <a:solidFill>
                  <a:srgbClr val="000000"/>
                </a:solidFill>
              </a:rPr>
              <a:t>-5          </a:t>
            </a:r>
            <a:r>
              <a:rPr lang="ko-KR" altLang="en-US" sz="900">
                <a:solidFill>
                  <a:srgbClr val="000000"/>
                </a:solidFill>
              </a:rPr>
              <a:t> ④ </a:t>
            </a:r>
            <a:r>
              <a:rPr lang="en-US" altLang="ko-KR" sz="900">
                <a:solidFill>
                  <a:srgbClr val="000000"/>
                </a:solidFill>
              </a:rPr>
              <a:t>7.50062×10</a:t>
            </a:r>
            <a:r>
              <a:rPr lang="en-US" altLang="ko-KR" sz="900" baseline="30000">
                <a:solidFill>
                  <a:srgbClr val="000000"/>
                </a:solidFill>
              </a:rPr>
              <a:t>-3</a:t>
            </a:r>
          </a:p>
        </p:txBody>
      </p:sp>
      <p:pic>
        <p:nvPicPr>
          <p:cNvPr id="14358" name="Picture 7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692" y="5905502"/>
            <a:ext cx="2122487" cy="1852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59" name="Rectangle 99"/>
          <p:cNvSpPr>
            <a:spLocks noChangeArrowheads="1"/>
          </p:cNvSpPr>
          <p:nvPr/>
        </p:nvSpPr>
        <p:spPr bwMode="auto">
          <a:xfrm>
            <a:off x="227013" y="5292725"/>
            <a:ext cx="33464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6. </a:t>
            </a:r>
            <a:r>
              <a:rPr lang="ko-KR" altLang="en-US" sz="900">
                <a:solidFill>
                  <a:srgbClr val="000000"/>
                </a:solidFill>
              </a:rPr>
              <a:t>샤를의 법칙이다 아래 빈칸에 들어갈 말은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압력</a:t>
            </a:r>
            <a:r>
              <a:rPr lang="en-US" altLang="ko-KR" sz="900" baseline="30000">
                <a:solidFill>
                  <a:srgbClr val="000000"/>
                </a:solidFill>
              </a:rPr>
              <a:t>     </a:t>
            </a:r>
            <a:r>
              <a:rPr lang="ko-KR" altLang="en-US" sz="900">
                <a:solidFill>
                  <a:srgbClr val="000000"/>
                </a:solidFill>
              </a:rPr>
              <a:t>② 시간   ③ 온도</a:t>
            </a:r>
            <a:r>
              <a:rPr lang="en-US" altLang="ko-KR" sz="900" baseline="30000">
                <a:solidFill>
                  <a:srgbClr val="000000"/>
                </a:solidFill>
              </a:rPr>
              <a:t>  </a:t>
            </a:r>
            <a:r>
              <a:rPr lang="ko-KR" altLang="en-US" sz="900">
                <a:solidFill>
                  <a:srgbClr val="000000"/>
                </a:solidFill>
              </a:rPr>
              <a:t>④ 유량</a:t>
            </a:r>
            <a:endParaRPr lang="en-US" altLang="ko-KR" sz="900" baseline="30000">
              <a:solidFill>
                <a:srgbClr val="000000"/>
              </a:solidFill>
            </a:endParaRPr>
          </a:p>
        </p:txBody>
      </p:sp>
      <p:sp>
        <p:nvSpPr>
          <p:cNvPr id="4" name="직사각형 3"/>
          <p:cNvSpPr/>
          <p:nvPr/>
        </p:nvSpPr>
        <p:spPr>
          <a:xfrm>
            <a:off x="1817691" y="7543800"/>
            <a:ext cx="420687" cy="3048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endParaRPr kumimoji="1" lang="ko-KR" altLang="en-US">
              <a:solidFill>
                <a:srgbClr val="FFFFFF"/>
              </a:solidFill>
            </a:endParaRPr>
          </a:p>
        </p:txBody>
      </p:sp>
      <p:sp>
        <p:nvSpPr>
          <p:cNvPr id="14361" name="Rectangle 99"/>
          <p:cNvSpPr>
            <a:spLocks noChangeArrowheads="1"/>
          </p:cNvSpPr>
          <p:nvPr/>
        </p:nvSpPr>
        <p:spPr bwMode="auto">
          <a:xfrm>
            <a:off x="227013" y="7956553"/>
            <a:ext cx="334645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7. </a:t>
            </a:r>
            <a:r>
              <a:rPr lang="ko-KR" altLang="en-US" sz="900">
                <a:solidFill>
                  <a:srgbClr val="000000"/>
                </a:solidFill>
              </a:rPr>
              <a:t>피스톤 압축기의 일반적인 압축 능력 중 </a:t>
            </a:r>
            <a:r>
              <a:rPr lang="en-US" altLang="ko-KR" sz="900">
                <a:solidFill>
                  <a:srgbClr val="000000"/>
                </a:solidFill>
              </a:rPr>
              <a:t>2</a:t>
            </a:r>
            <a:r>
              <a:rPr lang="ko-KR" altLang="en-US" sz="900">
                <a:solidFill>
                  <a:srgbClr val="000000"/>
                </a:solidFill>
              </a:rPr>
              <a:t>단 압축기는</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얼마인가 </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① </a:t>
            </a:r>
            <a:r>
              <a:rPr lang="en-US" altLang="ko-KR" sz="900">
                <a:solidFill>
                  <a:srgbClr val="000000"/>
                </a:solidFill>
              </a:rPr>
              <a:t>12kgf/㎠ </a:t>
            </a:r>
            <a:r>
              <a:rPr lang="ko-KR" altLang="en-US" sz="900">
                <a:solidFill>
                  <a:srgbClr val="000000"/>
                </a:solidFill>
              </a:rPr>
              <a:t>② </a:t>
            </a:r>
            <a:r>
              <a:rPr lang="en-US" altLang="ko-KR" sz="900">
                <a:solidFill>
                  <a:srgbClr val="000000"/>
                </a:solidFill>
              </a:rPr>
              <a:t>20kgf/㎠ </a:t>
            </a:r>
            <a:r>
              <a:rPr lang="ko-KR" altLang="en-US" sz="900">
                <a:solidFill>
                  <a:srgbClr val="000000"/>
                </a:solidFill>
              </a:rPr>
              <a:t>③ </a:t>
            </a:r>
            <a:r>
              <a:rPr lang="en-US" altLang="ko-KR" sz="900">
                <a:solidFill>
                  <a:srgbClr val="000000"/>
                </a:solidFill>
              </a:rPr>
              <a:t>30kgf/㎠ </a:t>
            </a:r>
            <a:r>
              <a:rPr lang="ko-KR" altLang="en-US" sz="900">
                <a:solidFill>
                  <a:srgbClr val="000000"/>
                </a:solidFill>
              </a:rPr>
              <a:t>④ </a:t>
            </a:r>
            <a:r>
              <a:rPr lang="en-US" altLang="ko-KR" sz="900">
                <a:solidFill>
                  <a:srgbClr val="000000"/>
                </a:solidFill>
              </a:rPr>
              <a:t>220kgf/㎠</a:t>
            </a:r>
          </a:p>
        </p:txBody>
      </p:sp>
      <p:pic>
        <p:nvPicPr>
          <p:cNvPr id="14362" name="Picture 7"/>
          <p:cNvPicPr>
            <a:picLocks noChangeAspect="1" noChangeArrowheads="1"/>
          </p:cNvPicPr>
          <p:nvPr/>
        </p:nvPicPr>
        <p:blipFill>
          <a:blip r:embed="rId4">
            <a:extLst>
              <a:ext uri="{28A0092B-C50C-407E-A947-70E740481C1C}">
                <a14:useLocalDpi xmlns:a14="http://schemas.microsoft.com/office/drawing/2010/main" val="0"/>
              </a:ext>
            </a:extLst>
          </a:blip>
          <a:srcRect t="13835" r="65584" b="24818"/>
          <a:stretch>
            <a:fillRect/>
          </a:stretch>
        </p:blipFill>
        <p:spPr bwMode="auto">
          <a:xfrm>
            <a:off x="5300663" y="1062040"/>
            <a:ext cx="957262" cy="852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63" name="Rectangle 99"/>
          <p:cNvSpPr>
            <a:spLocks noChangeArrowheads="1"/>
          </p:cNvSpPr>
          <p:nvPr/>
        </p:nvSpPr>
        <p:spPr bwMode="auto">
          <a:xfrm>
            <a:off x="3429000" y="1042989"/>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8. </a:t>
            </a:r>
            <a:r>
              <a:rPr lang="ko-KR" altLang="en-US" sz="900">
                <a:solidFill>
                  <a:srgbClr val="000000"/>
                </a:solidFill>
              </a:rPr>
              <a:t>아래의 압축기는 무엇인가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왕복식 압축기</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② 스크류식 압축기</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③ 베인식 압축기</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④ 루트 블로어</a:t>
            </a:r>
          </a:p>
        </p:txBody>
      </p:sp>
      <p:sp>
        <p:nvSpPr>
          <p:cNvPr id="14364" name="Rectangle 99"/>
          <p:cNvSpPr>
            <a:spLocks noChangeArrowheads="1"/>
          </p:cNvSpPr>
          <p:nvPr/>
        </p:nvSpPr>
        <p:spPr bwMode="auto">
          <a:xfrm>
            <a:off x="3429000" y="1827213"/>
            <a:ext cx="3201988"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9. </a:t>
            </a:r>
            <a:r>
              <a:rPr lang="ko-KR" altLang="en-US" sz="900">
                <a:solidFill>
                  <a:srgbClr val="000000"/>
                </a:solidFill>
              </a:rPr>
              <a:t>실린더의 지지 방식 중 요동 운동에 적합한 취부 방식은</a:t>
            </a:r>
          </a:p>
          <a:p>
            <a:pPr eaLnBrk="1" fontAlgn="base" latinLnBrk="1" hangingPunct="1">
              <a:spcBef>
                <a:spcPct val="0"/>
              </a:spcBef>
              <a:spcAft>
                <a:spcPct val="0"/>
              </a:spcAft>
            </a:pPr>
            <a:r>
              <a:rPr lang="ko-KR" altLang="en-US" sz="900">
                <a:solidFill>
                  <a:srgbClr val="000000"/>
                </a:solidFill>
              </a:rPr>
              <a:t>   무엇인가</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클레비스형     </a:t>
            </a:r>
          </a:p>
          <a:p>
            <a:pPr eaLnBrk="1" fontAlgn="base" latinLnBrk="1" hangingPunct="1">
              <a:spcBef>
                <a:spcPct val="0"/>
              </a:spcBef>
              <a:spcAft>
                <a:spcPct val="0"/>
              </a:spcAft>
            </a:pPr>
            <a:r>
              <a:rPr lang="ko-KR" altLang="en-US" sz="900">
                <a:solidFill>
                  <a:srgbClr val="000000"/>
                </a:solidFill>
              </a:rPr>
              <a:t> ② 축 방향 푸트형 </a:t>
            </a:r>
            <a:r>
              <a:rPr lang="en-US" altLang="ko-KR" sz="900">
                <a:solidFill>
                  <a:srgbClr val="000000"/>
                </a:solidFill>
              </a:rPr>
              <a:t>(</a:t>
            </a:r>
            <a:r>
              <a:rPr lang="ko-KR" altLang="en-US" sz="900">
                <a:solidFill>
                  <a:srgbClr val="000000"/>
                </a:solidFill>
              </a:rPr>
              <a:t>내측</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③ </a:t>
            </a:r>
            <a:r>
              <a:rPr lang="ko-KR" altLang="en-US" sz="900">
                <a:solidFill>
                  <a:srgbClr val="000000"/>
                </a:solidFill>
              </a:rPr>
              <a:t>헤드측 플랜지형        </a:t>
            </a:r>
          </a:p>
          <a:p>
            <a:pPr eaLnBrk="1" fontAlgn="base" latinLnBrk="1" hangingPunct="1">
              <a:spcBef>
                <a:spcPct val="0"/>
              </a:spcBef>
              <a:spcAft>
                <a:spcPct val="0"/>
              </a:spcAft>
            </a:pPr>
            <a:r>
              <a:rPr lang="ko-KR" altLang="en-US" sz="900">
                <a:solidFill>
                  <a:srgbClr val="000000"/>
                </a:solidFill>
              </a:rPr>
              <a:t> ④ 로드측 플랜지형 </a:t>
            </a:r>
            <a:r>
              <a:rPr lang="en-US" altLang="ko-KR" sz="900">
                <a:solidFill>
                  <a:srgbClr val="000000"/>
                </a:solidFill>
              </a:rPr>
              <a:t> </a:t>
            </a:r>
            <a:endParaRPr lang="ko-KR" altLang="en-US" sz="900">
              <a:solidFill>
                <a:srgbClr val="000000"/>
              </a:solidFill>
            </a:endParaRPr>
          </a:p>
        </p:txBody>
      </p:sp>
      <p:sp>
        <p:nvSpPr>
          <p:cNvPr id="14365" name="Rectangle 99"/>
          <p:cNvSpPr>
            <a:spLocks noChangeArrowheads="1"/>
          </p:cNvSpPr>
          <p:nvPr/>
        </p:nvSpPr>
        <p:spPr bwMode="auto">
          <a:xfrm>
            <a:off x="3429000" y="2876549"/>
            <a:ext cx="32019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10. . </a:t>
            </a:r>
            <a:r>
              <a:rPr lang="ko-KR" altLang="en-US" sz="900">
                <a:solidFill>
                  <a:srgbClr val="000000"/>
                </a:solidFill>
              </a:rPr>
              <a:t>다음 공압 기호 중에서 차단 밸브를 올바르게 표시한 </a:t>
            </a:r>
          </a:p>
          <a:p>
            <a:pPr eaLnBrk="1" fontAlgn="base" latinLnBrk="1" hangingPunct="1">
              <a:spcBef>
                <a:spcPct val="0"/>
              </a:spcBef>
              <a:spcAft>
                <a:spcPct val="0"/>
              </a:spcAft>
            </a:pPr>
            <a:r>
              <a:rPr lang="ko-KR" altLang="en-US" sz="900">
                <a:solidFill>
                  <a:srgbClr val="000000"/>
                </a:solidFill>
              </a:rPr>
              <a:t>   것은  어느 것인가</a:t>
            </a:r>
            <a:r>
              <a:rPr lang="en-US" altLang="ko-KR" sz="900">
                <a:solidFill>
                  <a:srgbClr val="000000"/>
                </a:solidFill>
              </a:rPr>
              <a:t>?</a:t>
            </a:r>
          </a:p>
        </p:txBody>
      </p:sp>
      <p:sp>
        <p:nvSpPr>
          <p:cNvPr id="14366" name="Rectangle 99"/>
          <p:cNvSpPr>
            <a:spLocks noChangeArrowheads="1"/>
          </p:cNvSpPr>
          <p:nvPr/>
        </p:nvSpPr>
        <p:spPr bwMode="auto">
          <a:xfrm>
            <a:off x="3429000" y="3851276"/>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11. </a:t>
            </a:r>
            <a:r>
              <a:rPr lang="ko-KR" altLang="en-US" sz="900">
                <a:solidFill>
                  <a:srgbClr val="000000"/>
                </a:solidFill>
              </a:rPr>
              <a:t>방향 제어 밸브의 주 밸브 구조가 아닌 것은</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포핏 방식</a:t>
            </a:r>
          </a:p>
          <a:p>
            <a:pPr eaLnBrk="1" fontAlgn="base" latinLnBrk="1" hangingPunct="1">
              <a:spcBef>
                <a:spcPct val="0"/>
              </a:spcBef>
              <a:spcAft>
                <a:spcPct val="0"/>
              </a:spcAft>
            </a:pPr>
            <a:r>
              <a:rPr lang="ko-KR" altLang="en-US" sz="900">
                <a:solidFill>
                  <a:srgbClr val="000000"/>
                </a:solidFill>
              </a:rPr>
              <a:t> ② 구름 방식</a:t>
            </a:r>
          </a:p>
          <a:p>
            <a:pPr eaLnBrk="1" fontAlgn="base" latinLnBrk="1" hangingPunct="1">
              <a:spcBef>
                <a:spcPct val="0"/>
              </a:spcBef>
              <a:spcAft>
                <a:spcPct val="0"/>
              </a:spcAft>
            </a:pPr>
            <a:r>
              <a:rPr lang="ko-KR" altLang="en-US" sz="900">
                <a:solidFill>
                  <a:srgbClr val="000000"/>
                </a:solidFill>
              </a:rPr>
              <a:t> ③ 스풀 방식</a:t>
            </a:r>
          </a:p>
          <a:p>
            <a:pPr eaLnBrk="1" fontAlgn="base" latinLnBrk="1" hangingPunct="1">
              <a:spcBef>
                <a:spcPct val="0"/>
              </a:spcBef>
              <a:spcAft>
                <a:spcPct val="0"/>
              </a:spcAft>
            </a:pPr>
            <a:r>
              <a:rPr lang="ko-KR" altLang="en-US" sz="900">
                <a:solidFill>
                  <a:srgbClr val="000000"/>
                </a:solidFill>
              </a:rPr>
              <a:t> ④ 미끄럼 밸브 방식</a:t>
            </a:r>
          </a:p>
        </p:txBody>
      </p:sp>
      <p:sp>
        <p:nvSpPr>
          <p:cNvPr id="14367" name="Rectangle 99"/>
          <p:cNvSpPr>
            <a:spLocks noChangeArrowheads="1"/>
          </p:cNvSpPr>
          <p:nvPr/>
        </p:nvSpPr>
        <p:spPr bwMode="auto">
          <a:xfrm>
            <a:off x="3429000" y="4632326"/>
            <a:ext cx="3201988"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12. </a:t>
            </a:r>
            <a:r>
              <a:rPr lang="ko-KR" altLang="en-US" sz="900">
                <a:solidFill>
                  <a:srgbClr val="000000"/>
                </a:solidFill>
              </a:rPr>
              <a:t>실린더 튜브의 양단에 설치되어 피스톤행정의 위치를   </a:t>
            </a:r>
          </a:p>
          <a:p>
            <a:pPr eaLnBrk="1" fontAlgn="base" latinLnBrk="1" hangingPunct="1">
              <a:spcBef>
                <a:spcPct val="0"/>
              </a:spcBef>
              <a:spcAft>
                <a:spcPct val="0"/>
              </a:spcAft>
            </a:pPr>
            <a:r>
              <a:rPr lang="ko-KR" altLang="en-US" sz="900">
                <a:solidFill>
                  <a:srgbClr val="000000"/>
                </a:solidFill>
              </a:rPr>
              <a:t>   결정하며 완충기구가 내장된 것도 있다</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이것은 무엇인가 </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쿠션 조절나사</a:t>
            </a:r>
          </a:p>
          <a:p>
            <a:pPr eaLnBrk="1" fontAlgn="base" latinLnBrk="1" hangingPunct="1">
              <a:spcBef>
                <a:spcPct val="0"/>
              </a:spcBef>
              <a:spcAft>
                <a:spcPct val="0"/>
              </a:spcAft>
            </a:pPr>
            <a:r>
              <a:rPr lang="ko-KR" altLang="en-US" sz="900">
                <a:solidFill>
                  <a:srgbClr val="000000"/>
                </a:solidFill>
              </a:rPr>
              <a:t> ② 헤드 커버</a:t>
            </a:r>
          </a:p>
          <a:p>
            <a:pPr eaLnBrk="1" fontAlgn="base" latinLnBrk="1" hangingPunct="1">
              <a:spcBef>
                <a:spcPct val="0"/>
              </a:spcBef>
              <a:spcAft>
                <a:spcPct val="0"/>
              </a:spcAft>
            </a:pPr>
            <a:r>
              <a:rPr lang="ko-KR" altLang="en-US" sz="900">
                <a:solidFill>
                  <a:srgbClr val="000000"/>
                </a:solidFill>
              </a:rPr>
              <a:t> ③ 쿠션링                          </a:t>
            </a:r>
          </a:p>
          <a:p>
            <a:pPr eaLnBrk="1" fontAlgn="base" latinLnBrk="1" hangingPunct="1">
              <a:spcBef>
                <a:spcPct val="0"/>
              </a:spcBef>
              <a:spcAft>
                <a:spcPct val="0"/>
              </a:spcAft>
            </a:pPr>
            <a:r>
              <a:rPr lang="ko-KR" altLang="en-US" sz="900">
                <a:solidFill>
                  <a:srgbClr val="000000"/>
                </a:solidFill>
              </a:rPr>
              <a:t> ④ 피스톤실</a:t>
            </a:r>
          </a:p>
        </p:txBody>
      </p:sp>
      <p:sp>
        <p:nvSpPr>
          <p:cNvPr id="14368" name="Rectangle 99"/>
          <p:cNvSpPr>
            <a:spLocks noChangeArrowheads="1"/>
          </p:cNvSpPr>
          <p:nvPr/>
        </p:nvSpPr>
        <p:spPr bwMode="auto">
          <a:xfrm>
            <a:off x="3429000" y="5694365"/>
            <a:ext cx="3201988"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13. </a:t>
            </a:r>
            <a:r>
              <a:rPr lang="ko-KR" altLang="en-US" sz="900">
                <a:solidFill>
                  <a:srgbClr val="000000"/>
                </a:solidFill>
              </a:rPr>
              <a:t>공압 실린더 구조 중 </a:t>
            </a:r>
            <a:r>
              <a:rPr lang="en-US" altLang="ko-KR" sz="900">
                <a:solidFill>
                  <a:srgbClr val="000000"/>
                </a:solidFill>
              </a:rPr>
              <a:t>Work </a:t>
            </a:r>
            <a:r>
              <a:rPr lang="ko-KR" altLang="en-US" sz="900">
                <a:solidFill>
                  <a:srgbClr val="000000"/>
                </a:solidFill>
              </a:rPr>
              <a:t>의 이송을 하며 부하에 </a:t>
            </a:r>
          </a:p>
          <a:p>
            <a:pPr eaLnBrk="1" fontAlgn="base" latinLnBrk="1" hangingPunct="1">
              <a:spcBef>
                <a:spcPct val="0"/>
              </a:spcBef>
              <a:spcAft>
                <a:spcPct val="0"/>
              </a:spcAft>
            </a:pPr>
            <a:r>
              <a:rPr lang="ko-KR" altLang="en-US" sz="900">
                <a:solidFill>
                  <a:srgbClr val="000000"/>
                </a:solidFill>
              </a:rPr>
              <a:t>  따라 압축</a:t>
            </a:r>
            <a:r>
              <a:rPr lang="en-US" altLang="ko-KR" sz="900">
                <a:solidFill>
                  <a:srgbClr val="000000"/>
                </a:solidFill>
              </a:rPr>
              <a:t>, </a:t>
            </a:r>
            <a:r>
              <a:rPr lang="ko-KR" altLang="en-US" sz="900">
                <a:solidFill>
                  <a:srgbClr val="000000"/>
                </a:solidFill>
              </a:rPr>
              <a:t>인장</a:t>
            </a:r>
            <a:r>
              <a:rPr lang="en-US" altLang="ko-KR" sz="900">
                <a:solidFill>
                  <a:srgbClr val="000000"/>
                </a:solidFill>
              </a:rPr>
              <a:t>, </a:t>
            </a:r>
            <a:r>
              <a:rPr lang="ko-KR" altLang="en-US" sz="900">
                <a:solidFill>
                  <a:srgbClr val="000000"/>
                </a:solidFill>
              </a:rPr>
              <a:t>굽힘</a:t>
            </a:r>
            <a:r>
              <a:rPr lang="en-US" altLang="ko-KR" sz="900">
                <a:solidFill>
                  <a:srgbClr val="000000"/>
                </a:solidFill>
              </a:rPr>
              <a:t>, </a:t>
            </a:r>
            <a:r>
              <a:rPr lang="ko-KR" altLang="en-US" sz="900">
                <a:solidFill>
                  <a:srgbClr val="000000"/>
                </a:solidFill>
              </a:rPr>
              <a:t>진동 등 하중에 견딜 수 있어야 </a:t>
            </a:r>
          </a:p>
          <a:p>
            <a:pPr eaLnBrk="1" fontAlgn="base" latinLnBrk="1" hangingPunct="1">
              <a:spcBef>
                <a:spcPct val="0"/>
              </a:spcBef>
              <a:spcAft>
                <a:spcPct val="0"/>
              </a:spcAft>
            </a:pPr>
            <a:r>
              <a:rPr lang="ko-KR" altLang="en-US" sz="900">
                <a:solidFill>
                  <a:srgbClr val="000000"/>
                </a:solidFill>
              </a:rPr>
              <a:t>  하는 것 은 무엇인가 </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피스톤</a:t>
            </a:r>
          </a:p>
          <a:p>
            <a:pPr eaLnBrk="1" fontAlgn="base" latinLnBrk="1" hangingPunct="1">
              <a:spcBef>
                <a:spcPct val="0"/>
              </a:spcBef>
              <a:spcAft>
                <a:spcPct val="0"/>
              </a:spcAft>
            </a:pPr>
            <a:r>
              <a:rPr lang="ko-KR" altLang="en-US" sz="900">
                <a:solidFill>
                  <a:srgbClr val="000000"/>
                </a:solidFill>
              </a:rPr>
              <a:t>  ② 피스톤 로드</a:t>
            </a:r>
          </a:p>
          <a:p>
            <a:pPr eaLnBrk="1" fontAlgn="base" latinLnBrk="1" hangingPunct="1">
              <a:spcBef>
                <a:spcPct val="0"/>
              </a:spcBef>
              <a:spcAft>
                <a:spcPct val="0"/>
              </a:spcAft>
            </a:pPr>
            <a:r>
              <a:rPr lang="ko-KR" altLang="en-US" sz="900">
                <a:solidFill>
                  <a:srgbClr val="000000"/>
                </a:solidFill>
              </a:rPr>
              <a:t>  ③ 실린더 튜브                          </a:t>
            </a:r>
          </a:p>
          <a:p>
            <a:pPr eaLnBrk="1" fontAlgn="base" latinLnBrk="1" hangingPunct="1">
              <a:spcBef>
                <a:spcPct val="0"/>
              </a:spcBef>
              <a:spcAft>
                <a:spcPct val="0"/>
              </a:spcAft>
            </a:pPr>
            <a:r>
              <a:rPr lang="ko-KR" altLang="en-US" sz="900">
                <a:solidFill>
                  <a:srgbClr val="000000"/>
                </a:solidFill>
              </a:rPr>
              <a:t>  ④ 로드 커버</a:t>
            </a:r>
          </a:p>
        </p:txBody>
      </p:sp>
      <p:sp>
        <p:nvSpPr>
          <p:cNvPr id="14369" name="Rectangle 99"/>
          <p:cNvSpPr>
            <a:spLocks noChangeArrowheads="1"/>
          </p:cNvSpPr>
          <p:nvPr/>
        </p:nvSpPr>
        <p:spPr bwMode="auto">
          <a:xfrm>
            <a:off x="3429000" y="6756401"/>
            <a:ext cx="3201988"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14. </a:t>
            </a:r>
            <a:r>
              <a:rPr lang="ko-KR" altLang="en-US" sz="900">
                <a:solidFill>
                  <a:srgbClr val="000000"/>
                </a:solidFill>
              </a:rPr>
              <a:t>다음 설명으로 맞는 것은</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a:t>
            </a:r>
            <a:r>
              <a:rPr lang="en-US" altLang="ko-KR" sz="900">
                <a:solidFill>
                  <a:srgbClr val="000000"/>
                </a:solidFill>
                <a:latin typeface="Times New Roman" pitchFamily="18" charset="0"/>
              </a:rPr>
              <a:t>“</a:t>
            </a:r>
            <a:r>
              <a:rPr lang="ko-KR" altLang="en-US" sz="900">
                <a:solidFill>
                  <a:srgbClr val="000000"/>
                </a:solidFill>
              </a:rPr>
              <a:t>기기의 수명 단축</a:t>
            </a:r>
            <a:r>
              <a:rPr lang="en-US" altLang="ko-KR" sz="900">
                <a:solidFill>
                  <a:srgbClr val="000000"/>
                </a:solidFill>
              </a:rPr>
              <a:t>, </a:t>
            </a:r>
            <a:r>
              <a:rPr lang="ko-KR" altLang="en-US" sz="900">
                <a:solidFill>
                  <a:srgbClr val="000000"/>
                </a:solidFill>
              </a:rPr>
              <a:t>오염</a:t>
            </a:r>
            <a:r>
              <a:rPr lang="en-US" altLang="ko-KR" sz="900">
                <a:solidFill>
                  <a:srgbClr val="000000"/>
                </a:solidFill>
              </a:rPr>
              <a:t>, </a:t>
            </a:r>
            <a:r>
              <a:rPr lang="ko-KR" altLang="en-US" sz="900">
                <a:solidFill>
                  <a:srgbClr val="000000"/>
                </a:solidFill>
              </a:rPr>
              <a:t>미소 유로 면적의 변화</a:t>
            </a:r>
            <a:r>
              <a:rPr lang="en-US" altLang="ko-KR" sz="900">
                <a:solidFill>
                  <a:srgbClr val="000000"/>
                </a:solidFill>
              </a:rPr>
              <a:t>, </a:t>
            </a:r>
            <a:r>
              <a:rPr lang="ko-KR" altLang="en-US" sz="900">
                <a:solidFill>
                  <a:srgbClr val="000000"/>
                </a:solidFill>
              </a:rPr>
              <a:t>고무계 밸브의 부풀음</a:t>
            </a:r>
            <a:r>
              <a:rPr lang="en-US" altLang="ko-KR" sz="900">
                <a:solidFill>
                  <a:srgbClr val="000000"/>
                </a:solidFill>
              </a:rPr>
              <a:t>, </a:t>
            </a:r>
            <a:r>
              <a:rPr lang="ko-KR" altLang="en-US" sz="900">
                <a:solidFill>
                  <a:srgbClr val="000000"/>
                </a:solidFill>
              </a:rPr>
              <a:t>스풀의 고착</a:t>
            </a:r>
            <a:r>
              <a:rPr lang="ko-KR" altLang="en-US" sz="900">
                <a:solidFill>
                  <a:srgbClr val="000000"/>
                </a:solidFill>
                <a:latin typeface="Times New Roman" pitchFamily="18" charset="0"/>
              </a:rPr>
              <a:t>”</a:t>
            </a:r>
            <a:r>
              <a:rPr lang="ko-KR" altLang="en-US" sz="900">
                <a:solidFill>
                  <a:srgbClr val="000000"/>
                </a:solidFill>
              </a:rPr>
              <a:t>        </a:t>
            </a:r>
          </a:p>
          <a:p>
            <a:pPr eaLnBrk="1" fontAlgn="base" latinLnBrk="1" hangingPunct="1">
              <a:spcBef>
                <a:spcPct val="0"/>
              </a:spcBef>
              <a:spcAft>
                <a:spcPct val="0"/>
              </a:spcAft>
            </a:pPr>
            <a:r>
              <a:rPr lang="ko-KR" altLang="en-US" sz="900">
                <a:solidFill>
                  <a:srgbClr val="000000"/>
                </a:solidFill>
              </a:rPr>
              <a:t> ① 수분</a:t>
            </a:r>
          </a:p>
          <a:p>
            <a:pPr eaLnBrk="1" fontAlgn="base" latinLnBrk="1" hangingPunct="1">
              <a:spcBef>
                <a:spcPct val="0"/>
              </a:spcBef>
              <a:spcAft>
                <a:spcPct val="0"/>
              </a:spcAft>
            </a:pPr>
            <a:r>
              <a:rPr lang="ko-KR" altLang="en-US" sz="900">
                <a:solidFill>
                  <a:srgbClr val="000000"/>
                </a:solidFill>
              </a:rPr>
              <a:t> ② 유분</a:t>
            </a:r>
          </a:p>
          <a:p>
            <a:pPr eaLnBrk="1" fontAlgn="base" latinLnBrk="1" hangingPunct="1">
              <a:spcBef>
                <a:spcPct val="0"/>
              </a:spcBef>
              <a:spcAft>
                <a:spcPct val="0"/>
              </a:spcAft>
            </a:pPr>
            <a:r>
              <a:rPr lang="ko-KR" altLang="en-US" sz="900">
                <a:solidFill>
                  <a:srgbClr val="000000"/>
                </a:solidFill>
              </a:rPr>
              <a:t> ③ 먼지 </a:t>
            </a:r>
          </a:p>
          <a:p>
            <a:pPr eaLnBrk="1" fontAlgn="base" latinLnBrk="1" hangingPunct="1">
              <a:spcBef>
                <a:spcPct val="0"/>
              </a:spcBef>
              <a:spcAft>
                <a:spcPct val="0"/>
              </a:spcAft>
            </a:pPr>
            <a:r>
              <a:rPr lang="ko-KR" altLang="en-US" sz="900">
                <a:solidFill>
                  <a:srgbClr val="000000"/>
                </a:solidFill>
              </a:rPr>
              <a:t> ④ 카본</a:t>
            </a:r>
          </a:p>
        </p:txBody>
      </p:sp>
      <p:grpSp>
        <p:nvGrpSpPr>
          <p:cNvPr id="14370" name="Group 83"/>
          <p:cNvGrpSpPr>
            <a:grpSpLocks/>
          </p:cNvGrpSpPr>
          <p:nvPr/>
        </p:nvGrpSpPr>
        <p:grpSpPr bwMode="auto">
          <a:xfrm>
            <a:off x="3816350" y="3203577"/>
            <a:ext cx="2133600" cy="647700"/>
            <a:chOff x="2377" y="3347"/>
            <a:chExt cx="1344" cy="408"/>
          </a:xfrm>
        </p:grpSpPr>
        <p:pic>
          <p:nvPicPr>
            <p:cNvPr id="14375" name="Picture 84"/>
            <p:cNvPicPr>
              <a:picLocks noChangeAspect="1" noChangeArrowheads="1"/>
            </p:cNvPicPr>
            <p:nvPr/>
          </p:nvPicPr>
          <p:blipFill>
            <a:blip r:embed="rId5">
              <a:lum contrast="40000"/>
              <a:extLst>
                <a:ext uri="{28A0092B-C50C-407E-A947-70E740481C1C}">
                  <a14:useLocalDpi xmlns:a14="http://schemas.microsoft.com/office/drawing/2010/main" val="0"/>
                </a:ext>
              </a:extLst>
            </a:blip>
            <a:srcRect l="59650" t="38889" r="15790" b="56482"/>
            <a:stretch>
              <a:fillRect/>
            </a:stretch>
          </p:blipFill>
          <p:spPr bwMode="auto">
            <a:xfrm>
              <a:off x="3385" y="3515"/>
              <a:ext cx="33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6" name="Picture 85"/>
            <p:cNvPicPr>
              <a:picLocks noChangeAspect="1" noChangeArrowheads="1"/>
            </p:cNvPicPr>
            <p:nvPr/>
          </p:nvPicPr>
          <p:blipFill>
            <a:blip r:embed="rId5">
              <a:lum contrast="40000"/>
              <a:extLst>
                <a:ext uri="{28A0092B-C50C-407E-A947-70E740481C1C}">
                  <a14:useLocalDpi xmlns:a14="http://schemas.microsoft.com/office/drawing/2010/main" val="0"/>
                </a:ext>
              </a:extLst>
            </a:blip>
            <a:srcRect l="56140" t="95370" r="8772" b="1852"/>
            <a:stretch>
              <a:fillRect/>
            </a:stretch>
          </p:blipFill>
          <p:spPr bwMode="auto">
            <a:xfrm>
              <a:off x="2377" y="3347"/>
              <a:ext cx="48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7" name="Picture 86"/>
            <p:cNvPicPr>
              <a:picLocks noChangeAspect="1" noChangeArrowheads="1"/>
            </p:cNvPicPr>
            <p:nvPr/>
          </p:nvPicPr>
          <p:blipFill>
            <a:blip r:embed="rId5">
              <a:lum contrast="40000"/>
              <a:extLst>
                <a:ext uri="{28A0092B-C50C-407E-A947-70E740481C1C}">
                  <a14:useLocalDpi xmlns:a14="http://schemas.microsoft.com/office/drawing/2010/main" val="0"/>
                </a:ext>
              </a:extLst>
            </a:blip>
            <a:srcRect l="59650" t="27777" r="15790" b="70370"/>
            <a:stretch>
              <a:fillRect/>
            </a:stretch>
          </p:blipFill>
          <p:spPr bwMode="auto">
            <a:xfrm>
              <a:off x="3385" y="3383"/>
              <a:ext cx="33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78" name="Picture 87"/>
            <p:cNvPicPr>
              <a:picLocks noChangeAspect="1" noChangeArrowheads="1"/>
            </p:cNvPicPr>
            <p:nvPr/>
          </p:nvPicPr>
          <p:blipFill>
            <a:blip r:embed="rId5">
              <a:lum contrast="40000"/>
              <a:extLst>
                <a:ext uri="{28A0092B-C50C-407E-A947-70E740481C1C}">
                  <a14:useLocalDpi xmlns:a14="http://schemas.microsoft.com/office/drawing/2010/main" val="0"/>
                </a:ext>
              </a:extLst>
            </a:blip>
            <a:srcRect l="59650" t="33333" r="15790" b="62964"/>
            <a:stretch>
              <a:fillRect/>
            </a:stretch>
          </p:blipFill>
          <p:spPr bwMode="auto">
            <a:xfrm>
              <a:off x="2473" y="3563"/>
              <a:ext cx="33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371" name="직사각형 4"/>
          <p:cNvSpPr>
            <a:spLocks noChangeArrowheads="1"/>
          </p:cNvSpPr>
          <p:nvPr/>
        </p:nvSpPr>
        <p:spPr bwMode="auto">
          <a:xfrm>
            <a:off x="3556001" y="3189289"/>
            <a:ext cx="3770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 ① </a:t>
            </a:r>
          </a:p>
        </p:txBody>
      </p:sp>
      <p:sp>
        <p:nvSpPr>
          <p:cNvPr id="14372" name="직사각형 51"/>
          <p:cNvSpPr>
            <a:spLocks noChangeArrowheads="1"/>
          </p:cNvSpPr>
          <p:nvPr/>
        </p:nvSpPr>
        <p:spPr bwMode="auto">
          <a:xfrm>
            <a:off x="5068889" y="3189289"/>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②</a:t>
            </a:r>
          </a:p>
        </p:txBody>
      </p:sp>
      <p:sp>
        <p:nvSpPr>
          <p:cNvPr id="14373" name="직사각형 52"/>
          <p:cNvSpPr>
            <a:spLocks noChangeArrowheads="1"/>
          </p:cNvSpPr>
          <p:nvPr/>
        </p:nvSpPr>
        <p:spPr bwMode="auto">
          <a:xfrm>
            <a:off x="3594100" y="3562350"/>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③</a:t>
            </a:r>
          </a:p>
        </p:txBody>
      </p:sp>
      <p:sp>
        <p:nvSpPr>
          <p:cNvPr id="14374" name="직사각형 53"/>
          <p:cNvSpPr>
            <a:spLocks noChangeArrowheads="1"/>
          </p:cNvSpPr>
          <p:nvPr/>
        </p:nvSpPr>
        <p:spPr bwMode="auto">
          <a:xfrm>
            <a:off x="5068889" y="3562350"/>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④</a:t>
            </a:r>
          </a:p>
        </p:txBody>
      </p:sp>
      <p:sp>
        <p:nvSpPr>
          <p:cNvPr id="54"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85564651"/>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5363"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5364"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5365"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536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5376" name="Rectangle 99"/>
          <p:cNvSpPr>
            <a:spLocks noChangeArrowheads="1"/>
          </p:cNvSpPr>
          <p:nvPr/>
        </p:nvSpPr>
        <p:spPr bwMode="auto">
          <a:xfrm>
            <a:off x="227016" y="1042988"/>
            <a:ext cx="3201987"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15. </a:t>
            </a:r>
            <a:r>
              <a:rPr lang="ko-KR" altLang="en-US" sz="900">
                <a:solidFill>
                  <a:srgbClr val="000000"/>
                </a:solidFill>
              </a:rPr>
              <a:t>공압 엑추에이터에는 피스톤 로드가 </a:t>
            </a:r>
            <a:r>
              <a:rPr lang="en-US" altLang="ko-KR" sz="900">
                <a:solidFill>
                  <a:srgbClr val="000000"/>
                </a:solidFill>
              </a:rPr>
              <a:t>(       )</a:t>
            </a:r>
            <a:r>
              <a:rPr lang="ko-KR" altLang="en-US" sz="900">
                <a:solidFill>
                  <a:srgbClr val="000000"/>
                </a:solidFill>
              </a:rPr>
              <a:t>을 하는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공압 실린더와 샤프트가 연속적으로 </a:t>
            </a:r>
            <a:r>
              <a:rPr lang="en-US" altLang="ko-KR" sz="900">
                <a:solidFill>
                  <a:srgbClr val="000000"/>
                </a:solidFill>
              </a:rPr>
              <a:t>(       )</a:t>
            </a:r>
            <a:r>
              <a:rPr lang="ko-KR" altLang="en-US" sz="900">
                <a:solidFill>
                  <a:srgbClr val="000000"/>
                </a:solidFill>
              </a:rPr>
              <a:t>을 하는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공압 모터</a:t>
            </a:r>
            <a:r>
              <a:rPr lang="en-US" altLang="ko-KR" sz="900">
                <a:solidFill>
                  <a:srgbClr val="000000"/>
                </a:solidFill>
              </a:rPr>
              <a:t>, </a:t>
            </a:r>
            <a:r>
              <a:rPr lang="ko-KR" altLang="en-US" sz="900">
                <a:solidFill>
                  <a:srgbClr val="000000"/>
                </a:solidFill>
              </a:rPr>
              <a:t>그리고 샤프트가 한정된 각도 내에서만 </a:t>
            </a:r>
            <a:r>
              <a:rPr lang="en-US" altLang="ko-KR" sz="900">
                <a:solidFill>
                  <a:srgbClr val="000000"/>
                </a:solidFill>
              </a:rPr>
              <a:t>(       )</a:t>
            </a:r>
            <a:r>
              <a:rPr lang="ko-KR" altLang="en-US" sz="900">
                <a:solidFill>
                  <a:srgbClr val="000000"/>
                </a:solidFill>
              </a:rPr>
              <a:t>을 하는 요동형 엑추에이터가 있다</a:t>
            </a:r>
          </a:p>
          <a:p>
            <a:pPr eaLnBrk="1" fontAlgn="base" latinLnBrk="1" hangingPunct="1">
              <a:spcBef>
                <a:spcPct val="0"/>
              </a:spcBef>
              <a:spcAft>
                <a:spcPct val="0"/>
              </a:spcAft>
            </a:pPr>
            <a:endParaRPr lang="ko-KR" altLang="en-US" sz="900">
              <a:solidFill>
                <a:srgbClr val="000000"/>
              </a:solidFill>
            </a:endParaRPr>
          </a:p>
          <a:p>
            <a:pPr eaLnBrk="1" fontAlgn="base" latinLnBrk="1" hangingPunct="1">
              <a:spcBef>
                <a:spcPct val="0"/>
              </a:spcBef>
              <a:spcAft>
                <a:spcPct val="0"/>
              </a:spcAft>
            </a:pPr>
            <a:r>
              <a:rPr lang="ko-KR" altLang="en-US" sz="900">
                <a:solidFill>
                  <a:srgbClr val="000000"/>
                </a:solidFill>
              </a:rPr>
              <a:t> ① 회전운동</a:t>
            </a:r>
            <a:r>
              <a:rPr lang="en-US" altLang="ko-KR" sz="900">
                <a:solidFill>
                  <a:srgbClr val="000000"/>
                </a:solidFill>
              </a:rPr>
              <a:t>, </a:t>
            </a:r>
            <a:r>
              <a:rPr lang="ko-KR" altLang="en-US" sz="900">
                <a:solidFill>
                  <a:srgbClr val="000000"/>
                </a:solidFill>
              </a:rPr>
              <a:t>직선운동</a:t>
            </a:r>
            <a:r>
              <a:rPr lang="en-US" altLang="ko-KR" sz="900">
                <a:solidFill>
                  <a:srgbClr val="000000"/>
                </a:solidFill>
              </a:rPr>
              <a:t>, </a:t>
            </a:r>
            <a:r>
              <a:rPr lang="ko-KR" altLang="en-US" sz="900">
                <a:solidFill>
                  <a:srgbClr val="000000"/>
                </a:solidFill>
              </a:rPr>
              <a:t>직선운동</a:t>
            </a:r>
          </a:p>
          <a:p>
            <a:pPr eaLnBrk="1" fontAlgn="base" latinLnBrk="1" hangingPunct="1">
              <a:spcBef>
                <a:spcPct val="0"/>
              </a:spcBef>
              <a:spcAft>
                <a:spcPct val="0"/>
              </a:spcAft>
            </a:pPr>
            <a:r>
              <a:rPr lang="ko-KR" altLang="en-US" sz="900">
                <a:solidFill>
                  <a:srgbClr val="000000"/>
                </a:solidFill>
              </a:rPr>
              <a:t> ② 직선운동</a:t>
            </a:r>
            <a:r>
              <a:rPr lang="en-US" altLang="ko-KR" sz="900">
                <a:solidFill>
                  <a:srgbClr val="000000"/>
                </a:solidFill>
              </a:rPr>
              <a:t>, </a:t>
            </a:r>
            <a:r>
              <a:rPr lang="ko-KR" altLang="en-US" sz="900">
                <a:solidFill>
                  <a:srgbClr val="000000"/>
                </a:solidFill>
              </a:rPr>
              <a:t>회전운동</a:t>
            </a:r>
            <a:r>
              <a:rPr lang="en-US" altLang="ko-KR" sz="900">
                <a:solidFill>
                  <a:srgbClr val="000000"/>
                </a:solidFill>
              </a:rPr>
              <a:t>, </a:t>
            </a:r>
            <a:r>
              <a:rPr lang="ko-KR" altLang="en-US" sz="900">
                <a:solidFill>
                  <a:srgbClr val="000000"/>
                </a:solidFill>
              </a:rPr>
              <a:t>회전운동</a:t>
            </a:r>
          </a:p>
          <a:p>
            <a:pPr eaLnBrk="1" fontAlgn="base" latinLnBrk="1" hangingPunct="1">
              <a:spcBef>
                <a:spcPct val="0"/>
              </a:spcBef>
              <a:spcAft>
                <a:spcPct val="0"/>
              </a:spcAft>
            </a:pPr>
            <a:r>
              <a:rPr lang="ko-KR" altLang="en-US" sz="900">
                <a:solidFill>
                  <a:srgbClr val="000000"/>
                </a:solidFill>
              </a:rPr>
              <a:t> ③ 회전운동</a:t>
            </a:r>
            <a:r>
              <a:rPr lang="en-US" altLang="ko-KR" sz="900">
                <a:solidFill>
                  <a:srgbClr val="000000"/>
                </a:solidFill>
              </a:rPr>
              <a:t>, </a:t>
            </a:r>
            <a:r>
              <a:rPr lang="ko-KR" altLang="en-US" sz="900">
                <a:solidFill>
                  <a:srgbClr val="000000"/>
                </a:solidFill>
              </a:rPr>
              <a:t>직성운동</a:t>
            </a:r>
            <a:r>
              <a:rPr lang="en-US" altLang="ko-KR" sz="900">
                <a:solidFill>
                  <a:srgbClr val="000000"/>
                </a:solidFill>
              </a:rPr>
              <a:t>, </a:t>
            </a:r>
            <a:r>
              <a:rPr lang="ko-KR" altLang="en-US" sz="900">
                <a:solidFill>
                  <a:srgbClr val="000000"/>
                </a:solidFill>
              </a:rPr>
              <a:t>회전운동</a:t>
            </a:r>
          </a:p>
          <a:p>
            <a:pPr eaLnBrk="1" fontAlgn="base" latinLnBrk="1" hangingPunct="1">
              <a:spcBef>
                <a:spcPct val="0"/>
              </a:spcBef>
              <a:spcAft>
                <a:spcPct val="0"/>
              </a:spcAft>
            </a:pPr>
            <a:r>
              <a:rPr lang="ko-KR" altLang="en-US" sz="900">
                <a:solidFill>
                  <a:srgbClr val="000000"/>
                </a:solidFill>
              </a:rPr>
              <a:t> ④ 직선운동</a:t>
            </a:r>
            <a:r>
              <a:rPr lang="en-US" altLang="ko-KR" sz="900">
                <a:solidFill>
                  <a:srgbClr val="000000"/>
                </a:solidFill>
              </a:rPr>
              <a:t>, </a:t>
            </a:r>
            <a:r>
              <a:rPr lang="ko-KR" altLang="en-US" sz="900">
                <a:solidFill>
                  <a:srgbClr val="000000"/>
                </a:solidFill>
              </a:rPr>
              <a:t>회전운동</a:t>
            </a:r>
            <a:r>
              <a:rPr lang="en-US" altLang="ko-KR" sz="900">
                <a:solidFill>
                  <a:srgbClr val="000000"/>
                </a:solidFill>
              </a:rPr>
              <a:t>, </a:t>
            </a:r>
            <a:r>
              <a:rPr lang="ko-KR" altLang="en-US" sz="900">
                <a:solidFill>
                  <a:srgbClr val="000000"/>
                </a:solidFill>
              </a:rPr>
              <a:t>직선운동</a:t>
            </a:r>
          </a:p>
        </p:txBody>
      </p:sp>
      <p:grpSp>
        <p:nvGrpSpPr>
          <p:cNvPr id="15377" name="Group 37"/>
          <p:cNvGrpSpPr>
            <a:grpSpLocks/>
          </p:cNvGrpSpPr>
          <p:nvPr/>
        </p:nvGrpSpPr>
        <p:grpSpPr bwMode="auto">
          <a:xfrm>
            <a:off x="385767" y="3103565"/>
            <a:ext cx="2962275" cy="2124075"/>
            <a:chOff x="2208" y="2976"/>
            <a:chExt cx="1866" cy="1338"/>
          </a:xfrm>
        </p:grpSpPr>
        <p:sp>
          <p:nvSpPr>
            <p:cNvPr id="15399" name="Rectangle 38"/>
            <p:cNvSpPr>
              <a:spLocks noChangeArrowheads="1"/>
            </p:cNvSpPr>
            <p:nvPr/>
          </p:nvSpPr>
          <p:spPr bwMode="auto">
            <a:xfrm>
              <a:off x="2208" y="3041"/>
              <a:ext cx="1866" cy="127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sp>
          <p:nvSpPr>
            <p:cNvPr id="15400" name="Text Box 39"/>
            <p:cNvSpPr txBox="1">
              <a:spLocks noChangeArrowheads="1"/>
            </p:cNvSpPr>
            <p:nvPr/>
          </p:nvSpPr>
          <p:spPr bwMode="auto">
            <a:xfrm>
              <a:off x="2249" y="2976"/>
              <a:ext cx="238" cy="14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8000" rIns="18000"/>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Arial" charset="0"/>
                  <a:ea typeface="돋움" pitchFamily="50" charset="-127"/>
                </a:rPr>
                <a:t>[</a:t>
              </a:r>
              <a:r>
                <a:rPr lang="ko-KR" altLang="en-US" sz="900">
                  <a:solidFill>
                    <a:srgbClr val="000000"/>
                  </a:solidFill>
                  <a:latin typeface="Arial" charset="0"/>
                  <a:ea typeface="돋움" pitchFamily="50" charset="-127"/>
                </a:rPr>
                <a:t>보기</a:t>
              </a:r>
              <a:r>
                <a:rPr lang="en-US" altLang="ko-KR" sz="900">
                  <a:solidFill>
                    <a:srgbClr val="000000"/>
                  </a:solidFill>
                  <a:latin typeface="Arial" charset="0"/>
                  <a:ea typeface="돋움" pitchFamily="50" charset="-127"/>
                </a:rPr>
                <a:t>]</a:t>
              </a:r>
            </a:p>
          </p:txBody>
        </p:sp>
        <p:pic>
          <p:nvPicPr>
            <p:cNvPr id="15401" name="Picture 40"/>
            <p:cNvPicPr>
              <a:picLocks noChangeAspect="1" noChangeArrowheads="1"/>
            </p:cNvPicPr>
            <p:nvPr/>
          </p:nvPicPr>
          <p:blipFill>
            <a:blip r:embed="rId3" cstate="print">
              <a:lum contrast="40000"/>
              <a:extLst>
                <a:ext uri="{28A0092B-C50C-407E-A947-70E740481C1C}">
                  <a14:useLocalDpi xmlns:a14="http://schemas.microsoft.com/office/drawing/2010/main" val="0"/>
                </a:ext>
              </a:extLst>
            </a:blip>
            <a:srcRect t="74437" b="17949"/>
            <a:stretch>
              <a:fillRect/>
            </a:stretch>
          </p:blipFill>
          <p:spPr bwMode="auto">
            <a:xfrm>
              <a:off x="2287" y="3471"/>
              <a:ext cx="581"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02" name="Picture 41"/>
            <p:cNvPicPr>
              <a:picLocks noChangeAspect="1" noChangeArrowheads="1"/>
            </p:cNvPicPr>
            <p:nvPr/>
          </p:nvPicPr>
          <p:blipFill>
            <a:blip r:embed="rId4" cstate="print">
              <a:lum contrast="40000"/>
              <a:extLst>
                <a:ext uri="{28A0092B-C50C-407E-A947-70E740481C1C}">
                  <a14:useLocalDpi xmlns:a14="http://schemas.microsoft.com/office/drawing/2010/main" val="0"/>
                </a:ext>
              </a:extLst>
            </a:blip>
            <a:srcRect t="27707" b="66081"/>
            <a:stretch>
              <a:fillRect/>
            </a:stretch>
          </p:blipFill>
          <p:spPr bwMode="auto">
            <a:xfrm>
              <a:off x="3448" y="3468"/>
              <a:ext cx="516"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03" name="Picture 42"/>
            <p:cNvPicPr>
              <a:picLocks noChangeAspect="1" noChangeArrowheads="1"/>
            </p:cNvPicPr>
            <p:nvPr/>
          </p:nvPicPr>
          <p:blipFill>
            <a:blip r:embed="rId3" cstate="print">
              <a:lum contrast="40000"/>
              <a:extLst>
                <a:ext uri="{28A0092B-C50C-407E-A947-70E740481C1C}">
                  <a14:useLocalDpi xmlns:a14="http://schemas.microsoft.com/office/drawing/2010/main" val="0"/>
                </a:ext>
              </a:extLst>
            </a:blip>
            <a:srcRect t="53656" b="41699"/>
            <a:stretch>
              <a:fillRect/>
            </a:stretch>
          </p:blipFill>
          <p:spPr bwMode="auto">
            <a:xfrm>
              <a:off x="2272" y="3137"/>
              <a:ext cx="581"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04" name="Picture 43"/>
            <p:cNvPicPr>
              <a:picLocks noChangeAspect="1" noChangeArrowheads="1"/>
            </p:cNvPicPr>
            <p:nvPr/>
          </p:nvPicPr>
          <p:blipFill>
            <a:blip r:embed="rId3" cstate="print">
              <a:lum contrast="40000"/>
              <a:extLst>
                <a:ext uri="{28A0092B-C50C-407E-A947-70E740481C1C}">
                  <a14:useLocalDpi xmlns:a14="http://schemas.microsoft.com/office/drawing/2010/main" val="0"/>
                </a:ext>
              </a:extLst>
            </a:blip>
            <a:srcRect t="61243" b="33893"/>
            <a:stretch>
              <a:fillRect/>
            </a:stretch>
          </p:blipFill>
          <p:spPr bwMode="auto">
            <a:xfrm>
              <a:off x="2856" y="3137"/>
              <a:ext cx="581" cy="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05" name="Picture 44"/>
            <p:cNvPicPr>
              <a:picLocks noChangeAspect="1" noChangeArrowheads="1"/>
            </p:cNvPicPr>
            <p:nvPr/>
          </p:nvPicPr>
          <p:blipFill>
            <a:blip r:embed="rId4" cstate="print">
              <a:lum contrast="40000"/>
              <a:extLst>
                <a:ext uri="{28A0092B-C50C-407E-A947-70E740481C1C}">
                  <a14:useLocalDpi xmlns:a14="http://schemas.microsoft.com/office/drawing/2010/main" val="0"/>
                </a:ext>
              </a:extLst>
            </a:blip>
            <a:srcRect t="2165" b="90932"/>
            <a:stretch>
              <a:fillRect/>
            </a:stretch>
          </p:blipFill>
          <p:spPr bwMode="auto">
            <a:xfrm>
              <a:off x="2869" y="3454"/>
              <a:ext cx="516"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06" name="Picture 45"/>
            <p:cNvPicPr>
              <a:picLocks noChangeAspect="1" noChangeArrowheads="1"/>
            </p:cNvPicPr>
            <p:nvPr/>
          </p:nvPicPr>
          <p:blipFill>
            <a:blip r:embed="rId4" cstate="print">
              <a:lum contrast="40000"/>
              <a:extLst>
                <a:ext uri="{28A0092B-C50C-407E-A947-70E740481C1C}">
                  <a14:useLocalDpi xmlns:a14="http://schemas.microsoft.com/office/drawing/2010/main" val="0"/>
                </a:ext>
              </a:extLst>
            </a:blip>
            <a:srcRect t="18945" b="75320"/>
            <a:stretch>
              <a:fillRect/>
            </a:stretch>
          </p:blipFill>
          <p:spPr bwMode="auto">
            <a:xfrm>
              <a:off x="3488" y="3104"/>
              <a:ext cx="5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07" name="Text Box 46"/>
            <p:cNvSpPr txBox="1">
              <a:spLocks noChangeArrowheads="1"/>
            </p:cNvSpPr>
            <p:nvPr/>
          </p:nvSpPr>
          <p:spPr bwMode="auto">
            <a:xfrm>
              <a:off x="2359" y="3267"/>
              <a:ext cx="4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배기 포트</a:t>
              </a:r>
            </a:p>
          </p:txBody>
        </p:sp>
        <p:sp>
          <p:nvSpPr>
            <p:cNvPr id="15408" name="Text Box 47"/>
            <p:cNvSpPr txBox="1">
              <a:spLocks noChangeArrowheads="1"/>
            </p:cNvSpPr>
            <p:nvPr/>
          </p:nvSpPr>
          <p:spPr bwMode="auto">
            <a:xfrm>
              <a:off x="2922" y="3261"/>
              <a:ext cx="4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공기탱크</a:t>
              </a:r>
            </a:p>
          </p:txBody>
        </p:sp>
        <p:sp>
          <p:nvSpPr>
            <p:cNvPr id="15409" name="Text Box 48"/>
            <p:cNvSpPr txBox="1">
              <a:spLocks noChangeArrowheads="1"/>
            </p:cNvSpPr>
            <p:nvPr/>
          </p:nvSpPr>
          <p:spPr bwMode="auto">
            <a:xfrm>
              <a:off x="3612" y="3261"/>
              <a:ext cx="35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Arial" charset="0"/>
                  <a:ea typeface="돋움" pitchFamily="50" charset="-127"/>
                </a:rPr>
                <a:t>FRL</a:t>
              </a:r>
            </a:p>
          </p:txBody>
        </p:sp>
        <p:sp>
          <p:nvSpPr>
            <p:cNvPr id="15410" name="Text Box 49"/>
            <p:cNvSpPr txBox="1">
              <a:spLocks noChangeArrowheads="1"/>
            </p:cNvSpPr>
            <p:nvPr/>
          </p:nvSpPr>
          <p:spPr bwMode="auto">
            <a:xfrm>
              <a:off x="2402" y="3705"/>
              <a:ext cx="3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윤활기</a:t>
              </a:r>
            </a:p>
          </p:txBody>
        </p:sp>
        <p:sp>
          <p:nvSpPr>
            <p:cNvPr id="15411" name="Text Box 50"/>
            <p:cNvSpPr txBox="1">
              <a:spLocks noChangeArrowheads="1"/>
            </p:cNvSpPr>
            <p:nvPr/>
          </p:nvSpPr>
          <p:spPr bwMode="auto">
            <a:xfrm>
              <a:off x="2971" y="3705"/>
              <a:ext cx="3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건조기</a:t>
              </a:r>
            </a:p>
          </p:txBody>
        </p:sp>
        <p:sp>
          <p:nvSpPr>
            <p:cNvPr id="15412" name="Text Box 51"/>
            <p:cNvSpPr txBox="1">
              <a:spLocks noChangeArrowheads="1"/>
            </p:cNvSpPr>
            <p:nvPr/>
          </p:nvSpPr>
          <p:spPr bwMode="auto">
            <a:xfrm>
              <a:off x="3576" y="3705"/>
              <a:ext cx="3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냉각기</a:t>
              </a:r>
            </a:p>
          </p:txBody>
        </p:sp>
        <p:pic>
          <p:nvPicPr>
            <p:cNvPr id="15413" name="Picture 52"/>
            <p:cNvPicPr>
              <a:picLocks noChangeAspect="1" noChangeArrowheads="1"/>
            </p:cNvPicPr>
            <p:nvPr/>
          </p:nvPicPr>
          <p:blipFill>
            <a:blip r:embed="rId5" cstate="print">
              <a:lum contrast="20000"/>
              <a:extLst>
                <a:ext uri="{28A0092B-C50C-407E-A947-70E740481C1C}">
                  <a14:useLocalDpi xmlns:a14="http://schemas.microsoft.com/office/drawing/2010/main" val="0"/>
                </a:ext>
              </a:extLst>
            </a:blip>
            <a:srcRect l="22980" b="86795"/>
            <a:stretch>
              <a:fillRect/>
            </a:stretch>
          </p:blipFill>
          <p:spPr bwMode="auto">
            <a:xfrm>
              <a:off x="2448" y="3830"/>
              <a:ext cx="305"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14" name="Picture 53"/>
            <p:cNvPicPr>
              <a:picLocks noChangeAspect="1" noChangeArrowheads="1"/>
            </p:cNvPicPr>
            <p:nvPr/>
          </p:nvPicPr>
          <p:blipFill>
            <a:blip r:embed="rId5" cstate="print">
              <a:lum contrast="20000"/>
              <a:extLst>
                <a:ext uri="{28A0092B-C50C-407E-A947-70E740481C1C}">
                  <a14:useLocalDpi xmlns:a14="http://schemas.microsoft.com/office/drawing/2010/main" val="0"/>
                </a:ext>
              </a:extLst>
            </a:blip>
            <a:srcRect l="18687" t="30521" b="57294"/>
            <a:stretch>
              <a:fillRect/>
            </a:stretch>
          </p:blipFill>
          <p:spPr bwMode="auto">
            <a:xfrm>
              <a:off x="3015" y="3874"/>
              <a:ext cx="322"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15" name="Picture 54"/>
            <p:cNvPicPr>
              <a:picLocks noChangeAspect="1" noChangeArrowheads="1"/>
            </p:cNvPicPr>
            <p:nvPr/>
          </p:nvPicPr>
          <p:blipFill>
            <a:blip r:embed="rId5" cstate="print">
              <a:lum contrast="20000"/>
              <a:extLst>
                <a:ext uri="{28A0092B-C50C-407E-A947-70E740481C1C}">
                  <a14:useLocalDpi xmlns:a14="http://schemas.microsoft.com/office/drawing/2010/main" val="0"/>
                </a:ext>
              </a:extLst>
            </a:blip>
            <a:srcRect l="21213" t="16042" b="72681"/>
            <a:stretch>
              <a:fillRect/>
            </a:stretch>
          </p:blipFill>
          <p:spPr bwMode="auto">
            <a:xfrm>
              <a:off x="3606" y="3868"/>
              <a:ext cx="312"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16" name="Text Box 55"/>
            <p:cNvSpPr txBox="1">
              <a:spLocks noChangeArrowheads="1"/>
            </p:cNvSpPr>
            <p:nvPr/>
          </p:nvSpPr>
          <p:spPr bwMode="auto">
            <a:xfrm>
              <a:off x="2414" y="4146"/>
              <a:ext cx="3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압축기</a:t>
              </a:r>
            </a:p>
          </p:txBody>
        </p:sp>
        <p:sp>
          <p:nvSpPr>
            <p:cNvPr id="15417" name="Text Box 56"/>
            <p:cNvSpPr txBox="1">
              <a:spLocks noChangeArrowheads="1"/>
            </p:cNvSpPr>
            <p:nvPr/>
          </p:nvSpPr>
          <p:spPr bwMode="auto">
            <a:xfrm>
              <a:off x="2941" y="4146"/>
              <a:ext cx="4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공압모터</a:t>
              </a:r>
            </a:p>
          </p:txBody>
        </p:sp>
        <p:sp>
          <p:nvSpPr>
            <p:cNvPr id="15418" name="Text Box 57"/>
            <p:cNvSpPr txBox="1">
              <a:spLocks noChangeArrowheads="1"/>
            </p:cNvSpPr>
            <p:nvPr/>
          </p:nvSpPr>
          <p:spPr bwMode="auto">
            <a:xfrm>
              <a:off x="3522" y="4146"/>
              <a:ext cx="4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진공펌프</a:t>
              </a:r>
            </a:p>
          </p:txBody>
        </p:sp>
        <p:sp>
          <p:nvSpPr>
            <p:cNvPr id="15419" name="Text Box 58"/>
            <p:cNvSpPr txBox="1">
              <a:spLocks noChangeArrowheads="1"/>
            </p:cNvSpPr>
            <p:nvPr/>
          </p:nvSpPr>
          <p:spPr bwMode="auto">
            <a:xfrm>
              <a:off x="2285" y="3084"/>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0" name="Text Box 59"/>
            <p:cNvSpPr txBox="1">
              <a:spLocks noChangeArrowheads="1"/>
            </p:cNvSpPr>
            <p:nvPr/>
          </p:nvSpPr>
          <p:spPr bwMode="auto">
            <a:xfrm>
              <a:off x="2846" y="3084"/>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1" name="Text Box 60"/>
            <p:cNvSpPr txBox="1">
              <a:spLocks noChangeArrowheads="1"/>
            </p:cNvSpPr>
            <p:nvPr/>
          </p:nvSpPr>
          <p:spPr bwMode="auto">
            <a:xfrm>
              <a:off x="3427" y="3084"/>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2" name="Text Box 61"/>
            <p:cNvSpPr txBox="1">
              <a:spLocks noChangeArrowheads="1"/>
            </p:cNvSpPr>
            <p:nvPr/>
          </p:nvSpPr>
          <p:spPr bwMode="auto">
            <a:xfrm>
              <a:off x="2285" y="3439"/>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3" name="Text Box 62"/>
            <p:cNvSpPr txBox="1">
              <a:spLocks noChangeArrowheads="1"/>
            </p:cNvSpPr>
            <p:nvPr/>
          </p:nvSpPr>
          <p:spPr bwMode="auto">
            <a:xfrm>
              <a:off x="2846" y="3439"/>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4" name="Text Box 63"/>
            <p:cNvSpPr txBox="1">
              <a:spLocks noChangeArrowheads="1"/>
            </p:cNvSpPr>
            <p:nvPr/>
          </p:nvSpPr>
          <p:spPr bwMode="auto">
            <a:xfrm>
              <a:off x="3427" y="3439"/>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5" name="Text Box 64"/>
            <p:cNvSpPr txBox="1">
              <a:spLocks noChangeArrowheads="1"/>
            </p:cNvSpPr>
            <p:nvPr/>
          </p:nvSpPr>
          <p:spPr bwMode="auto">
            <a:xfrm>
              <a:off x="2286" y="3836"/>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6" name="Text Box 65"/>
            <p:cNvSpPr txBox="1">
              <a:spLocks noChangeArrowheads="1"/>
            </p:cNvSpPr>
            <p:nvPr/>
          </p:nvSpPr>
          <p:spPr bwMode="auto">
            <a:xfrm>
              <a:off x="2846" y="3836"/>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sp>
          <p:nvSpPr>
            <p:cNvPr id="15427" name="Text Box 66"/>
            <p:cNvSpPr txBox="1">
              <a:spLocks noChangeArrowheads="1"/>
            </p:cNvSpPr>
            <p:nvPr/>
          </p:nvSpPr>
          <p:spPr bwMode="auto">
            <a:xfrm>
              <a:off x="3427" y="3836"/>
              <a:ext cx="18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Arial" charset="0"/>
                  <a:ea typeface="돋움" pitchFamily="50" charset="-127"/>
                </a:rPr>
                <a:t>㉨</a:t>
              </a:r>
            </a:p>
          </p:txBody>
        </p:sp>
      </p:grpSp>
      <p:sp>
        <p:nvSpPr>
          <p:cNvPr id="15378" name="Rectangle 99"/>
          <p:cNvSpPr>
            <a:spLocks noChangeArrowheads="1"/>
          </p:cNvSpPr>
          <p:nvPr/>
        </p:nvSpPr>
        <p:spPr bwMode="auto">
          <a:xfrm>
            <a:off x="227016" y="2627316"/>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16. </a:t>
            </a:r>
            <a:r>
              <a:rPr lang="ko-KR" altLang="en-US" sz="900">
                <a:solidFill>
                  <a:srgbClr val="000000"/>
                </a:solidFill>
                <a:latin typeface="Arial" charset="0"/>
              </a:rPr>
              <a:t>다음 공압 기호의 명칭으로 잘못 짝지어진 것은</a:t>
            </a:r>
            <a:r>
              <a:rPr lang="en-US" altLang="ko-KR" sz="900">
                <a:solidFill>
                  <a:srgbClr val="000000"/>
                </a:solidFill>
                <a:latin typeface="Arial" charset="0"/>
              </a:rPr>
              <a:t>?</a:t>
            </a:r>
          </a:p>
          <a:p>
            <a:pPr eaLnBrk="1" fontAlgn="base" latinLnBrk="1" hangingPunct="1">
              <a:spcBef>
                <a:spcPct val="0"/>
              </a:spcBef>
              <a:spcAft>
                <a:spcPct val="0"/>
              </a:spcAft>
            </a:pPr>
            <a:r>
              <a:rPr lang="en-US" altLang="ko-KR" sz="900">
                <a:solidFill>
                  <a:srgbClr val="000000"/>
                </a:solidFill>
                <a:latin typeface="Arial" charset="0"/>
              </a:rPr>
              <a:t>  ① </a:t>
            </a:r>
            <a:r>
              <a:rPr lang="ko-KR" altLang="en-US" sz="900">
                <a:solidFill>
                  <a:srgbClr val="000000"/>
                </a:solidFill>
                <a:latin typeface="Arial" charset="0"/>
              </a:rPr>
              <a:t>ㄱ</a:t>
            </a:r>
            <a:r>
              <a:rPr lang="en-US" altLang="ko-KR" sz="900">
                <a:solidFill>
                  <a:srgbClr val="000000"/>
                </a:solidFill>
                <a:latin typeface="Arial" charset="0"/>
              </a:rPr>
              <a:t>, </a:t>
            </a:r>
            <a:r>
              <a:rPr lang="ko-KR" altLang="en-US" sz="900">
                <a:solidFill>
                  <a:srgbClr val="000000"/>
                </a:solidFill>
                <a:latin typeface="Arial" charset="0"/>
              </a:rPr>
              <a:t>ㄹ                          ② ㄷ</a:t>
            </a:r>
            <a:r>
              <a:rPr lang="en-US" altLang="ko-KR" sz="900">
                <a:solidFill>
                  <a:srgbClr val="000000"/>
                </a:solidFill>
                <a:latin typeface="Arial" charset="0"/>
              </a:rPr>
              <a:t>, </a:t>
            </a:r>
            <a:r>
              <a:rPr lang="ko-KR" altLang="en-US" sz="900">
                <a:solidFill>
                  <a:srgbClr val="000000"/>
                </a:solidFill>
                <a:latin typeface="Arial" charset="0"/>
              </a:rPr>
              <a:t>ㅅ</a:t>
            </a:r>
          </a:p>
          <a:p>
            <a:pPr eaLnBrk="1" fontAlgn="base" latinLnBrk="1" hangingPunct="1">
              <a:spcBef>
                <a:spcPct val="0"/>
              </a:spcBef>
              <a:spcAft>
                <a:spcPct val="0"/>
              </a:spcAft>
            </a:pPr>
            <a:r>
              <a:rPr lang="ko-KR" altLang="en-US" sz="900">
                <a:solidFill>
                  <a:srgbClr val="000000"/>
                </a:solidFill>
                <a:latin typeface="Arial" charset="0"/>
              </a:rPr>
              <a:t>  ③ ㄴ</a:t>
            </a:r>
            <a:r>
              <a:rPr lang="en-US" altLang="ko-KR" sz="900">
                <a:solidFill>
                  <a:srgbClr val="000000"/>
                </a:solidFill>
                <a:latin typeface="Arial" charset="0"/>
              </a:rPr>
              <a:t>, </a:t>
            </a:r>
            <a:r>
              <a:rPr lang="ko-KR" altLang="en-US" sz="900">
                <a:solidFill>
                  <a:srgbClr val="000000"/>
                </a:solidFill>
                <a:latin typeface="Arial" charset="0"/>
              </a:rPr>
              <a:t>ㅈ                          ④ ㅂ</a:t>
            </a:r>
            <a:r>
              <a:rPr lang="en-US" altLang="ko-KR" sz="900">
                <a:solidFill>
                  <a:srgbClr val="000000"/>
                </a:solidFill>
                <a:latin typeface="Arial" charset="0"/>
              </a:rPr>
              <a:t>, </a:t>
            </a:r>
            <a:r>
              <a:rPr lang="ko-KR" altLang="en-US" sz="900">
                <a:solidFill>
                  <a:srgbClr val="000000"/>
                </a:solidFill>
                <a:latin typeface="Arial" charset="0"/>
              </a:rPr>
              <a:t>ㅈ</a:t>
            </a:r>
          </a:p>
        </p:txBody>
      </p:sp>
      <p:sp>
        <p:nvSpPr>
          <p:cNvPr id="15379" name="Rectangle 99"/>
          <p:cNvSpPr>
            <a:spLocks noChangeArrowheads="1"/>
          </p:cNvSpPr>
          <p:nvPr/>
        </p:nvSpPr>
        <p:spPr bwMode="auto">
          <a:xfrm>
            <a:off x="227016" y="5335588"/>
            <a:ext cx="3201987"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17. </a:t>
            </a:r>
            <a:r>
              <a:rPr lang="ko-KR" altLang="en-US" sz="900">
                <a:solidFill>
                  <a:srgbClr val="000000"/>
                </a:solidFill>
                <a:latin typeface="Arial" charset="0"/>
              </a:rPr>
              <a:t>방향제어 밸브의 포트 표시 중 </a:t>
            </a:r>
            <a:r>
              <a:rPr lang="ko-KR" altLang="en-US" sz="900">
                <a:solidFill>
                  <a:srgbClr val="000000"/>
                </a:solidFill>
              </a:rPr>
              <a:t>표시 방법이 </a:t>
            </a:r>
            <a:r>
              <a:rPr lang="ko-KR" altLang="en-US" sz="900">
                <a:solidFill>
                  <a:srgbClr val="000000"/>
                </a:solidFill>
                <a:latin typeface="Arial" charset="0"/>
              </a:rPr>
              <a:t>맞는 것은</a:t>
            </a:r>
            <a:r>
              <a:rPr lang="en-US" altLang="ko-KR" sz="900">
                <a:solidFill>
                  <a:srgbClr val="000000"/>
                </a:solidFill>
                <a:latin typeface="Arial" charset="0"/>
              </a:rPr>
              <a:t>?</a:t>
            </a:r>
          </a:p>
          <a:p>
            <a:pPr eaLnBrk="1" fontAlgn="base" latinLnBrk="1" hangingPunct="1">
              <a:spcBef>
                <a:spcPct val="0"/>
              </a:spcBef>
              <a:spcAft>
                <a:spcPct val="0"/>
              </a:spcAft>
            </a:pPr>
            <a:r>
              <a:rPr lang="en-US" altLang="ko-KR" sz="900">
                <a:solidFill>
                  <a:srgbClr val="000000"/>
                </a:solidFill>
                <a:latin typeface="Arial" charset="0"/>
              </a:rPr>
              <a:t>                                                         </a:t>
            </a:r>
          </a:p>
          <a:p>
            <a:pPr eaLnBrk="1" fontAlgn="base" latinLnBrk="1" hangingPunct="1">
              <a:spcBef>
                <a:spcPct val="0"/>
              </a:spcBef>
              <a:spcAft>
                <a:spcPct val="0"/>
              </a:spcAft>
            </a:pPr>
            <a:r>
              <a:rPr lang="en-US" altLang="ko-KR" sz="900">
                <a:solidFill>
                  <a:srgbClr val="000000"/>
                </a:solidFill>
                <a:latin typeface="Arial" charset="0"/>
              </a:rPr>
              <a:t>  ① </a:t>
            </a:r>
            <a:r>
              <a:rPr lang="ko-KR" altLang="en-US" sz="900">
                <a:solidFill>
                  <a:srgbClr val="000000"/>
                </a:solidFill>
                <a:latin typeface="Arial" charset="0"/>
              </a:rPr>
              <a:t>작업 라인 </a:t>
            </a:r>
            <a:r>
              <a:rPr lang="en-US" altLang="ko-KR" sz="900">
                <a:solidFill>
                  <a:srgbClr val="000000"/>
                </a:solidFill>
                <a:latin typeface="Arial" charset="0"/>
              </a:rPr>
              <a:t>: 2,4 , P</a:t>
            </a:r>
          </a:p>
          <a:p>
            <a:pPr eaLnBrk="1" fontAlgn="base" latinLnBrk="1" hangingPunct="1">
              <a:spcBef>
                <a:spcPct val="0"/>
              </a:spcBef>
              <a:spcAft>
                <a:spcPct val="0"/>
              </a:spcAft>
            </a:pPr>
            <a:r>
              <a:rPr lang="en-US" altLang="ko-KR" sz="900">
                <a:solidFill>
                  <a:srgbClr val="000000"/>
                </a:solidFill>
                <a:latin typeface="Arial" charset="0"/>
              </a:rPr>
              <a:t>  ② </a:t>
            </a:r>
            <a:r>
              <a:rPr lang="ko-KR" altLang="en-US" sz="900">
                <a:solidFill>
                  <a:srgbClr val="000000"/>
                </a:solidFill>
                <a:latin typeface="Arial" charset="0"/>
              </a:rPr>
              <a:t>배기 라인 </a:t>
            </a:r>
            <a:r>
              <a:rPr lang="en-US" altLang="ko-KR" sz="900">
                <a:solidFill>
                  <a:srgbClr val="000000"/>
                </a:solidFill>
                <a:latin typeface="Arial" charset="0"/>
              </a:rPr>
              <a:t>: 3,5, R, S</a:t>
            </a:r>
          </a:p>
          <a:p>
            <a:pPr eaLnBrk="1" fontAlgn="base" latinLnBrk="1" hangingPunct="1">
              <a:spcBef>
                <a:spcPct val="0"/>
              </a:spcBef>
              <a:spcAft>
                <a:spcPct val="0"/>
              </a:spcAft>
            </a:pPr>
            <a:r>
              <a:rPr lang="en-US" altLang="ko-KR" sz="900">
                <a:solidFill>
                  <a:srgbClr val="000000"/>
                </a:solidFill>
                <a:latin typeface="Arial" charset="0"/>
              </a:rPr>
              <a:t>  ③ </a:t>
            </a:r>
            <a:r>
              <a:rPr lang="ko-KR" altLang="en-US" sz="900">
                <a:solidFill>
                  <a:srgbClr val="000000"/>
                </a:solidFill>
                <a:latin typeface="Arial" charset="0"/>
              </a:rPr>
              <a:t>제어 라인 </a:t>
            </a:r>
            <a:r>
              <a:rPr lang="en-US" altLang="ko-KR" sz="900">
                <a:solidFill>
                  <a:srgbClr val="000000"/>
                </a:solidFill>
                <a:latin typeface="Arial" charset="0"/>
              </a:rPr>
              <a:t>: 11,12,14, Z,Y</a:t>
            </a:r>
          </a:p>
          <a:p>
            <a:pPr eaLnBrk="1" fontAlgn="base" latinLnBrk="1" hangingPunct="1">
              <a:spcBef>
                <a:spcPct val="0"/>
              </a:spcBef>
              <a:spcAft>
                <a:spcPct val="0"/>
              </a:spcAft>
            </a:pPr>
            <a:r>
              <a:rPr lang="en-US" altLang="ko-KR" sz="900">
                <a:solidFill>
                  <a:srgbClr val="000000"/>
                </a:solidFill>
                <a:latin typeface="Arial" charset="0"/>
              </a:rPr>
              <a:t>  ④ </a:t>
            </a:r>
            <a:r>
              <a:rPr lang="ko-KR" altLang="en-US" sz="900">
                <a:solidFill>
                  <a:srgbClr val="000000"/>
                </a:solidFill>
                <a:latin typeface="Arial" charset="0"/>
              </a:rPr>
              <a:t>공급 라인 </a:t>
            </a:r>
            <a:r>
              <a:rPr lang="en-US" altLang="ko-KR" sz="900">
                <a:solidFill>
                  <a:srgbClr val="000000"/>
                </a:solidFill>
                <a:latin typeface="Arial" charset="0"/>
              </a:rPr>
              <a:t>: 1 , A</a:t>
            </a:r>
          </a:p>
        </p:txBody>
      </p:sp>
      <p:sp>
        <p:nvSpPr>
          <p:cNvPr id="15380" name="Rectangle 99"/>
          <p:cNvSpPr>
            <a:spLocks noChangeArrowheads="1"/>
          </p:cNvSpPr>
          <p:nvPr/>
        </p:nvSpPr>
        <p:spPr bwMode="auto">
          <a:xfrm>
            <a:off x="227016" y="6416675"/>
            <a:ext cx="3201987"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18. </a:t>
            </a:r>
            <a:r>
              <a:rPr lang="en-US" altLang="ko-KR" sz="900">
                <a:solidFill>
                  <a:srgbClr val="000000"/>
                </a:solidFill>
                <a:latin typeface="Arial" charset="0"/>
              </a:rPr>
              <a:t>5</a:t>
            </a:r>
            <a:r>
              <a:rPr lang="ko-KR" altLang="en-US" sz="900">
                <a:solidFill>
                  <a:srgbClr val="000000"/>
                </a:solidFill>
                <a:latin typeface="Arial" charset="0"/>
              </a:rPr>
              <a:t>포터 </a:t>
            </a:r>
            <a:r>
              <a:rPr lang="en-US" altLang="ko-KR" sz="900">
                <a:solidFill>
                  <a:srgbClr val="000000"/>
                </a:solidFill>
                <a:latin typeface="Arial" charset="0"/>
              </a:rPr>
              <a:t>3</a:t>
            </a:r>
            <a:r>
              <a:rPr lang="ko-KR" altLang="en-US" sz="900">
                <a:solidFill>
                  <a:srgbClr val="000000"/>
                </a:solidFill>
                <a:latin typeface="Arial" charset="0"/>
              </a:rPr>
              <a:t>위치제어 밸브의 중립위치 형태가 아닌 것은</a:t>
            </a:r>
            <a:r>
              <a:rPr lang="en-US" altLang="ko-KR" sz="900">
                <a:solidFill>
                  <a:srgbClr val="000000"/>
                </a:solidFill>
                <a:latin typeface="Arial" charset="0"/>
              </a:rPr>
              <a:t>?</a:t>
            </a:r>
          </a:p>
          <a:p>
            <a:pPr eaLnBrk="1" fontAlgn="base" latinLnBrk="1" hangingPunct="1">
              <a:spcBef>
                <a:spcPct val="0"/>
              </a:spcBef>
              <a:spcAft>
                <a:spcPct val="0"/>
              </a:spcAft>
            </a:pPr>
            <a:r>
              <a:rPr lang="en-US" altLang="ko-KR" sz="900">
                <a:solidFill>
                  <a:srgbClr val="000000"/>
                </a:solidFill>
                <a:latin typeface="Arial" charset="0"/>
              </a:rPr>
              <a:t>                                                                                                    </a:t>
            </a:r>
          </a:p>
          <a:p>
            <a:pPr eaLnBrk="1" fontAlgn="base" latinLnBrk="1" hangingPunct="1">
              <a:spcBef>
                <a:spcPct val="0"/>
              </a:spcBef>
              <a:spcAft>
                <a:spcPct val="0"/>
              </a:spcAft>
            </a:pPr>
            <a:r>
              <a:rPr lang="en-US" altLang="ko-KR" sz="900">
                <a:solidFill>
                  <a:srgbClr val="000000"/>
                </a:solidFill>
                <a:latin typeface="Arial" charset="0"/>
              </a:rPr>
              <a:t>  ① </a:t>
            </a:r>
            <a:r>
              <a:rPr lang="ko-KR" altLang="en-US" sz="900">
                <a:solidFill>
                  <a:srgbClr val="000000"/>
                </a:solidFill>
                <a:latin typeface="Arial" charset="0"/>
              </a:rPr>
              <a:t>올포트 블록 </a:t>
            </a:r>
            <a:r>
              <a:rPr lang="en-US" altLang="ko-KR" sz="900">
                <a:solidFill>
                  <a:srgbClr val="000000"/>
                </a:solidFill>
                <a:latin typeface="Arial" charset="0"/>
              </a:rPr>
              <a:t>(</a:t>
            </a:r>
            <a:r>
              <a:rPr lang="ko-KR" altLang="en-US" sz="900">
                <a:solidFill>
                  <a:srgbClr val="000000"/>
                </a:solidFill>
                <a:latin typeface="Arial" charset="0"/>
              </a:rPr>
              <a:t>클로즈드 센터</a:t>
            </a:r>
            <a:r>
              <a:rPr lang="en-US" altLang="ko-KR" sz="900">
                <a:solidFill>
                  <a:srgbClr val="000000"/>
                </a:solidFill>
                <a:latin typeface="Arial" charset="0"/>
              </a:rPr>
              <a:t>)</a:t>
            </a:r>
            <a:r>
              <a:rPr lang="ko-KR" altLang="en-US" sz="900">
                <a:solidFill>
                  <a:srgbClr val="000000"/>
                </a:solidFill>
                <a:latin typeface="Arial" charset="0"/>
              </a:rPr>
              <a:t>형</a:t>
            </a:r>
          </a:p>
          <a:p>
            <a:pPr eaLnBrk="1" fontAlgn="base" latinLnBrk="1" hangingPunct="1">
              <a:spcBef>
                <a:spcPct val="0"/>
              </a:spcBef>
              <a:spcAft>
                <a:spcPct val="0"/>
              </a:spcAft>
            </a:pPr>
            <a:r>
              <a:rPr lang="ko-KR" altLang="en-US" sz="900">
                <a:solidFill>
                  <a:srgbClr val="000000"/>
                </a:solidFill>
                <a:latin typeface="Arial" charset="0"/>
              </a:rPr>
              <a:t>  ② </a:t>
            </a:r>
            <a:r>
              <a:rPr lang="en-US" altLang="ko-KR" sz="900">
                <a:solidFill>
                  <a:srgbClr val="000000"/>
                </a:solidFill>
                <a:latin typeface="Arial" charset="0"/>
              </a:rPr>
              <a:t>PAB</a:t>
            </a:r>
            <a:r>
              <a:rPr lang="ko-KR" altLang="en-US" sz="900">
                <a:solidFill>
                  <a:srgbClr val="000000"/>
                </a:solidFill>
                <a:latin typeface="Arial" charset="0"/>
              </a:rPr>
              <a:t>접속 </a:t>
            </a:r>
            <a:r>
              <a:rPr lang="en-US" altLang="ko-KR" sz="900">
                <a:solidFill>
                  <a:srgbClr val="000000"/>
                </a:solidFill>
                <a:latin typeface="Arial" charset="0"/>
              </a:rPr>
              <a:t>(</a:t>
            </a:r>
            <a:r>
              <a:rPr lang="ko-KR" altLang="en-US" sz="900">
                <a:solidFill>
                  <a:srgbClr val="000000"/>
                </a:solidFill>
                <a:latin typeface="Arial" charset="0"/>
              </a:rPr>
              <a:t>프레셔 센터</a:t>
            </a:r>
            <a:r>
              <a:rPr lang="en-US" altLang="ko-KR" sz="900">
                <a:solidFill>
                  <a:srgbClr val="000000"/>
                </a:solidFill>
                <a:latin typeface="Arial" charset="0"/>
              </a:rPr>
              <a:t>)</a:t>
            </a:r>
            <a:r>
              <a:rPr lang="ko-KR" altLang="en-US" sz="900">
                <a:solidFill>
                  <a:srgbClr val="000000"/>
                </a:solidFill>
                <a:latin typeface="Arial" charset="0"/>
              </a:rPr>
              <a:t>형</a:t>
            </a:r>
          </a:p>
          <a:p>
            <a:pPr eaLnBrk="1" fontAlgn="base" latinLnBrk="1" hangingPunct="1">
              <a:spcBef>
                <a:spcPct val="0"/>
              </a:spcBef>
              <a:spcAft>
                <a:spcPct val="0"/>
              </a:spcAft>
            </a:pPr>
            <a:r>
              <a:rPr lang="ko-KR" altLang="en-US" sz="900">
                <a:solidFill>
                  <a:srgbClr val="000000"/>
                </a:solidFill>
                <a:latin typeface="Arial" charset="0"/>
              </a:rPr>
              <a:t>  ③ </a:t>
            </a:r>
            <a:r>
              <a:rPr lang="en-US" altLang="ko-KR" sz="900">
                <a:solidFill>
                  <a:srgbClr val="000000"/>
                </a:solidFill>
                <a:latin typeface="Arial" charset="0"/>
              </a:rPr>
              <a:t>ABR </a:t>
            </a:r>
            <a:r>
              <a:rPr lang="ko-KR" altLang="en-US" sz="900">
                <a:solidFill>
                  <a:srgbClr val="000000"/>
                </a:solidFill>
                <a:latin typeface="Arial" charset="0"/>
              </a:rPr>
              <a:t>접속 </a:t>
            </a:r>
            <a:r>
              <a:rPr lang="en-US" altLang="ko-KR" sz="900">
                <a:solidFill>
                  <a:srgbClr val="000000"/>
                </a:solidFill>
                <a:latin typeface="Arial" charset="0"/>
              </a:rPr>
              <a:t>(</a:t>
            </a:r>
            <a:r>
              <a:rPr lang="ko-KR" altLang="en-US" sz="900">
                <a:solidFill>
                  <a:srgbClr val="000000"/>
                </a:solidFill>
                <a:latin typeface="Arial" charset="0"/>
              </a:rPr>
              <a:t>엑조스트 센터</a:t>
            </a:r>
            <a:r>
              <a:rPr lang="en-US" altLang="ko-KR" sz="900">
                <a:solidFill>
                  <a:srgbClr val="000000"/>
                </a:solidFill>
                <a:latin typeface="Arial" charset="0"/>
              </a:rPr>
              <a:t>)</a:t>
            </a:r>
            <a:r>
              <a:rPr lang="ko-KR" altLang="en-US" sz="900">
                <a:solidFill>
                  <a:srgbClr val="000000"/>
                </a:solidFill>
                <a:latin typeface="Arial" charset="0"/>
              </a:rPr>
              <a:t>형</a:t>
            </a:r>
          </a:p>
          <a:p>
            <a:pPr eaLnBrk="1" fontAlgn="base" latinLnBrk="1" hangingPunct="1">
              <a:spcBef>
                <a:spcPct val="0"/>
              </a:spcBef>
              <a:spcAft>
                <a:spcPct val="0"/>
              </a:spcAft>
            </a:pPr>
            <a:r>
              <a:rPr lang="ko-KR" altLang="en-US" sz="900">
                <a:solidFill>
                  <a:srgbClr val="000000"/>
                </a:solidFill>
                <a:latin typeface="Arial" charset="0"/>
              </a:rPr>
              <a:t>  ④ </a:t>
            </a:r>
            <a:r>
              <a:rPr lang="en-US" altLang="ko-KR" sz="900">
                <a:solidFill>
                  <a:srgbClr val="000000"/>
                </a:solidFill>
                <a:latin typeface="Arial" charset="0"/>
              </a:rPr>
              <a:t>PAA </a:t>
            </a:r>
            <a:r>
              <a:rPr lang="ko-KR" altLang="en-US" sz="900">
                <a:solidFill>
                  <a:srgbClr val="000000"/>
                </a:solidFill>
                <a:latin typeface="Arial" charset="0"/>
              </a:rPr>
              <a:t>접속 </a:t>
            </a:r>
            <a:r>
              <a:rPr lang="en-US" altLang="ko-KR" sz="900">
                <a:solidFill>
                  <a:srgbClr val="000000"/>
                </a:solidFill>
                <a:latin typeface="Arial" charset="0"/>
              </a:rPr>
              <a:t>(</a:t>
            </a:r>
            <a:r>
              <a:rPr lang="ko-KR" altLang="en-US" sz="900">
                <a:solidFill>
                  <a:srgbClr val="000000"/>
                </a:solidFill>
                <a:latin typeface="Arial" charset="0"/>
              </a:rPr>
              <a:t>프레셔 포트</a:t>
            </a:r>
            <a:r>
              <a:rPr lang="en-US" altLang="ko-KR" sz="900">
                <a:solidFill>
                  <a:srgbClr val="000000"/>
                </a:solidFill>
                <a:latin typeface="Arial" charset="0"/>
              </a:rPr>
              <a:t>)</a:t>
            </a:r>
            <a:r>
              <a:rPr lang="ko-KR" altLang="en-US" sz="900">
                <a:solidFill>
                  <a:srgbClr val="000000"/>
                </a:solidFill>
                <a:latin typeface="Arial" charset="0"/>
              </a:rPr>
              <a:t>형</a:t>
            </a:r>
          </a:p>
        </p:txBody>
      </p:sp>
      <p:sp>
        <p:nvSpPr>
          <p:cNvPr id="15381" name="Rectangle 99"/>
          <p:cNvSpPr>
            <a:spLocks noChangeArrowheads="1"/>
          </p:cNvSpPr>
          <p:nvPr/>
        </p:nvSpPr>
        <p:spPr bwMode="auto">
          <a:xfrm>
            <a:off x="3429000" y="1042988"/>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19. </a:t>
            </a:r>
            <a:r>
              <a:rPr lang="ko-KR" altLang="en-US" sz="900">
                <a:solidFill>
                  <a:srgbClr val="000000"/>
                </a:solidFill>
              </a:rPr>
              <a:t>아래 차트를 보고 공압 타이머의 회로로 맞는 것은</a:t>
            </a:r>
            <a:r>
              <a:rPr lang="en-US" altLang="ko-KR" sz="900">
                <a:solidFill>
                  <a:srgbClr val="000000"/>
                </a:solidFill>
              </a:rPr>
              <a:t>? </a:t>
            </a:r>
            <a:endParaRPr lang="ko-KR" altLang="en-US" sz="900">
              <a:solidFill>
                <a:srgbClr val="000000"/>
              </a:solidFill>
            </a:endParaRPr>
          </a:p>
        </p:txBody>
      </p:sp>
      <p:pic>
        <p:nvPicPr>
          <p:cNvPr id="15382" name="Picture 1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4454" y="1258890"/>
            <a:ext cx="2454275" cy="7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83" name="Picture 10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54463" y="2108202"/>
            <a:ext cx="18732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84" name="Picture 10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27488" y="2670177"/>
            <a:ext cx="1890712"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dash"/>
                <a:miter lim="800000"/>
                <a:headEnd/>
                <a:tailEnd/>
              </a14:hiddenLine>
            </a:ext>
          </a:extLst>
        </p:spPr>
      </p:pic>
      <p:pic>
        <p:nvPicPr>
          <p:cNvPr id="15385" name="Picture 10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54467" y="3355977"/>
            <a:ext cx="1976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86" name="Picture 10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27488" y="3995738"/>
            <a:ext cx="1871662"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387" name="Group 123"/>
          <p:cNvGrpSpPr>
            <a:grpSpLocks/>
          </p:cNvGrpSpPr>
          <p:nvPr/>
        </p:nvGrpSpPr>
        <p:grpSpPr bwMode="auto">
          <a:xfrm rot="10800000">
            <a:off x="4371975" y="2895600"/>
            <a:ext cx="71438" cy="71438"/>
            <a:chOff x="2704" y="4390"/>
            <a:chExt cx="45" cy="45"/>
          </a:xfrm>
        </p:grpSpPr>
        <p:sp>
          <p:nvSpPr>
            <p:cNvPr id="15397" name="Line 121"/>
            <p:cNvSpPr>
              <a:spLocks noChangeShapeType="1"/>
            </p:cNvSpPr>
            <p:nvPr/>
          </p:nvSpPr>
          <p:spPr bwMode="auto">
            <a:xfrm>
              <a:off x="2704" y="4390"/>
              <a:ext cx="45" cy="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15398" name="Line 122"/>
            <p:cNvSpPr>
              <a:spLocks noChangeShapeType="1"/>
            </p:cNvSpPr>
            <p:nvPr/>
          </p:nvSpPr>
          <p:spPr bwMode="auto">
            <a:xfrm flipH="1">
              <a:off x="2704" y="4413"/>
              <a:ext cx="45" cy="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endParaRPr>
            </a:p>
          </p:txBody>
        </p:sp>
      </p:grpSp>
      <p:sp>
        <p:nvSpPr>
          <p:cNvPr id="15388" name="직사각형 3"/>
          <p:cNvSpPr>
            <a:spLocks noChangeArrowheads="1"/>
          </p:cNvSpPr>
          <p:nvPr/>
        </p:nvSpPr>
        <p:spPr bwMode="auto">
          <a:xfrm>
            <a:off x="3606800" y="2241550"/>
            <a:ext cx="33855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 ①</a:t>
            </a:r>
          </a:p>
        </p:txBody>
      </p:sp>
      <p:sp>
        <p:nvSpPr>
          <p:cNvPr id="15389" name="직사각형 54"/>
          <p:cNvSpPr>
            <a:spLocks noChangeArrowheads="1"/>
          </p:cNvSpPr>
          <p:nvPr/>
        </p:nvSpPr>
        <p:spPr bwMode="auto">
          <a:xfrm>
            <a:off x="3606800" y="293687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②</a:t>
            </a:r>
          </a:p>
        </p:txBody>
      </p:sp>
      <p:sp>
        <p:nvSpPr>
          <p:cNvPr id="15390" name="직사각형 55"/>
          <p:cNvSpPr>
            <a:spLocks noChangeArrowheads="1"/>
          </p:cNvSpPr>
          <p:nvPr/>
        </p:nvSpPr>
        <p:spPr bwMode="auto">
          <a:xfrm>
            <a:off x="3606800" y="362267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③</a:t>
            </a:r>
          </a:p>
        </p:txBody>
      </p:sp>
      <p:sp>
        <p:nvSpPr>
          <p:cNvPr id="15391" name="직사각형 56"/>
          <p:cNvSpPr>
            <a:spLocks noChangeArrowheads="1"/>
          </p:cNvSpPr>
          <p:nvPr/>
        </p:nvSpPr>
        <p:spPr bwMode="auto">
          <a:xfrm>
            <a:off x="3606800" y="4267200"/>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④</a:t>
            </a:r>
          </a:p>
        </p:txBody>
      </p:sp>
      <p:sp>
        <p:nvSpPr>
          <p:cNvPr id="15392" name="Rectangle 99"/>
          <p:cNvSpPr>
            <a:spLocks noChangeArrowheads="1"/>
          </p:cNvSpPr>
          <p:nvPr/>
        </p:nvSpPr>
        <p:spPr bwMode="auto">
          <a:xfrm>
            <a:off x="3429000" y="4735513"/>
            <a:ext cx="3201988" cy="3416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20. </a:t>
            </a:r>
            <a:r>
              <a:rPr lang="ko-KR" altLang="en-US" sz="900">
                <a:solidFill>
                  <a:srgbClr val="000000"/>
                </a:solidFill>
              </a:rPr>
              <a:t>미터 아웃 방식의 설명이 아닌 것은</a:t>
            </a:r>
            <a:r>
              <a:rPr lang="en-US" altLang="ko-KR" sz="900">
                <a:solidFill>
                  <a:srgbClr val="000000"/>
                </a:solidFill>
              </a:rPr>
              <a:t>? </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실린더 후진 실이 자유 상태이므로 공기압이 상승한다</a:t>
            </a:r>
            <a:r>
              <a:rPr lang="en-US" altLang="ko-KR" sz="900">
                <a:solidFill>
                  <a:srgbClr val="000000"/>
                </a:solidFill>
              </a:rPr>
              <a:t>.</a:t>
            </a:r>
            <a:endParaRPr lang="ko-KR" altLang="en-US" sz="900">
              <a:solidFill>
                <a:srgbClr val="000000"/>
              </a:solidFill>
            </a:endParaRPr>
          </a:p>
          <a:p>
            <a:pPr eaLnBrk="1" fontAlgn="base" latinLnBrk="1" hangingPunct="1">
              <a:spcBef>
                <a:spcPct val="0"/>
              </a:spcBef>
              <a:spcAft>
                <a:spcPct val="0"/>
              </a:spcAft>
            </a:pPr>
            <a:r>
              <a:rPr lang="ko-KR" altLang="en-US" sz="900">
                <a:solidFill>
                  <a:srgbClr val="000000"/>
                </a:solidFill>
              </a:rPr>
              <a:t>② 전진실의 공기는 출구에서 교축되어 방출되므로 배기</a:t>
            </a:r>
          </a:p>
          <a:p>
            <a:pPr eaLnBrk="1" fontAlgn="base" latinLnBrk="1" hangingPunct="1">
              <a:spcBef>
                <a:spcPct val="0"/>
              </a:spcBef>
              <a:spcAft>
                <a:spcPct val="0"/>
              </a:spcAft>
            </a:pPr>
            <a:r>
              <a:rPr lang="ko-KR" altLang="en-US" sz="900">
                <a:solidFill>
                  <a:srgbClr val="000000"/>
                </a:solidFill>
              </a:rPr>
              <a:t>     속도는 제한된다</a:t>
            </a:r>
          </a:p>
          <a:p>
            <a:pPr eaLnBrk="1" fontAlgn="base" latinLnBrk="1" hangingPunct="1">
              <a:spcBef>
                <a:spcPct val="0"/>
              </a:spcBef>
              <a:spcAft>
                <a:spcPct val="0"/>
              </a:spcAft>
            </a:pPr>
            <a:r>
              <a:rPr lang="ko-KR" altLang="en-US" sz="900">
                <a:solidFill>
                  <a:srgbClr val="000000"/>
                </a:solidFill>
              </a:rPr>
              <a:t>③ 실린더 전</a:t>
            </a:r>
            <a:r>
              <a:rPr lang="en-US" altLang="ko-KR" sz="900">
                <a:solidFill>
                  <a:srgbClr val="000000"/>
                </a:solidFill>
              </a:rPr>
              <a:t>.</a:t>
            </a:r>
            <a:r>
              <a:rPr lang="ko-KR" altLang="en-US" sz="900">
                <a:solidFill>
                  <a:srgbClr val="000000"/>
                </a:solidFill>
              </a:rPr>
              <a:t>후진실이 차압에 의한 추력으로 피스톤은 </a:t>
            </a:r>
          </a:p>
          <a:p>
            <a:pPr eaLnBrk="1" fontAlgn="base" latinLnBrk="1" hangingPunct="1">
              <a:spcBef>
                <a:spcPct val="0"/>
              </a:spcBef>
              <a:spcAft>
                <a:spcPct val="0"/>
              </a:spcAft>
            </a:pPr>
            <a:r>
              <a:rPr lang="ko-KR" altLang="en-US" sz="900">
                <a:solidFill>
                  <a:srgbClr val="000000"/>
                </a:solidFill>
              </a:rPr>
              <a:t>     균일하게 움직인다</a:t>
            </a:r>
          </a:p>
          <a:p>
            <a:pPr eaLnBrk="1" fontAlgn="base" latinLnBrk="1" hangingPunct="1">
              <a:spcBef>
                <a:spcPct val="0"/>
              </a:spcBef>
              <a:spcAft>
                <a:spcPct val="0"/>
              </a:spcAft>
            </a:pPr>
            <a:r>
              <a:rPr lang="ko-KR" altLang="en-US" sz="900">
                <a:solidFill>
                  <a:srgbClr val="000000"/>
                </a:solidFill>
              </a:rPr>
              <a:t>④ 공기의 압축성 때문에 피스톤의 급속 시동은 완전히 </a:t>
            </a:r>
          </a:p>
          <a:p>
            <a:pPr eaLnBrk="1" fontAlgn="base" latinLnBrk="1" hangingPunct="1">
              <a:spcBef>
                <a:spcPct val="0"/>
              </a:spcBef>
              <a:spcAft>
                <a:spcPct val="0"/>
              </a:spcAft>
            </a:pPr>
            <a:r>
              <a:rPr lang="ko-KR" altLang="en-US" sz="900">
                <a:solidFill>
                  <a:srgbClr val="000000"/>
                </a:solidFill>
              </a:rPr>
              <a:t>     제거된다</a:t>
            </a:r>
          </a:p>
        </p:txBody>
      </p:sp>
      <p:grpSp>
        <p:nvGrpSpPr>
          <p:cNvPr id="15393" name="Group 150"/>
          <p:cNvGrpSpPr>
            <a:grpSpLocks/>
          </p:cNvGrpSpPr>
          <p:nvPr/>
        </p:nvGrpSpPr>
        <p:grpSpPr bwMode="auto">
          <a:xfrm>
            <a:off x="4076704" y="4968876"/>
            <a:ext cx="1495425" cy="1943100"/>
            <a:chOff x="2568" y="4209"/>
            <a:chExt cx="942" cy="1224"/>
          </a:xfrm>
        </p:grpSpPr>
        <p:pic>
          <p:nvPicPr>
            <p:cNvPr id="15394" name="Picture 146" descr="미터아웃"/>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68" y="4209"/>
              <a:ext cx="942"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95" name="Freeform 148"/>
            <p:cNvSpPr>
              <a:spLocks/>
            </p:cNvSpPr>
            <p:nvPr/>
          </p:nvSpPr>
          <p:spPr bwMode="auto">
            <a:xfrm>
              <a:off x="2692" y="4629"/>
              <a:ext cx="70" cy="57"/>
            </a:xfrm>
            <a:custGeom>
              <a:avLst/>
              <a:gdLst>
                <a:gd name="T0" fmla="*/ 0 w 91"/>
                <a:gd name="T1" fmla="*/ 0 h 45"/>
                <a:gd name="T2" fmla="*/ 2 w 91"/>
                <a:gd name="T3" fmla="*/ 966 h 45"/>
                <a:gd name="T4" fmla="*/ 3 w 91"/>
                <a:gd name="T5" fmla="*/ 0 h 45"/>
                <a:gd name="T6" fmla="*/ 0 60000 65536"/>
                <a:gd name="T7" fmla="*/ 0 60000 65536"/>
                <a:gd name="T8" fmla="*/ 0 60000 65536"/>
                <a:gd name="T9" fmla="*/ 0 w 91"/>
                <a:gd name="T10" fmla="*/ 0 h 45"/>
                <a:gd name="T11" fmla="*/ 91 w 91"/>
                <a:gd name="T12" fmla="*/ 45 h 45"/>
              </a:gdLst>
              <a:ahLst/>
              <a:cxnLst>
                <a:cxn ang="T6">
                  <a:pos x="T0" y="T1"/>
                </a:cxn>
                <a:cxn ang="T7">
                  <a:pos x="T2" y="T3"/>
                </a:cxn>
                <a:cxn ang="T8">
                  <a:pos x="T4" y="T5"/>
                </a:cxn>
              </a:cxnLst>
              <a:rect l="T9" t="T10" r="T11" b="T12"/>
              <a:pathLst>
                <a:path w="91" h="45">
                  <a:moveTo>
                    <a:pt x="0" y="0"/>
                  </a:moveTo>
                  <a:lnTo>
                    <a:pt x="45" y="45"/>
                  </a:lnTo>
                  <a:lnTo>
                    <a:pt x="91" y="0"/>
                  </a:lnTo>
                </a:path>
              </a:pathLst>
            </a:custGeom>
            <a:noFill/>
            <a:ln w="1270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fontAlgn="base" latinLnBrk="1">
                <a:spcBef>
                  <a:spcPct val="0"/>
                </a:spcBef>
                <a:spcAft>
                  <a:spcPct val="0"/>
                </a:spcAft>
              </a:pPr>
              <a:endParaRPr kumimoji="1" lang="en-US">
                <a:solidFill>
                  <a:srgbClr val="000000"/>
                </a:solidFill>
              </a:endParaRPr>
            </a:p>
          </p:txBody>
        </p:sp>
        <p:sp>
          <p:nvSpPr>
            <p:cNvPr id="15396" name="Freeform 149"/>
            <p:cNvSpPr>
              <a:spLocks/>
            </p:cNvSpPr>
            <p:nvPr/>
          </p:nvSpPr>
          <p:spPr bwMode="auto">
            <a:xfrm>
              <a:off x="3097" y="4629"/>
              <a:ext cx="70" cy="57"/>
            </a:xfrm>
            <a:custGeom>
              <a:avLst/>
              <a:gdLst>
                <a:gd name="T0" fmla="*/ 0 w 91"/>
                <a:gd name="T1" fmla="*/ 0 h 45"/>
                <a:gd name="T2" fmla="*/ 2 w 91"/>
                <a:gd name="T3" fmla="*/ 966 h 45"/>
                <a:gd name="T4" fmla="*/ 3 w 91"/>
                <a:gd name="T5" fmla="*/ 0 h 45"/>
                <a:gd name="T6" fmla="*/ 0 60000 65536"/>
                <a:gd name="T7" fmla="*/ 0 60000 65536"/>
                <a:gd name="T8" fmla="*/ 0 60000 65536"/>
                <a:gd name="T9" fmla="*/ 0 w 91"/>
                <a:gd name="T10" fmla="*/ 0 h 45"/>
                <a:gd name="T11" fmla="*/ 91 w 91"/>
                <a:gd name="T12" fmla="*/ 45 h 45"/>
              </a:gdLst>
              <a:ahLst/>
              <a:cxnLst>
                <a:cxn ang="T6">
                  <a:pos x="T0" y="T1"/>
                </a:cxn>
                <a:cxn ang="T7">
                  <a:pos x="T2" y="T3"/>
                </a:cxn>
                <a:cxn ang="T8">
                  <a:pos x="T4" y="T5"/>
                </a:cxn>
              </a:cxnLst>
              <a:rect l="T9" t="T10" r="T11" b="T12"/>
              <a:pathLst>
                <a:path w="91" h="45">
                  <a:moveTo>
                    <a:pt x="0" y="0"/>
                  </a:moveTo>
                  <a:lnTo>
                    <a:pt x="45" y="45"/>
                  </a:lnTo>
                  <a:lnTo>
                    <a:pt x="91" y="0"/>
                  </a:lnTo>
                </a:path>
              </a:pathLst>
            </a:custGeom>
            <a:noFill/>
            <a:ln w="1270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fontAlgn="base" latinLnBrk="1">
                <a:spcBef>
                  <a:spcPct val="0"/>
                </a:spcBef>
                <a:spcAft>
                  <a:spcPct val="0"/>
                </a:spcAft>
              </a:pPr>
              <a:endParaRPr kumimoji="1" lang="en-US">
                <a:solidFill>
                  <a:srgbClr val="000000"/>
                </a:solidFill>
              </a:endParaRPr>
            </a:p>
          </p:txBody>
        </p:sp>
      </p:grpSp>
      <p:sp>
        <p:nvSpPr>
          <p:cNvPr id="61"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77967737"/>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638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80" name="Group 84"/>
          <p:cNvGraphicFramePr>
            <a:graphicFrameLocks noGrp="1"/>
          </p:cNvGraphicFramePr>
          <p:nvPr/>
        </p:nvGraphicFramePr>
        <p:xfrm>
          <a:off x="3735392" y="1673225"/>
          <a:ext cx="1781175" cy="4455524"/>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78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9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28566219"/>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7411"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7412"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7413"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741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7424" name="Rectangle 99"/>
          <p:cNvSpPr>
            <a:spLocks noChangeArrowheads="1"/>
          </p:cNvSpPr>
          <p:nvPr/>
        </p:nvSpPr>
        <p:spPr bwMode="auto">
          <a:xfrm>
            <a:off x="227016" y="1042989"/>
            <a:ext cx="320198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 </a:t>
            </a:r>
            <a:r>
              <a:rPr lang="ko-KR" altLang="en-US" sz="900">
                <a:solidFill>
                  <a:srgbClr val="000000"/>
                </a:solidFill>
              </a:rPr>
              <a:t>압축기에 접속된 주관로와 부관로에 설치되어</a:t>
            </a:r>
            <a:r>
              <a:rPr lang="en-US" altLang="ko-KR" sz="900">
                <a:solidFill>
                  <a:srgbClr val="000000"/>
                </a:solidFill>
              </a:rPr>
              <a:t>, </a:t>
            </a:r>
            <a:r>
              <a:rPr lang="ko-KR" altLang="en-US" sz="900">
                <a:solidFill>
                  <a:srgbClr val="000000"/>
                </a:solidFill>
              </a:rPr>
              <a:t>주관로 </a:t>
            </a:r>
          </a:p>
          <a:p>
            <a:pPr eaLnBrk="1" fontAlgn="base" latinLnBrk="1" hangingPunct="1">
              <a:spcBef>
                <a:spcPct val="0"/>
              </a:spcBef>
              <a:spcAft>
                <a:spcPct val="0"/>
              </a:spcAft>
            </a:pPr>
            <a:r>
              <a:rPr lang="ko-KR" altLang="en-US" sz="900">
                <a:solidFill>
                  <a:srgbClr val="000000"/>
                </a:solidFill>
              </a:rPr>
              <a:t>    내의 약 </a:t>
            </a:r>
            <a:r>
              <a:rPr lang="en-US" altLang="ko-KR" sz="900">
                <a:solidFill>
                  <a:srgbClr val="000000"/>
                </a:solidFill>
              </a:rPr>
              <a:t>50~70㎛</a:t>
            </a:r>
            <a:r>
              <a:rPr lang="ko-KR" altLang="en-US" sz="900">
                <a:solidFill>
                  <a:srgbClr val="000000"/>
                </a:solidFill>
              </a:rPr>
              <a:t>의 녹이나 이물질의 제거를 목적으로 </a:t>
            </a:r>
          </a:p>
          <a:p>
            <a:pPr eaLnBrk="1" fontAlgn="base" latinLnBrk="1" hangingPunct="1">
              <a:spcBef>
                <a:spcPct val="0"/>
              </a:spcBef>
              <a:spcAft>
                <a:spcPct val="0"/>
              </a:spcAft>
            </a:pPr>
            <a:r>
              <a:rPr lang="ko-KR" altLang="en-US" sz="900">
                <a:solidFill>
                  <a:srgbClr val="000000"/>
                </a:solidFill>
              </a:rPr>
              <a:t>    사용되는 공기 정화기기는 무엇인가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공압필터                       ② 공압 조정 유닛</a:t>
            </a:r>
          </a:p>
          <a:p>
            <a:pPr eaLnBrk="1" fontAlgn="base" latinLnBrk="1" hangingPunct="1">
              <a:spcBef>
                <a:spcPct val="0"/>
              </a:spcBef>
              <a:spcAft>
                <a:spcPct val="0"/>
              </a:spcAft>
            </a:pPr>
            <a:r>
              <a:rPr lang="ko-KR" altLang="en-US" sz="900">
                <a:solidFill>
                  <a:srgbClr val="000000"/>
                </a:solidFill>
              </a:rPr>
              <a:t> ③ 메인 라인 필터               ④ 냉각기</a:t>
            </a:r>
          </a:p>
        </p:txBody>
      </p:sp>
      <p:sp>
        <p:nvSpPr>
          <p:cNvPr id="17425" name="Rectangle 99"/>
          <p:cNvSpPr>
            <a:spLocks noChangeArrowheads="1"/>
          </p:cNvSpPr>
          <p:nvPr/>
        </p:nvSpPr>
        <p:spPr bwMode="auto">
          <a:xfrm>
            <a:off x="3429000" y="1042988"/>
            <a:ext cx="3201988"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8. </a:t>
            </a:r>
            <a:r>
              <a:rPr lang="ko-KR" altLang="en-US" sz="900">
                <a:solidFill>
                  <a:srgbClr val="000000"/>
                </a:solidFill>
              </a:rPr>
              <a:t>방향제어 밸브 중 역류 방지용으로 사용되는 밸브는</a:t>
            </a:r>
          </a:p>
          <a:p>
            <a:pPr eaLnBrk="1" fontAlgn="base" latinLnBrk="1" hangingPunct="1">
              <a:spcBef>
                <a:spcPct val="0"/>
              </a:spcBef>
              <a:spcAft>
                <a:spcPct val="0"/>
              </a:spcAft>
            </a:pPr>
            <a:r>
              <a:rPr lang="ko-KR" altLang="en-US" sz="900">
                <a:solidFill>
                  <a:srgbClr val="000000"/>
                </a:solidFill>
              </a:rPr>
              <a:t>      무엇인가 </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셔틀 밸브</a:t>
            </a:r>
          </a:p>
          <a:p>
            <a:pPr eaLnBrk="1" fontAlgn="base" latinLnBrk="1" hangingPunct="1">
              <a:spcBef>
                <a:spcPct val="0"/>
              </a:spcBef>
              <a:spcAft>
                <a:spcPct val="0"/>
              </a:spcAft>
            </a:pPr>
            <a:r>
              <a:rPr lang="ko-KR" altLang="en-US" sz="900">
                <a:solidFill>
                  <a:srgbClr val="000000"/>
                </a:solidFill>
              </a:rPr>
              <a:t>② 이압 밸브</a:t>
            </a:r>
          </a:p>
          <a:p>
            <a:pPr eaLnBrk="1" fontAlgn="base" latinLnBrk="1" hangingPunct="1">
              <a:spcBef>
                <a:spcPct val="0"/>
              </a:spcBef>
              <a:spcAft>
                <a:spcPct val="0"/>
              </a:spcAft>
            </a:pPr>
            <a:r>
              <a:rPr lang="ko-KR" altLang="en-US" sz="900">
                <a:solidFill>
                  <a:srgbClr val="000000"/>
                </a:solidFill>
              </a:rPr>
              <a:t>③ 체크 밸브</a:t>
            </a:r>
          </a:p>
          <a:p>
            <a:pPr eaLnBrk="1" fontAlgn="base" latinLnBrk="1" hangingPunct="1">
              <a:spcBef>
                <a:spcPct val="0"/>
              </a:spcBef>
              <a:spcAft>
                <a:spcPct val="0"/>
              </a:spcAft>
            </a:pPr>
            <a:r>
              <a:rPr lang="ko-KR" altLang="en-US" sz="900">
                <a:solidFill>
                  <a:srgbClr val="000000"/>
                </a:solidFill>
              </a:rPr>
              <a:t>④ 교축 밸브</a:t>
            </a:r>
          </a:p>
        </p:txBody>
      </p:sp>
      <p:sp>
        <p:nvSpPr>
          <p:cNvPr id="17426" name="Rectangle 99"/>
          <p:cNvSpPr>
            <a:spLocks noChangeArrowheads="1"/>
          </p:cNvSpPr>
          <p:nvPr/>
        </p:nvSpPr>
        <p:spPr bwMode="auto">
          <a:xfrm>
            <a:off x="227016" y="1827216"/>
            <a:ext cx="3201987"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2. </a:t>
            </a:r>
            <a:r>
              <a:rPr lang="ko-KR" altLang="en-US" sz="900">
                <a:solidFill>
                  <a:srgbClr val="000000"/>
                </a:solidFill>
              </a:rPr>
              <a:t>공기 압축기 중 회전식이 아닌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베인                       ② 다이어프램</a:t>
            </a:r>
          </a:p>
          <a:p>
            <a:pPr eaLnBrk="1" fontAlgn="base" latinLnBrk="1" hangingPunct="1">
              <a:spcBef>
                <a:spcPct val="0"/>
              </a:spcBef>
              <a:spcAft>
                <a:spcPct val="0"/>
              </a:spcAft>
            </a:pPr>
            <a:r>
              <a:rPr lang="ko-KR" altLang="en-US" sz="900">
                <a:solidFill>
                  <a:srgbClr val="000000"/>
                </a:solidFill>
              </a:rPr>
              <a:t> ③ 스크류                    ④ 루트블로어</a:t>
            </a:r>
          </a:p>
        </p:txBody>
      </p:sp>
      <p:sp>
        <p:nvSpPr>
          <p:cNvPr id="17427" name="Rectangle 99"/>
          <p:cNvSpPr>
            <a:spLocks noChangeArrowheads="1"/>
          </p:cNvSpPr>
          <p:nvPr/>
        </p:nvSpPr>
        <p:spPr bwMode="auto">
          <a:xfrm>
            <a:off x="227013" y="2359025"/>
            <a:ext cx="334645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3. </a:t>
            </a:r>
            <a:r>
              <a:rPr lang="ko-KR" altLang="en-US" sz="900">
                <a:solidFill>
                  <a:srgbClr val="000000"/>
                </a:solidFill>
              </a:rPr>
              <a:t>스크류식 압축기에 대한 특징 중 틀린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회전축이 평행하므로 고속 회전이 가능하고 진동이 적다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② 고주파 소음이 적고 소음 제거가 용이하다</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③ 연속적으로 압축 공기가 토출되므로 맥동이 없고</a:t>
            </a:r>
            <a:r>
              <a:rPr lang="en-US" altLang="ko-KR" sz="900">
                <a:solidFill>
                  <a:srgbClr val="000000"/>
                </a:solidFill>
              </a:rPr>
              <a:t>, </a:t>
            </a:r>
            <a:r>
              <a:rPr lang="ko-KR" altLang="en-US" sz="900">
                <a:solidFill>
                  <a:srgbClr val="000000"/>
                </a:solidFill>
              </a:rPr>
              <a:t>큰 공기</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 탱크가 필요하지 않다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④ 압축기 실내의 섭동 부분이 적으므로 급유하지 않아도 된다</a:t>
            </a:r>
            <a:r>
              <a:rPr lang="en-US" altLang="ko-KR" sz="900">
                <a:solidFill>
                  <a:srgbClr val="000000"/>
                </a:solidFill>
              </a:rPr>
              <a:t>.</a:t>
            </a:r>
          </a:p>
        </p:txBody>
      </p:sp>
      <p:sp>
        <p:nvSpPr>
          <p:cNvPr id="17428" name="Rectangle 99"/>
          <p:cNvSpPr>
            <a:spLocks noChangeArrowheads="1"/>
          </p:cNvSpPr>
          <p:nvPr/>
        </p:nvSpPr>
        <p:spPr bwMode="auto">
          <a:xfrm>
            <a:off x="227013" y="3216275"/>
            <a:ext cx="33464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4. </a:t>
            </a:r>
            <a:r>
              <a:rPr lang="ko-KR" altLang="en-US" sz="900">
                <a:solidFill>
                  <a:srgbClr val="000000"/>
                </a:solidFill>
              </a:rPr>
              <a:t>공기 탱크의 구조 이다</a:t>
            </a:r>
            <a:r>
              <a:rPr lang="en-US" altLang="ko-KR" sz="900">
                <a:solidFill>
                  <a:srgbClr val="000000"/>
                </a:solidFill>
              </a:rPr>
              <a:t>. </a:t>
            </a:r>
            <a:r>
              <a:rPr lang="ko-KR" altLang="en-US" sz="900">
                <a:solidFill>
                  <a:srgbClr val="000000"/>
                </a:solidFill>
              </a:rPr>
              <a:t>Ⓐ 가 가르키는 것은 무엇인가</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① 안전 밸브 ② 차단밸브 ③ 드레인 밸브 ④ 압력계</a:t>
            </a:r>
            <a:endParaRPr lang="en-US" altLang="ko-KR" sz="900">
              <a:solidFill>
                <a:srgbClr val="000000"/>
              </a:solidFill>
            </a:endParaRPr>
          </a:p>
        </p:txBody>
      </p:sp>
      <p:pic>
        <p:nvPicPr>
          <p:cNvPr id="17429"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1175" y="3586165"/>
            <a:ext cx="2711450" cy="209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430" name="직사각형 2"/>
          <p:cNvSpPr>
            <a:spLocks noChangeArrowheads="1"/>
          </p:cNvSpPr>
          <p:nvPr/>
        </p:nvSpPr>
        <p:spPr bwMode="auto">
          <a:xfrm>
            <a:off x="2933701" y="5138739"/>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a:solidFill>
                  <a:srgbClr val="000000"/>
                </a:solidFill>
              </a:rPr>
              <a:t>Ⓐ</a:t>
            </a:r>
          </a:p>
        </p:txBody>
      </p:sp>
      <p:cxnSp>
        <p:nvCxnSpPr>
          <p:cNvPr id="6" name="직선 화살표 연결선 5"/>
          <p:cNvCxnSpPr/>
          <p:nvPr/>
        </p:nvCxnSpPr>
        <p:spPr>
          <a:xfrm flipH="1">
            <a:off x="2781300" y="5364163"/>
            <a:ext cx="215900" cy="809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432" name="Rectangle 99"/>
          <p:cNvSpPr>
            <a:spLocks noChangeArrowheads="1"/>
          </p:cNvSpPr>
          <p:nvPr/>
        </p:nvSpPr>
        <p:spPr bwMode="auto">
          <a:xfrm>
            <a:off x="227013" y="5694364"/>
            <a:ext cx="334645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5. </a:t>
            </a:r>
            <a:r>
              <a:rPr lang="ko-KR" altLang="en-US" sz="900">
                <a:solidFill>
                  <a:srgbClr val="000000"/>
                </a:solidFill>
              </a:rPr>
              <a:t>공기 압축기 사용 시 배관의 수평 관로는 드레인 배출이</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용이하도록 어느 정도의 경사를 주어야 하는가</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① </a:t>
            </a:r>
            <a:r>
              <a:rPr lang="en-US" altLang="ko-KR" sz="900">
                <a:solidFill>
                  <a:srgbClr val="000000"/>
                </a:solidFill>
              </a:rPr>
              <a:t>1/10</a:t>
            </a:r>
            <a:r>
              <a:rPr lang="ko-KR" altLang="en-US" sz="900">
                <a:solidFill>
                  <a:srgbClr val="000000"/>
                </a:solidFill>
              </a:rPr>
              <a:t> ② </a:t>
            </a:r>
            <a:r>
              <a:rPr lang="en-US" altLang="ko-KR" sz="900">
                <a:solidFill>
                  <a:srgbClr val="000000"/>
                </a:solidFill>
              </a:rPr>
              <a:t>1/20</a:t>
            </a:r>
            <a:r>
              <a:rPr lang="ko-KR" altLang="en-US" sz="900">
                <a:solidFill>
                  <a:srgbClr val="000000"/>
                </a:solidFill>
              </a:rPr>
              <a:t> ③ </a:t>
            </a:r>
            <a:r>
              <a:rPr lang="en-US" altLang="ko-KR" sz="900">
                <a:solidFill>
                  <a:srgbClr val="000000"/>
                </a:solidFill>
              </a:rPr>
              <a:t>1/100</a:t>
            </a:r>
            <a:r>
              <a:rPr lang="ko-KR" altLang="en-US" sz="900">
                <a:solidFill>
                  <a:srgbClr val="000000"/>
                </a:solidFill>
              </a:rPr>
              <a:t> ④ </a:t>
            </a:r>
            <a:r>
              <a:rPr lang="en-US" altLang="ko-KR" sz="900">
                <a:solidFill>
                  <a:srgbClr val="000000"/>
                </a:solidFill>
              </a:rPr>
              <a:t>1/200</a:t>
            </a:r>
          </a:p>
        </p:txBody>
      </p:sp>
      <p:sp>
        <p:nvSpPr>
          <p:cNvPr id="17433" name="Rectangle 99"/>
          <p:cNvSpPr>
            <a:spLocks noChangeArrowheads="1"/>
          </p:cNvSpPr>
          <p:nvPr/>
        </p:nvSpPr>
        <p:spPr bwMode="auto">
          <a:xfrm>
            <a:off x="227013" y="6199190"/>
            <a:ext cx="334645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6. </a:t>
            </a:r>
            <a:r>
              <a:rPr lang="ko-KR" altLang="en-US" sz="900">
                <a:solidFill>
                  <a:srgbClr val="000000"/>
                </a:solidFill>
              </a:rPr>
              <a:t>공압 모터의 특징으로 틀린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① </a:t>
            </a:r>
            <a:r>
              <a:rPr lang="ko-KR" altLang="en-US" sz="900">
                <a:solidFill>
                  <a:srgbClr val="000000"/>
                </a:solidFill>
              </a:rPr>
              <a:t>속도 제어와 정역 회전 변환이 간단하다</a:t>
            </a:r>
            <a:r>
              <a:rPr lang="en-US" altLang="ko-KR" sz="900">
                <a:solidFill>
                  <a:srgbClr val="000000"/>
                </a:solidFill>
              </a:rPr>
              <a:t>. </a:t>
            </a:r>
            <a:r>
              <a:rPr lang="ko-KR" altLang="en-US" sz="900">
                <a:solidFill>
                  <a:srgbClr val="000000"/>
                </a:solidFill>
              </a:rPr>
              <a:t>속도의 가변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범위도 </a:t>
            </a:r>
            <a:r>
              <a:rPr lang="en-US" altLang="ko-KR" sz="900">
                <a:solidFill>
                  <a:srgbClr val="000000"/>
                </a:solidFill>
              </a:rPr>
              <a:t>1:100 </a:t>
            </a:r>
            <a:r>
              <a:rPr lang="ko-KR" altLang="en-US" sz="900">
                <a:solidFill>
                  <a:srgbClr val="000000"/>
                </a:solidFill>
              </a:rPr>
              <a:t>이상 된다</a:t>
            </a:r>
          </a:p>
          <a:p>
            <a:pPr eaLnBrk="1" fontAlgn="base" latinLnBrk="1" hangingPunct="1">
              <a:spcBef>
                <a:spcPct val="0"/>
              </a:spcBef>
              <a:spcAft>
                <a:spcPct val="0"/>
              </a:spcAft>
            </a:pPr>
            <a:r>
              <a:rPr lang="ko-KR" altLang="en-US" sz="900">
                <a:solidFill>
                  <a:srgbClr val="000000"/>
                </a:solidFill>
              </a:rPr>
              <a:t> ② 시동 정지가 원활하며 출력</a:t>
            </a:r>
            <a:r>
              <a:rPr lang="en-US" altLang="ko-KR" sz="900">
                <a:solidFill>
                  <a:srgbClr val="000000"/>
                </a:solidFill>
              </a:rPr>
              <a:t>/</a:t>
            </a:r>
            <a:r>
              <a:rPr lang="ko-KR" altLang="en-US" sz="900">
                <a:solidFill>
                  <a:srgbClr val="000000"/>
                </a:solidFill>
              </a:rPr>
              <a:t>중량비가 크다</a:t>
            </a:r>
          </a:p>
          <a:p>
            <a:pPr eaLnBrk="1" fontAlgn="base" latinLnBrk="1" hangingPunct="1">
              <a:spcBef>
                <a:spcPct val="0"/>
              </a:spcBef>
              <a:spcAft>
                <a:spcPct val="0"/>
              </a:spcAft>
            </a:pPr>
            <a:r>
              <a:rPr lang="ko-KR" altLang="en-US" sz="900">
                <a:solidFill>
                  <a:srgbClr val="000000"/>
                </a:solidFill>
              </a:rPr>
              <a:t> ③ 공압 모터의 자체 발열이 적다                       </a:t>
            </a:r>
          </a:p>
          <a:p>
            <a:pPr eaLnBrk="1" fontAlgn="base" latinLnBrk="1" hangingPunct="1">
              <a:spcBef>
                <a:spcPct val="0"/>
              </a:spcBef>
              <a:spcAft>
                <a:spcPct val="0"/>
              </a:spcAft>
            </a:pPr>
            <a:r>
              <a:rPr lang="ko-KR" altLang="en-US" sz="900">
                <a:solidFill>
                  <a:srgbClr val="000000"/>
                </a:solidFill>
              </a:rPr>
              <a:t> ④ 각 섭동부의 마찰열은 압축 공기의 단열 팽창으로 </a:t>
            </a:r>
          </a:p>
          <a:p>
            <a:pPr eaLnBrk="1" fontAlgn="base" latinLnBrk="1" hangingPunct="1">
              <a:spcBef>
                <a:spcPct val="0"/>
              </a:spcBef>
              <a:spcAft>
                <a:spcPct val="0"/>
              </a:spcAft>
            </a:pPr>
            <a:r>
              <a:rPr lang="ko-KR" altLang="en-US" sz="900">
                <a:solidFill>
                  <a:srgbClr val="000000"/>
                </a:solidFill>
              </a:rPr>
              <a:t>     냉각 된다</a:t>
            </a:r>
          </a:p>
        </p:txBody>
      </p:sp>
      <p:sp>
        <p:nvSpPr>
          <p:cNvPr id="17434" name="Rectangle 99"/>
          <p:cNvSpPr>
            <a:spLocks noChangeArrowheads="1"/>
          </p:cNvSpPr>
          <p:nvPr/>
        </p:nvSpPr>
        <p:spPr bwMode="auto">
          <a:xfrm>
            <a:off x="227013" y="7308850"/>
            <a:ext cx="33464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7. </a:t>
            </a:r>
            <a:r>
              <a:rPr lang="ko-KR" altLang="en-US" sz="900">
                <a:solidFill>
                  <a:srgbClr val="000000"/>
                </a:solidFill>
              </a:rPr>
              <a:t>다음은 어떤 공압 제어밸브에 대한 기능인가</a:t>
            </a:r>
            <a:r>
              <a:rPr lang="en-US" altLang="ko-KR" sz="900">
                <a:solidFill>
                  <a:srgbClr val="000000"/>
                </a:solidFill>
              </a:rPr>
              <a:t>?</a:t>
            </a:r>
          </a:p>
          <a:p>
            <a:pPr eaLnBrk="1" fontAlgn="base" latinLnBrk="1" hangingPunct="1">
              <a:spcBef>
                <a:spcPct val="0"/>
              </a:spcBef>
              <a:spcAft>
                <a:spcPct val="0"/>
              </a:spcAft>
            </a:pPr>
            <a:endParaRPr lang="ko-KR" altLang="en-US" sz="900">
              <a:solidFill>
                <a:srgbClr val="000000"/>
              </a:solidFill>
            </a:endParaRPr>
          </a:p>
        </p:txBody>
      </p:sp>
      <p:sp>
        <p:nvSpPr>
          <p:cNvPr id="17435" name="Rectangle 21"/>
          <p:cNvSpPr>
            <a:spLocks noChangeArrowheads="1"/>
          </p:cNvSpPr>
          <p:nvPr/>
        </p:nvSpPr>
        <p:spPr bwMode="auto">
          <a:xfrm>
            <a:off x="387350" y="7493002"/>
            <a:ext cx="2879725" cy="5762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rPr>
              <a:t>회로내의 공기압력이 설정치를 초과할 때 유체를</a:t>
            </a:r>
          </a:p>
          <a:p>
            <a:pPr eaLnBrk="1" fontAlgn="base" latinLnBrk="1" hangingPunct="1">
              <a:spcBef>
                <a:spcPct val="0"/>
              </a:spcBef>
              <a:spcAft>
                <a:spcPct val="0"/>
              </a:spcAft>
            </a:pPr>
            <a:r>
              <a:rPr lang="ko-KR" altLang="en-US" sz="800">
                <a:solidFill>
                  <a:srgbClr val="000000"/>
                </a:solidFill>
              </a:rPr>
              <a:t>  배기시켜 회로 내의 공기 압력을 설정치 내로 일정</a:t>
            </a:r>
          </a:p>
          <a:p>
            <a:pPr eaLnBrk="1" fontAlgn="base" latinLnBrk="1" hangingPunct="1">
              <a:spcBef>
                <a:spcPct val="0"/>
              </a:spcBef>
              <a:spcAft>
                <a:spcPct val="0"/>
              </a:spcAft>
            </a:pPr>
            <a:r>
              <a:rPr lang="ko-KR" altLang="en-US" sz="800">
                <a:solidFill>
                  <a:srgbClr val="000000"/>
                </a:solidFill>
              </a:rPr>
              <a:t>  하게 유지시키는 역할을 한다</a:t>
            </a:r>
          </a:p>
        </p:txBody>
      </p:sp>
      <p:sp>
        <p:nvSpPr>
          <p:cNvPr id="17436" name="Rectangle 99"/>
          <p:cNvSpPr>
            <a:spLocks noChangeArrowheads="1"/>
          </p:cNvSpPr>
          <p:nvPr/>
        </p:nvSpPr>
        <p:spPr bwMode="auto">
          <a:xfrm>
            <a:off x="227013" y="8069262"/>
            <a:ext cx="33464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① 감압밸브                        ② 릴리프 밸브</a:t>
            </a:r>
          </a:p>
          <a:p>
            <a:pPr eaLnBrk="1" fontAlgn="base" latinLnBrk="1" hangingPunct="1">
              <a:spcBef>
                <a:spcPct val="0"/>
              </a:spcBef>
              <a:spcAft>
                <a:spcPct val="0"/>
              </a:spcAft>
            </a:pPr>
            <a:r>
              <a:rPr lang="ko-KR" altLang="en-US" sz="900">
                <a:solidFill>
                  <a:srgbClr val="000000"/>
                </a:solidFill>
              </a:rPr>
              <a:t> ③ 교축밸브                        ④ 시퀀스 밸브</a:t>
            </a:r>
          </a:p>
        </p:txBody>
      </p:sp>
      <p:sp>
        <p:nvSpPr>
          <p:cNvPr id="17437" name="Rectangle 99"/>
          <p:cNvSpPr>
            <a:spLocks noChangeArrowheads="1"/>
          </p:cNvSpPr>
          <p:nvPr/>
        </p:nvSpPr>
        <p:spPr bwMode="auto">
          <a:xfrm>
            <a:off x="3429000" y="1917701"/>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9. </a:t>
            </a:r>
            <a:r>
              <a:rPr lang="ko-KR" altLang="en-US" sz="900">
                <a:solidFill>
                  <a:srgbClr val="000000"/>
                </a:solidFill>
              </a:rPr>
              <a:t>전기 회로에 사용되는 기기중 제어 기기류가 아닌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전자 접촉기</a:t>
            </a:r>
          </a:p>
          <a:p>
            <a:pPr eaLnBrk="1" fontAlgn="base" latinLnBrk="1" hangingPunct="1">
              <a:spcBef>
                <a:spcPct val="0"/>
              </a:spcBef>
              <a:spcAft>
                <a:spcPct val="0"/>
              </a:spcAft>
            </a:pPr>
            <a:r>
              <a:rPr lang="ko-KR" altLang="en-US" sz="900">
                <a:solidFill>
                  <a:srgbClr val="000000"/>
                </a:solidFill>
              </a:rPr>
              <a:t>② 열동 계전기</a:t>
            </a:r>
          </a:p>
          <a:p>
            <a:pPr eaLnBrk="1" fontAlgn="base" latinLnBrk="1" hangingPunct="1">
              <a:spcBef>
                <a:spcPct val="0"/>
              </a:spcBef>
              <a:spcAft>
                <a:spcPct val="0"/>
              </a:spcAft>
            </a:pPr>
            <a:r>
              <a:rPr lang="ko-KR" altLang="en-US" sz="900">
                <a:solidFill>
                  <a:srgbClr val="000000"/>
                </a:solidFill>
              </a:rPr>
              <a:t>③ 전자 밸브</a:t>
            </a:r>
          </a:p>
          <a:p>
            <a:pPr eaLnBrk="1" fontAlgn="base" latinLnBrk="1" hangingPunct="1">
              <a:spcBef>
                <a:spcPct val="0"/>
              </a:spcBef>
              <a:spcAft>
                <a:spcPct val="0"/>
              </a:spcAft>
            </a:pPr>
            <a:r>
              <a:rPr lang="ko-KR" altLang="en-US" sz="900">
                <a:solidFill>
                  <a:srgbClr val="000000"/>
                </a:solidFill>
              </a:rPr>
              <a:t>④ 전자 카운터</a:t>
            </a:r>
          </a:p>
        </p:txBody>
      </p:sp>
      <p:sp>
        <p:nvSpPr>
          <p:cNvPr id="17438" name="Rectangle 99"/>
          <p:cNvSpPr>
            <a:spLocks noChangeArrowheads="1"/>
          </p:cNvSpPr>
          <p:nvPr/>
        </p:nvSpPr>
        <p:spPr bwMode="auto">
          <a:xfrm>
            <a:off x="3429000" y="2719389"/>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10. </a:t>
            </a:r>
            <a:r>
              <a:rPr lang="ko-KR" altLang="en-US" sz="900">
                <a:solidFill>
                  <a:srgbClr val="000000"/>
                </a:solidFill>
              </a:rPr>
              <a:t>릴레이의 대표적인 기능이 아닌 것은</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분기 기능</a:t>
            </a:r>
          </a:p>
          <a:p>
            <a:pPr eaLnBrk="1" fontAlgn="base" latinLnBrk="1" hangingPunct="1">
              <a:spcBef>
                <a:spcPct val="0"/>
              </a:spcBef>
              <a:spcAft>
                <a:spcPct val="0"/>
              </a:spcAft>
            </a:pPr>
            <a:r>
              <a:rPr lang="ko-KR" altLang="en-US" sz="900">
                <a:solidFill>
                  <a:srgbClr val="000000"/>
                </a:solidFill>
              </a:rPr>
              <a:t>② 증폭 기능</a:t>
            </a:r>
          </a:p>
          <a:p>
            <a:pPr eaLnBrk="1" fontAlgn="base" latinLnBrk="1" hangingPunct="1">
              <a:spcBef>
                <a:spcPct val="0"/>
              </a:spcBef>
              <a:spcAft>
                <a:spcPct val="0"/>
              </a:spcAft>
            </a:pPr>
            <a:r>
              <a:rPr lang="ko-KR" altLang="en-US" sz="900">
                <a:solidFill>
                  <a:srgbClr val="000000"/>
                </a:solidFill>
              </a:rPr>
              <a:t>③ 분산 기능</a:t>
            </a:r>
          </a:p>
          <a:p>
            <a:pPr eaLnBrk="1" fontAlgn="base" latinLnBrk="1" hangingPunct="1">
              <a:spcBef>
                <a:spcPct val="0"/>
              </a:spcBef>
              <a:spcAft>
                <a:spcPct val="0"/>
              </a:spcAft>
            </a:pPr>
            <a:r>
              <a:rPr lang="ko-KR" altLang="en-US" sz="900">
                <a:solidFill>
                  <a:srgbClr val="000000"/>
                </a:solidFill>
              </a:rPr>
              <a:t>④ 메모리 기능</a:t>
            </a:r>
          </a:p>
        </p:txBody>
      </p:sp>
      <p:sp>
        <p:nvSpPr>
          <p:cNvPr id="17439" name="Rectangle 99"/>
          <p:cNvSpPr>
            <a:spLocks noChangeArrowheads="1"/>
          </p:cNvSpPr>
          <p:nvPr/>
        </p:nvSpPr>
        <p:spPr bwMode="auto">
          <a:xfrm>
            <a:off x="3429000" y="3503613"/>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11. </a:t>
            </a:r>
            <a:r>
              <a:rPr lang="ko-KR" altLang="en-US" sz="900">
                <a:solidFill>
                  <a:srgbClr val="000000"/>
                </a:solidFill>
              </a:rPr>
              <a:t>다음 밸브의 명명으로 맞는 것은 </a:t>
            </a:r>
            <a:r>
              <a:rPr lang="en-US" altLang="ko-KR" sz="900">
                <a:solidFill>
                  <a:srgbClr val="000000"/>
                </a:solidFill>
              </a:rPr>
              <a:t>?</a:t>
            </a:r>
          </a:p>
        </p:txBody>
      </p:sp>
      <p:pic>
        <p:nvPicPr>
          <p:cNvPr id="17440"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89367" y="3783015"/>
            <a:ext cx="847725" cy="5048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7441" name="Rectangle 99"/>
          <p:cNvSpPr>
            <a:spLocks noChangeArrowheads="1"/>
          </p:cNvSpPr>
          <p:nvPr/>
        </p:nvSpPr>
        <p:spPr bwMode="auto">
          <a:xfrm>
            <a:off x="3429000" y="4386265"/>
            <a:ext cx="320198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① 3/2-Way N/O </a:t>
            </a:r>
            <a:r>
              <a:rPr lang="ko-KR" altLang="en-US" sz="900">
                <a:solidFill>
                  <a:srgbClr val="000000"/>
                </a:solidFill>
              </a:rPr>
              <a:t>페달 동작 </a:t>
            </a:r>
            <a:r>
              <a:rPr lang="en-US" altLang="ko-KR" sz="900">
                <a:solidFill>
                  <a:srgbClr val="000000"/>
                </a:solidFill>
              </a:rPr>
              <a:t>Spring Return</a:t>
            </a:r>
          </a:p>
          <a:p>
            <a:pPr eaLnBrk="1" fontAlgn="base" latinLnBrk="1" hangingPunct="1">
              <a:spcBef>
                <a:spcPct val="0"/>
              </a:spcBef>
              <a:spcAft>
                <a:spcPct val="0"/>
              </a:spcAft>
            </a:pPr>
            <a:r>
              <a:rPr lang="en-US" altLang="ko-KR" sz="900">
                <a:solidFill>
                  <a:srgbClr val="000000"/>
                </a:solidFill>
              </a:rPr>
              <a:t>② 3/2-Way N/C </a:t>
            </a:r>
            <a:r>
              <a:rPr lang="ko-KR" altLang="en-US" sz="900">
                <a:solidFill>
                  <a:srgbClr val="000000"/>
                </a:solidFill>
              </a:rPr>
              <a:t>페달 동작 </a:t>
            </a:r>
            <a:r>
              <a:rPr lang="en-US" altLang="ko-KR" sz="900">
                <a:solidFill>
                  <a:srgbClr val="000000"/>
                </a:solidFill>
              </a:rPr>
              <a:t>Spring Return</a:t>
            </a:r>
          </a:p>
          <a:p>
            <a:pPr eaLnBrk="1" fontAlgn="base" latinLnBrk="1" hangingPunct="1">
              <a:spcBef>
                <a:spcPct val="0"/>
              </a:spcBef>
              <a:spcAft>
                <a:spcPct val="0"/>
              </a:spcAft>
            </a:pPr>
            <a:r>
              <a:rPr lang="en-US" altLang="ko-KR" sz="900">
                <a:solidFill>
                  <a:srgbClr val="000000"/>
                </a:solidFill>
              </a:rPr>
              <a:t>③ 3/2-Way N/C </a:t>
            </a:r>
            <a:r>
              <a:rPr lang="ko-KR" altLang="en-US" sz="900">
                <a:solidFill>
                  <a:srgbClr val="000000"/>
                </a:solidFill>
              </a:rPr>
              <a:t>레버 동작 </a:t>
            </a:r>
            <a:r>
              <a:rPr lang="en-US" altLang="ko-KR" sz="900">
                <a:solidFill>
                  <a:srgbClr val="000000"/>
                </a:solidFill>
              </a:rPr>
              <a:t>Spring Return</a:t>
            </a:r>
          </a:p>
          <a:p>
            <a:pPr eaLnBrk="1" fontAlgn="base" latinLnBrk="1" hangingPunct="1">
              <a:spcBef>
                <a:spcPct val="0"/>
              </a:spcBef>
              <a:spcAft>
                <a:spcPct val="0"/>
              </a:spcAft>
            </a:pPr>
            <a:r>
              <a:rPr lang="en-US" altLang="ko-KR" sz="900">
                <a:solidFill>
                  <a:srgbClr val="000000"/>
                </a:solidFill>
              </a:rPr>
              <a:t>④ 3/2-Way N/O </a:t>
            </a:r>
            <a:r>
              <a:rPr lang="ko-KR" altLang="en-US" sz="900">
                <a:solidFill>
                  <a:srgbClr val="000000"/>
                </a:solidFill>
              </a:rPr>
              <a:t>레버 동작 </a:t>
            </a:r>
            <a:r>
              <a:rPr lang="en-US" altLang="ko-KR" sz="900">
                <a:solidFill>
                  <a:srgbClr val="000000"/>
                </a:solidFill>
              </a:rPr>
              <a:t>Spring Return</a:t>
            </a:r>
          </a:p>
        </p:txBody>
      </p:sp>
      <p:sp>
        <p:nvSpPr>
          <p:cNvPr id="17442" name="Rectangle 99"/>
          <p:cNvSpPr>
            <a:spLocks noChangeArrowheads="1"/>
          </p:cNvSpPr>
          <p:nvPr/>
        </p:nvSpPr>
        <p:spPr bwMode="auto">
          <a:xfrm>
            <a:off x="3429000" y="5143501"/>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12. </a:t>
            </a:r>
            <a:r>
              <a:rPr lang="ko-KR" altLang="en-US" sz="900">
                <a:solidFill>
                  <a:srgbClr val="000000"/>
                </a:solidFill>
              </a:rPr>
              <a:t>전자 밸브의 고장 원인 중 작동 불량 이다</a:t>
            </a:r>
            <a:r>
              <a:rPr lang="en-US" altLang="ko-KR" sz="900">
                <a:solidFill>
                  <a:srgbClr val="000000"/>
                </a:solidFill>
              </a:rPr>
              <a:t>. </a:t>
            </a:r>
            <a:r>
              <a:rPr lang="ko-KR" altLang="en-US" sz="900">
                <a:solidFill>
                  <a:srgbClr val="000000"/>
                </a:solidFill>
              </a:rPr>
              <a:t>틀린 것은</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① 전원 전압이 낮다</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② 주의 온도 또는 유체의 온도가 높다</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③ 압력이 사양 범위를 벗어났다</a:t>
            </a:r>
          </a:p>
          <a:p>
            <a:pPr eaLnBrk="1" fontAlgn="base" latinLnBrk="1" hangingPunct="1">
              <a:spcBef>
                <a:spcPct val="0"/>
              </a:spcBef>
              <a:spcAft>
                <a:spcPct val="0"/>
              </a:spcAft>
            </a:pPr>
            <a:r>
              <a:rPr lang="ko-KR" altLang="en-US" sz="900">
                <a:solidFill>
                  <a:srgbClr val="000000"/>
                </a:solidFill>
              </a:rPr>
              <a:t>④ 부품 불량 </a:t>
            </a:r>
            <a:endParaRPr lang="en-US" altLang="ko-KR" sz="900">
              <a:solidFill>
                <a:srgbClr val="000000"/>
              </a:solidFill>
            </a:endParaRPr>
          </a:p>
        </p:txBody>
      </p:sp>
      <p:sp>
        <p:nvSpPr>
          <p:cNvPr id="73" name="Rectangle 99"/>
          <p:cNvSpPr>
            <a:spLocks noChangeArrowheads="1"/>
          </p:cNvSpPr>
          <p:nvPr/>
        </p:nvSpPr>
        <p:spPr bwMode="auto">
          <a:xfrm>
            <a:off x="3429000" y="5948363"/>
            <a:ext cx="3201988" cy="812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indent="-457200" fontAlgn="base" latinLnBrk="1">
              <a:spcBef>
                <a:spcPct val="0"/>
              </a:spcBef>
              <a:spcAft>
                <a:spcPct val="0"/>
              </a:spcAft>
              <a:defRPr/>
            </a:pPr>
            <a:r>
              <a:rPr kumimoji="1" lang="en-US" altLang="ko-KR" sz="900">
                <a:solidFill>
                  <a:srgbClr val="000000"/>
                </a:solidFill>
              </a:rPr>
              <a:t>13. </a:t>
            </a:r>
            <a:r>
              <a:rPr kumimoji="1" lang="ko-KR" altLang="en-US" sz="900" err="1">
                <a:solidFill>
                  <a:srgbClr val="000000"/>
                </a:solidFill>
              </a:rPr>
              <a:t>공압에서</a:t>
            </a:r>
            <a:r>
              <a:rPr kumimoji="1" lang="ko-KR" altLang="en-US" sz="900">
                <a:solidFill>
                  <a:srgbClr val="000000"/>
                </a:solidFill>
              </a:rPr>
              <a:t> 사용하는 기호 중 그림의 기호는</a:t>
            </a:r>
            <a:r>
              <a:rPr kumimoji="1" lang="en-US" altLang="ko-KR" sz="900">
                <a:solidFill>
                  <a:srgbClr val="000000"/>
                </a:solidFill>
              </a:rPr>
              <a:t>?</a:t>
            </a:r>
          </a:p>
          <a:p>
            <a:pPr marL="457200" indent="-457200" fontAlgn="base" latinLnBrk="1">
              <a:spcBef>
                <a:spcPct val="0"/>
              </a:spcBef>
              <a:spcAft>
                <a:spcPct val="0"/>
              </a:spcAft>
              <a:defRPr/>
            </a:pPr>
            <a:r>
              <a:rPr kumimoji="1" lang="ko-KR" altLang="en-US" sz="900">
                <a:solidFill>
                  <a:srgbClr val="000000"/>
                </a:solidFill>
              </a:rPr>
              <a:t>① </a:t>
            </a:r>
            <a:r>
              <a:rPr kumimoji="1" lang="ko-KR" altLang="en-US" sz="900">
                <a:solidFill>
                  <a:srgbClr val="000000"/>
                </a:solidFill>
                <a:latin typeface="바탕" pitchFamily="18" charset="-127"/>
              </a:rPr>
              <a:t>한 방향으로만 </a:t>
            </a:r>
            <a:r>
              <a:rPr kumimoji="1" lang="ko-KR" altLang="en-US" sz="900" err="1">
                <a:solidFill>
                  <a:srgbClr val="000000"/>
                </a:solidFill>
                <a:latin typeface="바탕" pitchFamily="18" charset="-127"/>
              </a:rPr>
              <a:t>회전가능한</a:t>
            </a:r>
            <a:r>
              <a:rPr kumimoji="1" lang="ko-KR" altLang="en-US" sz="900">
                <a:solidFill>
                  <a:srgbClr val="000000"/>
                </a:solidFill>
                <a:latin typeface="바탕" pitchFamily="18" charset="-127"/>
              </a:rPr>
              <a:t> </a:t>
            </a:r>
            <a:r>
              <a:rPr kumimoji="1" lang="ko-KR" altLang="en-US" sz="900" err="1">
                <a:solidFill>
                  <a:srgbClr val="000000"/>
                </a:solidFill>
                <a:latin typeface="바탕" pitchFamily="18" charset="-127"/>
              </a:rPr>
              <a:t>공압모터</a:t>
            </a:r>
            <a:r>
              <a:rPr kumimoji="1" lang="ko-KR" altLang="en-US" sz="900">
                <a:solidFill>
                  <a:srgbClr val="000000"/>
                </a:solidFill>
                <a:latin typeface="바탕" pitchFamily="18" charset="-127"/>
              </a:rPr>
              <a:t> </a:t>
            </a:r>
            <a:endParaRPr kumimoji="1" lang="en-US" altLang="ko-KR" sz="900">
              <a:solidFill>
                <a:srgbClr val="000000"/>
              </a:solidFill>
            </a:endParaRPr>
          </a:p>
          <a:p>
            <a:pPr marL="457200" indent="-457200" fontAlgn="base" latinLnBrk="1">
              <a:spcBef>
                <a:spcPct val="0"/>
              </a:spcBef>
              <a:spcAft>
                <a:spcPct val="0"/>
              </a:spcAft>
              <a:defRPr/>
            </a:pPr>
            <a:r>
              <a:rPr kumimoji="1" lang="ko-KR" altLang="en-US" sz="900">
                <a:solidFill>
                  <a:srgbClr val="000000"/>
                </a:solidFill>
              </a:rPr>
              <a:t>② </a:t>
            </a:r>
            <a:r>
              <a:rPr kumimoji="1" lang="ko-KR" altLang="en-US" sz="900">
                <a:solidFill>
                  <a:srgbClr val="000000"/>
                </a:solidFill>
                <a:latin typeface="바탕" pitchFamily="18" charset="-127"/>
              </a:rPr>
              <a:t>속도변환이</a:t>
            </a:r>
            <a:r>
              <a:rPr kumimoji="1" lang="ko-KR" altLang="en-US" sz="900">
                <a:solidFill>
                  <a:srgbClr val="000000"/>
                </a:solidFill>
                <a:latin typeface="바탕" pitchFamily="18" charset="-127"/>
                <a:ea typeface="바탕" pitchFamily="18" charset="-127"/>
              </a:rPr>
              <a:t> </a:t>
            </a:r>
            <a:r>
              <a:rPr kumimoji="1" lang="ko-KR" altLang="en-US" sz="900">
                <a:solidFill>
                  <a:srgbClr val="000000"/>
                </a:solidFill>
              </a:rPr>
              <a:t>가능한 </a:t>
            </a:r>
            <a:r>
              <a:rPr kumimoji="1" lang="ko-KR" altLang="en-US" sz="900" err="1">
                <a:solidFill>
                  <a:srgbClr val="000000"/>
                </a:solidFill>
              </a:rPr>
              <a:t>공압모터</a:t>
            </a:r>
            <a:r>
              <a:rPr kumimoji="1" lang="ko-KR" altLang="en-US" sz="900">
                <a:solidFill>
                  <a:srgbClr val="000000"/>
                </a:solidFill>
              </a:rPr>
              <a:t> </a:t>
            </a:r>
            <a:r>
              <a:rPr kumimoji="1" lang="en-US" altLang="ko-KR" sz="900">
                <a:solidFill>
                  <a:srgbClr val="000000"/>
                </a:solidFill>
              </a:rPr>
              <a:t>.</a:t>
            </a:r>
          </a:p>
          <a:p>
            <a:pPr fontAlgn="base" latinLnBrk="1">
              <a:lnSpc>
                <a:spcPct val="110000"/>
              </a:lnSpc>
              <a:spcBef>
                <a:spcPct val="0"/>
              </a:spcBef>
              <a:spcAft>
                <a:spcPct val="0"/>
              </a:spcAft>
              <a:defRPr/>
            </a:pPr>
            <a:r>
              <a:rPr kumimoji="1" lang="ko-KR" altLang="en-US" sz="900">
                <a:solidFill>
                  <a:srgbClr val="000000"/>
                </a:solidFill>
              </a:rPr>
              <a:t>③ </a:t>
            </a:r>
            <a:r>
              <a:rPr kumimoji="1" lang="ko-KR" altLang="en-US" sz="900">
                <a:solidFill>
                  <a:srgbClr val="000000"/>
                </a:solidFill>
                <a:latin typeface="바탕" pitchFamily="18" charset="-127"/>
              </a:rPr>
              <a:t>회전각이 제한된 </a:t>
            </a:r>
            <a:r>
              <a:rPr kumimoji="1" lang="ko-KR" altLang="en-US" sz="900" err="1">
                <a:solidFill>
                  <a:srgbClr val="000000"/>
                </a:solidFill>
                <a:latin typeface="바탕" pitchFamily="18" charset="-127"/>
              </a:rPr>
              <a:t>공압모터</a:t>
            </a:r>
            <a:r>
              <a:rPr kumimoji="1" lang="ko-KR" altLang="en-US" sz="900">
                <a:solidFill>
                  <a:srgbClr val="000000"/>
                </a:solidFill>
                <a:latin typeface="바탕" pitchFamily="18" charset="-127"/>
              </a:rPr>
              <a:t> </a:t>
            </a:r>
            <a:endParaRPr kumimoji="1" lang="ko-KR" altLang="en-US" sz="900">
              <a:solidFill>
                <a:srgbClr val="000000"/>
              </a:solidFill>
            </a:endParaRPr>
          </a:p>
          <a:p>
            <a:pPr fontAlgn="base" latinLnBrk="1">
              <a:lnSpc>
                <a:spcPct val="110000"/>
              </a:lnSpc>
              <a:spcBef>
                <a:spcPct val="0"/>
              </a:spcBef>
              <a:spcAft>
                <a:spcPct val="0"/>
              </a:spcAft>
              <a:defRPr/>
            </a:pPr>
            <a:r>
              <a:rPr kumimoji="1" lang="ko-KR" altLang="en-US" sz="900">
                <a:solidFill>
                  <a:srgbClr val="000000"/>
                </a:solidFill>
              </a:rPr>
              <a:t>④ </a:t>
            </a:r>
            <a:r>
              <a:rPr kumimoji="1" lang="ko-KR" altLang="en-US" sz="900">
                <a:solidFill>
                  <a:srgbClr val="000000"/>
                </a:solidFill>
                <a:latin typeface="바탕" pitchFamily="18" charset="-127"/>
              </a:rPr>
              <a:t>진공펌프</a:t>
            </a:r>
            <a:endParaRPr kumimoji="1" lang="ko-KR" altLang="en-US" sz="900">
              <a:solidFill>
                <a:srgbClr val="000000"/>
              </a:solidFill>
            </a:endParaRPr>
          </a:p>
        </p:txBody>
      </p:sp>
      <p:pic>
        <p:nvPicPr>
          <p:cNvPr id="17444" name="Picture 6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61029" y="6156327"/>
            <a:ext cx="828675" cy="742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445" name="Picture 6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41979" y="7261225"/>
            <a:ext cx="809625" cy="704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446" name="Rectangle 99"/>
          <p:cNvSpPr>
            <a:spLocks noChangeArrowheads="1"/>
          </p:cNvSpPr>
          <p:nvPr/>
        </p:nvSpPr>
        <p:spPr bwMode="auto">
          <a:xfrm>
            <a:off x="3429000" y="7010401"/>
            <a:ext cx="3201988"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14. </a:t>
            </a:r>
            <a:r>
              <a:rPr lang="ko-KR" altLang="en-US" sz="900">
                <a:solidFill>
                  <a:srgbClr val="000000"/>
                </a:solidFill>
              </a:rPr>
              <a:t>공압에서 사용하는 기호 중 그림의 기호는</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① 압력제한 밸브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② 시퀀스 밸브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③ 배기공이 있는 시퀀스 밸브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④ 배기공이 없는 압력조절 밸브 </a:t>
            </a:r>
          </a:p>
        </p:txBody>
      </p:sp>
      <p:sp>
        <p:nvSpPr>
          <p:cNvPr id="32"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67288073"/>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8435"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18436"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18437"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1843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18448" name="Rectangle 99"/>
          <p:cNvSpPr>
            <a:spLocks noChangeArrowheads="1"/>
          </p:cNvSpPr>
          <p:nvPr/>
        </p:nvSpPr>
        <p:spPr bwMode="auto">
          <a:xfrm>
            <a:off x="227016" y="1042988"/>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15. </a:t>
            </a:r>
            <a:r>
              <a:rPr lang="ko-KR" altLang="en-US" sz="900">
                <a:solidFill>
                  <a:srgbClr val="000000"/>
                </a:solidFill>
              </a:rPr>
              <a:t>방향제어 밸브의 포트 표시 중 작업라인은</a:t>
            </a:r>
            <a:r>
              <a:rPr lang="en-US" altLang="ko-KR" sz="900">
                <a:solidFill>
                  <a:srgbClr val="000000"/>
                </a:solidFill>
              </a:rPr>
              <a:t>? </a:t>
            </a:r>
          </a:p>
        </p:txBody>
      </p:sp>
      <p:sp>
        <p:nvSpPr>
          <p:cNvPr id="18449" name="Rectangle 99"/>
          <p:cNvSpPr>
            <a:spLocks noChangeArrowheads="1"/>
          </p:cNvSpPr>
          <p:nvPr/>
        </p:nvSpPr>
        <p:spPr bwMode="auto">
          <a:xfrm>
            <a:off x="3429000" y="1042988"/>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18. </a:t>
            </a:r>
            <a:r>
              <a:rPr lang="ko-KR" altLang="en-US" sz="900">
                <a:solidFill>
                  <a:srgbClr val="000000"/>
                </a:solidFill>
              </a:rPr>
              <a:t>다음 기호의 설명으로 틀린 것은</a:t>
            </a:r>
            <a:r>
              <a:rPr lang="en-US" altLang="ko-KR" sz="900">
                <a:solidFill>
                  <a:srgbClr val="000000"/>
                </a:solidFill>
              </a:rPr>
              <a:t>?          </a:t>
            </a:r>
            <a:endParaRPr lang="en-US" altLang="ko-KR" sz="900">
              <a:solidFill>
                <a:srgbClr val="FF0000"/>
              </a:solidFill>
            </a:endParaRPr>
          </a:p>
        </p:txBody>
      </p:sp>
      <p:grpSp>
        <p:nvGrpSpPr>
          <p:cNvPr id="18450" name="Group 59"/>
          <p:cNvGrpSpPr>
            <a:grpSpLocks/>
          </p:cNvGrpSpPr>
          <p:nvPr/>
        </p:nvGrpSpPr>
        <p:grpSpPr bwMode="auto">
          <a:xfrm>
            <a:off x="519115" y="1293818"/>
            <a:ext cx="2408237" cy="877889"/>
            <a:chOff x="409" y="1850"/>
            <a:chExt cx="1517" cy="553"/>
          </a:xfrm>
        </p:grpSpPr>
        <p:pic>
          <p:nvPicPr>
            <p:cNvPr id="18464" name="Picture 6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 y="1850"/>
              <a:ext cx="1490"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5" name="Rectangle 61"/>
            <p:cNvSpPr>
              <a:spLocks noChangeArrowheads="1"/>
            </p:cNvSpPr>
            <p:nvPr/>
          </p:nvSpPr>
          <p:spPr bwMode="auto">
            <a:xfrm>
              <a:off x="412" y="1945"/>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①</a:t>
              </a:r>
            </a:p>
          </p:txBody>
        </p:sp>
        <p:sp>
          <p:nvSpPr>
            <p:cNvPr id="18466" name="Rectangle 62"/>
            <p:cNvSpPr>
              <a:spLocks noChangeArrowheads="1"/>
            </p:cNvSpPr>
            <p:nvPr/>
          </p:nvSpPr>
          <p:spPr bwMode="auto">
            <a:xfrm>
              <a:off x="409" y="2047"/>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②</a:t>
              </a:r>
            </a:p>
          </p:txBody>
        </p:sp>
        <p:sp>
          <p:nvSpPr>
            <p:cNvPr id="18467" name="Rectangle 63"/>
            <p:cNvSpPr>
              <a:spLocks noChangeArrowheads="1"/>
            </p:cNvSpPr>
            <p:nvPr/>
          </p:nvSpPr>
          <p:spPr bwMode="auto">
            <a:xfrm>
              <a:off x="412" y="2154"/>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③</a:t>
              </a:r>
            </a:p>
          </p:txBody>
        </p:sp>
        <p:sp>
          <p:nvSpPr>
            <p:cNvPr id="18468" name="Rectangle 64"/>
            <p:cNvSpPr>
              <a:spLocks noChangeArrowheads="1"/>
            </p:cNvSpPr>
            <p:nvPr/>
          </p:nvSpPr>
          <p:spPr bwMode="auto">
            <a:xfrm>
              <a:off x="409" y="2258"/>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④</a:t>
              </a:r>
            </a:p>
          </p:txBody>
        </p:sp>
        <p:sp>
          <p:nvSpPr>
            <p:cNvPr id="18469" name="Line 65"/>
            <p:cNvSpPr>
              <a:spLocks noChangeShapeType="1"/>
            </p:cNvSpPr>
            <p:nvPr/>
          </p:nvSpPr>
          <p:spPr bwMode="auto">
            <a:xfrm>
              <a:off x="442" y="1854"/>
              <a:ext cx="0" cy="528"/>
            </a:xfrm>
            <a:prstGeom prst="line">
              <a:avLst/>
            </a:prstGeom>
            <a:noFill/>
            <a:ln w="19050">
              <a:solidFill>
                <a:schemeClr val="folHlink"/>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endParaRPr>
            </a:p>
          </p:txBody>
        </p:sp>
      </p:grpSp>
      <p:pic>
        <p:nvPicPr>
          <p:cNvPr id="18451" name="Picture 6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504" y="2555875"/>
            <a:ext cx="2219325"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452" name="Rectangle 99"/>
          <p:cNvSpPr>
            <a:spLocks noChangeArrowheads="1"/>
          </p:cNvSpPr>
          <p:nvPr/>
        </p:nvSpPr>
        <p:spPr bwMode="auto">
          <a:xfrm>
            <a:off x="227016" y="2339975"/>
            <a:ext cx="3201987"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16. </a:t>
            </a:r>
            <a:r>
              <a:rPr lang="ko-KR" altLang="en-US" sz="900">
                <a:solidFill>
                  <a:srgbClr val="000000"/>
                </a:solidFill>
              </a:rPr>
              <a:t>아래 그림은 포펫 구조 밸브이다</a:t>
            </a:r>
            <a:r>
              <a:rPr lang="en-US" altLang="ko-KR" sz="900">
                <a:solidFill>
                  <a:srgbClr val="000000"/>
                </a:solidFill>
              </a:rPr>
              <a:t>. </a:t>
            </a:r>
            <a:r>
              <a:rPr lang="ko-KR" altLang="en-US" sz="900">
                <a:solidFill>
                  <a:srgbClr val="000000"/>
                </a:solidFill>
              </a:rPr>
              <a:t>밸브의 종류는</a:t>
            </a:r>
            <a:r>
              <a:rPr lang="en-US" altLang="ko-KR" sz="900">
                <a:solidFill>
                  <a:srgbClr val="000000"/>
                </a:solidFill>
              </a:rPr>
              <a:t>?</a:t>
            </a:r>
            <a:r>
              <a:rPr lang="ko-KR" altLang="en-US" sz="900">
                <a:solidFill>
                  <a:srgbClr val="000000"/>
                </a:solidFill>
              </a:rPr>
              <a:t> </a:t>
            </a:r>
            <a:endParaRPr lang="en-US" altLang="ko-KR" sz="900">
              <a:solidFill>
                <a:srgbClr val="000000"/>
              </a:solidFill>
            </a:endParaRPr>
          </a:p>
        </p:txBody>
      </p:sp>
      <p:sp>
        <p:nvSpPr>
          <p:cNvPr id="18453" name="Rectangle 99"/>
          <p:cNvSpPr>
            <a:spLocks noChangeArrowheads="1"/>
          </p:cNvSpPr>
          <p:nvPr/>
        </p:nvSpPr>
        <p:spPr bwMode="auto">
          <a:xfrm>
            <a:off x="227016" y="5076827"/>
            <a:ext cx="320198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① 디스크형</a:t>
            </a:r>
            <a:r>
              <a:rPr lang="en-US" altLang="ko-KR" sz="900">
                <a:solidFill>
                  <a:srgbClr val="000000"/>
                </a:solidFill>
              </a:rPr>
              <a:t>  </a:t>
            </a:r>
          </a:p>
          <a:p>
            <a:pPr eaLnBrk="1" fontAlgn="base" latinLnBrk="1" hangingPunct="1">
              <a:spcBef>
                <a:spcPct val="0"/>
              </a:spcBef>
              <a:spcAft>
                <a:spcPct val="0"/>
              </a:spcAft>
            </a:pPr>
            <a:r>
              <a:rPr lang="ko-KR" altLang="en-US" sz="900">
                <a:solidFill>
                  <a:srgbClr val="000000"/>
                </a:solidFill>
              </a:rPr>
              <a:t>② </a:t>
            </a:r>
            <a:r>
              <a:rPr lang="en-US" altLang="ko-KR" sz="900">
                <a:solidFill>
                  <a:srgbClr val="000000"/>
                </a:solidFill>
              </a:rPr>
              <a:t>3/2- Way N/O </a:t>
            </a:r>
            <a:r>
              <a:rPr lang="ko-KR" altLang="en-US" sz="900">
                <a:solidFill>
                  <a:srgbClr val="000000"/>
                </a:solidFill>
              </a:rPr>
              <a:t>밸브</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③ </a:t>
            </a:r>
            <a:r>
              <a:rPr lang="en-US" altLang="ko-KR" sz="900">
                <a:solidFill>
                  <a:srgbClr val="000000"/>
                </a:solidFill>
              </a:rPr>
              <a:t>3/2- Way N/C </a:t>
            </a:r>
            <a:r>
              <a:rPr lang="ko-KR" altLang="en-US" sz="900">
                <a:solidFill>
                  <a:srgbClr val="000000"/>
                </a:solidFill>
              </a:rPr>
              <a:t>밸브 </a:t>
            </a:r>
            <a:r>
              <a:rPr lang="en-US" altLang="ko-KR" sz="900">
                <a:solidFill>
                  <a:srgbClr val="000000"/>
                </a:solidFill>
              </a:rPr>
              <a:t>(</a:t>
            </a:r>
            <a:r>
              <a:rPr lang="ko-KR" altLang="en-US" sz="900">
                <a:solidFill>
                  <a:srgbClr val="000000"/>
                </a:solidFill>
              </a:rPr>
              <a:t>공기작동형</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rPr>
              <a:t>④ </a:t>
            </a:r>
            <a:r>
              <a:rPr lang="en-US" altLang="ko-KR" sz="900">
                <a:solidFill>
                  <a:srgbClr val="000000"/>
                </a:solidFill>
              </a:rPr>
              <a:t>3/2- Way N/O </a:t>
            </a:r>
            <a:r>
              <a:rPr lang="ko-KR" altLang="en-US" sz="900">
                <a:solidFill>
                  <a:srgbClr val="000000"/>
                </a:solidFill>
              </a:rPr>
              <a:t>밸브 </a:t>
            </a:r>
            <a:r>
              <a:rPr lang="en-US" altLang="ko-KR" sz="900">
                <a:solidFill>
                  <a:srgbClr val="000000"/>
                </a:solidFill>
              </a:rPr>
              <a:t>(</a:t>
            </a:r>
            <a:r>
              <a:rPr lang="ko-KR" altLang="en-US" sz="900">
                <a:solidFill>
                  <a:srgbClr val="000000"/>
                </a:solidFill>
              </a:rPr>
              <a:t>공기작동형</a:t>
            </a:r>
            <a:r>
              <a:rPr lang="en-US" altLang="ko-KR" sz="900">
                <a:solidFill>
                  <a:srgbClr val="000000"/>
                </a:solidFill>
              </a:rPr>
              <a:t>)</a:t>
            </a:r>
          </a:p>
        </p:txBody>
      </p:sp>
      <p:sp>
        <p:nvSpPr>
          <p:cNvPr id="18454" name="Rectangle 99"/>
          <p:cNvSpPr>
            <a:spLocks noChangeArrowheads="1"/>
          </p:cNvSpPr>
          <p:nvPr/>
        </p:nvSpPr>
        <p:spPr bwMode="auto">
          <a:xfrm>
            <a:off x="227016" y="6011862"/>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17. </a:t>
            </a:r>
            <a:r>
              <a:rPr lang="ko-KR" altLang="en-US" sz="900">
                <a:solidFill>
                  <a:srgbClr val="000000"/>
                </a:solidFill>
              </a:rPr>
              <a:t>아래 방향제어 밸브의 공압기호인데 짧은 선분을</a:t>
            </a:r>
          </a:p>
          <a:p>
            <a:pPr eaLnBrk="1" fontAlgn="base" latinLnBrk="1" hangingPunct="1">
              <a:spcBef>
                <a:spcPct val="0"/>
              </a:spcBef>
              <a:spcAft>
                <a:spcPct val="0"/>
              </a:spcAft>
            </a:pPr>
            <a:r>
              <a:rPr lang="ko-KR" altLang="en-US" sz="900">
                <a:solidFill>
                  <a:srgbClr val="000000"/>
                </a:solidFill>
              </a:rPr>
              <a:t>     바르게 설명한 것은</a:t>
            </a:r>
            <a:r>
              <a:rPr lang="en-US" altLang="ko-KR" sz="900">
                <a:solidFill>
                  <a:srgbClr val="000000"/>
                </a:solidFill>
              </a:rPr>
              <a:t>? </a:t>
            </a:r>
            <a:endParaRPr lang="en-US" altLang="ko-KR" sz="900">
              <a:solidFill>
                <a:srgbClr val="FF0000"/>
              </a:solidFill>
            </a:endParaRPr>
          </a:p>
        </p:txBody>
      </p:sp>
      <p:pic>
        <p:nvPicPr>
          <p:cNvPr id="18455" name="Picture 6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9429" y="6381750"/>
            <a:ext cx="676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Rectangle 99"/>
          <p:cNvSpPr>
            <a:spLocks noChangeArrowheads="1"/>
          </p:cNvSpPr>
          <p:nvPr/>
        </p:nvSpPr>
        <p:spPr bwMode="auto">
          <a:xfrm>
            <a:off x="227016" y="6948488"/>
            <a:ext cx="320198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밸브의 초기위치                ② 밸브의 포트 수</a:t>
            </a:r>
          </a:p>
          <a:p>
            <a:pPr eaLnBrk="1" fontAlgn="base" latinLnBrk="1" hangingPunct="1">
              <a:spcBef>
                <a:spcPct val="0"/>
              </a:spcBef>
              <a:spcAft>
                <a:spcPct val="0"/>
              </a:spcAft>
            </a:pPr>
            <a:r>
              <a:rPr lang="ko-KR" altLang="en-US" sz="900">
                <a:solidFill>
                  <a:srgbClr val="000000"/>
                </a:solidFill>
              </a:rPr>
              <a:t>③ 밸브의 스위칭 수               ④ 밸브의 유체흐름 차단</a:t>
            </a:r>
          </a:p>
        </p:txBody>
      </p:sp>
      <p:pic>
        <p:nvPicPr>
          <p:cNvPr id="18457" name="Picture 21"/>
          <p:cNvPicPr>
            <a:picLocks noChangeAspect="1" noChangeArrowheads="1"/>
          </p:cNvPicPr>
          <p:nvPr/>
        </p:nvPicPr>
        <p:blipFill>
          <a:blip r:embed="rId6">
            <a:extLst>
              <a:ext uri="{28A0092B-C50C-407E-A947-70E740481C1C}">
                <a14:useLocalDpi xmlns:a14="http://schemas.microsoft.com/office/drawing/2010/main" val="0"/>
              </a:ext>
            </a:extLst>
          </a:blip>
          <a:srcRect l="63750" t="30832" r="16875" b="60834"/>
          <a:stretch>
            <a:fillRect/>
          </a:stretch>
        </p:blipFill>
        <p:spPr bwMode="auto">
          <a:xfrm>
            <a:off x="3784604" y="1308102"/>
            <a:ext cx="1876425" cy="6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8" name="Rectangle 99"/>
          <p:cNvSpPr>
            <a:spLocks noChangeArrowheads="1"/>
          </p:cNvSpPr>
          <p:nvPr/>
        </p:nvSpPr>
        <p:spPr bwMode="auto">
          <a:xfrm>
            <a:off x="3429000" y="1908177"/>
            <a:ext cx="320198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① </a:t>
            </a:r>
            <a:r>
              <a:rPr lang="ko-KR" altLang="en-US" sz="900">
                <a:solidFill>
                  <a:srgbClr val="000000"/>
                </a:solidFill>
              </a:rPr>
              <a:t>직접 작동형 밸브이다</a:t>
            </a:r>
          </a:p>
          <a:p>
            <a:pPr eaLnBrk="1" fontAlgn="base" latinLnBrk="1" hangingPunct="1">
              <a:spcBef>
                <a:spcPct val="0"/>
              </a:spcBef>
              <a:spcAft>
                <a:spcPct val="0"/>
              </a:spcAft>
            </a:pPr>
            <a:r>
              <a:rPr lang="ko-KR" altLang="en-US" sz="900">
                <a:solidFill>
                  <a:srgbClr val="000000"/>
                </a:solidFill>
              </a:rPr>
              <a:t>② 메모리 특성을 가진 밸브이다</a:t>
            </a:r>
          </a:p>
          <a:p>
            <a:pPr eaLnBrk="1" fontAlgn="base" latinLnBrk="1" hangingPunct="1">
              <a:spcBef>
                <a:spcPct val="0"/>
              </a:spcBef>
              <a:spcAft>
                <a:spcPct val="0"/>
              </a:spcAft>
            </a:pPr>
            <a:r>
              <a:rPr lang="ko-KR" altLang="en-US" sz="900">
                <a:solidFill>
                  <a:srgbClr val="000000"/>
                </a:solidFill>
              </a:rPr>
              <a:t>③ 수동조작 스위치가 있는 밸브이다</a:t>
            </a:r>
          </a:p>
          <a:p>
            <a:pPr eaLnBrk="1" fontAlgn="base" latinLnBrk="1" hangingPunct="1">
              <a:spcBef>
                <a:spcPct val="0"/>
              </a:spcBef>
              <a:spcAft>
                <a:spcPct val="0"/>
              </a:spcAft>
            </a:pPr>
            <a:r>
              <a:rPr lang="ko-KR" altLang="en-US" sz="900">
                <a:solidFill>
                  <a:srgbClr val="000000"/>
                </a:solidFill>
              </a:rPr>
              <a:t>④ </a:t>
            </a:r>
            <a:r>
              <a:rPr lang="en-US" altLang="ko-KR" sz="900">
                <a:solidFill>
                  <a:srgbClr val="000000"/>
                </a:solidFill>
              </a:rPr>
              <a:t>5</a:t>
            </a:r>
            <a:r>
              <a:rPr lang="ko-KR" altLang="en-US" sz="900">
                <a:solidFill>
                  <a:srgbClr val="000000"/>
                </a:solidFill>
              </a:rPr>
              <a:t>포트 </a:t>
            </a:r>
            <a:r>
              <a:rPr lang="en-US" altLang="ko-KR" sz="900">
                <a:solidFill>
                  <a:srgbClr val="000000"/>
                </a:solidFill>
              </a:rPr>
              <a:t>2</a:t>
            </a:r>
            <a:r>
              <a:rPr lang="ko-KR" altLang="en-US" sz="900">
                <a:solidFill>
                  <a:srgbClr val="000000"/>
                </a:solidFill>
              </a:rPr>
              <a:t>위치 전자밸브이다</a:t>
            </a:r>
          </a:p>
        </p:txBody>
      </p:sp>
      <p:sp>
        <p:nvSpPr>
          <p:cNvPr id="18459" name="Rectangle 99"/>
          <p:cNvSpPr>
            <a:spLocks noChangeArrowheads="1"/>
          </p:cNvSpPr>
          <p:nvPr/>
        </p:nvSpPr>
        <p:spPr bwMode="auto">
          <a:xfrm>
            <a:off x="3429000" y="2700339"/>
            <a:ext cx="320198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19. </a:t>
            </a:r>
            <a:r>
              <a:rPr lang="ko-KR" altLang="en-US" sz="900">
                <a:solidFill>
                  <a:srgbClr val="000000"/>
                </a:solidFill>
              </a:rPr>
              <a:t>다음이 설명하는 타이머의 종류는 무엇인가</a:t>
            </a:r>
            <a:r>
              <a:rPr lang="en-US" altLang="ko-KR" sz="900">
                <a:solidFill>
                  <a:srgbClr val="000000"/>
                </a:solidFill>
              </a:rPr>
              <a:t>?</a:t>
            </a:r>
          </a:p>
        </p:txBody>
      </p:sp>
      <p:sp>
        <p:nvSpPr>
          <p:cNvPr id="18460" name="Rectangle 136"/>
          <p:cNvSpPr>
            <a:spLocks noChangeArrowheads="1"/>
          </p:cNvSpPr>
          <p:nvPr/>
        </p:nvSpPr>
        <p:spPr bwMode="auto">
          <a:xfrm>
            <a:off x="3462342" y="2930527"/>
            <a:ext cx="2954337" cy="7651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800">
                <a:solidFill>
                  <a:srgbClr val="000000"/>
                </a:solidFill>
              </a:rPr>
              <a:t>전원 주파수에 동기되어 회전하는 모터가 감속기와 결합되어 </a:t>
            </a:r>
            <a:endParaRPr lang="en-US" altLang="ko-KR" sz="800">
              <a:solidFill>
                <a:srgbClr val="000000"/>
              </a:solidFill>
            </a:endParaRPr>
          </a:p>
          <a:p>
            <a:pPr eaLnBrk="1" fontAlgn="base" latinLnBrk="1" hangingPunct="1">
              <a:spcBef>
                <a:spcPct val="0"/>
              </a:spcBef>
              <a:spcAft>
                <a:spcPct val="0"/>
              </a:spcAft>
            </a:pPr>
            <a:r>
              <a:rPr lang="ko-KR" altLang="en-US" sz="800">
                <a:solidFill>
                  <a:srgbClr val="000000"/>
                </a:solidFill>
              </a:rPr>
              <a:t>시간을 만들어내는 원리로</a:t>
            </a:r>
            <a:r>
              <a:rPr lang="en-US" altLang="ko-KR" sz="800">
                <a:solidFill>
                  <a:srgbClr val="000000"/>
                </a:solidFill>
              </a:rPr>
              <a:t>,</a:t>
            </a:r>
            <a:r>
              <a:rPr lang="ko-KR" altLang="en-US" sz="800">
                <a:solidFill>
                  <a:srgbClr val="000000"/>
                </a:solidFill>
              </a:rPr>
              <a:t>타이머에 전원을 인가하면 전자석의</a:t>
            </a:r>
            <a:endParaRPr lang="en-US" altLang="ko-KR" sz="800">
              <a:solidFill>
                <a:srgbClr val="000000"/>
              </a:solidFill>
            </a:endParaRPr>
          </a:p>
          <a:p>
            <a:pPr eaLnBrk="1" fontAlgn="base" latinLnBrk="1" hangingPunct="1">
              <a:spcBef>
                <a:spcPct val="0"/>
              </a:spcBef>
              <a:spcAft>
                <a:spcPct val="0"/>
              </a:spcAft>
            </a:pPr>
            <a:r>
              <a:rPr lang="ko-KR" altLang="en-US" sz="800">
                <a:solidFill>
                  <a:srgbClr val="000000"/>
                </a:solidFill>
              </a:rPr>
              <a:t>흡인 동작에 의해 크러치가 결합되어 클러치 다음 단의 캠이 </a:t>
            </a:r>
            <a:endParaRPr lang="en-US" altLang="ko-KR" sz="800">
              <a:solidFill>
                <a:srgbClr val="000000"/>
              </a:solidFill>
            </a:endParaRPr>
          </a:p>
          <a:p>
            <a:pPr eaLnBrk="1" fontAlgn="base" latinLnBrk="1" hangingPunct="1">
              <a:spcBef>
                <a:spcPct val="0"/>
              </a:spcBef>
              <a:spcAft>
                <a:spcPct val="0"/>
              </a:spcAft>
            </a:pPr>
            <a:r>
              <a:rPr lang="ko-KR" altLang="en-US" sz="800">
                <a:solidFill>
                  <a:srgbClr val="000000"/>
                </a:solidFill>
              </a:rPr>
              <a:t>회전하면서 접점을 동작시키는 구조로서 주로 장시간 설정용에 </a:t>
            </a:r>
            <a:endParaRPr lang="en-US" altLang="ko-KR" sz="800">
              <a:solidFill>
                <a:srgbClr val="000000"/>
              </a:solidFill>
            </a:endParaRPr>
          </a:p>
          <a:p>
            <a:pPr eaLnBrk="1" fontAlgn="base" latinLnBrk="1" hangingPunct="1">
              <a:spcBef>
                <a:spcPct val="0"/>
              </a:spcBef>
              <a:spcAft>
                <a:spcPct val="0"/>
              </a:spcAft>
            </a:pPr>
            <a:r>
              <a:rPr lang="ko-KR" altLang="en-US" sz="800">
                <a:solidFill>
                  <a:srgbClr val="000000"/>
                </a:solidFill>
              </a:rPr>
              <a:t>사용된다</a:t>
            </a:r>
            <a:r>
              <a:rPr lang="en-US" altLang="ko-KR" sz="800">
                <a:solidFill>
                  <a:srgbClr val="000000"/>
                </a:solidFill>
              </a:rPr>
              <a:t>.</a:t>
            </a:r>
            <a:endParaRPr lang="ko-KR" altLang="en-US" sz="800">
              <a:solidFill>
                <a:srgbClr val="000000"/>
              </a:solidFill>
            </a:endParaRPr>
          </a:p>
        </p:txBody>
      </p:sp>
      <p:sp>
        <p:nvSpPr>
          <p:cNvPr id="18461" name="Rectangle 99"/>
          <p:cNvSpPr>
            <a:spLocks noChangeArrowheads="1"/>
          </p:cNvSpPr>
          <p:nvPr/>
        </p:nvSpPr>
        <p:spPr bwMode="auto">
          <a:xfrm>
            <a:off x="3429000" y="3775077"/>
            <a:ext cx="320198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① 전자식 타이머</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② 모터식 타이머</a:t>
            </a:r>
          </a:p>
          <a:p>
            <a:pPr eaLnBrk="1" fontAlgn="base" latinLnBrk="1" hangingPunct="1">
              <a:spcBef>
                <a:spcPct val="0"/>
              </a:spcBef>
              <a:spcAft>
                <a:spcPct val="0"/>
              </a:spcAft>
            </a:pPr>
            <a:r>
              <a:rPr lang="ko-KR" altLang="en-US" sz="900">
                <a:solidFill>
                  <a:srgbClr val="000000"/>
                </a:solidFill>
              </a:rPr>
              <a:t>③ 계수식 타이머</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rPr>
              <a:t>④ 공기식 타이머</a:t>
            </a:r>
          </a:p>
        </p:txBody>
      </p:sp>
      <p:sp>
        <p:nvSpPr>
          <p:cNvPr id="18462" name="Rectangle 99"/>
          <p:cNvSpPr>
            <a:spLocks noChangeArrowheads="1"/>
          </p:cNvSpPr>
          <p:nvPr/>
        </p:nvSpPr>
        <p:spPr bwMode="auto">
          <a:xfrm>
            <a:off x="3429000" y="4729164"/>
            <a:ext cx="3201988"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rPr>
              <a:t>20. </a:t>
            </a:r>
            <a:r>
              <a:rPr lang="ko-KR" altLang="en-US" sz="900">
                <a:solidFill>
                  <a:srgbClr val="000000"/>
                </a:solidFill>
              </a:rPr>
              <a:t>다음 공압 기호의 설명으로 틀린 것은</a:t>
            </a:r>
            <a:r>
              <a:rPr lang="en-US" altLang="ko-KR" sz="900">
                <a:solidFill>
                  <a:srgbClr val="000000"/>
                </a:solidFill>
              </a:rPr>
              <a:t>?</a:t>
            </a:r>
          </a:p>
          <a:p>
            <a:pPr eaLnBrk="1" fontAlgn="base" latinLnBrk="1" hangingPunct="1">
              <a:spcBef>
                <a:spcPct val="0"/>
              </a:spcBef>
              <a:spcAft>
                <a:spcPct val="0"/>
              </a:spcAft>
            </a:pP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① 3</a:t>
            </a:r>
            <a:r>
              <a:rPr lang="ko-KR" altLang="en-US" sz="900">
                <a:solidFill>
                  <a:srgbClr val="000000"/>
                </a:solidFill>
              </a:rPr>
              <a:t>포트 </a:t>
            </a:r>
            <a:r>
              <a:rPr lang="en-US" altLang="ko-KR" sz="900">
                <a:solidFill>
                  <a:srgbClr val="000000"/>
                </a:solidFill>
              </a:rPr>
              <a:t>2</a:t>
            </a:r>
            <a:r>
              <a:rPr lang="ko-KR" altLang="en-US" sz="900">
                <a:solidFill>
                  <a:srgbClr val="000000"/>
                </a:solidFill>
              </a:rPr>
              <a:t>위치 밸브           </a:t>
            </a:r>
          </a:p>
          <a:p>
            <a:pPr eaLnBrk="1" fontAlgn="base" latinLnBrk="1" hangingPunct="1">
              <a:spcBef>
                <a:spcPct val="0"/>
              </a:spcBef>
              <a:spcAft>
                <a:spcPct val="0"/>
              </a:spcAft>
            </a:pPr>
            <a:r>
              <a:rPr lang="ko-KR" altLang="en-US" sz="900">
                <a:solidFill>
                  <a:srgbClr val="000000"/>
                </a:solidFill>
              </a:rPr>
              <a:t> ② 스프링에 의한 자동 복귀형</a:t>
            </a:r>
          </a:p>
          <a:p>
            <a:pPr eaLnBrk="1" fontAlgn="base" latinLnBrk="1" hangingPunct="1">
              <a:spcBef>
                <a:spcPct val="0"/>
              </a:spcBef>
              <a:spcAft>
                <a:spcPct val="0"/>
              </a:spcAft>
            </a:pPr>
            <a:r>
              <a:rPr lang="ko-KR" altLang="en-US" sz="900">
                <a:solidFill>
                  <a:srgbClr val="000000"/>
                </a:solidFill>
              </a:rPr>
              <a:t> ③ 전자방식의 밸브       </a:t>
            </a:r>
          </a:p>
          <a:p>
            <a:pPr eaLnBrk="1" fontAlgn="base" latinLnBrk="1" hangingPunct="1">
              <a:spcBef>
                <a:spcPct val="0"/>
              </a:spcBef>
              <a:spcAft>
                <a:spcPct val="0"/>
              </a:spcAft>
            </a:pPr>
            <a:r>
              <a:rPr lang="ko-KR" altLang="en-US" sz="900">
                <a:solidFill>
                  <a:srgbClr val="000000"/>
                </a:solidFill>
              </a:rPr>
              <a:t> ④ 정상상태 닫힘형 밸브</a:t>
            </a:r>
          </a:p>
          <a:p>
            <a:pPr eaLnBrk="1" fontAlgn="base" latinLnBrk="1" hangingPunct="1">
              <a:spcBef>
                <a:spcPct val="0"/>
              </a:spcBef>
              <a:spcAft>
                <a:spcPct val="0"/>
              </a:spcAft>
            </a:pPr>
            <a:endParaRPr lang="en-US" altLang="ko-KR" sz="900">
              <a:solidFill>
                <a:srgbClr val="000000"/>
              </a:solidFill>
            </a:endParaRPr>
          </a:p>
        </p:txBody>
      </p:sp>
      <p:pic>
        <p:nvPicPr>
          <p:cNvPr id="18463" name="Picture 1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43550" y="4995865"/>
            <a:ext cx="10096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31"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47447910"/>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19459"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9" name="Group 83"/>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80" name="Group 84"/>
          <p:cNvGraphicFramePr>
            <a:graphicFrameLocks noGrp="1"/>
          </p:cNvGraphicFramePr>
          <p:nvPr/>
        </p:nvGraphicFramePr>
        <p:xfrm>
          <a:off x="3735392" y="1673225"/>
          <a:ext cx="1781175" cy="4455524"/>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78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9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6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80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18766601"/>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0483"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0484"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0485"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048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0496" name="Text Box 36"/>
          <p:cNvSpPr txBox="1">
            <a:spLocks noChangeArrowheads="1"/>
          </p:cNvSpPr>
          <p:nvPr/>
        </p:nvSpPr>
        <p:spPr bwMode="auto">
          <a:xfrm>
            <a:off x="333379" y="1046165"/>
            <a:ext cx="309562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압력 공급원의 공압 기호로 올바른 것은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②</a:t>
            </a:r>
          </a:p>
          <a:p>
            <a:pPr eaLnBrk="1" fontAlgn="base" latinLnBrk="1" hangingPunct="1">
              <a:spcBef>
                <a:spcPct val="0"/>
              </a:spcBef>
              <a:spcAft>
                <a:spcPct val="0"/>
              </a:spcAft>
              <a:buFontTx/>
              <a:buChar char="•"/>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buFontTx/>
              <a:buChar char="•"/>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buFontTx/>
              <a:buChar char="•"/>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④</a:t>
            </a:r>
          </a:p>
        </p:txBody>
      </p:sp>
      <p:pic>
        <p:nvPicPr>
          <p:cNvPr id="2049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7713" y="2014540"/>
            <a:ext cx="59055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8"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242" y="1466850"/>
            <a:ext cx="67627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9" name="Picture 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6275" y="1438277"/>
            <a:ext cx="723900"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0"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238" y="1971677"/>
            <a:ext cx="781050"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01" name="Rectangle 42"/>
          <p:cNvSpPr>
            <a:spLocks noChangeArrowheads="1"/>
          </p:cNvSpPr>
          <p:nvPr/>
        </p:nvSpPr>
        <p:spPr bwMode="auto">
          <a:xfrm>
            <a:off x="341313" y="2374900"/>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다음 중 공압 기술의 장점이 아닌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힘의 증폭이 용이하다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취급이 간단하다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인화의 위험이 없다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정밀한 속도 제어가 가능하다</a:t>
            </a:r>
            <a:r>
              <a:rPr lang="en-US" altLang="ko-KR" sz="900">
                <a:solidFill>
                  <a:srgbClr val="000000"/>
                </a:solidFill>
                <a:latin typeface="돋움" pitchFamily="50" charset="-127"/>
                <a:ea typeface="돋움" pitchFamily="50" charset="-127"/>
              </a:rPr>
              <a:t>.</a:t>
            </a:r>
          </a:p>
        </p:txBody>
      </p:sp>
      <p:sp>
        <p:nvSpPr>
          <p:cNvPr id="20502" name="Rectangle 42"/>
          <p:cNvSpPr>
            <a:spLocks noChangeArrowheads="1"/>
          </p:cNvSpPr>
          <p:nvPr/>
        </p:nvSpPr>
        <p:spPr bwMode="auto">
          <a:xfrm>
            <a:off x="341313" y="3419476"/>
            <a:ext cx="34290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릴레이의 기능중 틀린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분기 기능</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증폭 기능</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경보 기능</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출력 기능</a:t>
            </a:r>
          </a:p>
        </p:txBody>
      </p:sp>
      <p:sp>
        <p:nvSpPr>
          <p:cNvPr id="20503" name="Rectangle 42"/>
          <p:cNvSpPr>
            <a:spLocks noChangeArrowheads="1"/>
          </p:cNvSpPr>
          <p:nvPr/>
        </p:nvSpPr>
        <p:spPr bwMode="auto">
          <a:xfrm>
            <a:off x="341313" y="4524375"/>
            <a:ext cx="342900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a:t>
            </a:r>
            <a:r>
              <a:rPr lang="ko-KR" altLang="en-US" sz="900">
                <a:solidFill>
                  <a:srgbClr val="000000"/>
                </a:solidFill>
                <a:latin typeface="돋움" pitchFamily="50" charset="-127"/>
                <a:ea typeface="돋움" pitchFamily="50" charset="-127"/>
              </a:rPr>
              <a:t>이젝터의 특징 중 틀린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다른 진공펌프에 비해 수십분의 </a:t>
            </a: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정도의 소형</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진공 발생부에는 가동부가 있고 고수명</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맥동이 없고 응답성이 좋으므로 진공 탱크가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불필요하고</a:t>
            </a:r>
            <a:r>
              <a:rPr lang="en-US" altLang="ko-KR" sz="900">
                <a:solidFill>
                  <a:srgbClr val="000000"/>
                </a:solidFill>
                <a:latin typeface="돋움" pitchFamily="50" charset="-127"/>
                <a:ea typeface="돋움" pitchFamily="50" charset="-127"/>
              </a:rPr>
              <a:t>, ON-OFF</a:t>
            </a:r>
            <a:r>
              <a:rPr lang="ko-KR" altLang="en-US" sz="900">
                <a:solidFill>
                  <a:srgbClr val="000000"/>
                </a:solidFill>
                <a:latin typeface="돋움" pitchFamily="50" charset="-127"/>
                <a:ea typeface="돋움" pitchFamily="50" charset="-127"/>
              </a:rPr>
              <a:t>를 반복할 경우에 적당하다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실용 범위에서의 진공도는 공급 압력에 거의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비례하므로 세밀한 제어가 가능</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20504" name="Text Box 8"/>
          <p:cNvSpPr txBox="1">
            <a:spLocks noChangeArrowheads="1"/>
          </p:cNvSpPr>
          <p:nvPr/>
        </p:nvSpPr>
        <p:spPr bwMode="auto">
          <a:xfrm>
            <a:off x="3457579" y="984252"/>
            <a:ext cx="3095625"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다음 방향제어 밸브의 공압 기호로 맞는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②</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④</a:t>
            </a:r>
          </a:p>
        </p:txBody>
      </p:sp>
      <p:pic>
        <p:nvPicPr>
          <p:cNvPr id="20505" name="Picture 9"/>
          <p:cNvPicPr>
            <a:picLocks noChangeAspect="1" noChangeArrowheads="1"/>
          </p:cNvPicPr>
          <p:nvPr/>
        </p:nvPicPr>
        <p:blipFill>
          <a:blip r:embed="rId7">
            <a:extLst>
              <a:ext uri="{28A0092B-C50C-407E-A947-70E740481C1C}">
                <a14:useLocalDpi xmlns:a14="http://schemas.microsoft.com/office/drawing/2010/main" val="0"/>
              </a:ext>
            </a:extLst>
          </a:blip>
          <a:srcRect l="24219" t="40608" r="60429" b="43880"/>
          <a:stretch>
            <a:fillRect/>
          </a:stretch>
        </p:blipFill>
        <p:spPr bwMode="auto">
          <a:xfrm>
            <a:off x="4176717" y="1204913"/>
            <a:ext cx="1512887" cy="93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6" name="Picture 10"/>
          <p:cNvPicPr>
            <a:picLocks noChangeAspect="1" noChangeArrowheads="1"/>
          </p:cNvPicPr>
          <p:nvPr/>
        </p:nvPicPr>
        <p:blipFill>
          <a:blip r:embed="rId7">
            <a:extLst>
              <a:ext uri="{28A0092B-C50C-407E-A947-70E740481C1C}">
                <a14:useLocalDpi xmlns:a14="http://schemas.microsoft.com/office/drawing/2010/main" val="0"/>
              </a:ext>
            </a:extLst>
          </a:blip>
          <a:srcRect l="60834" t="44287" r="24986" b="46843"/>
          <a:stretch>
            <a:fillRect/>
          </a:stretch>
        </p:blipFill>
        <p:spPr bwMode="auto">
          <a:xfrm>
            <a:off x="3746500" y="2711450"/>
            <a:ext cx="1079500" cy="53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7" name="Picture 13"/>
          <p:cNvPicPr>
            <a:picLocks noChangeAspect="1" noChangeArrowheads="1"/>
          </p:cNvPicPr>
          <p:nvPr/>
        </p:nvPicPr>
        <p:blipFill>
          <a:blip r:embed="rId8">
            <a:extLst>
              <a:ext uri="{28A0092B-C50C-407E-A947-70E740481C1C}">
                <a14:useLocalDpi xmlns:a14="http://schemas.microsoft.com/office/drawing/2010/main" val="0"/>
              </a:ext>
            </a:extLst>
          </a:blip>
          <a:srcRect l="77147" t="4941" r="3831" b="68022"/>
          <a:stretch>
            <a:fillRect/>
          </a:stretch>
        </p:blipFill>
        <p:spPr bwMode="auto">
          <a:xfrm>
            <a:off x="3744917" y="2063750"/>
            <a:ext cx="115252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0508" name="Picture 78"/>
          <p:cNvPicPr>
            <a:picLocks noChangeAspect="1" noChangeArrowheads="1"/>
          </p:cNvPicPr>
          <p:nvPr/>
        </p:nvPicPr>
        <p:blipFill>
          <a:blip r:embed="rId9">
            <a:extLst>
              <a:ext uri="{28A0092B-C50C-407E-A947-70E740481C1C}">
                <a14:useLocalDpi xmlns:a14="http://schemas.microsoft.com/office/drawing/2010/main" val="0"/>
              </a:ext>
            </a:extLst>
          </a:blip>
          <a:srcRect l="63750" t="30832" r="16875" b="60834"/>
          <a:stretch>
            <a:fillRect/>
          </a:stretch>
        </p:blipFill>
        <p:spPr bwMode="auto">
          <a:xfrm>
            <a:off x="5191129" y="2738438"/>
            <a:ext cx="1323975" cy="512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09" name="Rectangle 42"/>
          <p:cNvSpPr>
            <a:spLocks noChangeArrowheads="1"/>
          </p:cNvSpPr>
          <p:nvPr/>
        </p:nvSpPr>
        <p:spPr bwMode="auto">
          <a:xfrm>
            <a:off x="3457575" y="3419476"/>
            <a:ext cx="3429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a:t>
            </a:r>
            <a:r>
              <a:rPr lang="ko-KR" altLang="en-US" sz="900">
                <a:solidFill>
                  <a:srgbClr val="000000"/>
                </a:solidFill>
                <a:latin typeface="돋움" pitchFamily="50" charset="-127"/>
                <a:ea typeface="돋움" pitchFamily="50" charset="-127"/>
              </a:rPr>
              <a:t> 진공 이젝터 시스템에서 밸브의 역할은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endParaRPr lang="ko-KR" altLang="en-US" sz="900">
              <a:solidFill>
                <a:srgbClr val="000000"/>
              </a:solidFill>
              <a:latin typeface="돋움" pitchFamily="50" charset="-127"/>
              <a:ea typeface="돋움" pitchFamily="50" charset="-127"/>
            </a:endParaRPr>
          </a:p>
        </p:txBody>
      </p:sp>
      <p:pic>
        <p:nvPicPr>
          <p:cNvPr id="20510" name="Picture 8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13150" y="3694115"/>
            <a:ext cx="2566988" cy="2030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11" name="Rectangle 83"/>
          <p:cNvSpPr>
            <a:spLocks noChangeArrowheads="1"/>
          </p:cNvSpPr>
          <p:nvPr/>
        </p:nvSpPr>
        <p:spPr bwMode="auto">
          <a:xfrm>
            <a:off x="5329238" y="4540252"/>
            <a:ext cx="538162" cy="15081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sp>
        <p:nvSpPr>
          <p:cNvPr id="20512" name="Rectangle 84"/>
          <p:cNvSpPr>
            <a:spLocks noChangeArrowheads="1"/>
          </p:cNvSpPr>
          <p:nvPr/>
        </p:nvSpPr>
        <p:spPr bwMode="auto">
          <a:xfrm>
            <a:off x="3687767" y="4697413"/>
            <a:ext cx="573087" cy="1698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latinLnBrk="1" hangingPunct="1">
              <a:spcBef>
                <a:spcPct val="0"/>
              </a:spcBef>
              <a:spcAft>
                <a:spcPct val="0"/>
              </a:spcAft>
            </a:pPr>
            <a:r>
              <a:rPr lang="en-US" altLang="ko-KR">
                <a:solidFill>
                  <a:srgbClr val="000000"/>
                </a:solidFill>
              </a:rPr>
              <a:t>???</a:t>
            </a:r>
          </a:p>
        </p:txBody>
      </p:sp>
      <p:sp>
        <p:nvSpPr>
          <p:cNvPr id="20513" name="Rectangle 87"/>
          <p:cNvSpPr>
            <a:spLocks noChangeArrowheads="1"/>
          </p:cNvSpPr>
          <p:nvPr/>
        </p:nvSpPr>
        <p:spPr bwMode="auto">
          <a:xfrm>
            <a:off x="3784604" y="4502152"/>
            <a:ext cx="538163" cy="15081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ko-KR" altLang="en-US">
              <a:solidFill>
                <a:srgbClr val="000000"/>
              </a:solidFill>
            </a:endParaRPr>
          </a:p>
        </p:txBody>
      </p:sp>
      <p:sp>
        <p:nvSpPr>
          <p:cNvPr id="20514" name="Rectangle 42"/>
          <p:cNvSpPr>
            <a:spLocks noChangeArrowheads="1"/>
          </p:cNvSpPr>
          <p:nvPr/>
        </p:nvSpPr>
        <p:spPr bwMode="auto">
          <a:xfrm>
            <a:off x="3429000" y="5651502"/>
            <a:ext cx="34290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진공 전환 밸브</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진공 파기 밸브</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진공 흡착 밸브</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진공 탈착 밸브</a:t>
            </a:r>
          </a:p>
        </p:txBody>
      </p:sp>
      <p:sp>
        <p:nvSpPr>
          <p:cNvPr id="20515" name="Line 86"/>
          <p:cNvSpPr>
            <a:spLocks noChangeShapeType="1"/>
          </p:cNvSpPr>
          <p:nvPr/>
        </p:nvSpPr>
        <p:spPr bwMode="auto">
          <a:xfrm flipH="1">
            <a:off x="4176713" y="4559302"/>
            <a:ext cx="298450" cy="1508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latinLnBrk="1">
              <a:spcBef>
                <a:spcPct val="0"/>
              </a:spcBef>
              <a:spcAft>
                <a:spcPct val="0"/>
              </a:spcAft>
            </a:pPr>
            <a:endParaRPr kumimoji="1" lang="en-US">
              <a:solidFill>
                <a:srgbClr val="000000"/>
              </a:solidFill>
            </a:endParaRPr>
          </a:p>
        </p:txBody>
      </p:sp>
      <p:sp>
        <p:nvSpPr>
          <p:cNvPr id="20516" name="Rectangle 42"/>
          <p:cNvSpPr>
            <a:spLocks noChangeArrowheads="1"/>
          </p:cNvSpPr>
          <p:nvPr/>
        </p:nvSpPr>
        <p:spPr bwMode="auto">
          <a:xfrm>
            <a:off x="341313" y="5845175"/>
            <a:ext cx="34290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a:t>
            </a:r>
            <a:r>
              <a:rPr lang="ko-KR" altLang="en-US" sz="900">
                <a:solidFill>
                  <a:srgbClr val="000000"/>
                </a:solidFill>
                <a:latin typeface="돋움" pitchFamily="50" charset="-127"/>
                <a:ea typeface="돋움" pitchFamily="50" charset="-127"/>
              </a:rPr>
              <a:t>포핏식 밸브의 특징 중 틀린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실</a:t>
            </a:r>
            <a:r>
              <a:rPr lang="en-US" altLang="ko-KR" sz="900">
                <a:solidFill>
                  <a:srgbClr val="000000"/>
                </a:solidFill>
                <a:latin typeface="돋움" pitchFamily="50" charset="-127"/>
                <a:ea typeface="돋움" pitchFamily="50" charset="-127"/>
              </a:rPr>
              <a:t>(seal)</a:t>
            </a:r>
            <a:r>
              <a:rPr lang="ko-KR" altLang="en-US" sz="900">
                <a:solidFill>
                  <a:srgbClr val="000000"/>
                </a:solidFill>
                <a:latin typeface="돋움" pitchFamily="50" charset="-127"/>
                <a:ea typeface="돋움" pitchFamily="50" charset="-127"/>
              </a:rPr>
              <a:t>성이 양호하고 또한 스프링이 파손되어도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유체압에 의해 닫힌다</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고압력용이나 자동 조작 밸브에 적합하다</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유량 조절이 가능하고 대구경에도 적합하다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밸브의 조작력은 유체압에 비례해서 커져야 한다</a:t>
            </a:r>
          </a:p>
        </p:txBody>
      </p:sp>
      <p:pic>
        <p:nvPicPr>
          <p:cNvPr id="20517" name="Picture 90" descr="11e059b"/>
          <p:cNvPicPr preferRelativeResize="0">
            <a:picLocks noChangeArrowheads="1"/>
          </p:cNvPicPr>
          <p:nvPr/>
        </p:nvPicPr>
        <p:blipFill>
          <a:blip r:embed="rId11">
            <a:extLst>
              <a:ext uri="{28A0092B-C50C-407E-A947-70E740481C1C}">
                <a14:useLocalDpi xmlns:a14="http://schemas.microsoft.com/office/drawing/2010/main" val="0"/>
              </a:ext>
            </a:extLst>
          </a:blip>
          <a:srcRect l="75653" t="6694" b="73561"/>
          <a:stretch>
            <a:fillRect/>
          </a:stretch>
        </p:blipFill>
        <p:spPr bwMode="auto">
          <a:xfrm>
            <a:off x="5191129" y="2144713"/>
            <a:ext cx="1274763"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18" name="Rectangle 42"/>
          <p:cNvSpPr>
            <a:spLocks noChangeArrowheads="1"/>
          </p:cNvSpPr>
          <p:nvPr/>
        </p:nvSpPr>
        <p:spPr bwMode="auto">
          <a:xfrm>
            <a:off x="341313" y="7019925"/>
            <a:ext cx="342900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ko-KR" sz="900">
                <a:solidFill>
                  <a:srgbClr val="000000"/>
                </a:solidFill>
                <a:latin typeface="돋움" pitchFamily="50" charset="-127"/>
                <a:ea typeface="돋움" pitchFamily="50" charset="-127"/>
              </a:rPr>
              <a:t>피스톤의 직선 운동을 크랭크를 사용하여 회전 </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ko-KR" altLang="ko-KR" sz="900">
                <a:solidFill>
                  <a:srgbClr val="000000"/>
                </a:solidFill>
                <a:latin typeface="돋움" pitchFamily="50" charset="-127"/>
                <a:ea typeface="돋움" pitchFamily="50" charset="-127"/>
              </a:rPr>
              <a:t>운동으로 변환하는 것으로</a:t>
            </a:r>
            <a:r>
              <a:rPr lang="ko-KR" altLang="en-US" sz="900">
                <a:solidFill>
                  <a:srgbClr val="000000"/>
                </a:solidFill>
                <a:latin typeface="돋움" pitchFamily="50" charset="-127"/>
                <a:ea typeface="돋움" pitchFamily="50" charset="-127"/>
              </a:rPr>
              <a:t> </a:t>
            </a:r>
            <a:r>
              <a:rPr lang="ko-KR" altLang="ko-KR" sz="900">
                <a:solidFill>
                  <a:srgbClr val="000000"/>
                </a:solidFill>
                <a:latin typeface="돋움" pitchFamily="50" charset="-127"/>
                <a:ea typeface="돋움" pitchFamily="50" charset="-127"/>
              </a:rPr>
              <a:t>요동 각도는 구조상</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ko-KR" altLang="ko-KR" sz="900">
                <a:solidFill>
                  <a:srgbClr val="000000"/>
                </a:solidFill>
                <a:latin typeface="돋움" pitchFamily="50" charset="-127"/>
                <a:ea typeface="돋움" pitchFamily="50" charset="-127"/>
              </a:rPr>
              <a:t> 110˚ 이내로 제한하고 있다.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무엇을 의미하는가</a:t>
            </a:r>
            <a:r>
              <a:rPr lang="en-US" altLang="ko-KR" sz="900">
                <a:solidFill>
                  <a:srgbClr val="000000"/>
                </a:solidFill>
                <a:latin typeface="돋움" pitchFamily="50" charset="-127"/>
                <a:ea typeface="돋움" pitchFamily="50" charset="-127"/>
              </a:rPr>
              <a:t>?</a:t>
            </a:r>
            <a:endParaRPr lang="ko-KR"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요크식 요동형 액추에이터</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크랭크식 요동형 액추에이터</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나사식 요동형 액추에이터</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랙 피니언식 요동형 액추에이터</a:t>
            </a:r>
          </a:p>
        </p:txBody>
      </p:sp>
      <p:sp>
        <p:nvSpPr>
          <p:cNvPr id="20519" name="Text Box 24"/>
          <p:cNvSpPr txBox="1">
            <a:spLocks noChangeArrowheads="1"/>
          </p:cNvSpPr>
          <p:nvPr/>
        </p:nvSpPr>
        <p:spPr bwMode="auto">
          <a:xfrm>
            <a:off x="3357567" y="6548439"/>
            <a:ext cx="309562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9. </a:t>
            </a:r>
            <a:r>
              <a:rPr lang="ko-KR" altLang="en-US" sz="900">
                <a:solidFill>
                  <a:srgbClr val="000000"/>
                </a:solidFill>
                <a:latin typeface="돋움" pitchFamily="50" charset="-127"/>
                <a:ea typeface="돋움" pitchFamily="50" charset="-127"/>
              </a:rPr>
              <a:t>엑추에이터로 부터 유출되는 공기의 배기량을 조절</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하여 엑추에이터의 속도를 증가 시키는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일 방향 유량 제어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교축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쿠션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배기 교축 밸브</a:t>
            </a:r>
          </a:p>
        </p:txBody>
      </p:sp>
      <p:sp>
        <p:nvSpPr>
          <p:cNvPr id="20520" name="Text Box 25"/>
          <p:cNvSpPr txBox="1">
            <a:spLocks noChangeArrowheads="1"/>
          </p:cNvSpPr>
          <p:nvPr/>
        </p:nvSpPr>
        <p:spPr bwMode="auto">
          <a:xfrm>
            <a:off x="3467100" y="7966077"/>
            <a:ext cx="32019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a:t>
            </a:r>
            <a:r>
              <a:rPr lang="ko-KR" altLang="en-US" sz="900">
                <a:solidFill>
                  <a:srgbClr val="000000"/>
                </a:solidFill>
                <a:latin typeface="돋움" pitchFamily="50" charset="-127"/>
                <a:ea typeface="돋움" pitchFamily="50" charset="-127"/>
              </a:rPr>
              <a:t>스피드 콘트롤러는 어떤 종류의 밸브에 속하는가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방향 제어                        ② 압력 제어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유량 제어                        ④ 온도 제어</a:t>
            </a:r>
          </a:p>
        </p:txBody>
      </p:sp>
      <p:sp>
        <p:nvSpPr>
          <p:cNvPr id="34"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26797593"/>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1507"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1508"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1509"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151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1520" name="Rectangle 71"/>
          <p:cNvSpPr>
            <a:spLocks noChangeArrowheads="1"/>
          </p:cNvSpPr>
          <p:nvPr/>
        </p:nvSpPr>
        <p:spPr bwMode="auto">
          <a:xfrm>
            <a:off x="304800" y="1042990"/>
            <a:ext cx="3429000" cy="646331"/>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Arial" charset="0"/>
                <a:ea typeface="돋움" pitchFamily="50" charset="-127"/>
              </a:rPr>
              <a:t>11. </a:t>
            </a:r>
            <a:r>
              <a:rPr lang="ko-KR" altLang="en-US" sz="900">
                <a:solidFill>
                  <a:srgbClr val="000000"/>
                </a:solidFill>
                <a:latin typeface="Arial" charset="0"/>
                <a:ea typeface="돋움" pitchFamily="50" charset="-127"/>
              </a:rPr>
              <a:t>전기회로에 사용되는 조작 스위치의 종류가 아닌 것은</a:t>
            </a:r>
            <a:r>
              <a:rPr lang="en-US" altLang="ko-KR" sz="900">
                <a:solidFill>
                  <a:srgbClr val="000000"/>
                </a:solidFill>
                <a:latin typeface="Arial" charset="0"/>
                <a:ea typeface="돋움" pitchFamily="50" charset="-127"/>
              </a:rPr>
              <a:t>?</a:t>
            </a:r>
          </a:p>
          <a:p>
            <a:pPr eaLnBrk="1" fontAlgn="base" latinLnBrk="1" hangingPunct="1">
              <a:spcBef>
                <a:spcPct val="0"/>
              </a:spcBef>
              <a:spcAft>
                <a:spcPct val="0"/>
              </a:spcAft>
            </a:pPr>
            <a:r>
              <a:rPr lang="en-US" altLang="ko-KR" sz="900">
                <a:solidFill>
                  <a:srgbClr val="000000"/>
                </a:solidFill>
                <a:latin typeface="Arial" charset="0"/>
                <a:ea typeface="돋움" pitchFamily="50" charset="-127"/>
              </a:rPr>
              <a:t>  </a:t>
            </a:r>
          </a:p>
          <a:p>
            <a:pPr eaLnBrk="1" fontAlgn="base" latinLnBrk="1" hangingPunct="1">
              <a:spcBef>
                <a:spcPct val="0"/>
              </a:spcBef>
              <a:spcAft>
                <a:spcPct val="0"/>
              </a:spcAft>
            </a:pPr>
            <a:r>
              <a:rPr lang="en-US" altLang="ko-KR" sz="900">
                <a:solidFill>
                  <a:srgbClr val="000000"/>
                </a:solidFill>
                <a:latin typeface="Arial" charset="0"/>
                <a:ea typeface="돋움" pitchFamily="50" charset="-127"/>
              </a:rPr>
              <a:t>  ① </a:t>
            </a:r>
            <a:r>
              <a:rPr lang="ko-KR" altLang="en-US" sz="900">
                <a:solidFill>
                  <a:srgbClr val="000000"/>
                </a:solidFill>
                <a:latin typeface="Arial" charset="0"/>
                <a:ea typeface="돋움" pitchFamily="50" charset="-127"/>
              </a:rPr>
              <a:t>셀렉터 스위치                 ② 나이프 스위치</a:t>
            </a:r>
          </a:p>
          <a:p>
            <a:pPr eaLnBrk="1" fontAlgn="base" latinLnBrk="1" hangingPunct="1">
              <a:spcBef>
                <a:spcPct val="0"/>
              </a:spcBef>
              <a:spcAft>
                <a:spcPct val="0"/>
              </a:spcAft>
            </a:pPr>
            <a:r>
              <a:rPr lang="ko-KR" altLang="en-US" sz="900">
                <a:solidFill>
                  <a:srgbClr val="000000"/>
                </a:solidFill>
                <a:latin typeface="Arial" charset="0"/>
                <a:ea typeface="돋움" pitchFamily="50" charset="-127"/>
              </a:rPr>
              <a:t>  ③ 푸트 스위치                    ④ 마이크로 스위치</a:t>
            </a:r>
          </a:p>
        </p:txBody>
      </p:sp>
      <p:sp>
        <p:nvSpPr>
          <p:cNvPr id="21521" name="Rectangle 73"/>
          <p:cNvSpPr>
            <a:spLocks noChangeArrowheads="1"/>
          </p:cNvSpPr>
          <p:nvPr/>
        </p:nvSpPr>
        <p:spPr bwMode="auto">
          <a:xfrm>
            <a:off x="304800" y="1979613"/>
            <a:ext cx="3429000" cy="1269578"/>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Arial" charset="0"/>
                <a:ea typeface="돋움" pitchFamily="50" charset="-127"/>
              </a:rPr>
              <a:t>12. </a:t>
            </a:r>
            <a:r>
              <a:rPr lang="ko-KR" altLang="en-US" sz="900">
                <a:solidFill>
                  <a:srgbClr val="000000"/>
                </a:solidFill>
                <a:latin typeface="Arial" charset="0"/>
                <a:ea typeface="돋움" pitchFamily="50" charset="-127"/>
              </a:rPr>
              <a:t>방향 제어 밸브 중 어느 한 제어위치에서는 압축공기를</a:t>
            </a:r>
          </a:p>
          <a:p>
            <a:pPr eaLnBrk="1" fontAlgn="base" latinLnBrk="1" hangingPunct="1">
              <a:spcBef>
                <a:spcPct val="0"/>
              </a:spcBef>
              <a:spcAft>
                <a:spcPct val="0"/>
              </a:spcAft>
            </a:pPr>
            <a:r>
              <a:rPr lang="ko-KR" altLang="en-US" sz="900">
                <a:solidFill>
                  <a:srgbClr val="000000"/>
                </a:solidFill>
                <a:latin typeface="Arial" charset="0"/>
                <a:ea typeface="돋움" pitchFamily="50" charset="-127"/>
              </a:rPr>
              <a:t>     통과시키고 다른 위치에서는 차단시키는 밸브는</a:t>
            </a:r>
            <a:r>
              <a:rPr lang="en-US" altLang="ko-KR" sz="900">
                <a:solidFill>
                  <a:srgbClr val="000000"/>
                </a:solidFill>
                <a:latin typeface="Arial" charset="0"/>
                <a:ea typeface="돋움" pitchFamily="50" charset="-127"/>
              </a:rPr>
              <a:t>?</a:t>
            </a:r>
          </a:p>
          <a:p>
            <a:pPr eaLnBrk="1" fontAlgn="base" latinLnBrk="1" hangingPunct="1">
              <a:spcBef>
                <a:spcPct val="0"/>
              </a:spcBef>
              <a:spcAft>
                <a:spcPct val="0"/>
              </a:spcAft>
            </a:pPr>
            <a:r>
              <a:rPr lang="en-US" altLang="ko-KR" sz="900">
                <a:solidFill>
                  <a:srgbClr val="000000"/>
                </a:solidFill>
                <a:latin typeface="Arial" charset="0"/>
                <a:ea typeface="돋움" pitchFamily="50" charset="-127"/>
              </a:rPr>
              <a:t>                            </a:t>
            </a:r>
          </a:p>
          <a:p>
            <a:pPr eaLnBrk="1" fontAlgn="base" latinLnBrk="1" hangingPunct="1">
              <a:spcBef>
                <a:spcPct val="0"/>
              </a:spcBef>
              <a:spcAft>
                <a:spcPct val="0"/>
              </a:spcAft>
            </a:pPr>
            <a:r>
              <a:rPr lang="en-US" altLang="ko-KR" sz="900">
                <a:solidFill>
                  <a:srgbClr val="000000"/>
                </a:solidFill>
                <a:latin typeface="Arial" charset="0"/>
                <a:ea typeface="돋움" pitchFamily="50" charset="-127"/>
              </a:rPr>
              <a:t>  ① 2/2Way </a:t>
            </a:r>
            <a:r>
              <a:rPr lang="ko-KR" altLang="en-US" sz="900">
                <a:solidFill>
                  <a:srgbClr val="000000"/>
                </a:solidFill>
                <a:latin typeface="Arial" charset="0"/>
                <a:ea typeface="돋움" pitchFamily="50" charset="-127"/>
              </a:rPr>
              <a:t>밸브</a:t>
            </a:r>
          </a:p>
          <a:p>
            <a:pPr eaLnBrk="1" fontAlgn="base" latinLnBrk="1" hangingPunct="1">
              <a:spcBef>
                <a:spcPct val="0"/>
              </a:spcBef>
              <a:spcAft>
                <a:spcPct val="0"/>
              </a:spcAft>
            </a:pPr>
            <a:r>
              <a:rPr lang="ko-KR" altLang="en-US" sz="900">
                <a:solidFill>
                  <a:srgbClr val="000000"/>
                </a:solidFill>
                <a:latin typeface="Arial" charset="0"/>
                <a:ea typeface="돋움" pitchFamily="50" charset="-127"/>
              </a:rPr>
              <a:t>  ② </a:t>
            </a:r>
            <a:r>
              <a:rPr lang="en-US" altLang="ko-KR" sz="900">
                <a:solidFill>
                  <a:srgbClr val="000000"/>
                </a:solidFill>
                <a:latin typeface="Arial" charset="0"/>
                <a:ea typeface="돋움" pitchFamily="50" charset="-127"/>
              </a:rPr>
              <a:t>3/2Way </a:t>
            </a:r>
            <a:r>
              <a:rPr lang="ko-KR" altLang="en-US" sz="900">
                <a:solidFill>
                  <a:srgbClr val="000000"/>
                </a:solidFill>
                <a:latin typeface="Arial" charset="0"/>
                <a:ea typeface="돋움" pitchFamily="50" charset="-127"/>
              </a:rPr>
              <a:t>밸브</a:t>
            </a:r>
          </a:p>
          <a:p>
            <a:pPr eaLnBrk="1" fontAlgn="base" latinLnBrk="1" hangingPunct="1">
              <a:spcBef>
                <a:spcPct val="0"/>
              </a:spcBef>
              <a:spcAft>
                <a:spcPct val="0"/>
              </a:spcAft>
            </a:pPr>
            <a:r>
              <a:rPr lang="ko-KR" altLang="en-US" sz="900">
                <a:solidFill>
                  <a:srgbClr val="000000"/>
                </a:solidFill>
                <a:latin typeface="Arial" charset="0"/>
                <a:ea typeface="돋움" pitchFamily="50" charset="-127"/>
              </a:rPr>
              <a:t>  ③ </a:t>
            </a:r>
            <a:r>
              <a:rPr lang="en-US" altLang="ko-KR" sz="900">
                <a:solidFill>
                  <a:srgbClr val="000000"/>
                </a:solidFill>
                <a:latin typeface="Arial" charset="0"/>
                <a:ea typeface="돋움" pitchFamily="50" charset="-127"/>
              </a:rPr>
              <a:t>4/2Way </a:t>
            </a:r>
            <a:r>
              <a:rPr lang="ko-KR" altLang="en-US" sz="900">
                <a:solidFill>
                  <a:srgbClr val="000000"/>
                </a:solidFill>
                <a:latin typeface="Arial" charset="0"/>
                <a:ea typeface="돋움" pitchFamily="50" charset="-127"/>
              </a:rPr>
              <a:t>밸브</a:t>
            </a:r>
          </a:p>
          <a:p>
            <a:pPr eaLnBrk="1" fontAlgn="base" latinLnBrk="1" hangingPunct="1">
              <a:spcBef>
                <a:spcPct val="0"/>
              </a:spcBef>
              <a:spcAft>
                <a:spcPct val="0"/>
              </a:spcAft>
            </a:pPr>
            <a:r>
              <a:rPr lang="ko-KR" altLang="en-US" sz="900">
                <a:solidFill>
                  <a:srgbClr val="000000"/>
                </a:solidFill>
                <a:latin typeface="Arial" charset="0"/>
                <a:ea typeface="돋움" pitchFamily="50" charset="-127"/>
              </a:rPr>
              <a:t>  ④ </a:t>
            </a:r>
            <a:r>
              <a:rPr lang="en-US" altLang="ko-KR" sz="900">
                <a:solidFill>
                  <a:srgbClr val="000000"/>
                </a:solidFill>
                <a:latin typeface="Arial" charset="0"/>
                <a:ea typeface="돋움" pitchFamily="50" charset="-127"/>
              </a:rPr>
              <a:t>5/2Way </a:t>
            </a:r>
            <a:r>
              <a:rPr lang="ko-KR" altLang="en-US" sz="900">
                <a:solidFill>
                  <a:srgbClr val="000000"/>
                </a:solidFill>
                <a:latin typeface="Arial" charset="0"/>
                <a:ea typeface="돋움" pitchFamily="50" charset="-127"/>
              </a:rPr>
              <a:t>밸브</a:t>
            </a:r>
          </a:p>
          <a:p>
            <a:pPr eaLnBrk="1" fontAlgn="base" latinLnBrk="1" hangingPunct="1">
              <a:spcBef>
                <a:spcPct val="50000"/>
              </a:spcBef>
              <a:spcAft>
                <a:spcPct val="0"/>
              </a:spcAft>
            </a:pPr>
            <a:endParaRPr lang="en-US" altLang="ko-KR" sz="900">
              <a:solidFill>
                <a:srgbClr val="000000"/>
              </a:solidFill>
              <a:latin typeface="Arial" charset="0"/>
              <a:ea typeface="돋움" pitchFamily="50" charset="-127"/>
            </a:endParaRPr>
          </a:p>
        </p:txBody>
      </p:sp>
      <p:sp>
        <p:nvSpPr>
          <p:cNvPr id="21522" name="Rectangle 127"/>
          <p:cNvSpPr>
            <a:spLocks noChangeArrowheads="1"/>
          </p:cNvSpPr>
          <p:nvPr/>
        </p:nvSpPr>
        <p:spPr bwMode="auto">
          <a:xfrm>
            <a:off x="333375" y="3276600"/>
            <a:ext cx="3178175" cy="189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다음 중 공압 실린더의 기호로 맞지 않는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단동실린더                                </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복동실린더</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양로드 실린더</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로드레스 실린더 </a:t>
            </a:r>
          </a:p>
        </p:txBody>
      </p:sp>
      <p:pic>
        <p:nvPicPr>
          <p:cNvPr id="21523" name="Picture 129"/>
          <p:cNvPicPr>
            <a:picLocks noChangeAspect="1" noChangeArrowheads="1"/>
          </p:cNvPicPr>
          <p:nvPr/>
        </p:nvPicPr>
        <p:blipFill>
          <a:blip r:embed="rId3">
            <a:extLst>
              <a:ext uri="{28A0092B-C50C-407E-A947-70E740481C1C}">
                <a14:useLocalDpi xmlns:a14="http://schemas.microsoft.com/office/drawing/2010/main" val="0"/>
              </a:ext>
            </a:extLst>
          </a:blip>
          <a:srcRect l="78967" b="69768"/>
          <a:stretch>
            <a:fillRect/>
          </a:stretch>
        </p:blipFill>
        <p:spPr bwMode="auto">
          <a:xfrm>
            <a:off x="2011367" y="3559177"/>
            <a:ext cx="930275"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1524" name="Picture 131"/>
          <p:cNvPicPr>
            <a:picLocks noChangeAspect="1" noChangeArrowheads="1"/>
          </p:cNvPicPr>
          <p:nvPr/>
        </p:nvPicPr>
        <p:blipFill>
          <a:blip r:embed="rId4">
            <a:extLst>
              <a:ext uri="{28A0092B-C50C-407E-A947-70E740481C1C}">
                <a14:useLocalDpi xmlns:a14="http://schemas.microsoft.com/office/drawing/2010/main" val="0"/>
              </a:ext>
            </a:extLst>
          </a:blip>
          <a:srcRect l="76271" t="30568" b="25041"/>
          <a:stretch>
            <a:fillRect/>
          </a:stretch>
        </p:blipFill>
        <p:spPr bwMode="auto">
          <a:xfrm>
            <a:off x="1998667" y="4381502"/>
            <a:ext cx="1011237"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1525" name="Picture 80"/>
          <p:cNvPicPr>
            <a:picLocks noChangeAspect="1" noChangeArrowheads="1"/>
          </p:cNvPicPr>
          <p:nvPr/>
        </p:nvPicPr>
        <p:blipFill>
          <a:blip r:embed="rId5">
            <a:extLst>
              <a:ext uri="{28A0092B-C50C-407E-A947-70E740481C1C}">
                <a14:useLocalDpi xmlns:a14="http://schemas.microsoft.com/office/drawing/2010/main" val="0"/>
              </a:ext>
            </a:extLst>
          </a:blip>
          <a:srcRect l="81989" t="15433" r="1483" b="22870"/>
          <a:stretch>
            <a:fillRect/>
          </a:stretch>
        </p:blipFill>
        <p:spPr bwMode="auto">
          <a:xfrm>
            <a:off x="1912942" y="4830765"/>
            <a:ext cx="11763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26" name="Picture 81"/>
          <p:cNvPicPr>
            <a:picLocks noChangeAspect="1" noChangeArrowheads="1"/>
          </p:cNvPicPr>
          <p:nvPr/>
        </p:nvPicPr>
        <p:blipFill>
          <a:blip r:embed="rId6">
            <a:extLst>
              <a:ext uri="{28A0092B-C50C-407E-A947-70E740481C1C}">
                <a14:useLocalDpi xmlns:a14="http://schemas.microsoft.com/office/drawing/2010/main" val="0"/>
              </a:ext>
            </a:extLst>
          </a:blip>
          <a:srcRect b="20944"/>
          <a:stretch>
            <a:fillRect/>
          </a:stretch>
        </p:blipFill>
        <p:spPr bwMode="auto">
          <a:xfrm>
            <a:off x="2011363" y="3957638"/>
            <a:ext cx="990600"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527" name="Rectangle 83"/>
          <p:cNvSpPr>
            <a:spLocks noChangeArrowheads="1"/>
          </p:cNvSpPr>
          <p:nvPr/>
        </p:nvSpPr>
        <p:spPr bwMode="auto">
          <a:xfrm>
            <a:off x="307975" y="5330827"/>
            <a:ext cx="3429000" cy="154657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a:t>
            </a:r>
            <a:r>
              <a:rPr lang="ko-KR" altLang="en-US" sz="900">
                <a:solidFill>
                  <a:srgbClr val="000000"/>
                </a:solidFill>
                <a:latin typeface="돋움" pitchFamily="50" charset="-127"/>
                <a:ea typeface="돋움" pitchFamily="50" charset="-127"/>
              </a:rPr>
              <a:t>다음에서 설명하는 압축기는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피스톤 왕복식 압축기     ② 스크류식 압축기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베인식 압축기                ④ 루트 블로어</a:t>
            </a:r>
          </a:p>
          <a:p>
            <a:pPr eaLnBrk="1" fontAlgn="base" latinLnBrk="1" hangingPunct="1">
              <a:spcBef>
                <a:spcPct val="50000"/>
              </a:spcBef>
              <a:spcAft>
                <a:spcPct val="0"/>
              </a:spcAft>
            </a:pPr>
            <a:endParaRPr lang="ko-KR" altLang="en-US" sz="900">
              <a:solidFill>
                <a:srgbClr val="000000"/>
              </a:solidFill>
              <a:latin typeface="돋움" pitchFamily="50" charset="-127"/>
              <a:ea typeface="돋움" pitchFamily="50" charset="-127"/>
            </a:endParaRPr>
          </a:p>
        </p:txBody>
      </p:sp>
      <p:sp>
        <p:nvSpPr>
          <p:cNvPr id="21528" name="Rectangle 69"/>
          <p:cNvSpPr>
            <a:spLocks noChangeArrowheads="1"/>
          </p:cNvSpPr>
          <p:nvPr/>
        </p:nvSpPr>
        <p:spPr bwMode="auto">
          <a:xfrm>
            <a:off x="404813" y="5795965"/>
            <a:ext cx="2933700" cy="36512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낮은 압력에서 높은 압력까지 사용할 수 있어 오늘날</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가장 널리 사용되는 압축기</a:t>
            </a:r>
          </a:p>
        </p:txBody>
      </p:sp>
      <p:sp>
        <p:nvSpPr>
          <p:cNvPr id="21529" name="Rectangle 86"/>
          <p:cNvSpPr>
            <a:spLocks noChangeArrowheads="1"/>
          </p:cNvSpPr>
          <p:nvPr/>
        </p:nvSpPr>
        <p:spPr bwMode="auto">
          <a:xfrm>
            <a:off x="3429000" y="1062039"/>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실린더의 쿠션 장치 중 직경이 </a:t>
            </a:r>
            <a:r>
              <a:rPr lang="en-US" altLang="ko-KR" sz="900">
                <a:solidFill>
                  <a:srgbClr val="000000"/>
                </a:solidFill>
                <a:latin typeface="돋움" pitchFamily="50" charset="-127"/>
                <a:ea typeface="돋움" pitchFamily="50" charset="-127"/>
              </a:rPr>
              <a:t>20mm </a:t>
            </a:r>
            <a:r>
              <a:rPr lang="ko-KR" altLang="en-US" sz="900">
                <a:solidFill>
                  <a:srgbClr val="000000"/>
                </a:solidFill>
                <a:latin typeface="돋움" pitchFamily="50" charset="-127"/>
                <a:ea typeface="돋움" pitchFamily="50" charset="-127"/>
              </a:rPr>
              <a:t>이상인 실린더</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에서 주로 사용되는 것은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고무 댐퍼</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러버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에어 쿠션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스톱퍼 </a:t>
            </a:r>
          </a:p>
        </p:txBody>
      </p:sp>
      <p:sp>
        <p:nvSpPr>
          <p:cNvPr id="21530" name="Rectangle 88"/>
          <p:cNvSpPr>
            <a:spLocks noChangeArrowheads="1"/>
          </p:cNvSpPr>
          <p:nvPr/>
        </p:nvSpPr>
        <p:spPr bwMode="auto">
          <a:xfrm>
            <a:off x="3429000" y="5084765"/>
            <a:ext cx="3429000" cy="12003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a:t>
            </a:r>
            <a:r>
              <a:rPr lang="ko-KR" altLang="en-US" sz="900">
                <a:solidFill>
                  <a:srgbClr val="000000"/>
                </a:solidFill>
                <a:latin typeface="돋움" pitchFamily="50" charset="-127"/>
                <a:ea typeface="돋움" pitchFamily="50" charset="-127"/>
              </a:rPr>
              <a:t>다음 중 실린더 행정 끝단에서 충격력을 완화시키는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것을 무엇이라 하는가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완충 장치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쿠션 링</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밀봉 링</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스크랲핑 링</a:t>
            </a:r>
          </a:p>
        </p:txBody>
      </p:sp>
      <p:sp>
        <p:nvSpPr>
          <p:cNvPr id="21531" name="Rectangle 90"/>
          <p:cNvSpPr>
            <a:spLocks noChangeArrowheads="1"/>
          </p:cNvSpPr>
          <p:nvPr/>
        </p:nvSpPr>
        <p:spPr bwMode="auto">
          <a:xfrm>
            <a:off x="3455988" y="2241551"/>
            <a:ext cx="3429000" cy="1061829"/>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ko-KR" altLang="en-US" sz="900">
                <a:solidFill>
                  <a:srgbClr val="000000"/>
                </a:solidFill>
                <a:latin typeface="돋움" pitchFamily="50" charset="-127"/>
                <a:ea typeface="돋움" pitchFamily="50" charset="-127"/>
              </a:rPr>
              <a:t>물체의 단위 표면적에 가해지는 힘의 크기로 정의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되는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절대 압력</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압력</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파스칼</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진공압</a:t>
            </a:r>
          </a:p>
        </p:txBody>
      </p:sp>
      <p:sp>
        <p:nvSpPr>
          <p:cNvPr id="21532" name="Rectangle 92"/>
          <p:cNvSpPr>
            <a:spLocks noChangeArrowheads="1"/>
          </p:cNvSpPr>
          <p:nvPr/>
        </p:nvSpPr>
        <p:spPr bwMode="auto">
          <a:xfrm>
            <a:off x="3446463" y="3505202"/>
            <a:ext cx="3429000" cy="1685077"/>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a:t>
            </a:r>
            <a:r>
              <a:rPr lang="ko-KR" altLang="en-US" sz="900">
                <a:solidFill>
                  <a:srgbClr val="000000"/>
                </a:solidFill>
                <a:latin typeface="돋움" pitchFamily="50" charset="-127"/>
                <a:ea typeface="돋움" pitchFamily="50" charset="-127"/>
              </a:rPr>
              <a:t>다음 밸브의 명명으로 맞는 것은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3/2-Way N/O </a:t>
            </a:r>
            <a:r>
              <a:rPr lang="ko-KR" altLang="en-US" sz="900">
                <a:solidFill>
                  <a:srgbClr val="000000"/>
                </a:solidFill>
                <a:latin typeface="돋움" pitchFamily="50" charset="-127"/>
                <a:ea typeface="돋움" pitchFamily="50" charset="-127"/>
              </a:rPr>
              <a:t>페달 동작 </a:t>
            </a:r>
            <a:r>
              <a:rPr lang="en-US" altLang="ko-KR" sz="900">
                <a:solidFill>
                  <a:srgbClr val="000000"/>
                </a:solidFill>
                <a:latin typeface="돋움" pitchFamily="50" charset="-127"/>
                <a:ea typeface="돋움" pitchFamily="50" charset="-127"/>
              </a:rPr>
              <a:t>Spring Return</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 3/2-Way N/C </a:t>
            </a:r>
            <a:r>
              <a:rPr lang="ko-KR" altLang="en-US" sz="900">
                <a:solidFill>
                  <a:srgbClr val="000000"/>
                </a:solidFill>
                <a:latin typeface="돋움" pitchFamily="50" charset="-127"/>
                <a:ea typeface="돋움" pitchFamily="50" charset="-127"/>
              </a:rPr>
              <a:t>페달 동작 </a:t>
            </a:r>
            <a:r>
              <a:rPr lang="en-US" altLang="ko-KR" sz="900">
                <a:solidFill>
                  <a:srgbClr val="000000"/>
                </a:solidFill>
                <a:latin typeface="돋움" pitchFamily="50" charset="-127"/>
                <a:ea typeface="돋움" pitchFamily="50" charset="-127"/>
              </a:rPr>
              <a:t>Spring Return</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3/2-Way N/C </a:t>
            </a:r>
            <a:r>
              <a:rPr lang="ko-KR" altLang="en-US" sz="900">
                <a:solidFill>
                  <a:srgbClr val="000000"/>
                </a:solidFill>
                <a:latin typeface="돋움" pitchFamily="50" charset="-127"/>
                <a:ea typeface="돋움" pitchFamily="50" charset="-127"/>
              </a:rPr>
              <a:t>레버 동작 </a:t>
            </a:r>
            <a:r>
              <a:rPr lang="en-US" altLang="ko-KR" sz="900">
                <a:solidFill>
                  <a:srgbClr val="000000"/>
                </a:solidFill>
                <a:latin typeface="돋움" pitchFamily="50" charset="-127"/>
                <a:ea typeface="돋움" pitchFamily="50" charset="-127"/>
              </a:rPr>
              <a:t>Spring Return</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 3/2-Way N/O </a:t>
            </a:r>
            <a:r>
              <a:rPr lang="ko-KR" altLang="en-US" sz="900">
                <a:solidFill>
                  <a:srgbClr val="000000"/>
                </a:solidFill>
                <a:latin typeface="돋움" pitchFamily="50" charset="-127"/>
                <a:ea typeface="돋움" pitchFamily="50" charset="-127"/>
              </a:rPr>
              <a:t>레버 동작 </a:t>
            </a:r>
            <a:r>
              <a:rPr lang="en-US" altLang="ko-KR" sz="900">
                <a:solidFill>
                  <a:srgbClr val="000000"/>
                </a:solidFill>
                <a:latin typeface="돋움" pitchFamily="50" charset="-127"/>
                <a:ea typeface="돋움" pitchFamily="50" charset="-127"/>
              </a:rPr>
              <a:t>Spring Return</a:t>
            </a:r>
          </a:p>
          <a:p>
            <a:pPr eaLnBrk="1" fontAlgn="base" latinLnBrk="1" hangingPunct="1">
              <a:spcBef>
                <a:spcPct val="50000"/>
              </a:spcBef>
              <a:spcAft>
                <a:spcPct val="0"/>
              </a:spcAft>
            </a:pPr>
            <a:endParaRPr lang="en-US" altLang="ko-KR" sz="900">
              <a:solidFill>
                <a:srgbClr val="000000"/>
              </a:solidFill>
              <a:latin typeface="돋움" pitchFamily="50" charset="-127"/>
              <a:ea typeface="돋움" pitchFamily="50" charset="-127"/>
            </a:endParaRPr>
          </a:p>
        </p:txBody>
      </p:sp>
      <p:pic>
        <p:nvPicPr>
          <p:cNvPr id="21533"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92604" y="3779840"/>
            <a:ext cx="847725" cy="5048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21534" name="Picture 1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9741" y="7275513"/>
            <a:ext cx="2846387" cy="1571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535" name="Rectangle 138"/>
          <p:cNvSpPr>
            <a:spLocks noChangeArrowheads="1"/>
          </p:cNvSpPr>
          <p:nvPr/>
        </p:nvSpPr>
        <p:spPr bwMode="auto">
          <a:xfrm>
            <a:off x="307975" y="6807200"/>
            <a:ext cx="3429000" cy="369332"/>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a:t>
            </a:r>
            <a:r>
              <a:rPr lang="ko-KR" altLang="en-US" sz="900">
                <a:solidFill>
                  <a:srgbClr val="000000"/>
                </a:solidFill>
                <a:latin typeface="돋움" pitchFamily="50" charset="-127"/>
                <a:ea typeface="돋움" pitchFamily="50" charset="-127"/>
              </a:rPr>
              <a:t>다음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안에 들어갈 말을 적으시오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주관식</a:t>
            </a:r>
            <a:r>
              <a:rPr lang="en-US" altLang="ko-KR" sz="900">
                <a:solidFill>
                  <a:srgbClr val="000000"/>
                </a:solidFill>
                <a:latin typeface="돋움" pitchFamily="50" charset="-127"/>
                <a:ea typeface="돋움" pitchFamily="50" charset="-127"/>
              </a:rPr>
              <a:t>-</a:t>
            </a:r>
          </a:p>
        </p:txBody>
      </p:sp>
      <p:pic>
        <p:nvPicPr>
          <p:cNvPr id="21536" name="Picture 140" descr="3_2밸브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86188" y="7213600"/>
            <a:ext cx="2443162" cy="163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37" name="Rectangle 142"/>
          <p:cNvSpPr>
            <a:spLocks noChangeArrowheads="1"/>
          </p:cNvSpPr>
          <p:nvPr/>
        </p:nvSpPr>
        <p:spPr bwMode="auto">
          <a:xfrm>
            <a:off x="3429000" y="6227764"/>
            <a:ext cx="3429000" cy="92333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다음 그림과 같은 밸브는 어떤 구조인가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디스크형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a:t>
            </a:r>
            <a:r>
              <a:rPr lang="en-US" altLang="ko-KR" sz="900">
                <a:solidFill>
                  <a:srgbClr val="000000"/>
                </a:solidFill>
                <a:latin typeface="돋움" pitchFamily="50" charset="-127"/>
                <a:ea typeface="돋움" pitchFamily="50" charset="-127"/>
              </a:rPr>
              <a:t>3/2 WAY N/O </a:t>
            </a:r>
            <a:r>
              <a:rPr lang="ko-KR" altLang="en-US" sz="900">
                <a:solidFill>
                  <a:srgbClr val="000000"/>
                </a:solidFill>
                <a:latin typeface="돋움" pitchFamily="50" charset="-127"/>
                <a:ea typeface="돋움" pitchFamily="50" charset="-127"/>
              </a:rPr>
              <a:t>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볼시트형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en-US" altLang="ko-KR" sz="900">
                <a:solidFill>
                  <a:srgbClr val="000000"/>
                </a:solidFill>
                <a:latin typeface="돋움" pitchFamily="50" charset="-127"/>
                <a:ea typeface="돋움" pitchFamily="50" charset="-127"/>
              </a:rPr>
              <a:t>3/2 WAY N/C </a:t>
            </a:r>
            <a:r>
              <a:rPr lang="ko-KR" altLang="en-US" sz="900">
                <a:solidFill>
                  <a:srgbClr val="000000"/>
                </a:solidFill>
                <a:latin typeface="돋움" pitchFamily="50" charset="-127"/>
                <a:ea typeface="돋움" pitchFamily="50" charset="-127"/>
              </a:rPr>
              <a:t>밸브</a:t>
            </a:r>
          </a:p>
        </p:txBody>
      </p:sp>
      <p:sp>
        <p:nvSpPr>
          <p:cNvPr id="2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87044370"/>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2531"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8" name="Group 82"/>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80" name="Group 84"/>
          <p:cNvGraphicFramePr>
            <a:graphicFrameLocks noGrp="1"/>
          </p:cNvGraphicFramePr>
          <p:nvPr/>
        </p:nvGraphicFramePr>
        <p:xfrm>
          <a:off x="3735392" y="1673225"/>
          <a:ext cx="1781175" cy="4677612"/>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784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61">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2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2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2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5416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1,1,1,1,2</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2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81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81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81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81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29" marB="4572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01352286"/>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3555"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3556"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3557"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355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3568" name="Rectangle 135"/>
          <p:cNvSpPr>
            <a:spLocks noChangeArrowheads="1"/>
          </p:cNvSpPr>
          <p:nvPr/>
        </p:nvSpPr>
        <p:spPr bwMode="auto">
          <a:xfrm>
            <a:off x="260350" y="2459038"/>
            <a:ext cx="316865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다음 기호가 표현하는 공압 액추에이트의 설명으로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틀린 것은 </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실린더의 직경이 한정적이다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큰 힘을 필요로 하는 곳에 사용한다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행정 거리가 약 </a:t>
            </a:r>
            <a:r>
              <a:rPr lang="en-US" altLang="ko-KR" sz="900">
                <a:solidFill>
                  <a:srgbClr val="000000"/>
                </a:solidFill>
                <a:latin typeface="돋움" pitchFamily="50" charset="-127"/>
                <a:ea typeface="돋움" pitchFamily="50" charset="-127"/>
              </a:rPr>
              <a:t>100㎜ </a:t>
            </a:r>
            <a:r>
              <a:rPr lang="ko-KR" altLang="en-US" sz="900">
                <a:solidFill>
                  <a:srgbClr val="000000"/>
                </a:solidFill>
                <a:latin typeface="돋움" pitchFamily="50" charset="-127"/>
                <a:ea typeface="돋움" pitchFamily="50" charset="-127"/>
              </a:rPr>
              <a:t>정도로 제한된다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복동 실린더에 비해 출력이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배이다</a:t>
            </a:r>
          </a:p>
        </p:txBody>
      </p:sp>
      <p:pic>
        <p:nvPicPr>
          <p:cNvPr id="23569" name="Picture 136"/>
          <p:cNvPicPr>
            <a:picLocks noChangeAspect="1" noChangeArrowheads="1"/>
          </p:cNvPicPr>
          <p:nvPr/>
        </p:nvPicPr>
        <p:blipFill>
          <a:blip r:embed="rId3">
            <a:extLst>
              <a:ext uri="{28A0092B-C50C-407E-A947-70E740481C1C}">
                <a14:useLocalDpi xmlns:a14="http://schemas.microsoft.com/office/drawing/2010/main" val="0"/>
              </a:ext>
            </a:extLst>
          </a:blip>
          <a:srcRect l="74776" t="30569" b="25041"/>
          <a:stretch>
            <a:fillRect/>
          </a:stretch>
        </p:blipFill>
        <p:spPr bwMode="auto">
          <a:xfrm>
            <a:off x="1922463" y="2765425"/>
            <a:ext cx="1219200"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3570" name="Rectangle 33"/>
          <p:cNvSpPr>
            <a:spLocks noChangeArrowheads="1"/>
          </p:cNvSpPr>
          <p:nvPr/>
        </p:nvSpPr>
        <p:spPr bwMode="auto">
          <a:xfrm>
            <a:off x="260350" y="3986214"/>
            <a:ext cx="3168650"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공압 실린더의 구조를 보고 </a:t>
            </a: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정도의 경질 크롬</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도금하고 그 표면을 </a:t>
            </a:r>
            <a:r>
              <a:rPr lang="en-US" altLang="ko-KR" sz="900">
                <a:solidFill>
                  <a:srgbClr val="000000"/>
                </a:solidFill>
                <a:latin typeface="돋움" pitchFamily="50" charset="-127"/>
                <a:ea typeface="돋움" pitchFamily="50" charset="-127"/>
              </a:rPr>
              <a:t>1.6S</a:t>
            </a:r>
            <a:r>
              <a:rPr lang="ko-KR" altLang="en-US" sz="900">
                <a:solidFill>
                  <a:srgbClr val="000000"/>
                </a:solidFill>
                <a:latin typeface="돋움" pitchFamily="50" charset="-127"/>
                <a:ea typeface="돋움" pitchFamily="50" charset="-127"/>
              </a:rPr>
              <a:t>이하의 표면 거칠기로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가공한 곳은 어디인가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헤드 커버                            ② 피스톤 로드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피스톤                                ④ 실린더 튜브</a:t>
            </a:r>
          </a:p>
        </p:txBody>
      </p:sp>
      <p:pic>
        <p:nvPicPr>
          <p:cNvPr id="2357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5317" y="4560890"/>
            <a:ext cx="2617787" cy="541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72" name="Rectangle 19"/>
          <p:cNvSpPr>
            <a:spLocks noChangeArrowheads="1"/>
          </p:cNvSpPr>
          <p:nvPr/>
        </p:nvSpPr>
        <p:spPr bwMode="auto">
          <a:xfrm>
            <a:off x="260350" y="5957889"/>
            <a:ext cx="31877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latin typeface="돋움" pitchFamily="50" charset="-127"/>
                <a:ea typeface="돋움" pitchFamily="50" charset="-127"/>
              </a:rPr>
              <a:t>공압 진공 발생기 중 이젝터와 함께 사용되는 기기로</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맞지 않은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압력 스위치                    ② 전자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필터                              ④ 근접 센서 </a:t>
            </a:r>
          </a:p>
        </p:txBody>
      </p:sp>
      <p:sp>
        <p:nvSpPr>
          <p:cNvPr id="23573" name="Rectangle 28"/>
          <p:cNvSpPr>
            <a:spLocks noChangeArrowheads="1"/>
          </p:cNvSpPr>
          <p:nvPr/>
        </p:nvSpPr>
        <p:spPr bwMode="auto">
          <a:xfrm>
            <a:off x="260351" y="6988177"/>
            <a:ext cx="31416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최적의 변화 원리를 이용해서 공기를 압축하는 스크루</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압축기의 특징이 아닌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저주파 소음이 적고 소음 제거가 용이하다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큰 압력을 만들수 있어 고속 회전이 가능하다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맥동이 없고 큰 공기 탱크가 필요하지 않다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압축기 실내의 섭동 부분이 적으므로 급유하지 않아도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된다</a:t>
            </a:r>
          </a:p>
        </p:txBody>
      </p:sp>
      <p:sp>
        <p:nvSpPr>
          <p:cNvPr id="23574" name="Rectangle 31"/>
          <p:cNvSpPr>
            <a:spLocks noChangeArrowheads="1"/>
          </p:cNvSpPr>
          <p:nvPr/>
        </p:nvSpPr>
        <p:spPr bwMode="auto">
          <a:xfrm>
            <a:off x="3429000" y="989013"/>
            <a:ext cx="316865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압력의 단위 </a:t>
            </a:r>
            <a:r>
              <a:rPr lang="en-US" altLang="ko-KR" sz="900">
                <a:solidFill>
                  <a:srgbClr val="000000"/>
                </a:solidFill>
                <a:latin typeface="돋움" pitchFamily="50" charset="-127"/>
                <a:ea typeface="돋움" pitchFamily="50" charset="-127"/>
              </a:rPr>
              <a:t>1.03kgf/㎠</a:t>
            </a:r>
            <a:r>
              <a:rPr lang="ko-KR" altLang="en-US" sz="900">
                <a:solidFill>
                  <a:srgbClr val="000000"/>
                </a:solidFill>
                <a:latin typeface="돋움" pitchFamily="50" charset="-127"/>
                <a:ea typeface="돋움" pitchFamily="50" charset="-127"/>
              </a:rPr>
              <a:t>은 </a:t>
            </a:r>
            <a:r>
              <a:rPr lang="en-US" altLang="ko-KR" sz="900">
                <a:solidFill>
                  <a:srgbClr val="000000"/>
                </a:solidFill>
                <a:latin typeface="돋움" pitchFamily="50" charset="-127"/>
                <a:ea typeface="돋움" pitchFamily="50" charset="-127"/>
              </a:rPr>
              <a:t>1.01Bar</a:t>
            </a:r>
            <a:r>
              <a:rPr lang="ko-KR" altLang="en-US" sz="900">
                <a:solidFill>
                  <a:srgbClr val="000000"/>
                </a:solidFill>
                <a:latin typeface="돋움" pitchFamily="50" charset="-127"/>
                <a:ea typeface="돋움" pitchFamily="50" charset="-127"/>
              </a:rPr>
              <a:t>와 동일하다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그러면 파스칼</a:t>
            </a:r>
            <a:r>
              <a:rPr lang="en-US" altLang="ko-KR" sz="900">
                <a:solidFill>
                  <a:srgbClr val="000000"/>
                </a:solidFill>
                <a:latin typeface="돋움" pitchFamily="50" charset="-127"/>
                <a:ea typeface="돋움" pitchFamily="50" charset="-127"/>
              </a:rPr>
              <a:t>(Pa)</a:t>
            </a:r>
            <a:r>
              <a:rPr lang="ko-KR" altLang="en-US" sz="900">
                <a:solidFill>
                  <a:srgbClr val="000000"/>
                </a:solidFill>
                <a:latin typeface="돋움" pitchFamily="50" charset="-127"/>
                <a:ea typeface="돋움" pitchFamily="50" charset="-127"/>
              </a:rPr>
              <a:t>로 환산 시 맞는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0.1MPa                                     ② 1.03Pa</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1.03KPa                                    ④ 10KPa</a:t>
            </a:r>
          </a:p>
        </p:txBody>
      </p:sp>
      <p:pic>
        <p:nvPicPr>
          <p:cNvPr id="23575" name="Picture 10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2029" y="2266952"/>
            <a:ext cx="2879725" cy="909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76" name="Rectangle 22"/>
          <p:cNvSpPr>
            <a:spLocks noChangeArrowheads="1"/>
          </p:cNvSpPr>
          <p:nvPr/>
        </p:nvSpPr>
        <p:spPr bwMode="auto">
          <a:xfrm>
            <a:off x="3409950" y="2066925"/>
            <a:ext cx="3187700"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아래 차트를 보고 공압 타이머의 회로로 맞는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a:t>
            </a:r>
          </a:p>
        </p:txBody>
      </p:sp>
      <p:pic>
        <p:nvPicPr>
          <p:cNvPr id="23577"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73513" y="3189290"/>
            <a:ext cx="18732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78"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60800" y="3751265"/>
            <a:ext cx="2190750"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dash"/>
                <a:miter lim="800000"/>
                <a:headEnd/>
                <a:tailEnd/>
              </a14:hiddenLine>
            </a:ext>
          </a:extLst>
        </p:spPr>
      </p:pic>
      <p:pic>
        <p:nvPicPr>
          <p:cNvPr id="23579" name="Picture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73517" y="4427540"/>
            <a:ext cx="1976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80" name="Picture 2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60804" y="5075238"/>
            <a:ext cx="2201863"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81" name="Rectangle 29"/>
          <p:cNvSpPr>
            <a:spLocks noChangeArrowheads="1"/>
          </p:cNvSpPr>
          <p:nvPr/>
        </p:nvSpPr>
        <p:spPr bwMode="auto">
          <a:xfrm>
            <a:off x="3357567" y="5843588"/>
            <a:ext cx="3082925"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공기압 발생부에 속하는 것은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드라이어                         ② 전동기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후부 냉각기                    ④ 엑추에이터</a:t>
            </a:r>
          </a:p>
        </p:txBody>
      </p:sp>
      <p:pic>
        <p:nvPicPr>
          <p:cNvPr id="23582"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60763" y="6088063"/>
            <a:ext cx="2360612" cy="59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83" name="Rectangle 58"/>
          <p:cNvSpPr>
            <a:spLocks noChangeArrowheads="1"/>
          </p:cNvSpPr>
          <p:nvPr/>
        </p:nvSpPr>
        <p:spPr bwMode="auto">
          <a:xfrm>
            <a:off x="3357567" y="7416801"/>
            <a:ext cx="3240087"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공기의 압력이 서로 다를 때에는 저압이 출구에 나오므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로 저압 우선형 밸브라 한다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 밸브는 무엇인가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2</a:t>
            </a:r>
            <a:r>
              <a:rPr lang="ko-KR" altLang="en-US" sz="900">
                <a:solidFill>
                  <a:srgbClr val="000000"/>
                </a:solidFill>
                <a:latin typeface="돋움" pitchFamily="50" charset="-127"/>
                <a:ea typeface="돋움" pitchFamily="50" charset="-127"/>
              </a:rPr>
              <a:t>압 밸브                             ② 셔틀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스톱 밸브                           ④ 시간 시연 밸브 </a:t>
            </a:r>
          </a:p>
        </p:txBody>
      </p:sp>
      <p:sp>
        <p:nvSpPr>
          <p:cNvPr id="23584" name="Rectangle 34"/>
          <p:cNvSpPr>
            <a:spLocks noChangeArrowheads="1"/>
          </p:cNvSpPr>
          <p:nvPr/>
        </p:nvSpPr>
        <p:spPr bwMode="auto">
          <a:xfrm>
            <a:off x="331788" y="1041401"/>
            <a:ext cx="312420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원터치 튜브의 특징 중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rPr>
              <a:t>필요한 길이로 절단된 튜브를 꽂아 넣는 것 만</a:t>
            </a:r>
          </a:p>
          <a:p>
            <a:pPr eaLnBrk="1" fontAlgn="base" latinLnBrk="1" hangingPunct="1">
              <a:spcBef>
                <a:spcPct val="0"/>
              </a:spcBef>
              <a:spcAft>
                <a:spcPct val="0"/>
              </a:spcAft>
            </a:pPr>
            <a:r>
              <a:rPr lang="ko-KR" altLang="en-US" sz="900">
                <a:solidFill>
                  <a:srgbClr val="000000"/>
                </a:solidFill>
              </a:rPr>
              <a:t>    으로도 배관 작업이 완료되는 피팅이다</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장착</a:t>
            </a:r>
            <a:r>
              <a:rPr lang="ko-KR" altLang="en-US" sz="900">
                <a:solidFill>
                  <a:srgbClr val="000000"/>
                </a:solidFill>
              </a:rPr>
              <a:t>시에는 개방 링을 누르면서 튜브를 빼는 것만으로</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 완료된다</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ko-KR" altLang="en-US" sz="900">
                <a:solidFill>
                  <a:srgbClr val="000000"/>
                </a:solidFill>
              </a:rPr>
              <a:t>튜브의 인출 방향이 접속구의 축 방향인 경우에는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컴팩트한 장착이 가능하다</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a:t>
            </a:r>
            <a:r>
              <a:rPr lang="ko-KR" altLang="en-US" sz="900">
                <a:solidFill>
                  <a:srgbClr val="000000"/>
                </a:solidFill>
              </a:rPr>
              <a:t>작업이 손쉽고 빠르며</a:t>
            </a:r>
            <a:r>
              <a:rPr lang="en-US" altLang="ko-KR" sz="900">
                <a:solidFill>
                  <a:srgbClr val="000000"/>
                </a:solidFill>
              </a:rPr>
              <a:t>, </a:t>
            </a:r>
            <a:r>
              <a:rPr lang="ko-KR" altLang="en-US" sz="900">
                <a:solidFill>
                  <a:srgbClr val="000000"/>
                </a:solidFill>
              </a:rPr>
              <a:t>여러가지 면에서 경제적이라 할 수 있다</a:t>
            </a:r>
            <a:r>
              <a:rPr lang="en-US" altLang="ko-KR" sz="900">
                <a:solidFill>
                  <a:srgbClr val="000000"/>
                </a:solidFill>
              </a:rPr>
              <a:t>.</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26"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76147406"/>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4579"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4580"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4581"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458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4592" name="Rectangle 145"/>
          <p:cNvSpPr>
            <a:spLocks noChangeArrowheads="1"/>
          </p:cNvSpPr>
          <p:nvPr/>
        </p:nvSpPr>
        <p:spPr bwMode="auto">
          <a:xfrm>
            <a:off x="304802" y="1046164"/>
            <a:ext cx="3228769"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공기 흐름을 정지시키거나 또는 통과시키는 기능의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밸브로서</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구조에 따라 글러브 밸브</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게이트 밸브</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콕 등이 있다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이러한 밸브들은 구조가 간단하여</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가격이 싸고 소형이어서 배관의 차단용에 주로 사용된다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다음의 밸브 기호는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②</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④</a:t>
            </a:r>
          </a:p>
        </p:txBody>
      </p:sp>
      <p:pic>
        <p:nvPicPr>
          <p:cNvPr id="24593" name="Picture 146"/>
          <p:cNvPicPr>
            <a:picLocks noChangeAspect="1" noChangeArrowheads="1"/>
          </p:cNvPicPr>
          <p:nvPr/>
        </p:nvPicPr>
        <p:blipFill>
          <a:blip r:embed="rId3">
            <a:extLst>
              <a:ext uri="{28A0092B-C50C-407E-A947-70E740481C1C}">
                <a14:useLocalDpi xmlns:a14="http://schemas.microsoft.com/office/drawing/2010/main" val="0"/>
              </a:ext>
            </a:extLst>
          </a:blip>
          <a:srcRect t="27777" b="30556"/>
          <a:stretch>
            <a:fillRect/>
          </a:stretch>
        </p:blipFill>
        <p:spPr bwMode="auto">
          <a:xfrm>
            <a:off x="646117" y="1876427"/>
            <a:ext cx="973137" cy="28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594" name="Picture 14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33613" y="1763715"/>
            <a:ext cx="671512" cy="439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595" name="Picture 14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4053" y="2152652"/>
            <a:ext cx="76517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596" name="Picture 149"/>
          <p:cNvPicPr>
            <a:picLocks noChangeAspect="1" noChangeArrowheads="1"/>
          </p:cNvPicPr>
          <p:nvPr/>
        </p:nvPicPr>
        <p:blipFill>
          <a:blip r:embed="rId6" cstate="print">
            <a:extLst>
              <a:ext uri="{28A0092B-C50C-407E-A947-70E740481C1C}">
                <a14:useLocalDpi xmlns:a14="http://schemas.microsoft.com/office/drawing/2010/main" val="0"/>
              </a:ext>
            </a:extLst>
          </a:blip>
          <a:srcRect t="79282"/>
          <a:stretch>
            <a:fillRect/>
          </a:stretch>
        </p:blipFill>
        <p:spPr bwMode="auto">
          <a:xfrm>
            <a:off x="2309813" y="2178052"/>
            <a:ext cx="614362"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597" name="Rectangle 50"/>
          <p:cNvSpPr>
            <a:spLocks noChangeArrowheads="1"/>
          </p:cNvSpPr>
          <p:nvPr/>
        </p:nvSpPr>
        <p:spPr bwMode="auto">
          <a:xfrm>
            <a:off x="260351" y="3019427"/>
            <a:ext cx="3141663"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latin typeface="돋움" pitchFamily="50" charset="-127"/>
                <a:ea typeface="돋움" pitchFamily="50" charset="-127"/>
              </a:rPr>
              <a:t>설치비와 보수비는 높지만 열을 가하여 재생이 가능하</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여 반영구적으로 사용가능한 에어 드라이어는</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공냉식 에어 드라이어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냉각식 에어 드라이어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흡수식 에어 드라이어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흡착식 에어 드라이어</a:t>
            </a:r>
          </a:p>
        </p:txBody>
      </p:sp>
      <p:sp>
        <p:nvSpPr>
          <p:cNvPr id="24598" name="Rectangle 69"/>
          <p:cNvSpPr>
            <a:spLocks noChangeArrowheads="1"/>
          </p:cNvSpPr>
          <p:nvPr/>
        </p:nvSpPr>
        <p:spPr bwMode="auto">
          <a:xfrm>
            <a:off x="260350" y="4427540"/>
            <a:ext cx="31877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광전 스위치의 검출 형태가 아닌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유도형                                ② 투과형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미러 반사형                        ④ 직접 반사형 </a:t>
            </a:r>
          </a:p>
        </p:txBody>
      </p:sp>
      <p:grpSp>
        <p:nvGrpSpPr>
          <p:cNvPr id="24599" name="Group 59"/>
          <p:cNvGrpSpPr>
            <a:grpSpLocks/>
          </p:cNvGrpSpPr>
          <p:nvPr/>
        </p:nvGrpSpPr>
        <p:grpSpPr bwMode="auto">
          <a:xfrm>
            <a:off x="3644900" y="1331918"/>
            <a:ext cx="2408238" cy="877889"/>
            <a:chOff x="409" y="1850"/>
            <a:chExt cx="1517" cy="553"/>
          </a:xfrm>
        </p:grpSpPr>
        <p:pic>
          <p:nvPicPr>
            <p:cNvPr id="24613" name="Picture 6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6" y="1850"/>
              <a:ext cx="1490"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14" name="Rectangle 61"/>
            <p:cNvSpPr>
              <a:spLocks noChangeArrowheads="1"/>
            </p:cNvSpPr>
            <p:nvPr/>
          </p:nvSpPr>
          <p:spPr bwMode="auto">
            <a:xfrm>
              <a:off x="412" y="1945"/>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p>
          </p:txBody>
        </p:sp>
        <p:sp>
          <p:nvSpPr>
            <p:cNvPr id="24615" name="Rectangle 62"/>
            <p:cNvSpPr>
              <a:spLocks noChangeArrowheads="1"/>
            </p:cNvSpPr>
            <p:nvPr/>
          </p:nvSpPr>
          <p:spPr bwMode="auto">
            <a:xfrm>
              <a:off x="409" y="2047"/>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②</a:t>
              </a:r>
            </a:p>
          </p:txBody>
        </p:sp>
        <p:sp>
          <p:nvSpPr>
            <p:cNvPr id="24616" name="Rectangle 63"/>
            <p:cNvSpPr>
              <a:spLocks noChangeArrowheads="1"/>
            </p:cNvSpPr>
            <p:nvPr/>
          </p:nvSpPr>
          <p:spPr bwMode="auto">
            <a:xfrm>
              <a:off x="412" y="2154"/>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③</a:t>
              </a:r>
            </a:p>
          </p:txBody>
        </p:sp>
        <p:sp>
          <p:nvSpPr>
            <p:cNvPr id="24617" name="Rectangle 64"/>
            <p:cNvSpPr>
              <a:spLocks noChangeArrowheads="1"/>
            </p:cNvSpPr>
            <p:nvPr/>
          </p:nvSpPr>
          <p:spPr bwMode="auto">
            <a:xfrm>
              <a:off x="409" y="2258"/>
              <a:ext cx="18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④</a:t>
              </a:r>
            </a:p>
          </p:txBody>
        </p:sp>
        <p:sp>
          <p:nvSpPr>
            <p:cNvPr id="24618" name="Line 65"/>
            <p:cNvSpPr>
              <a:spLocks noChangeShapeType="1"/>
            </p:cNvSpPr>
            <p:nvPr/>
          </p:nvSpPr>
          <p:spPr bwMode="auto">
            <a:xfrm>
              <a:off x="442" y="1854"/>
              <a:ext cx="0" cy="528"/>
            </a:xfrm>
            <a:prstGeom prst="line">
              <a:avLst/>
            </a:prstGeom>
            <a:noFill/>
            <a:ln w="19050">
              <a:solidFill>
                <a:schemeClr val="folHlink"/>
              </a:solidFill>
              <a:round/>
              <a:headEnd/>
              <a:tailEnd/>
            </a:ln>
            <a:extLst>
              <a:ext uri="{909E8E84-426E-40DD-AFC4-6F175D3DCCD1}">
                <a14:hiddenFill xmlns:a14="http://schemas.microsoft.com/office/drawing/2010/main">
                  <a:noFill/>
                </a14:hiddenFill>
              </a:ext>
            </a:extLst>
          </p:spPr>
          <p:txBody>
            <a:bodyPr wrap="none" anchor="ctr"/>
            <a:lstStyle/>
            <a:p>
              <a:pPr fontAlgn="base" latinLnBrk="1">
                <a:spcBef>
                  <a:spcPct val="0"/>
                </a:spcBef>
                <a:spcAft>
                  <a:spcPct val="0"/>
                </a:spcAft>
              </a:pPr>
              <a:endParaRPr kumimoji="1" lang="en-US">
                <a:solidFill>
                  <a:srgbClr val="000000"/>
                </a:solidFill>
              </a:endParaRPr>
            </a:p>
          </p:txBody>
        </p:sp>
      </p:grpSp>
      <p:sp>
        <p:nvSpPr>
          <p:cNvPr id="24600" name="Rectangle 66"/>
          <p:cNvSpPr>
            <a:spLocks noChangeArrowheads="1"/>
          </p:cNvSpPr>
          <p:nvPr/>
        </p:nvSpPr>
        <p:spPr bwMode="auto">
          <a:xfrm>
            <a:off x="3429000" y="1042988"/>
            <a:ext cx="31686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방향제어 밸브의 포트 표시 중 제어라인은</a:t>
            </a:r>
            <a:r>
              <a:rPr lang="en-US" altLang="ko-KR" sz="900">
                <a:solidFill>
                  <a:srgbClr val="000000"/>
                </a:solidFill>
                <a:latin typeface="돋움" pitchFamily="50" charset="-127"/>
                <a:ea typeface="돋움" pitchFamily="50" charset="-127"/>
              </a:rPr>
              <a:t>? </a:t>
            </a:r>
          </a:p>
        </p:txBody>
      </p:sp>
      <p:sp>
        <p:nvSpPr>
          <p:cNvPr id="24601" name="Rectangle 69"/>
          <p:cNvSpPr>
            <a:spLocks noChangeArrowheads="1"/>
          </p:cNvSpPr>
          <p:nvPr/>
        </p:nvSpPr>
        <p:spPr bwMode="auto">
          <a:xfrm>
            <a:off x="260350" y="5508626"/>
            <a:ext cx="31877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전자 밸브에서 간접 작동형에 대한 설명중 틀린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적은 전기 소모량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밸브 변환시간이 빠름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적은 소음과 적은 발열량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고장이 쉽게 나지 않음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p>
        </p:txBody>
      </p:sp>
      <p:sp>
        <p:nvSpPr>
          <p:cNvPr id="24602" name="Rectangle 51"/>
          <p:cNvSpPr>
            <a:spLocks noChangeArrowheads="1"/>
          </p:cNvSpPr>
          <p:nvPr/>
        </p:nvSpPr>
        <p:spPr bwMode="auto">
          <a:xfrm>
            <a:off x="260351" y="6732589"/>
            <a:ext cx="31416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벤투리 원리를 이용하여 고체 마찰에 의한 마모를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방지하고 섭동 저항을 감소시켜 기기의 효율을 상승</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시키는 기기는</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자동 배수기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윤활기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필터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압력 조절 밸브</a:t>
            </a:r>
          </a:p>
        </p:txBody>
      </p:sp>
      <p:sp>
        <p:nvSpPr>
          <p:cNvPr id="24603" name="Rectangle 53"/>
          <p:cNvSpPr>
            <a:spLocks noChangeArrowheads="1"/>
          </p:cNvSpPr>
          <p:nvPr/>
        </p:nvSpPr>
        <p:spPr bwMode="auto">
          <a:xfrm>
            <a:off x="3376613" y="2503488"/>
            <a:ext cx="316865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17. 2</a:t>
            </a:r>
            <a:r>
              <a:rPr lang="ko-KR" altLang="en-US" sz="900">
                <a:solidFill>
                  <a:srgbClr val="000000"/>
                </a:solidFill>
                <a:latin typeface="돋움" pitchFamily="50" charset="-127"/>
                <a:ea typeface="돋움" pitchFamily="50" charset="-127"/>
              </a:rPr>
              <a:t>차측의 압력이 스프링의 설정압력보다 높으면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가 작동하여 압축공기의 유로를 닫거나 또는 설정압력</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보다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차측의 압력이 높은 압만큼 릴리프 구멍으로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배기시키는 밸브는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감압 밸브                          ② 릴리프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시퀀스 밸브                       ④ 급속배기 밸브</a:t>
            </a:r>
          </a:p>
        </p:txBody>
      </p:sp>
      <p:sp>
        <p:nvSpPr>
          <p:cNvPr id="24604" name="Rectangle 6"/>
          <p:cNvSpPr>
            <a:spLocks noChangeArrowheads="1"/>
          </p:cNvSpPr>
          <p:nvPr/>
        </p:nvSpPr>
        <p:spPr bwMode="auto">
          <a:xfrm>
            <a:off x="3429000" y="3876675"/>
            <a:ext cx="318770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a:t>
            </a:r>
            <a:r>
              <a:rPr lang="ko-KR" altLang="en-US" sz="900">
                <a:solidFill>
                  <a:srgbClr val="000000"/>
                </a:solidFill>
                <a:latin typeface="돋움" pitchFamily="50" charset="-127"/>
                <a:ea typeface="돋움" pitchFamily="50" charset="-127"/>
              </a:rPr>
              <a:t>실린더의 장착 분류 중 가장 견고한 설치 방법이며</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부하의 운동 방향과 축심을 일치시켜야 하는 장착</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방법은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플랜지형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푸트형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트러니언형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클레비스형</a:t>
            </a:r>
          </a:p>
        </p:txBody>
      </p:sp>
      <p:sp>
        <p:nvSpPr>
          <p:cNvPr id="24605" name="Rectangle 12"/>
          <p:cNvSpPr>
            <a:spLocks noChangeArrowheads="1"/>
          </p:cNvSpPr>
          <p:nvPr/>
        </p:nvSpPr>
        <p:spPr bwMode="auto">
          <a:xfrm>
            <a:off x="3429000" y="5364165"/>
            <a:ext cx="316865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a:t>
            </a:r>
            <a:r>
              <a:rPr lang="ko-KR" altLang="en-US" sz="900">
                <a:solidFill>
                  <a:srgbClr val="000000"/>
                </a:solidFill>
                <a:latin typeface="돋움" pitchFamily="50" charset="-127"/>
                <a:ea typeface="돋움" pitchFamily="50" charset="-127"/>
              </a:rPr>
              <a:t>다음 기호의 설명으로 틀린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직접 작동형 밸브이다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② 메모리 특성을 가진 밸브이다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수동조작 스위치가 있는 밸브이다</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④ </a:t>
            </a:r>
            <a:r>
              <a:rPr lang="en-US" altLang="ko-KR" sz="900">
                <a:solidFill>
                  <a:srgbClr val="000000"/>
                </a:solidFill>
                <a:latin typeface="돋움" pitchFamily="50" charset="-127"/>
                <a:ea typeface="돋움" pitchFamily="50" charset="-127"/>
              </a:rPr>
              <a:t>5</a:t>
            </a:r>
            <a:r>
              <a:rPr lang="ko-KR" altLang="en-US" sz="900">
                <a:solidFill>
                  <a:srgbClr val="000000"/>
                </a:solidFill>
                <a:latin typeface="돋움" pitchFamily="50" charset="-127"/>
                <a:ea typeface="돋움" pitchFamily="50" charset="-127"/>
              </a:rPr>
              <a:t>포트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위치 전자밸브이다</a:t>
            </a:r>
          </a:p>
        </p:txBody>
      </p:sp>
      <p:pic>
        <p:nvPicPr>
          <p:cNvPr id="24606" name="Picture 40"/>
          <p:cNvPicPr>
            <a:picLocks noChangeAspect="1" noChangeArrowheads="1"/>
          </p:cNvPicPr>
          <p:nvPr/>
        </p:nvPicPr>
        <p:blipFill>
          <a:blip r:embed="rId8">
            <a:extLst>
              <a:ext uri="{28A0092B-C50C-407E-A947-70E740481C1C}">
                <a14:useLocalDpi xmlns:a14="http://schemas.microsoft.com/office/drawing/2010/main" val="0"/>
              </a:ext>
            </a:extLst>
          </a:blip>
          <a:srcRect l="63750" t="30832" r="16875" b="60834"/>
          <a:stretch>
            <a:fillRect/>
          </a:stretch>
        </p:blipFill>
        <p:spPr bwMode="auto">
          <a:xfrm>
            <a:off x="3657604" y="5559427"/>
            <a:ext cx="1876425" cy="6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07" name="Rectangle 8"/>
          <p:cNvSpPr>
            <a:spLocks noChangeArrowheads="1"/>
          </p:cNvSpPr>
          <p:nvPr/>
        </p:nvSpPr>
        <p:spPr bwMode="auto">
          <a:xfrm>
            <a:off x="260350" y="8172452"/>
            <a:ext cx="31686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타이머 종류가 아닌 것은 </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전자식 타이머                       ② 공기식 타이머</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계수식 타이머                       ④ 전기식 타이머</a:t>
            </a:r>
          </a:p>
        </p:txBody>
      </p:sp>
      <p:sp>
        <p:nvSpPr>
          <p:cNvPr id="24608" name="Rectangle 12"/>
          <p:cNvSpPr>
            <a:spLocks noChangeArrowheads="1"/>
          </p:cNvSpPr>
          <p:nvPr/>
        </p:nvSpPr>
        <p:spPr bwMode="auto">
          <a:xfrm>
            <a:off x="3429000" y="7092951"/>
            <a:ext cx="316865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다음 진공 펌프에 대한 기호로 알맞은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                                   ②</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④</a:t>
            </a:r>
          </a:p>
        </p:txBody>
      </p:sp>
      <p:pic>
        <p:nvPicPr>
          <p:cNvPr id="24609" name="Picture 170"/>
          <p:cNvPicPr>
            <a:picLocks noChangeAspect="1" noChangeArrowheads="1"/>
          </p:cNvPicPr>
          <p:nvPr/>
        </p:nvPicPr>
        <p:blipFill>
          <a:blip r:embed="rId9" cstate="print">
            <a:lum contrast="20000"/>
            <a:extLst>
              <a:ext uri="{28A0092B-C50C-407E-A947-70E740481C1C}">
                <a14:useLocalDpi xmlns:a14="http://schemas.microsoft.com/office/drawing/2010/main" val="0"/>
              </a:ext>
            </a:extLst>
          </a:blip>
          <a:srcRect t="44925" r="505" b="41324"/>
          <a:stretch>
            <a:fillRect/>
          </a:stretch>
        </p:blipFill>
        <p:spPr bwMode="auto">
          <a:xfrm>
            <a:off x="3925892" y="8243888"/>
            <a:ext cx="504825" cy="484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0" name="Picture 171"/>
          <p:cNvPicPr>
            <a:picLocks noChangeAspect="1" noChangeArrowheads="1"/>
          </p:cNvPicPr>
          <p:nvPr/>
        </p:nvPicPr>
        <p:blipFill>
          <a:blip r:embed="rId10" cstate="print">
            <a:lum contrast="20000"/>
            <a:extLst>
              <a:ext uri="{28A0092B-C50C-407E-A947-70E740481C1C}">
                <a14:useLocalDpi xmlns:a14="http://schemas.microsoft.com/office/drawing/2010/main" val="0"/>
              </a:ext>
            </a:extLst>
          </a:blip>
          <a:srcRect t="29501" r="505" b="55075"/>
          <a:stretch>
            <a:fillRect/>
          </a:stretch>
        </p:blipFill>
        <p:spPr bwMode="auto">
          <a:xfrm>
            <a:off x="5454650" y="8185152"/>
            <a:ext cx="5461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1" name="Picture 172"/>
          <p:cNvPicPr>
            <a:picLocks noChangeAspect="1" noChangeArrowheads="1"/>
          </p:cNvPicPr>
          <p:nvPr/>
        </p:nvPicPr>
        <p:blipFill>
          <a:blip r:embed="rId11" cstate="print">
            <a:lum contrast="20000"/>
            <a:extLst>
              <a:ext uri="{28A0092B-C50C-407E-A947-70E740481C1C}">
                <a14:useLocalDpi xmlns:a14="http://schemas.microsoft.com/office/drawing/2010/main" val="0"/>
              </a:ext>
            </a:extLst>
          </a:blip>
          <a:srcRect t="13460" r="505" b="70499"/>
          <a:stretch>
            <a:fillRect/>
          </a:stretch>
        </p:blipFill>
        <p:spPr bwMode="auto">
          <a:xfrm>
            <a:off x="3943351" y="7715250"/>
            <a:ext cx="492125" cy="55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2" name="Picture 173"/>
          <p:cNvPicPr>
            <a:picLocks noChangeAspect="1" noChangeArrowheads="1"/>
          </p:cNvPicPr>
          <p:nvPr/>
        </p:nvPicPr>
        <p:blipFill>
          <a:blip r:embed="rId11" cstate="print">
            <a:lum contrast="20000"/>
            <a:extLst>
              <a:ext uri="{28A0092B-C50C-407E-A947-70E740481C1C}">
                <a14:useLocalDpi xmlns:a14="http://schemas.microsoft.com/office/drawing/2010/main" val="0"/>
              </a:ext>
            </a:extLst>
          </a:blip>
          <a:srcRect r="505" b="86359"/>
          <a:stretch>
            <a:fillRect/>
          </a:stretch>
        </p:blipFill>
        <p:spPr bwMode="auto">
          <a:xfrm>
            <a:off x="5473704" y="7745413"/>
            <a:ext cx="492125" cy="468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80313324"/>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5603"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8" name="Group 82"/>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81" name="Group 85"/>
          <p:cNvGraphicFramePr>
            <a:graphicFrameLocks noGrp="1"/>
          </p:cNvGraphicFramePr>
          <p:nvPr/>
        </p:nvGraphicFramePr>
        <p:xfrm>
          <a:off x="3735392" y="1673227"/>
          <a:ext cx="1781175" cy="445552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787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48611266"/>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6627"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6628"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6629"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663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6640" name="Rectangle 94"/>
          <p:cNvSpPr>
            <a:spLocks noChangeArrowheads="1"/>
          </p:cNvSpPr>
          <p:nvPr/>
        </p:nvSpPr>
        <p:spPr bwMode="auto">
          <a:xfrm>
            <a:off x="304803" y="1046165"/>
            <a:ext cx="3025187"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공압 밸브에서 중립 위치를 사용하는 경우 </a:t>
            </a:r>
            <a:r>
              <a:rPr lang="en-US" altLang="ko-KR" sz="900">
                <a:solidFill>
                  <a:srgbClr val="000000"/>
                </a:solidFill>
                <a:latin typeface="돋움" pitchFamily="50" charset="-127"/>
                <a:ea typeface="돋움" pitchFamily="50" charset="-127"/>
              </a:rPr>
              <a:t>PAB </a:t>
            </a:r>
            <a:r>
              <a:rPr lang="ko-KR" altLang="en-US" sz="900">
                <a:solidFill>
                  <a:srgbClr val="000000"/>
                </a:solidFill>
                <a:latin typeface="돋움" pitchFamily="50" charset="-127"/>
                <a:ea typeface="돋움" pitchFamily="50" charset="-127"/>
              </a:rPr>
              <a:t>접속</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프레셔 센터</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에 해당하는 밸브의 기호는</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②</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④</a:t>
            </a:r>
          </a:p>
        </p:txBody>
      </p:sp>
      <p:pic>
        <p:nvPicPr>
          <p:cNvPr id="26641" name="Picture 9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0717" y="1476375"/>
            <a:ext cx="962025"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42" name="Picture 9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71700" y="1476375"/>
            <a:ext cx="838200" cy="28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43" name="Picture 9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2467" y="1857375"/>
            <a:ext cx="904875"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44" name="Picture 9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71704" y="1835151"/>
            <a:ext cx="885825" cy="28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45" name="Rectangle 135"/>
          <p:cNvSpPr>
            <a:spLocks noChangeArrowheads="1"/>
          </p:cNvSpPr>
          <p:nvPr/>
        </p:nvSpPr>
        <p:spPr bwMode="auto">
          <a:xfrm>
            <a:off x="260350" y="2274889"/>
            <a:ext cx="316865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latin typeface="돋움" pitchFamily="50" charset="-127"/>
                <a:ea typeface="돋움" pitchFamily="50" charset="-127"/>
              </a:rPr>
              <a:t>압력 단위 중 표준 대기압 </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을 기준으로 압력의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단위중 바르지 못한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en-US" altLang="ko-KR" sz="900">
                <a:solidFill>
                  <a:srgbClr val="000000"/>
                </a:solidFill>
              </a:rPr>
              <a:t>1.0325×10</a:t>
            </a:r>
            <a:r>
              <a:rPr lang="en-US" altLang="ko-KR" sz="900" baseline="30000">
                <a:solidFill>
                  <a:srgbClr val="000000"/>
                </a:solidFill>
              </a:rPr>
              <a:t>6 </a:t>
            </a:r>
            <a:r>
              <a:rPr lang="en-US" altLang="ko-KR" sz="900">
                <a:solidFill>
                  <a:srgbClr val="000000"/>
                </a:solidFill>
                <a:latin typeface="돋움" pitchFamily="50" charset="-127"/>
                <a:ea typeface="돋움" pitchFamily="50" charset="-127"/>
              </a:rPr>
              <a:t>Pa         </a:t>
            </a:r>
            <a:r>
              <a:rPr lang="ko-KR" altLang="en-US" sz="900">
                <a:solidFill>
                  <a:srgbClr val="000000"/>
                </a:solidFill>
                <a:latin typeface="돋움" pitchFamily="50" charset="-127"/>
                <a:ea typeface="돋움" pitchFamily="50" charset="-127"/>
              </a:rPr>
              <a:t>② </a:t>
            </a:r>
            <a:r>
              <a:rPr lang="en-US" altLang="ko-KR" sz="900">
                <a:solidFill>
                  <a:srgbClr val="000000"/>
                </a:solidFill>
              </a:rPr>
              <a:t>1.01325 bar</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rPr>
              <a:t>1.03323 kgf/㎠         </a:t>
            </a:r>
            <a:r>
              <a:rPr lang="ko-KR" altLang="en-US" sz="900">
                <a:solidFill>
                  <a:srgbClr val="000000"/>
                </a:solidFill>
              </a:rPr>
              <a:t>④ </a:t>
            </a:r>
            <a:r>
              <a:rPr lang="en-US" altLang="ko-KR" sz="900">
                <a:solidFill>
                  <a:srgbClr val="000000"/>
                </a:solidFill>
              </a:rPr>
              <a:t>7.60×10</a:t>
            </a:r>
            <a:r>
              <a:rPr lang="en-US" altLang="ko-KR" sz="900" baseline="30000">
                <a:solidFill>
                  <a:srgbClr val="000000"/>
                </a:solidFill>
              </a:rPr>
              <a:t>2 </a:t>
            </a:r>
            <a:r>
              <a:rPr lang="en-US" altLang="ko-KR" sz="900">
                <a:solidFill>
                  <a:srgbClr val="000000"/>
                </a:solidFill>
                <a:latin typeface="돋움" pitchFamily="50" charset="-127"/>
                <a:ea typeface="돋움" pitchFamily="50" charset="-127"/>
              </a:rPr>
              <a:t>mmhg</a:t>
            </a:r>
            <a:endParaRPr lang="ko-KR" altLang="en-US" sz="900">
              <a:solidFill>
                <a:srgbClr val="000000"/>
              </a:solidFill>
              <a:latin typeface="돋움" pitchFamily="50" charset="-127"/>
              <a:ea typeface="돋움" pitchFamily="50" charset="-127"/>
            </a:endParaRPr>
          </a:p>
        </p:txBody>
      </p:sp>
      <p:sp>
        <p:nvSpPr>
          <p:cNvPr id="26646" name="Rectangle 135"/>
          <p:cNvSpPr>
            <a:spLocks noChangeArrowheads="1"/>
          </p:cNvSpPr>
          <p:nvPr/>
        </p:nvSpPr>
        <p:spPr bwMode="auto">
          <a:xfrm>
            <a:off x="260350" y="3190875"/>
            <a:ext cx="316865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다음 설명은 어떤 배관을 설명하는 것인가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rPr>
              <a:t>     자유롭게 구부릴 수 있는 강관으로 서로 접속하는 작은</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    관으로는 동관</a:t>
            </a:r>
            <a:r>
              <a:rPr lang="en-US" altLang="ko-KR" sz="900">
                <a:solidFill>
                  <a:srgbClr val="000000"/>
                </a:solidFill>
              </a:rPr>
              <a:t>, </a:t>
            </a:r>
            <a:r>
              <a:rPr lang="ko-KR" altLang="en-US" sz="900">
                <a:solidFill>
                  <a:srgbClr val="000000"/>
                </a:solidFill>
              </a:rPr>
              <a:t>알루미늄관 등이 사용되어 왔다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강관</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비철 금속관</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플라스틱 튜브</a:t>
            </a:r>
            <a:r>
              <a:rPr lang="en-US" altLang="ko-KR" sz="900">
                <a:solidFill>
                  <a:srgbClr val="000000"/>
                </a:solidFill>
              </a:rPr>
              <a:t>               </a:t>
            </a:r>
            <a:r>
              <a:rPr lang="ko-KR" altLang="en-US" sz="900">
                <a:solidFill>
                  <a:srgbClr val="000000"/>
                </a:solidFill>
              </a:rPr>
              <a:t>④ 호스</a:t>
            </a:r>
            <a:endParaRPr lang="ko-KR" altLang="en-US" sz="900">
              <a:solidFill>
                <a:srgbClr val="000000"/>
              </a:solidFill>
              <a:latin typeface="돋움" pitchFamily="50" charset="-127"/>
              <a:ea typeface="돋움" pitchFamily="50" charset="-127"/>
            </a:endParaRPr>
          </a:p>
        </p:txBody>
      </p:sp>
      <p:pic>
        <p:nvPicPr>
          <p:cNvPr id="26647" name="Picture 11"/>
          <p:cNvPicPr>
            <a:picLocks noChangeAspect="1" noChangeArrowheads="1"/>
          </p:cNvPicPr>
          <p:nvPr/>
        </p:nvPicPr>
        <p:blipFill>
          <a:blip r:embed="rId7">
            <a:extLst>
              <a:ext uri="{28A0092B-C50C-407E-A947-70E740481C1C}">
                <a14:useLocalDpi xmlns:a14="http://schemas.microsoft.com/office/drawing/2010/main" val="0"/>
              </a:ext>
            </a:extLst>
          </a:blip>
          <a:srcRect l="78438" t="40562" b="4984"/>
          <a:stretch>
            <a:fillRect/>
          </a:stretch>
        </p:blipFill>
        <p:spPr bwMode="auto">
          <a:xfrm>
            <a:off x="2209800" y="4140200"/>
            <a:ext cx="827088" cy="1087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48" name="Rectangle 135"/>
          <p:cNvSpPr>
            <a:spLocks noChangeArrowheads="1"/>
          </p:cNvSpPr>
          <p:nvPr/>
        </p:nvSpPr>
        <p:spPr bwMode="auto">
          <a:xfrm>
            <a:off x="260350" y="4203700"/>
            <a:ext cx="316865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latin typeface="돋움" pitchFamily="50" charset="-127"/>
                <a:ea typeface="돋움" pitchFamily="50" charset="-127"/>
              </a:rPr>
              <a:t>다음 기호로 알맞은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릴리프 밸브</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직동형 갑압 밸브</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내부 파일럿형 감압 밸브</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④  외부 파일럿형 감압 밸브</a:t>
            </a:r>
            <a:endParaRPr lang="ko-KR" altLang="en-US" sz="900">
              <a:solidFill>
                <a:srgbClr val="000000"/>
              </a:solidFill>
              <a:latin typeface="돋움" pitchFamily="50" charset="-127"/>
              <a:ea typeface="돋움" pitchFamily="50" charset="-127"/>
            </a:endParaRPr>
          </a:p>
        </p:txBody>
      </p:sp>
      <p:sp>
        <p:nvSpPr>
          <p:cNvPr id="26649" name="Rectangle 135"/>
          <p:cNvSpPr>
            <a:spLocks noChangeArrowheads="1"/>
          </p:cNvSpPr>
          <p:nvPr/>
        </p:nvSpPr>
        <p:spPr bwMode="auto">
          <a:xfrm>
            <a:off x="260352" y="5260977"/>
            <a:ext cx="3313113"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다음 밸브의 기호에서 설명으로 틀린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사각형의 수는 밸브의 스위칭 수를 나타낸다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화살표는 유체의 흐름을 나타낸다</a:t>
            </a:r>
            <a:r>
              <a:rPr lang="en-US" altLang="ko-KR" sz="900">
                <a:solidFill>
                  <a:srgbClr val="000000"/>
                </a:solidFill>
                <a:latin typeface="돋움" pitchFamily="50" charset="-127"/>
                <a:ea typeface="돋움" pitchFamily="50" charset="-127"/>
              </a:rPr>
              <a:t>.</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짧은 </a:t>
            </a:r>
            <a:r>
              <a:rPr lang="en-US" altLang="ko-KR" sz="900">
                <a:solidFill>
                  <a:srgbClr val="000000"/>
                </a:solidFill>
                <a:latin typeface="돋움" pitchFamily="50" charset="-127"/>
                <a:ea typeface="돋움" pitchFamily="50" charset="-127"/>
              </a:rPr>
              <a:t>T – </a:t>
            </a:r>
            <a:r>
              <a:rPr lang="ko-KR" altLang="en-US" sz="900">
                <a:solidFill>
                  <a:srgbClr val="000000"/>
                </a:solidFill>
                <a:latin typeface="돋움" pitchFamily="50" charset="-127"/>
                <a:ea typeface="돋움" pitchFamily="50" charset="-127"/>
              </a:rPr>
              <a:t>표기는 유체의 흐름이 차단된 상태를 나타낸다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④ 밸브의 포트 표시는 짧은 선분을 사각형 박스의 외부에</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나타내며 이는 밸브의 초기 위치를 나타낸다</a:t>
            </a:r>
            <a:r>
              <a:rPr lang="en-US" altLang="ko-KR" sz="900">
                <a:solidFill>
                  <a:srgbClr val="000000"/>
                </a:solidFill>
                <a:latin typeface="돋움" pitchFamily="50" charset="-127"/>
                <a:ea typeface="돋움" pitchFamily="50" charset="-127"/>
              </a:rPr>
              <a:t>.</a:t>
            </a:r>
            <a:endParaRPr lang="ko-KR" altLang="en-US" sz="900">
              <a:solidFill>
                <a:srgbClr val="000000"/>
              </a:solidFill>
              <a:latin typeface="돋움" pitchFamily="50" charset="-127"/>
              <a:ea typeface="돋움" pitchFamily="50" charset="-127"/>
            </a:endParaRPr>
          </a:p>
        </p:txBody>
      </p:sp>
      <p:grpSp>
        <p:nvGrpSpPr>
          <p:cNvPr id="26650" name="Group 107"/>
          <p:cNvGrpSpPr>
            <a:grpSpLocks/>
          </p:cNvGrpSpPr>
          <p:nvPr/>
        </p:nvGrpSpPr>
        <p:grpSpPr bwMode="auto">
          <a:xfrm>
            <a:off x="908050" y="5443540"/>
            <a:ext cx="1295400" cy="720725"/>
            <a:chOff x="2245" y="2296"/>
            <a:chExt cx="816" cy="454"/>
          </a:xfrm>
        </p:grpSpPr>
        <p:pic>
          <p:nvPicPr>
            <p:cNvPr id="26680" name="Picture 10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20" y="2296"/>
              <a:ext cx="641" cy="4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81" name="Text Box 105"/>
            <p:cNvSpPr txBox="1">
              <a:spLocks noChangeArrowheads="1"/>
            </p:cNvSpPr>
            <p:nvPr/>
          </p:nvSpPr>
          <p:spPr bwMode="auto">
            <a:xfrm>
              <a:off x="2245" y="2296"/>
              <a:ext cx="40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fontAlgn="base" latinLnBrk="1">
                <a:spcBef>
                  <a:spcPct val="50000"/>
                </a:spcBef>
                <a:spcAft>
                  <a:spcPct val="0"/>
                </a:spcAft>
              </a:pPr>
              <a:endParaRPr kumimoji="0" lang="en-US" altLang="ko-KR">
                <a:solidFill>
                  <a:srgbClr val="000000"/>
                </a:solidFill>
              </a:endParaRPr>
            </a:p>
          </p:txBody>
        </p:sp>
      </p:grpSp>
      <p:sp>
        <p:nvSpPr>
          <p:cNvPr id="26651" name="Rectangle 135"/>
          <p:cNvSpPr>
            <a:spLocks noChangeArrowheads="1"/>
          </p:cNvSpPr>
          <p:nvPr/>
        </p:nvSpPr>
        <p:spPr bwMode="auto">
          <a:xfrm>
            <a:off x="3429004" y="1042989"/>
            <a:ext cx="3313113"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다음 그림을 보고 기호로 맞는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②</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④</a:t>
            </a:r>
            <a:r>
              <a:rPr lang="en-US" altLang="ko-KR" sz="900">
                <a:solidFill>
                  <a:srgbClr val="000000"/>
                </a:solidFill>
                <a:latin typeface="돋움" pitchFamily="50" charset="-127"/>
                <a:ea typeface="돋움" pitchFamily="50" charset="-127"/>
              </a:rPr>
              <a:t> </a:t>
            </a:r>
            <a:r>
              <a:rPr lang="ko-KR" altLang="en-US" sz="900">
                <a:solidFill>
                  <a:srgbClr val="000000"/>
                </a:solidFill>
              </a:rPr>
              <a:t> </a:t>
            </a:r>
            <a:endParaRPr lang="ko-KR" altLang="en-US" sz="900">
              <a:solidFill>
                <a:srgbClr val="000000"/>
              </a:solidFill>
              <a:latin typeface="돋움" pitchFamily="50" charset="-127"/>
              <a:ea typeface="돋움" pitchFamily="50" charset="-127"/>
            </a:endParaRPr>
          </a:p>
        </p:txBody>
      </p:sp>
      <p:pic>
        <p:nvPicPr>
          <p:cNvPr id="2665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00442" y="1258890"/>
            <a:ext cx="2960687" cy="153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53" name="Text Box 8"/>
          <p:cNvSpPr txBox="1">
            <a:spLocks noChangeArrowheads="1"/>
          </p:cNvSpPr>
          <p:nvPr/>
        </p:nvSpPr>
        <p:spPr bwMode="auto">
          <a:xfrm>
            <a:off x="3662366" y="2700339"/>
            <a:ext cx="98135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100">
                <a:solidFill>
                  <a:srgbClr val="000000"/>
                </a:solidFill>
              </a:rPr>
              <a:t>(a) </a:t>
            </a:r>
            <a:r>
              <a:rPr lang="ko-KR" altLang="en-US" sz="1100">
                <a:solidFill>
                  <a:srgbClr val="000000"/>
                </a:solidFill>
              </a:rPr>
              <a:t>초기상태</a:t>
            </a:r>
          </a:p>
        </p:txBody>
      </p:sp>
      <p:sp>
        <p:nvSpPr>
          <p:cNvPr id="26654" name="Text Box 9"/>
          <p:cNvSpPr txBox="1">
            <a:spLocks noChangeArrowheads="1"/>
          </p:cNvSpPr>
          <p:nvPr/>
        </p:nvSpPr>
        <p:spPr bwMode="auto">
          <a:xfrm>
            <a:off x="5157792" y="2700339"/>
            <a:ext cx="98616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100">
                <a:solidFill>
                  <a:srgbClr val="000000"/>
                </a:solidFill>
              </a:rPr>
              <a:t>(b) </a:t>
            </a:r>
            <a:r>
              <a:rPr lang="ko-KR" altLang="en-US" sz="1100">
                <a:solidFill>
                  <a:srgbClr val="000000"/>
                </a:solidFill>
              </a:rPr>
              <a:t>작동상태</a:t>
            </a:r>
          </a:p>
        </p:txBody>
      </p:sp>
      <p:pic>
        <p:nvPicPr>
          <p:cNvPr id="26655" name="Picture 6"/>
          <p:cNvPicPr>
            <a:picLocks noChangeAspect="1" noChangeArrowheads="1"/>
          </p:cNvPicPr>
          <p:nvPr/>
        </p:nvPicPr>
        <p:blipFill>
          <a:blip r:embed="rId10">
            <a:extLst>
              <a:ext uri="{28A0092B-C50C-407E-A947-70E740481C1C}">
                <a14:useLocalDpi xmlns:a14="http://schemas.microsoft.com/office/drawing/2010/main" val="0"/>
              </a:ext>
            </a:extLst>
          </a:blip>
          <a:srcRect l="56322" b="80492"/>
          <a:stretch>
            <a:fillRect/>
          </a:stretch>
        </p:blipFill>
        <p:spPr bwMode="auto">
          <a:xfrm>
            <a:off x="3781425" y="2971802"/>
            <a:ext cx="1303338"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56" name="Picture 3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80042" y="2989263"/>
            <a:ext cx="1081087" cy="5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57" name="Picture 79"/>
          <p:cNvPicPr>
            <a:picLocks noChangeAspect="1" noChangeArrowheads="1"/>
          </p:cNvPicPr>
          <p:nvPr/>
        </p:nvPicPr>
        <p:blipFill>
          <a:blip r:embed="rId12">
            <a:extLst>
              <a:ext uri="{28A0092B-C50C-407E-A947-70E740481C1C}">
                <a14:useLocalDpi xmlns:a14="http://schemas.microsoft.com/office/drawing/2010/main" val="0"/>
              </a:ext>
            </a:extLst>
          </a:blip>
          <a:srcRect t="24310" b="55386"/>
          <a:stretch>
            <a:fillRect/>
          </a:stretch>
        </p:blipFill>
        <p:spPr bwMode="auto">
          <a:xfrm>
            <a:off x="3944942" y="3546477"/>
            <a:ext cx="852487" cy="660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58" name="Picture 6"/>
          <p:cNvPicPr>
            <a:picLocks noChangeAspect="1" noChangeArrowheads="1"/>
          </p:cNvPicPr>
          <p:nvPr/>
        </p:nvPicPr>
        <p:blipFill>
          <a:blip r:embed="rId10">
            <a:extLst>
              <a:ext uri="{28A0092B-C50C-407E-A947-70E740481C1C}">
                <a14:useLocalDpi xmlns:a14="http://schemas.microsoft.com/office/drawing/2010/main" val="0"/>
              </a:ext>
            </a:extLst>
          </a:blip>
          <a:srcRect l="56322" r="36839" b="80492"/>
          <a:stretch>
            <a:fillRect/>
          </a:stretch>
        </p:blipFill>
        <p:spPr bwMode="auto">
          <a:xfrm>
            <a:off x="3789365" y="3505200"/>
            <a:ext cx="160337"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59" name="Picture 30"/>
          <p:cNvPicPr>
            <a:picLocks noChangeAspect="1" noChangeArrowheads="1"/>
          </p:cNvPicPr>
          <p:nvPr/>
        </p:nvPicPr>
        <p:blipFill>
          <a:blip r:embed="rId11">
            <a:extLst>
              <a:ext uri="{28A0092B-C50C-407E-A947-70E740481C1C}">
                <a14:useLocalDpi xmlns:a14="http://schemas.microsoft.com/office/drawing/2010/main" val="0"/>
              </a:ext>
            </a:extLst>
          </a:blip>
          <a:srcRect l="78954"/>
          <a:stretch>
            <a:fillRect/>
          </a:stretch>
        </p:blipFill>
        <p:spPr bwMode="auto">
          <a:xfrm>
            <a:off x="4783138" y="3614738"/>
            <a:ext cx="227012" cy="5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60" name="Picture 5" descr="방향밸브의 명명"/>
          <p:cNvPicPr>
            <a:picLocks noChangeAspect="1" noChangeArrowheads="1"/>
          </p:cNvPicPr>
          <p:nvPr/>
        </p:nvPicPr>
        <p:blipFill>
          <a:blip r:embed="rId13">
            <a:extLst>
              <a:ext uri="{28A0092B-C50C-407E-A947-70E740481C1C}">
                <a14:useLocalDpi xmlns:a14="http://schemas.microsoft.com/office/drawing/2010/main" val="0"/>
              </a:ext>
            </a:extLst>
          </a:blip>
          <a:srcRect l="69009" t="20786" r="6955" b="39723"/>
          <a:stretch>
            <a:fillRect/>
          </a:stretch>
        </p:blipFill>
        <p:spPr bwMode="auto">
          <a:xfrm>
            <a:off x="5276854" y="3446463"/>
            <a:ext cx="1190625"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1" name="Picture 6"/>
          <p:cNvPicPr>
            <a:picLocks noChangeAspect="1" noChangeArrowheads="1"/>
          </p:cNvPicPr>
          <p:nvPr/>
        </p:nvPicPr>
        <p:blipFill>
          <a:blip r:embed="rId10">
            <a:extLst>
              <a:ext uri="{28A0092B-C50C-407E-A947-70E740481C1C}">
                <a14:useLocalDpi xmlns:a14="http://schemas.microsoft.com/office/drawing/2010/main" val="0"/>
              </a:ext>
            </a:extLst>
          </a:blip>
          <a:srcRect l="56322" r="36839" b="80492"/>
          <a:stretch>
            <a:fillRect/>
          </a:stretch>
        </p:blipFill>
        <p:spPr bwMode="auto">
          <a:xfrm>
            <a:off x="5416550" y="3671890"/>
            <a:ext cx="160338"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2" name="Picture 30"/>
          <p:cNvPicPr>
            <a:picLocks noChangeAspect="1" noChangeArrowheads="1"/>
          </p:cNvPicPr>
          <p:nvPr/>
        </p:nvPicPr>
        <p:blipFill>
          <a:blip r:embed="rId11">
            <a:extLst>
              <a:ext uri="{28A0092B-C50C-407E-A947-70E740481C1C}">
                <a14:useLocalDpi xmlns:a14="http://schemas.microsoft.com/office/drawing/2010/main" val="0"/>
              </a:ext>
            </a:extLst>
          </a:blip>
          <a:srcRect l="78954"/>
          <a:stretch>
            <a:fillRect/>
          </a:stretch>
        </p:blipFill>
        <p:spPr bwMode="auto">
          <a:xfrm>
            <a:off x="6269038" y="3584577"/>
            <a:ext cx="227012" cy="500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63" name="Rectangle 135"/>
          <p:cNvSpPr>
            <a:spLocks noChangeArrowheads="1"/>
          </p:cNvSpPr>
          <p:nvPr/>
        </p:nvSpPr>
        <p:spPr bwMode="auto">
          <a:xfrm>
            <a:off x="295277" y="7019927"/>
            <a:ext cx="3313113"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방향 변환밸브의 조작방식에 따른 분류 중 다음 기호와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설명이 바르게 짝지어진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latin typeface="돋움" pitchFamily="50" charset="-127"/>
                <a:ea typeface="돋움" pitchFamily="50" charset="-127"/>
              </a:rPr>
              <a:t>인력 조작 방식                 ② 전자 방식 </a:t>
            </a:r>
            <a:endParaRPr lang="en-US" altLang="ko-KR" sz="900">
              <a:solidFill>
                <a:srgbClr val="000000"/>
              </a:solidFill>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공기압 방식                      </a:t>
            </a:r>
            <a:r>
              <a:rPr lang="ko-KR" altLang="en-US" sz="900">
                <a:solidFill>
                  <a:srgbClr val="000000"/>
                </a:solidFill>
              </a:rPr>
              <a:t>④ 기계 방식  </a:t>
            </a:r>
            <a:endParaRPr lang="ko-KR" altLang="en-US" sz="900">
              <a:solidFill>
                <a:srgbClr val="000000"/>
              </a:solidFill>
              <a:latin typeface="돋움" pitchFamily="50" charset="-127"/>
              <a:ea typeface="돋움" pitchFamily="50" charset="-127"/>
            </a:endParaRPr>
          </a:p>
        </p:txBody>
      </p:sp>
      <p:pic>
        <p:nvPicPr>
          <p:cNvPr id="26664" name="Picture 103"/>
          <p:cNvPicPr>
            <a:picLocks noChangeAspect="1" noChangeArrowheads="1"/>
          </p:cNvPicPr>
          <p:nvPr/>
        </p:nvPicPr>
        <p:blipFill>
          <a:blip r:embed="rId14">
            <a:extLst>
              <a:ext uri="{28A0092B-C50C-407E-A947-70E740481C1C}">
                <a14:useLocalDpi xmlns:a14="http://schemas.microsoft.com/office/drawing/2010/main" val="0"/>
              </a:ext>
            </a:extLst>
          </a:blip>
          <a:srcRect t="37816" b="26256"/>
          <a:stretch>
            <a:fillRect/>
          </a:stretch>
        </p:blipFill>
        <p:spPr bwMode="auto">
          <a:xfrm>
            <a:off x="2690817" y="7896225"/>
            <a:ext cx="719137" cy="233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65" name="Picture 107"/>
          <p:cNvPicPr>
            <a:picLocks noChangeAspect="1" noChangeArrowheads="1"/>
          </p:cNvPicPr>
          <p:nvPr/>
        </p:nvPicPr>
        <p:blipFill>
          <a:blip r:embed="rId15">
            <a:extLst>
              <a:ext uri="{28A0092B-C50C-407E-A947-70E740481C1C}">
                <a14:useLocalDpi xmlns:a14="http://schemas.microsoft.com/office/drawing/2010/main" val="0"/>
              </a:ext>
            </a:extLst>
          </a:blip>
          <a:srcRect b="50000"/>
          <a:stretch>
            <a:fillRect/>
          </a:stretch>
        </p:blipFill>
        <p:spPr bwMode="auto">
          <a:xfrm>
            <a:off x="2709867" y="7442202"/>
            <a:ext cx="649287" cy="231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66" name="Picture 105"/>
          <p:cNvPicPr>
            <a:picLocks noChangeAspect="1" noChangeArrowheads="1"/>
          </p:cNvPicPr>
          <p:nvPr/>
        </p:nvPicPr>
        <p:blipFill>
          <a:blip r:embed="rId16" cstate="print">
            <a:extLst>
              <a:ext uri="{28A0092B-C50C-407E-A947-70E740481C1C}">
                <a14:useLocalDpi xmlns:a14="http://schemas.microsoft.com/office/drawing/2010/main" val="0"/>
              </a:ext>
            </a:extLst>
          </a:blip>
          <a:srcRect t="34920" b="32541"/>
          <a:stretch>
            <a:fillRect/>
          </a:stretch>
        </p:blipFill>
        <p:spPr bwMode="auto">
          <a:xfrm>
            <a:off x="1377954" y="7443790"/>
            <a:ext cx="587375" cy="19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67" name="Picture 107"/>
          <p:cNvPicPr>
            <a:picLocks noChangeAspect="1" noChangeArrowheads="1"/>
          </p:cNvPicPr>
          <p:nvPr/>
        </p:nvPicPr>
        <p:blipFill>
          <a:blip r:embed="rId15">
            <a:extLst>
              <a:ext uri="{28A0092B-C50C-407E-A947-70E740481C1C}">
                <a14:useLocalDpi xmlns:a14="http://schemas.microsoft.com/office/drawing/2010/main" val="0"/>
              </a:ext>
            </a:extLst>
          </a:blip>
          <a:srcRect t="50000"/>
          <a:stretch>
            <a:fillRect/>
          </a:stretch>
        </p:blipFill>
        <p:spPr bwMode="auto">
          <a:xfrm>
            <a:off x="1265242" y="7840665"/>
            <a:ext cx="649287" cy="231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68" name="Picture 22" descr="11e059a"/>
          <p:cNvPicPr preferRelativeResize="0">
            <a:picLocks noChangeArrowheads="1"/>
          </p:cNvPicPr>
          <p:nvPr/>
        </p:nvPicPr>
        <p:blipFill>
          <a:blip r:embed="rId17" cstate="print">
            <a:extLst>
              <a:ext uri="{28A0092B-C50C-407E-A947-70E740481C1C}">
                <a14:useLocalDpi xmlns:a14="http://schemas.microsoft.com/office/drawing/2010/main" val="0"/>
              </a:ext>
            </a:extLst>
          </a:blip>
          <a:srcRect l="12239" t="27074" r="12807" b="20090"/>
          <a:stretch>
            <a:fillRect/>
          </a:stretch>
        </p:blipFill>
        <p:spPr bwMode="auto">
          <a:xfrm>
            <a:off x="3465513" y="4627565"/>
            <a:ext cx="1516062"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69" name="Text Box 25"/>
          <p:cNvSpPr txBox="1">
            <a:spLocks noChangeArrowheads="1"/>
          </p:cNvSpPr>
          <p:nvPr/>
        </p:nvSpPr>
        <p:spPr bwMode="auto">
          <a:xfrm>
            <a:off x="3789367" y="5627689"/>
            <a:ext cx="98135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100">
                <a:solidFill>
                  <a:srgbClr val="000000"/>
                </a:solidFill>
              </a:rPr>
              <a:t>(a) </a:t>
            </a:r>
            <a:r>
              <a:rPr lang="ko-KR" altLang="en-US" sz="1100">
                <a:solidFill>
                  <a:srgbClr val="000000"/>
                </a:solidFill>
              </a:rPr>
              <a:t>초기상태</a:t>
            </a:r>
          </a:p>
        </p:txBody>
      </p:sp>
      <p:sp>
        <p:nvSpPr>
          <p:cNvPr id="26670" name="Text Box 26"/>
          <p:cNvSpPr txBox="1">
            <a:spLocks noChangeArrowheads="1"/>
          </p:cNvSpPr>
          <p:nvPr/>
        </p:nvSpPr>
        <p:spPr bwMode="auto">
          <a:xfrm>
            <a:off x="5300667" y="5627689"/>
            <a:ext cx="98616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1100">
                <a:solidFill>
                  <a:srgbClr val="000000"/>
                </a:solidFill>
              </a:rPr>
              <a:t>(b) </a:t>
            </a:r>
            <a:r>
              <a:rPr lang="ko-KR" altLang="en-US" sz="1100">
                <a:solidFill>
                  <a:srgbClr val="000000"/>
                </a:solidFill>
              </a:rPr>
              <a:t>작동상태</a:t>
            </a:r>
          </a:p>
        </p:txBody>
      </p:sp>
      <p:pic>
        <p:nvPicPr>
          <p:cNvPr id="68" name="Picture 23" descr="11e059b"/>
          <p:cNvPicPr preferRelativeResize="0">
            <a:picLocks noChangeArrowheads="1"/>
          </p:cNvPicPr>
          <p:nvPr/>
        </p:nvPicPr>
        <p:blipFill>
          <a:blip r:embed="rId18" cstate="print">
            <a:extLst>
              <a:ext uri="{28A0092B-C50C-407E-A947-70E740481C1C}">
                <a14:useLocalDpi xmlns:a14="http://schemas.microsoft.com/office/drawing/2010/main" val="0"/>
              </a:ext>
            </a:extLst>
          </a:blip>
          <a:srcRect l="12239" t="27074" r="12807" b="19162"/>
          <a:stretch>
            <a:fillRect/>
          </a:stretch>
        </p:blipFill>
        <p:spPr bwMode="auto">
          <a:xfrm>
            <a:off x="5100642" y="4605340"/>
            <a:ext cx="1404937" cy="1074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72" name="Rectangle 135"/>
          <p:cNvSpPr>
            <a:spLocks noChangeArrowheads="1"/>
          </p:cNvSpPr>
          <p:nvPr/>
        </p:nvSpPr>
        <p:spPr bwMode="auto">
          <a:xfrm>
            <a:off x="3429004" y="4284665"/>
            <a:ext cx="3313113"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다음 그림을 보고 기호로 맞는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②</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④</a:t>
            </a:r>
            <a:r>
              <a:rPr lang="en-US" altLang="ko-KR" sz="900">
                <a:solidFill>
                  <a:srgbClr val="000000"/>
                </a:solidFill>
                <a:latin typeface="돋움" pitchFamily="50" charset="-127"/>
                <a:ea typeface="돋움" pitchFamily="50" charset="-127"/>
              </a:rPr>
              <a:t> </a:t>
            </a:r>
            <a:r>
              <a:rPr lang="ko-KR" altLang="en-US" sz="900">
                <a:solidFill>
                  <a:srgbClr val="000000"/>
                </a:solidFill>
              </a:rPr>
              <a:t> </a:t>
            </a:r>
            <a:endParaRPr lang="ko-KR" altLang="en-US" sz="900">
              <a:solidFill>
                <a:srgbClr val="000000"/>
              </a:solidFill>
              <a:latin typeface="돋움" pitchFamily="50" charset="-127"/>
              <a:ea typeface="돋움" pitchFamily="50" charset="-127"/>
            </a:endParaRPr>
          </a:p>
        </p:txBody>
      </p:sp>
      <p:pic>
        <p:nvPicPr>
          <p:cNvPr id="26673" name="Picture 24" descr="11e059b"/>
          <p:cNvPicPr preferRelativeResize="0">
            <a:picLocks noChangeArrowheads="1"/>
          </p:cNvPicPr>
          <p:nvPr/>
        </p:nvPicPr>
        <p:blipFill>
          <a:blip r:embed="rId18">
            <a:extLst>
              <a:ext uri="{28A0092B-C50C-407E-A947-70E740481C1C}">
                <a14:useLocalDpi xmlns:a14="http://schemas.microsoft.com/office/drawing/2010/main" val="0"/>
              </a:ext>
            </a:extLst>
          </a:blip>
          <a:srcRect l="80025" t="6694" r="3111" b="73561"/>
          <a:stretch>
            <a:fillRect/>
          </a:stretch>
        </p:blipFill>
        <p:spPr bwMode="auto">
          <a:xfrm>
            <a:off x="5373688" y="5830888"/>
            <a:ext cx="976312" cy="766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74" name="Picture 16"/>
          <p:cNvPicPr>
            <a:picLocks noChangeAspect="1" noChangeArrowheads="1"/>
          </p:cNvPicPr>
          <p:nvPr/>
        </p:nvPicPr>
        <p:blipFill>
          <a:blip r:embed="rId19">
            <a:extLst>
              <a:ext uri="{28A0092B-C50C-407E-A947-70E740481C1C}">
                <a14:useLocalDpi xmlns:a14="http://schemas.microsoft.com/office/drawing/2010/main" val="0"/>
              </a:ext>
            </a:extLst>
          </a:blip>
          <a:srcRect l="77615" t="36873" r="1958" b="25368"/>
          <a:stretch>
            <a:fillRect/>
          </a:stretch>
        </p:blipFill>
        <p:spPr bwMode="auto">
          <a:xfrm>
            <a:off x="3735388" y="6397627"/>
            <a:ext cx="1198562"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675" name="Picture 13"/>
          <p:cNvPicPr>
            <a:picLocks noChangeAspect="1" noChangeArrowheads="1"/>
          </p:cNvPicPr>
          <p:nvPr/>
        </p:nvPicPr>
        <p:blipFill>
          <a:blip r:embed="rId20">
            <a:extLst>
              <a:ext uri="{28A0092B-C50C-407E-A947-70E740481C1C}">
                <a14:useLocalDpi xmlns:a14="http://schemas.microsoft.com/office/drawing/2010/main" val="0"/>
              </a:ext>
            </a:extLst>
          </a:blip>
          <a:srcRect l="63750" t="30832" r="16875" b="60834"/>
          <a:stretch>
            <a:fillRect/>
          </a:stretch>
        </p:blipFill>
        <p:spPr bwMode="auto">
          <a:xfrm>
            <a:off x="5157788" y="6496050"/>
            <a:ext cx="1312862" cy="501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76" name="Rectangle 135"/>
          <p:cNvSpPr>
            <a:spLocks noChangeArrowheads="1"/>
          </p:cNvSpPr>
          <p:nvPr/>
        </p:nvSpPr>
        <p:spPr bwMode="auto">
          <a:xfrm>
            <a:off x="3433763" y="7116764"/>
            <a:ext cx="33147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latin typeface="돋움" pitchFamily="50" charset="-127"/>
                <a:ea typeface="돋움" pitchFamily="50" charset="-127"/>
              </a:rPr>
              <a:t>포핏식 밸브의 특징에 대한 설명으로 틀린 것은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① </a:t>
            </a:r>
            <a:r>
              <a:rPr lang="ko-KR" altLang="en-US" sz="900">
                <a:solidFill>
                  <a:srgbClr val="000000"/>
                </a:solidFill>
              </a:rPr>
              <a:t>실</a:t>
            </a:r>
            <a:r>
              <a:rPr lang="en-US" altLang="ko-KR" sz="900">
                <a:solidFill>
                  <a:srgbClr val="000000"/>
                </a:solidFill>
              </a:rPr>
              <a:t>(seal)</a:t>
            </a:r>
            <a:r>
              <a:rPr lang="ko-KR" altLang="en-US" sz="900">
                <a:solidFill>
                  <a:srgbClr val="000000"/>
                </a:solidFill>
              </a:rPr>
              <a:t>성이 양호하고 또한 스프링이 파손되어도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유체압에 의해 닫힌다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② </a:t>
            </a:r>
            <a:r>
              <a:rPr lang="ko-KR" altLang="en-US" sz="900">
                <a:solidFill>
                  <a:srgbClr val="000000"/>
                </a:solidFill>
              </a:rPr>
              <a:t>가동 부분의 이동 거리가 짧아 개폐 속도가 빠르다</a:t>
            </a:r>
            <a:r>
              <a:rPr lang="en-US" altLang="ko-KR" sz="900">
                <a:solidFill>
                  <a:srgbClr val="000000"/>
                </a:solidFill>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ko-KR" altLang="en-US" sz="900">
                <a:solidFill>
                  <a:srgbClr val="000000"/>
                </a:solidFill>
              </a:rPr>
              <a:t>유량 조절이 가능하고 소구경에도 적합하다</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④ 밸브의 조작력은 유체압에 비례해서 커져야 한다</a:t>
            </a:r>
            <a:r>
              <a:rPr lang="en-US" altLang="ko-KR" sz="900">
                <a:solidFill>
                  <a:srgbClr val="000000"/>
                </a:solidFill>
              </a:rPr>
              <a:t>.</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sp>
        <p:nvSpPr>
          <p:cNvPr id="26677" name="Rectangle 145"/>
          <p:cNvSpPr>
            <a:spLocks noChangeArrowheads="1"/>
          </p:cNvSpPr>
          <p:nvPr/>
        </p:nvSpPr>
        <p:spPr bwMode="auto">
          <a:xfrm>
            <a:off x="304803" y="8180389"/>
            <a:ext cx="314220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a:t>
            </a:r>
            <a:r>
              <a:rPr lang="ko-KR" altLang="en-US" sz="900">
                <a:solidFill>
                  <a:srgbClr val="000000"/>
                </a:solidFill>
                <a:latin typeface="돋움" pitchFamily="50" charset="-127"/>
                <a:ea typeface="돋움" pitchFamily="50" charset="-127"/>
              </a:rPr>
              <a:t>다음 카운터의 기능 중 입력의 무게를 부여하는 기능은</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무엇인가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프리셋 기능                 ② 배치 카운터 기능</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프리스케일 기능           ④ 설정 값 기능</a:t>
            </a:r>
          </a:p>
        </p:txBody>
      </p:sp>
      <p:sp>
        <p:nvSpPr>
          <p:cNvPr id="26678" name="Rectangle 145"/>
          <p:cNvSpPr>
            <a:spLocks noChangeArrowheads="1"/>
          </p:cNvSpPr>
          <p:nvPr/>
        </p:nvSpPr>
        <p:spPr bwMode="auto">
          <a:xfrm>
            <a:off x="3408363" y="8243890"/>
            <a:ext cx="294022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latin typeface="돋움" pitchFamily="50" charset="-127"/>
                <a:ea typeface="돋움" pitchFamily="50" charset="-127"/>
              </a:rPr>
              <a:t>광전 스위치는 검출 형태에 따라서 분류되는 것중</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바르지 않은 것은</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투과형                   ② 미러 반사형</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직접 반사형            ④ 확산 반사형</a:t>
            </a:r>
          </a:p>
        </p:txBody>
      </p:sp>
      <p:pic>
        <p:nvPicPr>
          <p:cNvPr id="26679" name="Picture 6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784600" y="5921377"/>
            <a:ext cx="1093788" cy="550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825140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7651"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7652"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7653"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765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7664" name="Rectangle 145"/>
          <p:cNvSpPr>
            <a:spLocks noChangeArrowheads="1"/>
          </p:cNvSpPr>
          <p:nvPr/>
        </p:nvSpPr>
        <p:spPr bwMode="auto">
          <a:xfrm>
            <a:off x="304800" y="1046163"/>
            <a:ext cx="2940228"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latin typeface="돋움" pitchFamily="50" charset="-127"/>
                <a:ea typeface="돋움" pitchFamily="50" charset="-127"/>
              </a:rPr>
              <a:t>다음 그림을 보고 올바르게 설명한 것을 고르시오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a:t>
            </a:r>
            <a:r>
              <a:rPr lang="ko-KR" altLang="en-US" sz="900">
                <a:solidFill>
                  <a:srgbClr val="000000"/>
                </a:solidFill>
              </a:rPr>
              <a:t>저항형</a:t>
            </a:r>
            <a:r>
              <a:rPr lang="ko-KR" altLang="en-US" sz="900">
                <a:solidFill>
                  <a:srgbClr val="000000"/>
                </a:solidFill>
                <a:latin typeface="돋움" pitchFamily="50" charset="-127"/>
                <a:ea typeface="돋움" pitchFamily="50" charset="-127"/>
              </a:rPr>
              <a:t>                 ② </a:t>
            </a:r>
            <a:r>
              <a:rPr lang="ko-KR" altLang="en-US" sz="900">
                <a:solidFill>
                  <a:srgbClr val="000000"/>
                </a:solidFill>
              </a:rPr>
              <a:t>공명형</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ko-KR" altLang="en-US" sz="900">
                <a:solidFill>
                  <a:srgbClr val="000000"/>
                </a:solidFill>
              </a:rPr>
              <a:t>팽창형</a:t>
            </a:r>
            <a:r>
              <a:rPr lang="ko-KR" altLang="en-US" sz="900">
                <a:solidFill>
                  <a:srgbClr val="000000"/>
                </a:solidFill>
                <a:latin typeface="돋움" pitchFamily="50" charset="-127"/>
                <a:ea typeface="돋움" pitchFamily="50" charset="-127"/>
              </a:rPr>
              <a:t>                 ④ </a:t>
            </a:r>
            <a:r>
              <a:rPr lang="ko-KR" altLang="en-US" sz="900">
                <a:solidFill>
                  <a:srgbClr val="000000"/>
                </a:solidFill>
              </a:rPr>
              <a:t>단면 방출형</a:t>
            </a:r>
            <a:endParaRPr lang="ko-KR" altLang="en-US" sz="900">
              <a:solidFill>
                <a:srgbClr val="000000"/>
              </a:solidFill>
              <a:latin typeface="돋움" pitchFamily="50" charset="-127"/>
              <a:ea typeface="돋움" pitchFamily="50" charset="-127"/>
            </a:endParaRPr>
          </a:p>
        </p:txBody>
      </p:sp>
      <p:pic>
        <p:nvPicPr>
          <p:cNvPr id="27665" name="Picture 1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1242" y="1258890"/>
            <a:ext cx="1093787"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66" name="Rectangle 145"/>
          <p:cNvSpPr>
            <a:spLocks noChangeArrowheads="1"/>
          </p:cNvSpPr>
          <p:nvPr/>
        </p:nvSpPr>
        <p:spPr bwMode="auto">
          <a:xfrm>
            <a:off x="304800" y="2700338"/>
            <a:ext cx="2507418"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latin typeface="돋움" pitchFamily="50" charset="-127"/>
                <a:ea typeface="돋움" pitchFamily="50" charset="-127"/>
              </a:rPr>
              <a:t>소음기의 구조 중 다음    의미하는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엘리먼트                          ② 본체</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앤드 플레이트                   ④ 커버</a:t>
            </a:r>
          </a:p>
        </p:txBody>
      </p:sp>
      <p:pic>
        <p:nvPicPr>
          <p:cNvPr id="27667"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5175" y="2936875"/>
            <a:ext cx="2338388"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668" name="Picture 31"/>
          <p:cNvPicPr>
            <a:picLocks noChangeAspect="1" noChangeArrowheads="1"/>
          </p:cNvPicPr>
          <p:nvPr/>
        </p:nvPicPr>
        <p:blipFill>
          <a:blip r:embed="rId5">
            <a:extLst>
              <a:ext uri="{28A0092B-C50C-407E-A947-70E740481C1C}">
                <a14:useLocalDpi xmlns:a14="http://schemas.microsoft.com/office/drawing/2010/main" val="0"/>
              </a:ext>
            </a:extLst>
          </a:blip>
          <a:srcRect r="56116"/>
          <a:stretch>
            <a:fillRect/>
          </a:stretch>
        </p:blipFill>
        <p:spPr bwMode="auto">
          <a:xfrm>
            <a:off x="390525" y="5076827"/>
            <a:ext cx="2952750" cy="2295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69" name="Rectangle 145"/>
          <p:cNvSpPr>
            <a:spLocks noChangeArrowheads="1"/>
          </p:cNvSpPr>
          <p:nvPr/>
        </p:nvSpPr>
        <p:spPr bwMode="auto">
          <a:xfrm>
            <a:off x="304804" y="4284664"/>
            <a:ext cx="281038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a:t>
            </a:r>
            <a:r>
              <a:rPr lang="ko-KR" altLang="en-US" sz="900">
                <a:solidFill>
                  <a:srgbClr val="000000"/>
                </a:solidFill>
                <a:latin typeface="돋움" pitchFamily="50" charset="-127"/>
                <a:ea typeface="돋움" pitchFamily="50" charset="-127"/>
              </a:rPr>
              <a:t>다음의 특성을 갖는 패드의 재질은 무엇인가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실리콘 고무 </a:t>
            </a:r>
            <a:r>
              <a:rPr lang="en-US" altLang="ko-KR" sz="900">
                <a:solidFill>
                  <a:srgbClr val="000000"/>
                </a:solidFill>
                <a:latin typeface="돋움" pitchFamily="50" charset="-127"/>
                <a:ea typeface="돋움" pitchFamily="50" charset="-127"/>
              </a:rPr>
              <a:t>(Si)</a:t>
            </a:r>
            <a:r>
              <a:rPr lang="ko-KR" altLang="en-US" sz="900">
                <a:solidFill>
                  <a:srgbClr val="000000"/>
                </a:solidFill>
                <a:latin typeface="돋움" pitchFamily="50" charset="-127"/>
                <a:ea typeface="돋움" pitchFamily="50" charset="-127"/>
              </a:rPr>
              <a:t>                ② 우레탄 고무 </a:t>
            </a:r>
            <a:r>
              <a:rPr lang="en-US" altLang="ko-KR" sz="900">
                <a:solidFill>
                  <a:srgbClr val="000000"/>
                </a:solidFill>
                <a:latin typeface="돋움" pitchFamily="50" charset="-127"/>
                <a:ea typeface="돋움" pitchFamily="50" charset="-127"/>
              </a:rPr>
              <a:t>(U)</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latin typeface="돋움" pitchFamily="50" charset="-127"/>
                <a:ea typeface="돋움" pitchFamily="50" charset="-127"/>
              </a:rPr>
              <a:t>NBR             </a:t>
            </a:r>
            <a:r>
              <a:rPr lang="ko-KR" altLang="en-US" sz="900">
                <a:solidFill>
                  <a:srgbClr val="000000"/>
                </a:solidFill>
                <a:latin typeface="돋움" pitchFamily="50" charset="-127"/>
                <a:ea typeface="돋움" pitchFamily="50" charset="-127"/>
              </a:rPr>
              <a:t>                   ④ 불소 고무 </a:t>
            </a:r>
            <a:r>
              <a:rPr lang="en-US" altLang="ko-KR" sz="900">
                <a:solidFill>
                  <a:srgbClr val="000000"/>
                </a:solidFill>
                <a:latin typeface="돋움" pitchFamily="50" charset="-127"/>
                <a:ea typeface="돋움" pitchFamily="50" charset="-127"/>
              </a:rPr>
              <a:t>(F)</a:t>
            </a:r>
            <a:endParaRPr lang="ko-KR" altLang="en-US" sz="900">
              <a:solidFill>
                <a:srgbClr val="000000"/>
              </a:solidFill>
              <a:latin typeface="돋움" pitchFamily="50" charset="-127"/>
              <a:ea typeface="돋움" pitchFamily="50" charset="-127"/>
            </a:endParaRPr>
          </a:p>
        </p:txBody>
      </p:sp>
      <p:sp>
        <p:nvSpPr>
          <p:cNvPr id="3" name="직사각형 2"/>
          <p:cNvSpPr/>
          <p:nvPr/>
        </p:nvSpPr>
        <p:spPr>
          <a:xfrm>
            <a:off x="2351092" y="5129213"/>
            <a:ext cx="763587" cy="1444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latinLnBrk="1">
              <a:spcBef>
                <a:spcPct val="0"/>
              </a:spcBef>
              <a:spcAft>
                <a:spcPct val="0"/>
              </a:spcAft>
              <a:defRPr/>
            </a:pPr>
            <a:r>
              <a:rPr kumimoji="1" lang="en-US" altLang="ko-KR">
                <a:solidFill>
                  <a:srgbClr val="000000"/>
                </a:solidFill>
              </a:rPr>
              <a:t>????</a:t>
            </a:r>
            <a:endParaRPr kumimoji="1" lang="ko-KR" altLang="en-US">
              <a:solidFill>
                <a:srgbClr val="000000"/>
              </a:solidFill>
            </a:endParaRPr>
          </a:p>
        </p:txBody>
      </p:sp>
      <p:grpSp>
        <p:nvGrpSpPr>
          <p:cNvPr id="27671" name="그룹 3"/>
          <p:cNvGrpSpPr>
            <a:grpSpLocks/>
          </p:cNvGrpSpPr>
          <p:nvPr/>
        </p:nvGrpSpPr>
        <p:grpSpPr bwMode="auto">
          <a:xfrm>
            <a:off x="4438655" y="2643190"/>
            <a:ext cx="1025513" cy="2151062"/>
            <a:chOff x="5491163" y="2606608"/>
            <a:chExt cx="1423365" cy="2351948"/>
          </a:xfrm>
        </p:grpSpPr>
        <p:pic>
          <p:nvPicPr>
            <p:cNvPr id="27682" name="Picture 68" descr="미터인"/>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91163" y="2606608"/>
              <a:ext cx="1397000" cy="2351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83" name="Line 74"/>
            <p:cNvSpPr>
              <a:spLocks noChangeShapeType="1"/>
            </p:cNvSpPr>
            <p:nvPr/>
          </p:nvSpPr>
          <p:spPr bwMode="auto">
            <a:xfrm>
              <a:off x="5733190" y="3131358"/>
              <a:ext cx="215900" cy="1444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fontAlgn="base" latinLnBrk="1">
                <a:spcBef>
                  <a:spcPct val="0"/>
                </a:spcBef>
                <a:spcAft>
                  <a:spcPct val="0"/>
                </a:spcAft>
              </a:pPr>
              <a:endParaRPr kumimoji="1" lang="en-US">
                <a:solidFill>
                  <a:srgbClr val="000000"/>
                </a:solidFill>
              </a:endParaRPr>
            </a:p>
          </p:txBody>
        </p:sp>
        <p:sp>
          <p:nvSpPr>
            <p:cNvPr id="27684" name="Text Box 77"/>
            <p:cNvSpPr txBox="1">
              <a:spLocks noChangeArrowheads="1"/>
            </p:cNvSpPr>
            <p:nvPr/>
          </p:nvSpPr>
          <p:spPr bwMode="auto">
            <a:xfrm>
              <a:off x="6515827" y="2886883"/>
              <a:ext cx="398701" cy="235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②</a:t>
              </a:r>
            </a:p>
          </p:txBody>
        </p:sp>
        <p:sp>
          <p:nvSpPr>
            <p:cNvPr id="27685" name="Line 78"/>
            <p:cNvSpPr>
              <a:spLocks noChangeShapeType="1"/>
            </p:cNvSpPr>
            <p:nvPr/>
          </p:nvSpPr>
          <p:spPr bwMode="auto">
            <a:xfrm flipH="1">
              <a:off x="6422165" y="3059920"/>
              <a:ext cx="174625" cy="1841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latinLnBrk="1">
                <a:spcBef>
                  <a:spcPct val="0"/>
                </a:spcBef>
                <a:spcAft>
                  <a:spcPct val="0"/>
                </a:spcAft>
              </a:pPr>
              <a:endParaRPr kumimoji="1" lang="en-US">
                <a:solidFill>
                  <a:srgbClr val="000000"/>
                </a:solidFill>
              </a:endParaRPr>
            </a:p>
          </p:txBody>
        </p:sp>
        <p:sp>
          <p:nvSpPr>
            <p:cNvPr id="27686" name="Text Box 81"/>
            <p:cNvSpPr txBox="1">
              <a:spLocks noChangeArrowheads="1"/>
            </p:cNvSpPr>
            <p:nvPr/>
          </p:nvSpPr>
          <p:spPr bwMode="auto">
            <a:xfrm>
              <a:off x="5517290" y="2959908"/>
              <a:ext cx="398701" cy="235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800">
                  <a:solidFill>
                    <a:srgbClr val="000000"/>
                  </a:solidFill>
                </a:rPr>
                <a:t>①</a:t>
              </a:r>
            </a:p>
          </p:txBody>
        </p:sp>
      </p:grpSp>
      <p:sp>
        <p:nvSpPr>
          <p:cNvPr id="27672" name="Rectangle 145"/>
          <p:cNvSpPr>
            <a:spLocks noChangeArrowheads="1"/>
          </p:cNvSpPr>
          <p:nvPr/>
        </p:nvSpPr>
        <p:spPr bwMode="auto">
          <a:xfrm>
            <a:off x="3408367" y="1042988"/>
            <a:ext cx="3070071" cy="1837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ko-KR" altLang="en-US" sz="900">
                <a:solidFill>
                  <a:srgbClr val="000000"/>
                </a:solidFill>
                <a:latin typeface="돋움" pitchFamily="50" charset="-127"/>
                <a:ea typeface="돋움" pitchFamily="50" charset="-127"/>
              </a:rPr>
              <a:t>다음 스피드 컨트롤러 방식중 설명이 틀린것은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2000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a:t>
            </a:r>
            <a:r>
              <a:rPr lang="ko-KR" altLang="en-US" sz="900">
                <a:solidFill>
                  <a:srgbClr val="000000"/>
                </a:solidFill>
              </a:rPr>
              <a:t>공기의 압축성 때문에 피스톤의 급속 시동은</a:t>
            </a:r>
          </a:p>
          <a:p>
            <a:pPr eaLnBrk="1" fontAlgn="base" latinLnBrk="1" hangingPunct="1">
              <a:spcBef>
                <a:spcPct val="20000"/>
              </a:spcBef>
              <a:spcAft>
                <a:spcPct val="0"/>
              </a:spcAft>
            </a:pPr>
            <a:r>
              <a:rPr lang="ko-KR" altLang="en-US" sz="900">
                <a:solidFill>
                  <a:srgbClr val="000000"/>
                </a:solidFill>
              </a:rPr>
              <a:t>     완전히 방지하기 어렵다</a:t>
            </a:r>
            <a:endParaRPr lang="en-US" altLang="ko-KR" sz="900">
              <a:solidFill>
                <a:srgbClr val="000000"/>
              </a:solidFill>
            </a:endParaRPr>
          </a:p>
          <a:p>
            <a:pPr eaLnBrk="1" fontAlgn="base" latinLnBrk="1" hangingPunct="1">
              <a:spcBef>
                <a:spcPct val="20000"/>
              </a:spcBef>
              <a:spcAft>
                <a:spcPct val="0"/>
              </a:spcAft>
            </a:pPr>
            <a:r>
              <a:rPr lang="ko-KR" altLang="en-US" sz="900">
                <a:solidFill>
                  <a:srgbClr val="000000"/>
                </a:solidFill>
                <a:latin typeface="돋움" pitchFamily="50" charset="-127"/>
                <a:ea typeface="돋움" pitchFamily="50" charset="-127"/>
              </a:rPr>
              <a:t> ② </a:t>
            </a:r>
            <a:r>
              <a:rPr lang="en-US" altLang="ko-KR" sz="900">
                <a:solidFill>
                  <a:srgbClr val="000000"/>
                </a:solidFill>
              </a:rPr>
              <a:t>②</a:t>
            </a:r>
            <a:r>
              <a:rPr lang="ko-KR" altLang="en-US" sz="900">
                <a:solidFill>
                  <a:srgbClr val="000000"/>
                </a:solidFill>
              </a:rPr>
              <a:t>측의 압력은 자유 흐름 상태이므로 곧바로 대기압</a:t>
            </a:r>
          </a:p>
          <a:p>
            <a:pPr eaLnBrk="1" fontAlgn="base" latinLnBrk="1" hangingPunct="1">
              <a:spcBef>
                <a:spcPct val="20000"/>
              </a:spcBef>
              <a:spcAft>
                <a:spcPct val="0"/>
              </a:spcAft>
            </a:pPr>
            <a:r>
              <a:rPr lang="ko-KR" altLang="en-US" sz="900">
                <a:solidFill>
                  <a:srgbClr val="000000"/>
                </a:solidFill>
              </a:rPr>
              <a:t>     상태로 떨어진다</a:t>
            </a:r>
            <a:r>
              <a:rPr lang="en-US" altLang="ko-KR" sz="900">
                <a:solidFill>
                  <a:srgbClr val="000000"/>
                </a:solidFill>
              </a:rPr>
              <a:t>.</a:t>
            </a:r>
          </a:p>
          <a:p>
            <a:pPr eaLnBrk="1" fontAlgn="base" latinLnBrk="1" hangingPunct="1">
              <a:spcBef>
                <a:spcPct val="20000"/>
              </a:spcBef>
              <a:spcAft>
                <a:spcPct val="0"/>
              </a:spcAft>
            </a:pPr>
            <a:r>
              <a:rPr lang="ko-KR" altLang="en-US" sz="900">
                <a:solidFill>
                  <a:srgbClr val="000000"/>
                </a:solidFill>
                <a:latin typeface="돋움" pitchFamily="50" charset="-127"/>
                <a:ea typeface="돋움" pitchFamily="50" charset="-127"/>
              </a:rPr>
              <a:t> ③ </a:t>
            </a:r>
            <a:r>
              <a:rPr lang="en-US" altLang="ko-KR" sz="900">
                <a:solidFill>
                  <a:srgbClr val="000000"/>
                </a:solidFill>
              </a:rPr>
              <a:t>①</a:t>
            </a:r>
            <a:r>
              <a:rPr lang="ko-KR" altLang="en-US" sz="900">
                <a:solidFill>
                  <a:srgbClr val="000000"/>
                </a:solidFill>
              </a:rPr>
              <a:t>과 ②의 압력 균형이 맞지 않아 피스톤의 움직임은</a:t>
            </a:r>
          </a:p>
          <a:p>
            <a:pPr eaLnBrk="1" fontAlgn="base" latinLnBrk="1" hangingPunct="1">
              <a:spcBef>
                <a:spcPct val="20000"/>
              </a:spcBef>
              <a:spcAft>
                <a:spcPct val="0"/>
              </a:spcAft>
            </a:pPr>
            <a:r>
              <a:rPr lang="ko-KR" altLang="en-US" sz="900">
                <a:solidFill>
                  <a:srgbClr val="000000"/>
                </a:solidFill>
              </a:rPr>
              <a:t>     불안정하다</a:t>
            </a:r>
            <a:r>
              <a:rPr lang="en-US" altLang="ko-KR" sz="900">
                <a:solidFill>
                  <a:srgbClr val="000000"/>
                </a:solidFill>
              </a:rPr>
              <a:t>.</a:t>
            </a:r>
          </a:p>
          <a:p>
            <a:pPr eaLnBrk="1" fontAlgn="base" latinLnBrk="1" hangingPunct="1">
              <a:spcBef>
                <a:spcPct val="20000"/>
              </a:spcBef>
              <a:spcAft>
                <a:spcPct val="0"/>
              </a:spcAft>
            </a:pPr>
            <a:r>
              <a:rPr lang="ko-KR" altLang="en-US" sz="900">
                <a:solidFill>
                  <a:srgbClr val="000000"/>
                </a:solidFill>
                <a:latin typeface="돋움" pitchFamily="50" charset="-127"/>
                <a:ea typeface="돋움" pitchFamily="50" charset="-127"/>
              </a:rPr>
              <a:t> ④ </a:t>
            </a:r>
            <a:r>
              <a:rPr lang="ko-KR" altLang="en-US" sz="900">
                <a:solidFill>
                  <a:srgbClr val="000000"/>
                </a:solidFill>
              </a:rPr>
              <a:t>공급 공기를 교축하므로 ①쪽의 압력이      까지는 </a:t>
            </a:r>
            <a:endParaRPr lang="en-US" altLang="ko-KR" sz="900">
              <a:solidFill>
                <a:srgbClr val="000000"/>
              </a:solidFill>
            </a:endParaRPr>
          </a:p>
          <a:p>
            <a:pPr eaLnBrk="1" fontAlgn="base" latinLnBrk="1" hangingPunct="1">
              <a:spcBef>
                <a:spcPct val="20000"/>
              </a:spcBef>
              <a:spcAft>
                <a:spcPct val="0"/>
              </a:spcAft>
            </a:pPr>
            <a:r>
              <a:rPr lang="en-US" altLang="ko-KR" sz="900">
                <a:solidFill>
                  <a:srgbClr val="000000"/>
                </a:solidFill>
              </a:rPr>
              <a:t>     </a:t>
            </a:r>
            <a:r>
              <a:rPr lang="ko-KR" altLang="en-US" sz="900">
                <a:solidFill>
                  <a:srgbClr val="000000"/>
                </a:solidFill>
              </a:rPr>
              <a:t>시간이 걸린다</a:t>
            </a:r>
            <a:r>
              <a:rPr lang="en-US" altLang="ko-KR" sz="900">
                <a:solidFill>
                  <a:srgbClr val="000000"/>
                </a:solidFill>
              </a:rPr>
              <a:t>.</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p:txBody>
      </p:sp>
      <p:pic>
        <p:nvPicPr>
          <p:cNvPr id="27673" name="Picture 31"/>
          <p:cNvPicPr>
            <a:picLocks noChangeAspect="1" noChangeArrowheads="1"/>
          </p:cNvPicPr>
          <p:nvPr/>
        </p:nvPicPr>
        <p:blipFill>
          <a:blip r:embed="rId7">
            <a:extLst>
              <a:ext uri="{28A0092B-C50C-407E-A947-70E740481C1C}">
                <a14:useLocalDpi xmlns:a14="http://schemas.microsoft.com/office/drawing/2010/main" val="0"/>
              </a:ext>
            </a:extLst>
          </a:blip>
          <a:srcRect r="65401" b="27470"/>
          <a:stretch>
            <a:fillRect/>
          </a:stretch>
        </p:blipFill>
        <p:spPr bwMode="auto">
          <a:xfrm>
            <a:off x="4221163" y="5005389"/>
            <a:ext cx="1568450" cy="993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rgbClr val="969696"/>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74" name="Rectangle 145"/>
          <p:cNvSpPr>
            <a:spLocks noChangeArrowheads="1"/>
          </p:cNvSpPr>
          <p:nvPr/>
        </p:nvSpPr>
        <p:spPr bwMode="auto">
          <a:xfrm>
            <a:off x="3408366" y="4716465"/>
            <a:ext cx="3211135" cy="16158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LGD </a:t>
            </a:r>
            <a:r>
              <a:rPr lang="ko-KR" altLang="en-US" sz="900">
                <a:solidFill>
                  <a:srgbClr val="000000"/>
                </a:solidFill>
                <a:latin typeface="돋움" pitchFamily="50" charset="-127"/>
                <a:ea typeface="돋움" pitchFamily="50" charset="-127"/>
              </a:rPr>
              <a:t>에서 많이 사용하는 실린더로써 다음 그림에 맞는</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실린더는 무엇인가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콤팩트형 실린더                 ② 타이로드 실린더</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박형 실린더</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④ 자유부착형 실린더</a:t>
            </a:r>
          </a:p>
        </p:txBody>
      </p:sp>
      <p:sp>
        <p:nvSpPr>
          <p:cNvPr id="27675" name="Rectangle 145"/>
          <p:cNvSpPr>
            <a:spLocks noChangeArrowheads="1"/>
          </p:cNvSpPr>
          <p:nvPr/>
        </p:nvSpPr>
        <p:spPr bwMode="auto">
          <a:xfrm>
            <a:off x="304800" y="7380290"/>
            <a:ext cx="266130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latin typeface="돋움" pitchFamily="50" charset="-127"/>
                <a:ea typeface="돋움" pitchFamily="50" charset="-127"/>
              </a:rPr>
              <a:t>피스톤식 요동형 액추에이터 중 다른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나사형                       ② 랙 피니언형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베인형</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④ 크랭크형</a:t>
            </a:r>
          </a:p>
        </p:txBody>
      </p:sp>
      <p:sp>
        <p:nvSpPr>
          <p:cNvPr id="27676" name="Rectangle 145"/>
          <p:cNvSpPr>
            <a:spLocks noChangeArrowheads="1"/>
          </p:cNvSpPr>
          <p:nvPr/>
        </p:nvSpPr>
        <p:spPr bwMode="auto">
          <a:xfrm>
            <a:off x="307976" y="8027988"/>
            <a:ext cx="2430474"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latin typeface="돋움" pitchFamily="50" charset="-127"/>
                <a:ea typeface="돋움" pitchFamily="50" charset="-127"/>
              </a:rPr>
              <a:t>필터의 선택 조건 중 바르지 못한 것은</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압력 손실이 커야 한다</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② </a:t>
            </a:r>
            <a:r>
              <a:rPr lang="ko-KR" altLang="en-US" sz="900">
                <a:solidFill>
                  <a:srgbClr val="000000"/>
                </a:solidFill>
                <a:latin typeface="돋움" pitchFamily="50" charset="-127"/>
                <a:ea typeface="돋움" pitchFamily="50" charset="-127"/>
              </a:rPr>
              <a:t>사용 기간이 길어야 한다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③ </a:t>
            </a:r>
            <a:r>
              <a:rPr lang="ko-KR" altLang="en-US" sz="900">
                <a:solidFill>
                  <a:srgbClr val="000000"/>
                </a:solidFill>
                <a:latin typeface="돋움" pitchFamily="50" charset="-127"/>
                <a:ea typeface="돋움" pitchFamily="50" charset="-127"/>
              </a:rPr>
              <a:t>여과 면적이 커야 한다</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④ </a:t>
            </a:r>
            <a:r>
              <a:rPr lang="ko-KR" altLang="en-US" sz="900">
                <a:solidFill>
                  <a:srgbClr val="000000"/>
                </a:solidFill>
                <a:latin typeface="돋움" pitchFamily="50" charset="-127"/>
                <a:ea typeface="돋움" pitchFamily="50" charset="-127"/>
              </a:rPr>
              <a:t>엘리먼트 교환이 용이해야 한다</a:t>
            </a:r>
            <a:r>
              <a:rPr lang="en-US" altLang="ko-KR" sz="900">
                <a:solidFill>
                  <a:srgbClr val="000000"/>
                </a:solidFill>
                <a:latin typeface="돋움" pitchFamily="50" charset="-127"/>
                <a:ea typeface="돋움" pitchFamily="50" charset="-127"/>
              </a:rPr>
              <a:t>.</a:t>
            </a:r>
          </a:p>
        </p:txBody>
      </p:sp>
      <p:sp>
        <p:nvSpPr>
          <p:cNvPr id="27677" name="Rectangle 145"/>
          <p:cNvSpPr>
            <a:spLocks noChangeArrowheads="1"/>
          </p:cNvSpPr>
          <p:nvPr/>
        </p:nvSpPr>
        <p:spPr bwMode="auto">
          <a:xfrm>
            <a:off x="3408366" y="6372227"/>
            <a:ext cx="319991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a:t>
            </a:r>
            <a:r>
              <a:rPr lang="ko-KR" altLang="en-US" sz="900">
                <a:solidFill>
                  <a:srgbClr val="000000"/>
                </a:solidFill>
                <a:latin typeface="돋움" pitchFamily="50" charset="-127"/>
                <a:ea typeface="돋움" pitchFamily="50" charset="-127"/>
              </a:rPr>
              <a:t>공압 시스템 구성 중 청정화부에 해당하지 않는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필터                        ② 기름 분무 분리기</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드라이어</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④ 후부 냉각기</a:t>
            </a:r>
          </a:p>
        </p:txBody>
      </p:sp>
      <p:sp>
        <p:nvSpPr>
          <p:cNvPr id="27678" name="Rectangle 145"/>
          <p:cNvSpPr>
            <a:spLocks noChangeArrowheads="1"/>
          </p:cNvSpPr>
          <p:nvPr/>
        </p:nvSpPr>
        <p:spPr bwMode="auto">
          <a:xfrm>
            <a:off x="3408363" y="7092950"/>
            <a:ext cx="2882520" cy="1892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 </a:t>
            </a:r>
            <a:r>
              <a:rPr lang="ko-KR" altLang="en-US" sz="900">
                <a:solidFill>
                  <a:srgbClr val="000000"/>
                </a:solidFill>
                <a:latin typeface="돋움" pitchFamily="50" charset="-127"/>
                <a:ea typeface="돋움" pitchFamily="50" charset="-127"/>
              </a:rPr>
              <a:t>공기 탱크의 구조에서 다음이 의미하는 것은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압력계                    ② 배수 밸브</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온도계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            ④ 차단 밸브</a:t>
            </a:r>
          </a:p>
        </p:txBody>
      </p:sp>
      <p:pic>
        <p:nvPicPr>
          <p:cNvPr id="27679" name="Picture 3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75104" y="7305675"/>
            <a:ext cx="1685925" cy="1289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80" name="직사각형 30"/>
          <p:cNvSpPr>
            <a:spLocks noChangeArrowheads="1"/>
          </p:cNvSpPr>
          <p:nvPr/>
        </p:nvSpPr>
        <p:spPr bwMode="auto">
          <a:xfrm>
            <a:off x="1184275" y="3724275"/>
            <a:ext cx="30008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20000"/>
              </a:spcBef>
              <a:spcAft>
                <a:spcPct val="0"/>
              </a:spcAft>
            </a:pPr>
            <a:r>
              <a:rPr lang="ko-KR" altLang="en-US" sz="900">
                <a:solidFill>
                  <a:srgbClr val="000000"/>
                </a:solidFill>
              </a:rPr>
              <a:t>ⓐ</a:t>
            </a:r>
          </a:p>
        </p:txBody>
      </p:sp>
      <p:sp>
        <p:nvSpPr>
          <p:cNvPr id="27681" name="직사각형 31"/>
          <p:cNvSpPr>
            <a:spLocks noChangeArrowheads="1"/>
          </p:cNvSpPr>
          <p:nvPr/>
        </p:nvSpPr>
        <p:spPr bwMode="auto">
          <a:xfrm>
            <a:off x="1670050" y="2701924"/>
            <a:ext cx="37702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20000"/>
              </a:spcBef>
              <a:spcAft>
                <a:spcPct val="0"/>
              </a:spcAft>
            </a:pPr>
            <a:r>
              <a:rPr lang="ko-KR" altLang="en-US" sz="900">
                <a:solidFill>
                  <a:srgbClr val="000000"/>
                </a:solidFill>
              </a:rPr>
              <a:t>ⓐ  </a:t>
            </a:r>
          </a:p>
        </p:txBody>
      </p:sp>
      <p:sp>
        <p:nvSpPr>
          <p:cNvPr id="32"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3426147"/>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8675"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8" name="Group 82"/>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81" name="Group 85"/>
          <p:cNvGraphicFramePr>
            <a:graphicFrameLocks noGrp="1"/>
          </p:cNvGraphicFramePr>
          <p:nvPr/>
        </p:nvGraphicFramePr>
        <p:xfrm>
          <a:off x="3735392" y="1673227"/>
          <a:ext cx="1781175" cy="445552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787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78691059"/>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29699" name="Text Box 3"/>
          <p:cNvSpPr txBox="1">
            <a:spLocks noChangeArrowheads="1"/>
          </p:cNvSpPr>
          <p:nvPr/>
        </p:nvSpPr>
        <p:spPr bwMode="auto">
          <a:xfrm>
            <a:off x="228604" y="679452"/>
            <a:ext cx="42867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1000">
                <a:solidFill>
                  <a:srgbClr val="000000"/>
                </a:solidFill>
              </a:rPr>
              <a:t>소속 </a:t>
            </a:r>
            <a:r>
              <a:rPr lang="en-US" altLang="ko-KR" sz="1000">
                <a:solidFill>
                  <a:srgbClr val="000000"/>
                </a:solidFill>
              </a:rPr>
              <a:t>:                                                </a:t>
            </a:r>
            <a:r>
              <a:rPr lang="ko-KR" altLang="en-US" sz="1000">
                <a:solidFill>
                  <a:srgbClr val="000000"/>
                </a:solidFill>
              </a:rPr>
              <a:t>사번 </a:t>
            </a:r>
            <a:r>
              <a:rPr lang="en-US" altLang="ko-KR" sz="1000">
                <a:solidFill>
                  <a:srgbClr val="000000"/>
                </a:solidFill>
              </a:rPr>
              <a:t>:                      </a:t>
            </a:r>
            <a:r>
              <a:rPr lang="ko-KR" altLang="en-US" sz="1000">
                <a:solidFill>
                  <a:srgbClr val="000000"/>
                </a:solidFill>
              </a:rPr>
              <a:t>이름 </a:t>
            </a:r>
            <a:r>
              <a:rPr lang="en-US" altLang="ko-KR" sz="1000">
                <a:solidFill>
                  <a:srgbClr val="000000"/>
                </a:solidFill>
              </a:rPr>
              <a:t>: </a:t>
            </a:r>
          </a:p>
        </p:txBody>
      </p:sp>
      <p:sp>
        <p:nvSpPr>
          <p:cNvPr id="29700"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29701"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2970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29712" name="Rectangle 94"/>
          <p:cNvSpPr>
            <a:spLocks noChangeArrowheads="1"/>
          </p:cNvSpPr>
          <p:nvPr/>
        </p:nvSpPr>
        <p:spPr bwMode="auto">
          <a:xfrm>
            <a:off x="304804" y="1046163"/>
            <a:ext cx="3031599"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상시 폐쇄접점의 세팅 스위치</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당김에 의한 수동조작</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의 기호는</a:t>
            </a:r>
            <a:r>
              <a:rPr lang="en-US" altLang="ko-KR" sz="900">
                <a:solidFill>
                  <a:srgbClr val="000000"/>
                </a:solidFill>
                <a:latin typeface="돋움" pitchFamily="50" charset="-127"/>
                <a:ea typeface="돋움" pitchFamily="50" charset="-127"/>
              </a:rPr>
              <a:t>?</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①                                 ②</a:t>
            </a: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④</a:t>
            </a:r>
          </a:p>
        </p:txBody>
      </p:sp>
      <p:sp>
        <p:nvSpPr>
          <p:cNvPr id="29713" name="Rectangle 135"/>
          <p:cNvSpPr>
            <a:spLocks noChangeArrowheads="1"/>
          </p:cNvSpPr>
          <p:nvPr/>
        </p:nvSpPr>
        <p:spPr bwMode="auto">
          <a:xfrm>
            <a:off x="260350" y="2700339"/>
            <a:ext cx="316865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 </a:t>
            </a:r>
            <a:r>
              <a:rPr lang="ko-KR" altLang="en-US" sz="900">
                <a:solidFill>
                  <a:srgbClr val="000000"/>
                </a:solidFill>
              </a:rPr>
              <a:t>전자 밸브 고장 원인 중 소음이 발생 되고 있다 소음에</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대한 고장 주요 원인이 아닌 것은</a:t>
            </a:r>
            <a:r>
              <a:rPr lang="en-US" altLang="ko-KR" sz="900">
                <a:solidFill>
                  <a:srgbClr val="000000"/>
                </a:solidFill>
              </a:rPr>
              <a:t>?</a:t>
            </a:r>
            <a:r>
              <a:rPr lang="ko-KR" altLang="en-US" sz="900">
                <a:solidFill>
                  <a:srgbClr val="000000"/>
                </a:solidFill>
              </a:rPr>
              <a:t>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p:txBody>
      </p:sp>
      <p:sp>
        <p:nvSpPr>
          <p:cNvPr id="29714" name="Rectangle 135"/>
          <p:cNvSpPr>
            <a:spLocks noChangeArrowheads="1"/>
          </p:cNvSpPr>
          <p:nvPr/>
        </p:nvSpPr>
        <p:spPr bwMode="auto">
          <a:xfrm>
            <a:off x="260352" y="3405188"/>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3. </a:t>
            </a:r>
            <a:r>
              <a:rPr lang="ko-KR" altLang="en-US" sz="900">
                <a:solidFill>
                  <a:srgbClr val="000000"/>
                </a:solidFill>
                <a:latin typeface="돋움" pitchFamily="50" charset="-127"/>
                <a:ea typeface="돋움" pitchFamily="50" charset="-127"/>
              </a:rPr>
              <a:t>다음 밸브의 기호에서 설명으로 틀린것은</a:t>
            </a:r>
            <a:r>
              <a:rPr lang="en-US" altLang="ko-KR" sz="900">
                <a:solidFill>
                  <a:srgbClr val="000000"/>
                </a:solidFill>
                <a:latin typeface="돋움" pitchFamily="50" charset="-127"/>
                <a:ea typeface="돋움" pitchFamily="50" charset="-127"/>
              </a:rPr>
              <a:t>? </a:t>
            </a:r>
          </a:p>
        </p:txBody>
      </p:sp>
      <p:sp>
        <p:nvSpPr>
          <p:cNvPr id="29715" name="Rectangle 135"/>
          <p:cNvSpPr>
            <a:spLocks noChangeArrowheads="1"/>
          </p:cNvSpPr>
          <p:nvPr/>
        </p:nvSpPr>
        <p:spPr bwMode="auto">
          <a:xfrm>
            <a:off x="3429004" y="1042988"/>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8. </a:t>
            </a:r>
            <a:r>
              <a:rPr lang="ko-KR" altLang="en-US" sz="900">
                <a:solidFill>
                  <a:srgbClr val="000000"/>
                </a:solidFill>
                <a:latin typeface="돋움" pitchFamily="50" charset="-127"/>
                <a:ea typeface="돋움" pitchFamily="50" charset="-127"/>
              </a:rPr>
              <a:t>전기 공압 긱기에서  조작 스위치가 아닌 것은</a:t>
            </a:r>
            <a:r>
              <a:rPr lang="en-US" altLang="ko-KR" sz="900">
                <a:solidFill>
                  <a:srgbClr val="000000"/>
                </a:solidFill>
                <a:latin typeface="돋움" pitchFamily="50" charset="-127"/>
                <a:ea typeface="돋움" pitchFamily="50" charset="-127"/>
              </a:rPr>
              <a:t>?</a:t>
            </a:r>
          </a:p>
        </p:txBody>
      </p:sp>
      <p:sp>
        <p:nvSpPr>
          <p:cNvPr id="29716" name="Rectangle 135"/>
          <p:cNvSpPr>
            <a:spLocks noChangeArrowheads="1"/>
          </p:cNvSpPr>
          <p:nvPr/>
        </p:nvSpPr>
        <p:spPr bwMode="auto">
          <a:xfrm>
            <a:off x="260352" y="6196012"/>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5. </a:t>
            </a:r>
            <a:r>
              <a:rPr lang="ko-KR" altLang="en-US" sz="900">
                <a:solidFill>
                  <a:srgbClr val="000000"/>
                </a:solidFill>
                <a:latin typeface="돋움" pitchFamily="50" charset="-127"/>
                <a:ea typeface="돋움" pitchFamily="50" charset="-127"/>
              </a:rPr>
              <a:t>공압 부속 기기 카운터의 종류가 아닌 것은</a:t>
            </a:r>
            <a:r>
              <a:rPr lang="en-US" altLang="ko-KR" sz="900">
                <a:solidFill>
                  <a:srgbClr val="000000"/>
                </a:solidFill>
                <a:latin typeface="돋움" pitchFamily="50" charset="-127"/>
                <a:ea typeface="돋움" pitchFamily="50" charset="-127"/>
              </a:rPr>
              <a:t>?</a:t>
            </a:r>
            <a:endParaRPr lang="ko-KR" altLang="en-US" sz="900">
              <a:solidFill>
                <a:srgbClr val="000000"/>
              </a:solidFill>
              <a:latin typeface="돋움" pitchFamily="50" charset="-127"/>
              <a:ea typeface="돋움" pitchFamily="50" charset="-127"/>
            </a:endParaRPr>
          </a:p>
        </p:txBody>
      </p:sp>
      <p:sp>
        <p:nvSpPr>
          <p:cNvPr id="29717" name="Rectangle 145"/>
          <p:cNvSpPr>
            <a:spLocks noChangeArrowheads="1"/>
          </p:cNvSpPr>
          <p:nvPr/>
        </p:nvSpPr>
        <p:spPr bwMode="auto">
          <a:xfrm>
            <a:off x="279401" y="6732589"/>
            <a:ext cx="3286477"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6. </a:t>
            </a:r>
            <a:r>
              <a:rPr lang="ko-KR" altLang="en-US" sz="900">
                <a:solidFill>
                  <a:srgbClr val="000000"/>
                </a:solidFill>
                <a:latin typeface="돋움" pitchFamily="50" charset="-127"/>
                <a:ea typeface="돋움" pitchFamily="50" charset="-127"/>
              </a:rPr>
              <a:t>다음 </a:t>
            </a:r>
            <a:r>
              <a:rPr lang="en-US" altLang="ko-KR" sz="900">
                <a:solidFill>
                  <a:srgbClr val="000000"/>
                </a:solidFill>
                <a:latin typeface="돋움" pitchFamily="50" charset="-127"/>
                <a:ea typeface="돋움" pitchFamily="50" charset="-127"/>
              </a:rPr>
              <a:t>Pad </a:t>
            </a:r>
            <a:r>
              <a:rPr lang="ko-KR" altLang="en-US" sz="900">
                <a:solidFill>
                  <a:srgbClr val="000000"/>
                </a:solidFill>
                <a:latin typeface="돋움" pitchFamily="50" charset="-127"/>
                <a:ea typeface="돋움" pitchFamily="50" charset="-127"/>
              </a:rPr>
              <a:t>선정 시 </a:t>
            </a:r>
            <a:r>
              <a:rPr lang="en-US" altLang="ko-KR" sz="900">
                <a:solidFill>
                  <a:srgbClr val="000000"/>
                </a:solidFill>
              </a:rPr>
              <a:t>Work</a:t>
            </a:r>
            <a:r>
              <a:rPr lang="ko-KR" altLang="en-US" sz="900">
                <a:solidFill>
                  <a:srgbClr val="000000"/>
                </a:solidFill>
              </a:rPr>
              <a:t>가 변형하기 쉬운 경우나</a:t>
            </a:r>
            <a:r>
              <a:rPr lang="en-US" altLang="ko-KR" sz="900">
                <a:solidFill>
                  <a:srgbClr val="000000"/>
                </a:solidFill>
              </a:rPr>
              <a:t>, </a:t>
            </a:r>
          </a:p>
          <a:p>
            <a:pPr eaLnBrk="1" fontAlgn="base" latinLnBrk="1" hangingPunct="1">
              <a:spcBef>
                <a:spcPct val="0"/>
              </a:spcBef>
              <a:spcAft>
                <a:spcPct val="0"/>
              </a:spcAft>
            </a:pPr>
            <a:r>
              <a:rPr lang="en-US" altLang="ko-KR" sz="900">
                <a:solidFill>
                  <a:srgbClr val="000000"/>
                </a:solidFill>
              </a:rPr>
              <a:t>   Work</a:t>
            </a:r>
            <a:r>
              <a:rPr lang="ko-KR" altLang="en-US" sz="900">
                <a:solidFill>
                  <a:srgbClr val="000000"/>
                </a:solidFill>
              </a:rPr>
              <a:t>의 이탈을 확실히 하고 싶을 경우에 사용 되는 것은</a:t>
            </a:r>
            <a:r>
              <a:rPr lang="en-US" altLang="ko-KR" sz="900">
                <a:solidFill>
                  <a:srgbClr val="000000"/>
                </a:solidFill>
              </a:rPr>
              <a:t>?</a:t>
            </a:r>
            <a:r>
              <a:rPr lang="ko-KR" altLang="en-US" sz="900">
                <a:solidFill>
                  <a:srgbClr val="000000"/>
                </a:solidFill>
                <a:latin typeface="돋움" pitchFamily="50" charset="-127"/>
                <a:ea typeface="돋움" pitchFamily="50" charset="-127"/>
              </a:rPr>
              <a:t>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평형</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대형 </a:t>
            </a:r>
            <a:r>
              <a:rPr lang="en-US" altLang="ko-KR" sz="900">
                <a:solidFill>
                  <a:srgbClr val="000000"/>
                </a:solidFill>
                <a:latin typeface="돋움" pitchFamily="50" charset="-127"/>
                <a:ea typeface="돋움" pitchFamily="50" charset="-127"/>
              </a:rPr>
              <a:t>Pad</a:t>
            </a:r>
            <a:r>
              <a:rPr lang="ko-KR" altLang="en-US" sz="900">
                <a:solidFill>
                  <a:srgbClr val="000000"/>
                </a:solidFill>
                <a:latin typeface="돋움" pitchFamily="50" charset="-127"/>
                <a:ea typeface="돋움" pitchFamily="50" charset="-127"/>
              </a:rPr>
              <a:t>        ② 평형 </a:t>
            </a:r>
            <a:r>
              <a:rPr lang="en-US" altLang="ko-KR" sz="900">
                <a:solidFill>
                  <a:srgbClr val="000000"/>
                </a:solidFill>
                <a:latin typeface="돋움" pitchFamily="50" charset="-127"/>
                <a:ea typeface="돋움" pitchFamily="50" charset="-127"/>
              </a:rPr>
              <a:t>Lip</a:t>
            </a:r>
            <a:r>
              <a:rPr lang="ko-KR" altLang="en-US" sz="900">
                <a:solidFill>
                  <a:srgbClr val="000000"/>
                </a:solidFill>
                <a:latin typeface="돋움" pitchFamily="50" charset="-127"/>
                <a:ea typeface="돋움" pitchFamily="50" charset="-127"/>
              </a:rPr>
              <a:t>부착형 </a:t>
            </a:r>
            <a:r>
              <a:rPr lang="en-US" altLang="ko-KR" sz="900">
                <a:solidFill>
                  <a:srgbClr val="000000"/>
                </a:solidFill>
                <a:latin typeface="돋움" pitchFamily="50" charset="-127"/>
                <a:ea typeface="돋움" pitchFamily="50" charset="-127"/>
              </a:rPr>
              <a:t>Pad</a:t>
            </a:r>
            <a:endParaRPr lang="ko-KR" altLang="en-US"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벨로우즈형 </a:t>
            </a:r>
            <a:r>
              <a:rPr lang="en-US" altLang="ko-KR" sz="900">
                <a:solidFill>
                  <a:srgbClr val="000000"/>
                </a:solidFill>
                <a:latin typeface="돋움" pitchFamily="50" charset="-127"/>
                <a:ea typeface="돋움" pitchFamily="50" charset="-127"/>
              </a:rPr>
              <a:t>Pad</a:t>
            </a:r>
            <a:r>
              <a:rPr lang="ko-KR" altLang="en-US" sz="900">
                <a:solidFill>
                  <a:srgbClr val="000000"/>
                </a:solidFill>
                <a:latin typeface="돋움" pitchFamily="50" charset="-127"/>
                <a:ea typeface="돋움" pitchFamily="50" charset="-127"/>
              </a:rPr>
              <a:t>     ④ 롱스트로크 버퍼형 </a:t>
            </a:r>
            <a:r>
              <a:rPr lang="en-US" altLang="ko-KR" sz="900">
                <a:solidFill>
                  <a:srgbClr val="000000"/>
                </a:solidFill>
                <a:latin typeface="돋움" pitchFamily="50" charset="-127"/>
                <a:ea typeface="돋움" pitchFamily="50" charset="-127"/>
              </a:rPr>
              <a:t>Pad</a:t>
            </a:r>
            <a:endParaRPr lang="ko-KR" altLang="en-US" sz="900">
              <a:solidFill>
                <a:srgbClr val="000000"/>
              </a:solidFill>
              <a:latin typeface="돋움" pitchFamily="50" charset="-127"/>
              <a:ea typeface="돋움" pitchFamily="50" charset="-127"/>
            </a:endParaRPr>
          </a:p>
        </p:txBody>
      </p:sp>
      <p:pic>
        <p:nvPicPr>
          <p:cNvPr id="29718" name="Picture 58"/>
          <p:cNvPicPr>
            <a:picLocks noChangeAspect="1" noChangeArrowheads="1"/>
          </p:cNvPicPr>
          <p:nvPr/>
        </p:nvPicPr>
        <p:blipFill>
          <a:blip r:embed="rId3">
            <a:extLst>
              <a:ext uri="{28A0092B-C50C-407E-A947-70E740481C1C}">
                <a14:useLocalDpi xmlns:a14="http://schemas.microsoft.com/office/drawing/2010/main" val="0"/>
              </a:ext>
            </a:extLst>
          </a:blip>
          <a:srcRect t="47710" b="26144"/>
          <a:stretch>
            <a:fillRect/>
          </a:stretch>
        </p:blipFill>
        <p:spPr bwMode="auto">
          <a:xfrm>
            <a:off x="596900" y="2027239"/>
            <a:ext cx="723900" cy="625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19" name="Picture 58"/>
          <p:cNvPicPr>
            <a:picLocks noChangeAspect="1" noChangeArrowheads="1"/>
          </p:cNvPicPr>
          <p:nvPr/>
        </p:nvPicPr>
        <p:blipFill>
          <a:blip r:embed="rId3">
            <a:extLst>
              <a:ext uri="{28A0092B-C50C-407E-A947-70E740481C1C}">
                <a14:useLocalDpi xmlns:a14="http://schemas.microsoft.com/office/drawing/2010/main" val="0"/>
              </a:ext>
            </a:extLst>
          </a:blip>
          <a:srcRect t="75565"/>
          <a:stretch>
            <a:fillRect/>
          </a:stretch>
        </p:blipFill>
        <p:spPr bwMode="auto">
          <a:xfrm>
            <a:off x="2203450" y="2182813"/>
            <a:ext cx="7239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20" name="Picture 58"/>
          <p:cNvPicPr>
            <a:picLocks noChangeAspect="1" noChangeArrowheads="1"/>
          </p:cNvPicPr>
          <p:nvPr/>
        </p:nvPicPr>
        <p:blipFill>
          <a:blip r:embed="rId3">
            <a:extLst>
              <a:ext uri="{28A0092B-C50C-407E-A947-70E740481C1C}">
                <a14:useLocalDpi xmlns:a14="http://schemas.microsoft.com/office/drawing/2010/main" val="0"/>
              </a:ext>
            </a:extLst>
          </a:blip>
          <a:srcRect b="78188"/>
          <a:stretch>
            <a:fillRect/>
          </a:stretch>
        </p:blipFill>
        <p:spPr bwMode="auto">
          <a:xfrm>
            <a:off x="654050" y="1506538"/>
            <a:ext cx="723900" cy="520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21" name="Picture 58"/>
          <p:cNvPicPr>
            <a:picLocks noChangeAspect="1" noChangeArrowheads="1"/>
          </p:cNvPicPr>
          <p:nvPr/>
        </p:nvPicPr>
        <p:blipFill>
          <a:blip r:embed="rId3">
            <a:extLst>
              <a:ext uri="{28A0092B-C50C-407E-A947-70E740481C1C}">
                <a14:useLocalDpi xmlns:a14="http://schemas.microsoft.com/office/drawing/2010/main" val="0"/>
              </a:ext>
            </a:extLst>
          </a:blip>
          <a:srcRect t="22925" b="54150"/>
          <a:stretch>
            <a:fillRect/>
          </a:stretch>
        </p:blipFill>
        <p:spPr bwMode="auto">
          <a:xfrm>
            <a:off x="2203450" y="1506538"/>
            <a:ext cx="723900" cy="547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22" name="직사각형 2"/>
          <p:cNvSpPr>
            <a:spLocks noChangeArrowheads="1"/>
          </p:cNvSpPr>
          <p:nvPr/>
        </p:nvSpPr>
        <p:spPr bwMode="auto">
          <a:xfrm>
            <a:off x="260350" y="2987675"/>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전원 전압의 저하            ② 철심 사이에 이물질 혼입</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흡인력 부족</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코일단락</a:t>
            </a:r>
            <a:r>
              <a:rPr lang="en-US" altLang="ko-KR" sz="900">
                <a:solidFill>
                  <a:srgbClr val="000000"/>
                </a:solidFill>
                <a:latin typeface="돋움" pitchFamily="50" charset="-127"/>
                <a:ea typeface="돋움" pitchFamily="50" charset="-127"/>
              </a:rPr>
              <a:t>)     </a:t>
            </a:r>
            <a:r>
              <a:rPr lang="ko-KR" altLang="en-US" sz="900">
                <a:solidFill>
                  <a:srgbClr val="000000"/>
                </a:solidFill>
              </a:rPr>
              <a:t>④ 밸브 시트부에 이물질 침입</a:t>
            </a:r>
          </a:p>
        </p:txBody>
      </p:sp>
      <p:pic>
        <p:nvPicPr>
          <p:cNvPr id="29723" name="Picture 5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075" y="3686177"/>
            <a:ext cx="2941638" cy="1230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24" name="직사각형 58"/>
          <p:cNvSpPr>
            <a:spLocks noChangeArrowheads="1"/>
          </p:cNvSpPr>
          <p:nvPr/>
        </p:nvSpPr>
        <p:spPr bwMode="auto">
          <a:xfrm>
            <a:off x="225425" y="4794252"/>
            <a:ext cx="32385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공기는 </a:t>
            </a:r>
            <a:r>
              <a:rPr lang="en-US" altLang="ko-KR" sz="900">
                <a:solidFill>
                  <a:srgbClr val="000000"/>
                </a:solidFill>
                <a:latin typeface="돋움" pitchFamily="50" charset="-127"/>
                <a:ea typeface="돋움" pitchFamily="50" charset="-127"/>
              </a:rPr>
              <a:t>2</a:t>
            </a:r>
            <a:r>
              <a:rPr lang="ko-KR" altLang="en-US" sz="900">
                <a:solidFill>
                  <a:srgbClr val="000000"/>
                </a:solidFill>
                <a:latin typeface="돋움" pitchFamily="50" charset="-127"/>
                <a:ea typeface="돋움" pitchFamily="50" charset="-127"/>
              </a:rPr>
              <a:t>에서 </a:t>
            </a:r>
            <a:r>
              <a:rPr lang="en-US" altLang="ko-KR" sz="900">
                <a:solidFill>
                  <a:srgbClr val="000000"/>
                </a:solidFill>
                <a:latin typeface="돋움" pitchFamily="50" charset="-127"/>
                <a:ea typeface="돋움" pitchFamily="50" charset="-127"/>
              </a:rPr>
              <a:t>3</a:t>
            </a:r>
            <a:r>
              <a:rPr lang="ko-KR" altLang="en-US" sz="900">
                <a:solidFill>
                  <a:srgbClr val="000000"/>
                </a:solidFill>
                <a:latin typeface="돋움" pitchFamily="50" charset="-127"/>
                <a:ea typeface="돋움" pitchFamily="50" charset="-127"/>
              </a:rPr>
              <a:t>으로 배기된다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공기는 </a:t>
            </a:r>
            <a:r>
              <a:rPr lang="en-US" altLang="ko-KR" sz="900">
                <a:solidFill>
                  <a:srgbClr val="000000"/>
                </a:solidFill>
                <a:latin typeface="돋움" pitchFamily="50" charset="-127"/>
                <a:ea typeface="돋움" pitchFamily="50" charset="-127"/>
              </a:rPr>
              <a:t>1</a:t>
            </a:r>
            <a:r>
              <a:rPr lang="ko-KR" altLang="en-US" sz="900">
                <a:solidFill>
                  <a:srgbClr val="000000"/>
                </a:solidFill>
                <a:latin typeface="돋움" pitchFamily="50" charset="-127"/>
                <a:ea typeface="돋움" pitchFamily="50" charset="-127"/>
              </a:rPr>
              <a:t>에서 </a:t>
            </a:r>
            <a:r>
              <a:rPr lang="en-US" altLang="ko-KR" sz="900">
                <a:solidFill>
                  <a:srgbClr val="000000"/>
                </a:solidFill>
                <a:latin typeface="돋움" pitchFamily="50" charset="-127"/>
                <a:ea typeface="돋움" pitchFamily="50" charset="-127"/>
              </a:rPr>
              <a:t>4</a:t>
            </a:r>
            <a:r>
              <a:rPr lang="ko-KR" altLang="en-US" sz="900">
                <a:solidFill>
                  <a:srgbClr val="000000"/>
                </a:solidFill>
                <a:latin typeface="돋움" pitchFamily="50" charset="-127"/>
                <a:ea typeface="돋움" pitchFamily="50" charset="-127"/>
              </a:rPr>
              <a:t>로 흐른다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배기포트 </a:t>
            </a:r>
            <a:r>
              <a:rPr lang="en-US" altLang="ko-KR" sz="900">
                <a:solidFill>
                  <a:srgbClr val="000000"/>
                </a:solidFill>
                <a:latin typeface="돋움" pitchFamily="50" charset="-127"/>
                <a:ea typeface="돋움" pitchFamily="50" charset="-127"/>
              </a:rPr>
              <a:t>5</a:t>
            </a:r>
            <a:r>
              <a:rPr lang="ko-KR" altLang="en-US" sz="900">
                <a:solidFill>
                  <a:srgbClr val="000000"/>
                </a:solidFill>
                <a:latin typeface="돋움" pitchFamily="50" charset="-127"/>
                <a:ea typeface="돋움" pitchFamily="50" charset="-127"/>
              </a:rPr>
              <a:t>가 차단 된다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rPr>
              <a:t>④ </a:t>
            </a:r>
            <a:r>
              <a:rPr lang="en-US" altLang="ko-KR" sz="900">
                <a:solidFill>
                  <a:srgbClr val="000000"/>
                </a:solidFill>
              </a:rPr>
              <a:t>5/3 way </a:t>
            </a:r>
            <a:r>
              <a:rPr lang="ko-KR" altLang="en-US" sz="900">
                <a:solidFill>
                  <a:srgbClr val="000000"/>
                </a:solidFill>
              </a:rPr>
              <a:t>전자 밸브 이다</a:t>
            </a:r>
          </a:p>
        </p:txBody>
      </p:sp>
      <p:sp>
        <p:nvSpPr>
          <p:cNvPr id="29725" name="Rectangle 135"/>
          <p:cNvSpPr>
            <a:spLocks noChangeArrowheads="1"/>
          </p:cNvSpPr>
          <p:nvPr/>
        </p:nvSpPr>
        <p:spPr bwMode="auto">
          <a:xfrm>
            <a:off x="260350" y="5426075"/>
            <a:ext cx="31686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4. </a:t>
            </a:r>
            <a:r>
              <a:rPr lang="ko-KR" altLang="en-US" sz="900">
                <a:solidFill>
                  <a:srgbClr val="000000"/>
                </a:solidFill>
              </a:rPr>
              <a:t>릴레이와 접촉기에 대한 전기기계식 동작기의 기호에서</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latin typeface="바탕" pitchFamily="18" charset="-127"/>
              </a:rPr>
              <a:t>여자 지연되는 전기기계적 동작기는</a:t>
            </a:r>
            <a:r>
              <a:rPr lang="en-US" altLang="ko-KR" sz="900">
                <a:solidFill>
                  <a:srgbClr val="000000"/>
                </a:solidFill>
                <a:latin typeface="바탕" pitchFamily="18" charset="-127"/>
              </a:rPr>
              <a:t>?</a:t>
            </a:r>
            <a:endParaRPr lang="ko-KR" altLang="en-US" sz="900">
              <a:solidFill>
                <a:srgbClr val="000000"/>
              </a:solidFill>
            </a:endParaRPr>
          </a:p>
        </p:txBody>
      </p:sp>
      <p:sp>
        <p:nvSpPr>
          <p:cNvPr id="29726" name="직사각형 60"/>
          <p:cNvSpPr>
            <a:spLocks noChangeArrowheads="1"/>
          </p:cNvSpPr>
          <p:nvPr/>
        </p:nvSpPr>
        <p:spPr bwMode="auto">
          <a:xfrm>
            <a:off x="260350" y="5856288"/>
            <a:ext cx="32400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endParaRPr lang="ko-KR" altLang="en-US" sz="900">
              <a:solidFill>
                <a:srgbClr val="000000"/>
              </a:solidFill>
            </a:endParaRPr>
          </a:p>
        </p:txBody>
      </p:sp>
      <p:pic>
        <p:nvPicPr>
          <p:cNvPr id="29727" name="Picture 6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4013" y="5773738"/>
            <a:ext cx="66675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28" name="Picture 6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77925" y="5892802"/>
            <a:ext cx="514350"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29" name="Picture 6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0892" y="5851525"/>
            <a:ext cx="6000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30" name="Picture 6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76538" y="5880100"/>
            <a:ext cx="514350"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31" name="직사각형 72"/>
          <p:cNvSpPr>
            <a:spLocks noChangeArrowheads="1"/>
          </p:cNvSpPr>
          <p:nvPr/>
        </p:nvSpPr>
        <p:spPr bwMode="auto">
          <a:xfrm>
            <a:off x="260354" y="5862639"/>
            <a:ext cx="46672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p>
        </p:txBody>
      </p:sp>
      <p:sp>
        <p:nvSpPr>
          <p:cNvPr id="29732" name="직사각형 73"/>
          <p:cNvSpPr>
            <a:spLocks noChangeArrowheads="1"/>
          </p:cNvSpPr>
          <p:nvPr/>
        </p:nvSpPr>
        <p:spPr bwMode="auto">
          <a:xfrm>
            <a:off x="1016004" y="5865813"/>
            <a:ext cx="3206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a:t>
            </a:r>
            <a:endParaRPr lang="en-US" altLang="ko-KR" sz="900">
              <a:solidFill>
                <a:srgbClr val="000000"/>
              </a:solidFill>
              <a:latin typeface="돋움" pitchFamily="50" charset="-127"/>
              <a:ea typeface="돋움" pitchFamily="50" charset="-127"/>
            </a:endParaRPr>
          </a:p>
        </p:txBody>
      </p:sp>
      <p:sp>
        <p:nvSpPr>
          <p:cNvPr id="29733" name="직사각형 74"/>
          <p:cNvSpPr>
            <a:spLocks noChangeArrowheads="1"/>
          </p:cNvSpPr>
          <p:nvPr/>
        </p:nvSpPr>
        <p:spPr bwMode="auto">
          <a:xfrm>
            <a:off x="1844675" y="5875338"/>
            <a:ext cx="26193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endParaRPr lang="ko-KR" altLang="en-US" sz="900">
              <a:solidFill>
                <a:srgbClr val="000000"/>
              </a:solidFill>
            </a:endParaRPr>
          </a:p>
        </p:txBody>
      </p:sp>
      <p:sp>
        <p:nvSpPr>
          <p:cNvPr id="29734" name="직사각형 75"/>
          <p:cNvSpPr>
            <a:spLocks noChangeArrowheads="1"/>
          </p:cNvSpPr>
          <p:nvPr/>
        </p:nvSpPr>
        <p:spPr bwMode="auto">
          <a:xfrm>
            <a:off x="2608267" y="5878513"/>
            <a:ext cx="3190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④ </a:t>
            </a:r>
          </a:p>
        </p:txBody>
      </p:sp>
      <p:sp>
        <p:nvSpPr>
          <p:cNvPr id="29735" name="직사각형 76"/>
          <p:cNvSpPr>
            <a:spLocks noChangeArrowheads="1"/>
          </p:cNvSpPr>
          <p:nvPr/>
        </p:nvSpPr>
        <p:spPr bwMode="auto">
          <a:xfrm>
            <a:off x="260350" y="6391275"/>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계수식 카운터           ② 메커니컬 카운터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전자</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電子</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카운터 </a:t>
            </a:r>
            <a:r>
              <a:rPr lang="en-US" altLang="ko-KR" sz="900">
                <a:solidFill>
                  <a:srgbClr val="000000"/>
                </a:solidFill>
                <a:latin typeface="돋움" pitchFamily="50" charset="-127"/>
                <a:ea typeface="돋움" pitchFamily="50" charset="-127"/>
              </a:rPr>
              <a:t>     </a:t>
            </a:r>
            <a:r>
              <a:rPr lang="ko-KR" altLang="en-US" sz="900">
                <a:solidFill>
                  <a:srgbClr val="000000"/>
                </a:solidFill>
              </a:rPr>
              <a:t>④ 에어 카운터 </a:t>
            </a:r>
          </a:p>
        </p:txBody>
      </p:sp>
      <p:sp>
        <p:nvSpPr>
          <p:cNvPr id="29736" name="Rectangle 145"/>
          <p:cNvSpPr>
            <a:spLocks noChangeArrowheads="1"/>
          </p:cNvSpPr>
          <p:nvPr/>
        </p:nvSpPr>
        <p:spPr bwMode="auto">
          <a:xfrm>
            <a:off x="304801" y="7524751"/>
            <a:ext cx="322395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7. . </a:t>
            </a:r>
            <a:r>
              <a:rPr lang="ko-KR" altLang="en-US" sz="900">
                <a:solidFill>
                  <a:srgbClr val="000000"/>
                </a:solidFill>
                <a:latin typeface="돋움" pitchFamily="50" charset="-127"/>
                <a:ea typeface="돋움" pitchFamily="50" charset="-127"/>
              </a:rPr>
              <a:t>다음 설명하는 타이머의 종류는 무엇인가</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장시간에서도 정확한 시간제어를 할 수 있다는 특징과 함께</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온도</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습도 등의 변화에 따른 시간 정밀도의 오차가 작다는</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이점 등이 있다  </a:t>
            </a: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① 전자식 타이머                     ② 계수식 타이머</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 ③ 공기식 타이머                     ④ 모터식 타이머</a:t>
            </a:r>
            <a:endParaRPr lang="en-US" altLang="ko-KR" sz="900">
              <a:solidFill>
                <a:srgbClr val="000000"/>
              </a:solidFill>
              <a:latin typeface="돋움" pitchFamily="50" charset="-127"/>
              <a:ea typeface="돋움" pitchFamily="50" charset="-127"/>
            </a:endParaRPr>
          </a:p>
        </p:txBody>
      </p:sp>
      <p:sp>
        <p:nvSpPr>
          <p:cNvPr id="29737" name="직사각형 80"/>
          <p:cNvSpPr>
            <a:spLocks noChangeArrowheads="1"/>
          </p:cNvSpPr>
          <p:nvPr/>
        </p:nvSpPr>
        <p:spPr bwMode="auto">
          <a:xfrm>
            <a:off x="3429000" y="1263650"/>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리밋 스위치              ② 셀렉터 스위치</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로터리 스위치           </a:t>
            </a:r>
            <a:r>
              <a:rPr lang="ko-KR" altLang="en-US" sz="900">
                <a:solidFill>
                  <a:srgbClr val="000000"/>
                </a:solidFill>
              </a:rPr>
              <a:t>④ 나이프 스위치 </a:t>
            </a:r>
          </a:p>
        </p:txBody>
      </p:sp>
      <p:sp>
        <p:nvSpPr>
          <p:cNvPr id="29738" name="Rectangle 135"/>
          <p:cNvSpPr>
            <a:spLocks noChangeArrowheads="1"/>
          </p:cNvSpPr>
          <p:nvPr/>
        </p:nvSpPr>
        <p:spPr bwMode="auto">
          <a:xfrm>
            <a:off x="3414713" y="1619252"/>
            <a:ext cx="331311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9. </a:t>
            </a:r>
            <a:r>
              <a:rPr lang="ko-KR" altLang="en-US" sz="900">
                <a:solidFill>
                  <a:srgbClr val="000000"/>
                </a:solidFill>
                <a:latin typeface="돋움" pitchFamily="50" charset="-127"/>
                <a:ea typeface="돋움" pitchFamily="50" charset="-127"/>
              </a:rPr>
              <a:t>공압 실린더에서 헤드 커버가 받는 공압이나 충격력을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견딜 수 있도록 충분한 강도를 가져야 하기 때문에 주로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합금강이 사용되는 부분은 어디인가</a:t>
            </a:r>
            <a:r>
              <a:rPr lang="en-US" altLang="ko-KR" sz="900">
                <a:solidFill>
                  <a:srgbClr val="000000"/>
                </a:solidFill>
                <a:latin typeface="돋움" pitchFamily="50" charset="-127"/>
                <a:ea typeface="돋움" pitchFamily="50" charset="-127"/>
              </a:rPr>
              <a:t>?</a:t>
            </a:r>
          </a:p>
        </p:txBody>
      </p:sp>
      <p:sp>
        <p:nvSpPr>
          <p:cNvPr id="29739" name="직사각형 82"/>
          <p:cNvSpPr>
            <a:spLocks noChangeArrowheads="1"/>
          </p:cNvSpPr>
          <p:nvPr/>
        </p:nvSpPr>
        <p:spPr bwMode="auto">
          <a:xfrm>
            <a:off x="3465517" y="2127250"/>
            <a:ext cx="32400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피스톤 로드   ② 피스톤</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로드 커버  </a:t>
            </a:r>
            <a:r>
              <a:rPr lang="ko-KR" altLang="en-US" sz="900">
                <a:solidFill>
                  <a:srgbClr val="000000"/>
                </a:solidFill>
              </a:rPr>
              <a:t>④ 체결 로드</a:t>
            </a:r>
          </a:p>
        </p:txBody>
      </p:sp>
      <p:sp>
        <p:nvSpPr>
          <p:cNvPr id="29740" name="Rectangle 135"/>
          <p:cNvSpPr>
            <a:spLocks noChangeArrowheads="1"/>
          </p:cNvSpPr>
          <p:nvPr/>
        </p:nvSpPr>
        <p:spPr bwMode="auto">
          <a:xfrm>
            <a:off x="3414713" y="2335214"/>
            <a:ext cx="3313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10. </a:t>
            </a:r>
            <a:r>
              <a:rPr lang="ko-KR" altLang="en-US" sz="900">
                <a:solidFill>
                  <a:srgbClr val="000000"/>
                </a:solidFill>
              </a:rPr>
              <a:t>토출 압력에 따른 공기 압축기의 분류에서</a:t>
            </a:r>
            <a:r>
              <a:rPr lang="en-US" altLang="ko-KR" sz="900">
                <a:solidFill>
                  <a:srgbClr val="000000"/>
                </a:solidFill>
              </a:rPr>
              <a:t> </a:t>
            </a:r>
            <a:r>
              <a:rPr lang="ko-KR" altLang="en-US" sz="900">
                <a:solidFill>
                  <a:srgbClr val="000000"/>
                </a:solidFill>
              </a:rPr>
              <a:t>중압의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토출 공기 압력은</a:t>
            </a:r>
            <a:r>
              <a:rPr lang="en-US" altLang="ko-KR" sz="900">
                <a:solidFill>
                  <a:srgbClr val="000000"/>
                </a:solidFill>
                <a:latin typeface="돋움" pitchFamily="50" charset="-127"/>
                <a:ea typeface="돋움" pitchFamily="50" charset="-127"/>
              </a:rPr>
              <a:t>?</a:t>
            </a:r>
          </a:p>
        </p:txBody>
      </p:sp>
      <p:sp>
        <p:nvSpPr>
          <p:cNvPr id="29741" name="직사각형 86"/>
          <p:cNvSpPr>
            <a:spLocks noChangeArrowheads="1"/>
          </p:cNvSpPr>
          <p:nvPr/>
        </p:nvSpPr>
        <p:spPr bwMode="auto">
          <a:xfrm>
            <a:off x="3433767" y="2711450"/>
            <a:ext cx="32400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1~8kgf/㎠         </a:t>
            </a:r>
            <a:r>
              <a:rPr lang="ko-KR" altLang="en-US" sz="900">
                <a:solidFill>
                  <a:srgbClr val="000000"/>
                </a:solidFill>
                <a:latin typeface="돋움" pitchFamily="50" charset="-127"/>
                <a:ea typeface="돋움" pitchFamily="50" charset="-127"/>
              </a:rPr>
              <a:t>②</a:t>
            </a:r>
            <a:r>
              <a:rPr lang="en-US" altLang="ko-KR" sz="900">
                <a:solidFill>
                  <a:srgbClr val="000000"/>
                </a:solidFill>
                <a:latin typeface="돋움" pitchFamily="50" charset="-127"/>
                <a:ea typeface="돋움" pitchFamily="50" charset="-127"/>
              </a:rPr>
              <a:t>10~18kgf/㎠</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en-US" altLang="ko-KR" sz="900">
                <a:solidFill>
                  <a:srgbClr val="000000"/>
                </a:solidFill>
                <a:latin typeface="돋움" pitchFamily="50" charset="-127"/>
                <a:ea typeface="돋움" pitchFamily="50" charset="-127"/>
              </a:rPr>
              <a:t>5~15kgf/㎠       </a:t>
            </a:r>
            <a:r>
              <a:rPr lang="ko-KR" altLang="en-US" sz="900">
                <a:solidFill>
                  <a:srgbClr val="000000"/>
                </a:solidFill>
              </a:rPr>
              <a:t>④ </a:t>
            </a:r>
            <a:r>
              <a:rPr lang="en-US" altLang="ko-KR" sz="900">
                <a:solidFill>
                  <a:srgbClr val="000000"/>
                </a:solidFill>
              </a:rPr>
              <a:t>10~16kgf/㎠</a:t>
            </a:r>
            <a:endParaRPr lang="ko-KR" altLang="en-US" sz="900">
              <a:solidFill>
                <a:srgbClr val="000000"/>
              </a:solidFill>
            </a:endParaRPr>
          </a:p>
        </p:txBody>
      </p:sp>
      <p:sp>
        <p:nvSpPr>
          <p:cNvPr id="29742" name="Rectangle 135"/>
          <p:cNvSpPr>
            <a:spLocks noChangeArrowheads="1"/>
          </p:cNvSpPr>
          <p:nvPr/>
        </p:nvSpPr>
        <p:spPr bwMode="auto">
          <a:xfrm>
            <a:off x="3357563" y="3051175"/>
            <a:ext cx="33131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11. </a:t>
            </a:r>
            <a:r>
              <a:rPr lang="ko-KR" altLang="en-US" sz="900">
                <a:solidFill>
                  <a:srgbClr val="000000"/>
                </a:solidFill>
              </a:rPr>
              <a:t>공기 압축기의 분류 중 왕복식에 해당하지 않는 것은</a:t>
            </a:r>
            <a:r>
              <a:rPr lang="en-US" altLang="ko-KR" sz="900">
                <a:solidFill>
                  <a:srgbClr val="000000"/>
                </a:solidFill>
                <a:latin typeface="돋움" pitchFamily="50" charset="-127"/>
                <a:ea typeface="돋움" pitchFamily="50" charset="-127"/>
              </a:rPr>
              <a:t>?</a:t>
            </a:r>
          </a:p>
        </p:txBody>
      </p:sp>
      <p:pic>
        <p:nvPicPr>
          <p:cNvPr id="29743" name="Picture 69"/>
          <p:cNvPicPr>
            <a:picLocks noChangeAspect="1" noChangeArrowheads="1"/>
          </p:cNvPicPr>
          <p:nvPr/>
        </p:nvPicPr>
        <p:blipFill>
          <a:blip r:embed="rId9">
            <a:extLst>
              <a:ext uri="{28A0092B-C50C-407E-A947-70E740481C1C}">
                <a14:useLocalDpi xmlns:a14="http://schemas.microsoft.com/office/drawing/2010/main" val="0"/>
              </a:ext>
            </a:extLst>
          </a:blip>
          <a:srcRect r="79967"/>
          <a:stretch>
            <a:fillRect/>
          </a:stretch>
        </p:blipFill>
        <p:spPr bwMode="auto">
          <a:xfrm>
            <a:off x="3654425" y="3376613"/>
            <a:ext cx="495300" cy="742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44" name="Picture 69"/>
          <p:cNvPicPr>
            <a:picLocks noChangeAspect="1" noChangeArrowheads="1"/>
          </p:cNvPicPr>
          <p:nvPr/>
        </p:nvPicPr>
        <p:blipFill>
          <a:blip r:embed="rId9">
            <a:extLst>
              <a:ext uri="{28A0092B-C50C-407E-A947-70E740481C1C}">
                <a14:useLocalDpi xmlns:a14="http://schemas.microsoft.com/office/drawing/2010/main" val="0"/>
              </a:ext>
            </a:extLst>
          </a:blip>
          <a:srcRect l="33655" r="41377"/>
          <a:stretch>
            <a:fillRect/>
          </a:stretch>
        </p:blipFill>
        <p:spPr bwMode="auto">
          <a:xfrm>
            <a:off x="4221163" y="3367088"/>
            <a:ext cx="615950" cy="742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45" name="Picture 69"/>
          <p:cNvPicPr>
            <a:picLocks noChangeAspect="1" noChangeArrowheads="1"/>
          </p:cNvPicPr>
          <p:nvPr/>
        </p:nvPicPr>
        <p:blipFill>
          <a:blip r:embed="rId9">
            <a:extLst>
              <a:ext uri="{28A0092B-C50C-407E-A947-70E740481C1C}">
                <a14:useLocalDpi xmlns:a14="http://schemas.microsoft.com/office/drawing/2010/main" val="0"/>
              </a:ext>
            </a:extLst>
          </a:blip>
          <a:srcRect l="75861"/>
          <a:stretch>
            <a:fillRect/>
          </a:stretch>
        </p:blipFill>
        <p:spPr bwMode="auto">
          <a:xfrm>
            <a:off x="5084763" y="3427415"/>
            <a:ext cx="595312" cy="742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46" name="Picture 7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24542" y="3348038"/>
            <a:ext cx="523875"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47" name="직사각형 98"/>
          <p:cNvSpPr>
            <a:spLocks noChangeArrowheads="1"/>
          </p:cNvSpPr>
          <p:nvPr/>
        </p:nvSpPr>
        <p:spPr bwMode="auto">
          <a:xfrm>
            <a:off x="3430592" y="3287714"/>
            <a:ext cx="32400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③                </a:t>
            </a:r>
            <a:r>
              <a:rPr lang="ko-KR" altLang="en-US" sz="900">
                <a:solidFill>
                  <a:srgbClr val="000000"/>
                </a:solidFill>
              </a:rPr>
              <a:t>④</a:t>
            </a:r>
          </a:p>
        </p:txBody>
      </p:sp>
      <p:sp>
        <p:nvSpPr>
          <p:cNvPr id="29748" name="Rectangle 135"/>
          <p:cNvSpPr>
            <a:spLocks noChangeArrowheads="1"/>
          </p:cNvSpPr>
          <p:nvPr/>
        </p:nvSpPr>
        <p:spPr bwMode="auto">
          <a:xfrm>
            <a:off x="3357563" y="4125914"/>
            <a:ext cx="33131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12. </a:t>
            </a:r>
            <a:r>
              <a:rPr lang="ko-KR" altLang="en-US" sz="900">
                <a:solidFill>
                  <a:srgbClr val="000000"/>
                </a:solidFill>
              </a:rPr>
              <a:t>다음 그림은 실린더의 어떤 지지금구인가</a:t>
            </a:r>
            <a:r>
              <a:rPr lang="en-US" altLang="ko-KR" sz="900">
                <a:solidFill>
                  <a:srgbClr val="000000"/>
                </a:solidFill>
                <a:latin typeface="돋움" pitchFamily="50" charset="-127"/>
                <a:ea typeface="돋움" pitchFamily="50" charset="-127"/>
              </a:rPr>
              <a:t>?</a:t>
            </a:r>
          </a:p>
        </p:txBody>
      </p:sp>
      <p:pic>
        <p:nvPicPr>
          <p:cNvPr id="29749" name="Picture 7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40338" y="4284665"/>
            <a:ext cx="1168400" cy="884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50" name="직사각형 101"/>
          <p:cNvSpPr>
            <a:spLocks noChangeArrowheads="1"/>
          </p:cNvSpPr>
          <p:nvPr/>
        </p:nvSpPr>
        <p:spPr bwMode="auto">
          <a:xfrm>
            <a:off x="3487742" y="4403727"/>
            <a:ext cx="324008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분리식 </a:t>
            </a:r>
            <a:r>
              <a:rPr lang="en-US" altLang="ko-KR" sz="900">
                <a:solidFill>
                  <a:srgbClr val="000000"/>
                </a:solidFill>
                <a:latin typeface="돋움" pitchFamily="50" charset="-127"/>
                <a:ea typeface="돋움" pitchFamily="50" charset="-127"/>
              </a:rPr>
              <a:t>Clevis</a:t>
            </a:r>
            <a:r>
              <a:rPr lang="ko-KR" altLang="en-US" sz="900">
                <a:solidFill>
                  <a:srgbClr val="000000"/>
                </a:solidFill>
                <a:latin typeface="돋움" pitchFamily="50" charset="-127"/>
                <a:ea typeface="돋움" pitchFamily="50" charset="-127"/>
              </a:rPr>
              <a:t>형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로드측 </a:t>
            </a:r>
            <a:r>
              <a:rPr lang="en-US" altLang="ko-KR" sz="900">
                <a:solidFill>
                  <a:srgbClr val="000000"/>
                </a:solidFill>
                <a:latin typeface="돋움" pitchFamily="50" charset="-127"/>
                <a:ea typeface="돋움" pitchFamily="50" charset="-127"/>
              </a:rPr>
              <a:t>trunnion</a:t>
            </a:r>
            <a:r>
              <a:rPr lang="ko-KR" altLang="en-US" sz="900">
                <a:solidFill>
                  <a:srgbClr val="000000"/>
                </a:solidFill>
                <a:latin typeface="돋움" pitchFamily="50" charset="-127"/>
                <a:ea typeface="돋움" pitchFamily="50" charset="-127"/>
              </a:rPr>
              <a:t>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헤드측 </a:t>
            </a:r>
            <a:r>
              <a:rPr lang="en-US" altLang="ko-KR" sz="900">
                <a:solidFill>
                  <a:srgbClr val="000000"/>
                </a:solidFill>
                <a:latin typeface="돋움" pitchFamily="50" charset="-127"/>
                <a:ea typeface="돋움" pitchFamily="50" charset="-127"/>
              </a:rPr>
              <a:t>trunnion</a:t>
            </a:r>
            <a:r>
              <a:rPr lang="ko-KR" altLang="en-US" sz="900">
                <a:solidFill>
                  <a:srgbClr val="000000"/>
                </a:solidFill>
                <a:latin typeface="돋움" pitchFamily="50" charset="-127"/>
                <a:ea typeface="돋움" pitchFamily="50" charset="-127"/>
              </a:rPr>
              <a:t>형</a:t>
            </a:r>
          </a:p>
          <a:p>
            <a:pPr eaLnBrk="1" fontAlgn="base" latinLnBrk="1" hangingPunct="1">
              <a:spcBef>
                <a:spcPct val="0"/>
              </a:spcBef>
              <a:spcAft>
                <a:spcPct val="0"/>
              </a:spcAft>
            </a:pPr>
            <a:r>
              <a:rPr lang="ko-KR" altLang="en-US" sz="900">
                <a:solidFill>
                  <a:srgbClr val="000000"/>
                </a:solidFill>
              </a:rPr>
              <a:t>④ 분리식 </a:t>
            </a:r>
            <a:r>
              <a:rPr lang="en-US" altLang="ko-KR" sz="900">
                <a:solidFill>
                  <a:srgbClr val="000000"/>
                </a:solidFill>
              </a:rPr>
              <a:t>eye</a:t>
            </a:r>
            <a:r>
              <a:rPr lang="ko-KR" altLang="en-US" sz="900">
                <a:solidFill>
                  <a:srgbClr val="000000"/>
                </a:solidFill>
              </a:rPr>
              <a:t>형</a:t>
            </a:r>
          </a:p>
        </p:txBody>
      </p:sp>
      <p:sp>
        <p:nvSpPr>
          <p:cNvPr id="29751" name="Rectangle 135"/>
          <p:cNvSpPr>
            <a:spLocks noChangeArrowheads="1"/>
          </p:cNvSpPr>
          <p:nvPr/>
        </p:nvSpPr>
        <p:spPr bwMode="auto">
          <a:xfrm>
            <a:off x="3355979" y="5068888"/>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13. </a:t>
            </a:r>
            <a:r>
              <a:rPr lang="ko-KR" altLang="en-US" sz="900">
                <a:solidFill>
                  <a:srgbClr val="000000"/>
                </a:solidFill>
              </a:rPr>
              <a:t>아래와 같은 타임차트를 가지는 공압기기는 무엇인가</a:t>
            </a:r>
            <a:r>
              <a:rPr lang="en-US" altLang="ko-KR" sz="900">
                <a:solidFill>
                  <a:srgbClr val="000000"/>
                </a:solidFill>
                <a:latin typeface="돋움" pitchFamily="50" charset="-127"/>
                <a:ea typeface="돋움" pitchFamily="50" charset="-127"/>
              </a:rPr>
              <a:t>?</a:t>
            </a:r>
          </a:p>
        </p:txBody>
      </p:sp>
      <p:pic>
        <p:nvPicPr>
          <p:cNvPr id="29752" name="Picture 7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54429" y="5403852"/>
            <a:ext cx="2651125"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3" name="Picture 7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89325" y="7669214"/>
            <a:ext cx="1595438" cy="116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4" name="Picture 7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62575" y="7596188"/>
            <a:ext cx="1163638" cy="1235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5" name="Picture 73"/>
          <p:cNvPicPr>
            <a:picLocks noChangeAspect="1" noChangeArrowheads="1"/>
          </p:cNvPicPr>
          <p:nvPr/>
        </p:nvPicPr>
        <p:blipFill>
          <a:blip r:embed="rId15">
            <a:extLst>
              <a:ext uri="{28A0092B-C50C-407E-A947-70E740481C1C}">
                <a14:useLocalDpi xmlns:a14="http://schemas.microsoft.com/office/drawing/2010/main" val="0"/>
              </a:ext>
            </a:extLst>
          </a:blip>
          <a:srcRect l="52347" r="23827"/>
          <a:stretch>
            <a:fillRect/>
          </a:stretch>
        </p:blipFill>
        <p:spPr bwMode="auto">
          <a:xfrm>
            <a:off x="5343525" y="6199188"/>
            <a:ext cx="1163638" cy="132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6" name="Picture 73"/>
          <p:cNvPicPr>
            <a:picLocks noChangeAspect="1" noChangeArrowheads="1"/>
          </p:cNvPicPr>
          <p:nvPr/>
        </p:nvPicPr>
        <p:blipFill>
          <a:blip r:embed="rId15">
            <a:extLst>
              <a:ext uri="{28A0092B-C50C-407E-A947-70E740481C1C}">
                <a14:useLocalDpi xmlns:a14="http://schemas.microsoft.com/office/drawing/2010/main" val="0"/>
              </a:ext>
            </a:extLst>
          </a:blip>
          <a:srcRect l="3574" r="73759"/>
          <a:stretch>
            <a:fillRect/>
          </a:stretch>
        </p:blipFill>
        <p:spPr bwMode="auto">
          <a:xfrm>
            <a:off x="3663954" y="6196013"/>
            <a:ext cx="1108075" cy="132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57" name="직사각형 110"/>
          <p:cNvSpPr>
            <a:spLocks noChangeArrowheads="1"/>
          </p:cNvSpPr>
          <p:nvPr/>
        </p:nvSpPr>
        <p:spPr bwMode="auto">
          <a:xfrm>
            <a:off x="3465517" y="6345239"/>
            <a:ext cx="32400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                               ②     </a:t>
            </a:r>
            <a:endParaRPr lang="ko-KR" altLang="en-US" sz="900">
              <a:solidFill>
                <a:srgbClr val="000000"/>
              </a:solidFill>
            </a:endParaRPr>
          </a:p>
        </p:txBody>
      </p:sp>
      <p:sp>
        <p:nvSpPr>
          <p:cNvPr id="29758" name="직사각형 111"/>
          <p:cNvSpPr>
            <a:spLocks noChangeArrowheads="1"/>
          </p:cNvSpPr>
          <p:nvPr/>
        </p:nvSpPr>
        <p:spPr bwMode="auto">
          <a:xfrm>
            <a:off x="3487742" y="7669214"/>
            <a:ext cx="32400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ko-KR" altLang="en-US" sz="900">
                <a:solidFill>
                  <a:srgbClr val="000000"/>
                </a:solidFill>
              </a:rPr>
              <a:t>④</a:t>
            </a:r>
          </a:p>
        </p:txBody>
      </p:sp>
      <p:sp>
        <p:nvSpPr>
          <p:cNvPr id="56"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09240108"/>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0723" name="Rectangle 4"/>
          <p:cNvSpPr>
            <a:spLocks noChangeArrowheads="1"/>
          </p:cNvSpPr>
          <p:nvPr/>
        </p:nvSpPr>
        <p:spPr bwMode="auto">
          <a:xfrm>
            <a:off x="3048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sp>
        <p:nvSpPr>
          <p:cNvPr id="30724" name="Rectangle 5"/>
          <p:cNvSpPr>
            <a:spLocks noChangeArrowheads="1"/>
          </p:cNvSpPr>
          <p:nvPr/>
        </p:nvSpPr>
        <p:spPr bwMode="auto">
          <a:xfrm>
            <a:off x="3429000" y="984252"/>
            <a:ext cx="3124200" cy="79486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endParaRPr lang="en-US" altLang="ko-KR" sz="900">
              <a:solidFill>
                <a:srgbClr val="000000"/>
              </a:solidFill>
              <a:latin typeface="돋움" pitchFamily="50" charset="-127"/>
              <a:ea typeface="돋움" pitchFamily="50" charset="-127"/>
            </a:endParaRPr>
          </a:p>
        </p:txBody>
      </p:sp>
      <p:sp>
        <p:nvSpPr>
          <p:cNvPr id="30725"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graphicFrame>
        <p:nvGraphicFramePr>
          <p:cNvPr id="2" name="Group 6"/>
          <p:cNvGraphicFramePr>
            <a:graphicFrameLocks noGrp="1"/>
          </p:cNvGraphicFramePr>
          <p:nvPr/>
        </p:nvGraphicFramePr>
        <p:xfrm>
          <a:off x="5445129" y="139700"/>
          <a:ext cx="1108075" cy="774700"/>
        </p:xfrm>
        <a:graphic>
          <a:graphicData uri="http://schemas.openxmlformats.org/drawingml/2006/table">
            <a:tbl>
              <a:tblPr/>
              <a:tblGrid>
                <a:gridCol w="1108075">
                  <a:extLst>
                    <a:ext uri="{9D8B030D-6E8A-4147-A177-3AD203B41FA5}">
                      <a16:colId xmlns:a16="http://schemas.microsoft.com/office/drawing/2014/main" val="20000"/>
                    </a:ext>
                  </a:extLst>
                </a:gridCol>
              </a:tblGrid>
              <a:tr h="27940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1" i="0" u="none" strike="noStrike" cap="none" normalizeH="0" baseline="0" smtClean="0">
                          <a:ln>
                            <a:noFill/>
                          </a:ln>
                          <a:solidFill>
                            <a:schemeClr val="tx1"/>
                          </a:solidFill>
                          <a:effectLst/>
                          <a:latin typeface="굴림" pitchFamily="50" charset="-127"/>
                          <a:ea typeface="굴림" pitchFamily="50" charset="-127"/>
                        </a:rPr>
                        <a:t>점 수</a:t>
                      </a:r>
                    </a:p>
                  </a:txBody>
                  <a:tcPr marL="91453" marR="9145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49530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000" b="0" i="0" u="none" strike="noStrike" cap="none" normalizeH="0" baseline="0" smtClean="0">
                        <a:ln>
                          <a:noFill/>
                        </a:ln>
                        <a:solidFill>
                          <a:schemeClr val="tx1"/>
                        </a:solidFill>
                        <a:effectLst/>
                        <a:latin typeface="굴림" pitchFamily="50" charset="-127"/>
                        <a:ea typeface="굴림" pitchFamily="50" charset="-127"/>
                      </a:endParaRPr>
                    </a:p>
                  </a:txBody>
                  <a:tcPr marL="91453" marR="9145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30735" name="Rectangle 135"/>
          <p:cNvSpPr>
            <a:spLocks noChangeArrowheads="1"/>
          </p:cNvSpPr>
          <p:nvPr/>
        </p:nvSpPr>
        <p:spPr bwMode="auto">
          <a:xfrm>
            <a:off x="273050" y="989013"/>
            <a:ext cx="33131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14 . </a:t>
            </a:r>
            <a:r>
              <a:rPr lang="ko-KR" altLang="en-US" sz="900">
                <a:solidFill>
                  <a:srgbClr val="000000"/>
                </a:solidFill>
              </a:rPr>
              <a:t>시스템의 작동 압력을 일정하게 유지하여 안정화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시키는 기능을 하는 곳은</a:t>
            </a:r>
            <a:r>
              <a:rPr lang="en-US" altLang="ko-KR" sz="900">
                <a:solidFill>
                  <a:srgbClr val="000000"/>
                </a:solidFill>
                <a:latin typeface="돋움" pitchFamily="50" charset="-127"/>
                <a:ea typeface="돋움" pitchFamily="50" charset="-127"/>
              </a:rPr>
              <a:t>?</a:t>
            </a:r>
          </a:p>
        </p:txBody>
      </p:sp>
      <p:pic>
        <p:nvPicPr>
          <p:cNvPr id="3073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8950" y="1520827"/>
            <a:ext cx="2652713" cy="91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737" name="직사각형 32"/>
          <p:cNvSpPr>
            <a:spLocks noChangeArrowheads="1"/>
          </p:cNvSpPr>
          <p:nvPr/>
        </p:nvSpPr>
        <p:spPr bwMode="auto">
          <a:xfrm>
            <a:off x="2030417" y="1331913"/>
            <a:ext cx="4206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a:t>
            </a:r>
            <a:endParaRPr lang="ko-KR" altLang="en-US" sz="900">
              <a:solidFill>
                <a:srgbClr val="000000"/>
              </a:solidFill>
            </a:endParaRPr>
          </a:p>
        </p:txBody>
      </p:sp>
      <p:sp>
        <p:nvSpPr>
          <p:cNvPr id="30738" name="직사각형 33"/>
          <p:cNvSpPr>
            <a:spLocks noChangeArrowheads="1"/>
          </p:cNvSpPr>
          <p:nvPr/>
        </p:nvSpPr>
        <p:spPr bwMode="auto">
          <a:xfrm>
            <a:off x="3067054" y="1876425"/>
            <a:ext cx="39687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a:t>
            </a:r>
            <a:endParaRPr lang="ko-KR" altLang="en-US" sz="900">
              <a:solidFill>
                <a:srgbClr val="000000"/>
              </a:solidFill>
            </a:endParaRPr>
          </a:p>
        </p:txBody>
      </p:sp>
      <p:sp>
        <p:nvSpPr>
          <p:cNvPr id="30739" name="직사각형 34"/>
          <p:cNvSpPr>
            <a:spLocks noChangeArrowheads="1"/>
          </p:cNvSpPr>
          <p:nvPr/>
        </p:nvSpPr>
        <p:spPr bwMode="auto">
          <a:xfrm>
            <a:off x="350840" y="2322513"/>
            <a:ext cx="28733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a:t>
            </a:r>
            <a:endParaRPr lang="ko-KR" altLang="en-US" sz="900">
              <a:solidFill>
                <a:srgbClr val="000000"/>
              </a:solidFill>
            </a:endParaRPr>
          </a:p>
        </p:txBody>
      </p:sp>
      <p:sp>
        <p:nvSpPr>
          <p:cNvPr id="30740" name="직사각형 35"/>
          <p:cNvSpPr>
            <a:spLocks noChangeArrowheads="1"/>
          </p:cNvSpPr>
          <p:nvPr/>
        </p:nvSpPr>
        <p:spPr bwMode="auto">
          <a:xfrm>
            <a:off x="3068642" y="2312988"/>
            <a:ext cx="37623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rPr>
              <a:t>④</a:t>
            </a:r>
          </a:p>
        </p:txBody>
      </p:sp>
      <p:sp>
        <p:nvSpPr>
          <p:cNvPr id="30741" name="Rectangle 135"/>
          <p:cNvSpPr>
            <a:spLocks noChangeArrowheads="1"/>
          </p:cNvSpPr>
          <p:nvPr/>
        </p:nvSpPr>
        <p:spPr bwMode="auto">
          <a:xfrm>
            <a:off x="273050" y="2579688"/>
            <a:ext cx="33131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15. </a:t>
            </a:r>
            <a:r>
              <a:rPr lang="ko-KR" altLang="en-US" sz="900">
                <a:solidFill>
                  <a:srgbClr val="000000"/>
                </a:solidFill>
              </a:rPr>
              <a:t>다음 중 더블 베인형 요동 엑추에이터의 최대 회전 </a:t>
            </a:r>
            <a:endParaRPr lang="en-US" altLang="ko-KR" sz="900">
              <a:solidFill>
                <a:srgbClr val="000000"/>
              </a:solidFill>
            </a:endParaRP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각도로 맞는 것은</a:t>
            </a:r>
            <a:r>
              <a:rPr lang="en-US" altLang="ko-KR" sz="900">
                <a:solidFill>
                  <a:srgbClr val="000000"/>
                </a:solidFill>
                <a:latin typeface="돋움" pitchFamily="50" charset="-127"/>
                <a:ea typeface="돋움" pitchFamily="50" charset="-127"/>
              </a:rPr>
              <a:t>?</a:t>
            </a:r>
          </a:p>
        </p:txBody>
      </p:sp>
      <p:sp>
        <p:nvSpPr>
          <p:cNvPr id="30742" name="직사각형 37"/>
          <p:cNvSpPr>
            <a:spLocks noChangeArrowheads="1"/>
          </p:cNvSpPr>
          <p:nvPr/>
        </p:nvSpPr>
        <p:spPr bwMode="auto">
          <a:xfrm>
            <a:off x="260350" y="2951163"/>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270~300℃</a:t>
            </a:r>
            <a:r>
              <a:rPr lang="ko-KR" altLang="en-US" sz="900">
                <a:solidFill>
                  <a:srgbClr val="000000"/>
                </a:solidFill>
                <a:latin typeface="돋움" pitchFamily="50" charset="-127"/>
                <a:ea typeface="돋움" pitchFamily="50" charset="-127"/>
              </a:rPr>
              <a:t>    ② </a:t>
            </a:r>
            <a:r>
              <a:rPr lang="en-US" altLang="ko-KR" sz="900">
                <a:solidFill>
                  <a:srgbClr val="000000"/>
                </a:solidFill>
                <a:latin typeface="돋움" pitchFamily="50" charset="-127"/>
                <a:ea typeface="돋움" pitchFamily="50" charset="-127"/>
              </a:rPr>
              <a:t>90~120℃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a:t>
            </a:r>
            <a:r>
              <a:rPr lang="en-US" altLang="ko-KR" sz="900">
                <a:solidFill>
                  <a:srgbClr val="000000"/>
                </a:solidFill>
                <a:latin typeface="돋움" pitchFamily="50" charset="-127"/>
                <a:ea typeface="돋움" pitchFamily="50" charset="-127"/>
              </a:rPr>
              <a:t>60 ~ 180</a:t>
            </a:r>
            <a:r>
              <a:rPr lang="en-US" altLang="ko-KR" sz="900">
                <a:solidFill>
                  <a:srgbClr val="000000"/>
                </a:solidFill>
              </a:rPr>
              <a:t>℃</a:t>
            </a:r>
            <a:r>
              <a:rPr lang="ko-KR" altLang="en-US" sz="900">
                <a:solidFill>
                  <a:srgbClr val="000000"/>
                </a:solidFill>
                <a:latin typeface="돋움" pitchFamily="50" charset="-127"/>
                <a:ea typeface="돋움" pitchFamily="50" charset="-127"/>
              </a:rPr>
              <a:t>    </a:t>
            </a:r>
            <a:r>
              <a:rPr lang="ko-KR" altLang="en-US" sz="900">
                <a:solidFill>
                  <a:srgbClr val="000000"/>
                </a:solidFill>
              </a:rPr>
              <a:t>④ </a:t>
            </a:r>
            <a:r>
              <a:rPr lang="en-US" altLang="ko-KR" sz="900">
                <a:solidFill>
                  <a:srgbClr val="000000"/>
                </a:solidFill>
              </a:rPr>
              <a:t>30 ~ 90</a:t>
            </a:r>
            <a:r>
              <a:rPr lang="ko-KR" altLang="en-US" sz="900">
                <a:solidFill>
                  <a:srgbClr val="000000"/>
                </a:solidFill>
              </a:rPr>
              <a:t>℃</a:t>
            </a:r>
          </a:p>
        </p:txBody>
      </p:sp>
      <p:sp>
        <p:nvSpPr>
          <p:cNvPr id="30743" name="Rectangle 135"/>
          <p:cNvSpPr>
            <a:spLocks noChangeArrowheads="1"/>
          </p:cNvSpPr>
          <p:nvPr/>
        </p:nvSpPr>
        <p:spPr bwMode="auto">
          <a:xfrm>
            <a:off x="273050" y="3327400"/>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16. </a:t>
            </a:r>
            <a:r>
              <a:rPr lang="ko-KR" altLang="en-US" sz="900">
                <a:solidFill>
                  <a:srgbClr val="000000"/>
                </a:solidFill>
              </a:rPr>
              <a:t>다음 </a:t>
            </a:r>
            <a:r>
              <a:rPr lang="en-US" altLang="ko-KR" sz="900">
                <a:solidFill>
                  <a:srgbClr val="000000"/>
                </a:solidFill>
              </a:rPr>
              <a:t>(  )</a:t>
            </a:r>
            <a:r>
              <a:rPr lang="ko-KR" altLang="en-US" sz="900">
                <a:solidFill>
                  <a:srgbClr val="000000"/>
                </a:solidFill>
              </a:rPr>
              <a:t>안에 들어갈 알맞은 말은 무엇인가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sp>
        <p:nvSpPr>
          <p:cNvPr id="30744" name="직사각형 39"/>
          <p:cNvSpPr>
            <a:spLocks noChangeArrowheads="1"/>
          </p:cNvSpPr>
          <p:nvPr/>
        </p:nvSpPr>
        <p:spPr bwMode="auto">
          <a:xfrm>
            <a:off x="250825" y="3563938"/>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기체의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을</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를 일정하게 유지하면서 </a:t>
            </a:r>
            <a:r>
              <a:rPr lang="en-US" altLang="ko-KR" sz="900">
                <a:solidFill>
                  <a:srgbClr val="000000"/>
                </a:solidFill>
                <a:latin typeface="돋움" pitchFamily="50" charset="-127"/>
                <a:ea typeface="돋움" pitchFamily="50" charset="-127"/>
              </a:rPr>
              <a:t>(  ) </a:t>
            </a:r>
            <a:r>
              <a:rPr lang="ko-KR" altLang="en-US" sz="900">
                <a:solidFill>
                  <a:srgbClr val="000000"/>
                </a:solidFill>
                <a:latin typeface="돋움" pitchFamily="50" charset="-127"/>
                <a:ea typeface="돋움" pitchFamily="50" charset="-127"/>
              </a:rPr>
              <a:t>및 </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가 변화시 체적과 온도는 서로 비례한다</a:t>
            </a:r>
            <a:endParaRPr lang="ko-KR" altLang="en-US" sz="900">
              <a:solidFill>
                <a:srgbClr val="000000"/>
              </a:solidFill>
            </a:endParaRPr>
          </a:p>
        </p:txBody>
      </p:sp>
      <p:sp>
        <p:nvSpPr>
          <p:cNvPr id="30745" name="직사각형 40"/>
          <p:cNvSpPr>
            <a:spLocks noChangeArrowheads="1"/>
          </p:cNvSpPr>
          <p:nvPr/>
        </p:nvSpPr>
        <p:spPr bwMode="auto">
          <a:xfrm>
            <a:off x="260350" y="3986213"/>
            <a:ext cx="32400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온도</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체적</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압력             ② 체적</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압력</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온도</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압력</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체적</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온도             ④ 온도</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압력</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체적</a:t>
            </a:r>
          </a:p>
        </p:txBody>
      </p:sp>
      <p:sp>
        <p:nvSpPr>
          <p:cNvPr id="30746" name="Rectangle 135"/>
          <p:cNvSpPr>
            <a:spLocks noChangeArrowheads="1"/>
          </p:cNvSpPr>
          <p:nvPr/>
        </p:nvSpPr>
        <p:spPr bwMode="auto">
          <a:xfrm>
            <a:off x="260352" y="4348164"/>
            <a:ext cx="331311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17. </a:t>
            </a:r>
            <a:r>
              <a:rPr lang="ko-KR" altLang="en-US" sz="900">
                <a:solidFill>
                  <a:srgbClr val="000000"/>
                </a:solidFill>
              </a:rPr>
              <a:t>다음 밸브의 설명으로 맞지 않는 것은 </a:t>
            </a:r>
            <a:r>
              <a:rPr lang="en-US" altLang="ko-KR" sz="900">
                <a:solidFill>
                  <a:srgbClr val="000000"/>
                </a:solidFill>
              </a:rPr>
              <a:t>?</a:t>
            </a:r>
            <a:endParaRPr lang="en-US" altLang="ko-KR" sz="900">
              <a:solidFill>
                <a:srgbClr val="000000"/>
              </a:solidFill>
              <a:latin typeface="돋움" pitchFamily="50" charset="-127"/>
              <a:ea typeface="돋움" pitchFamily="50" charset="-127"/>
            </a:endParaRPr>
          </a:p>
        </p:txBody>
      </p:sp>
      <p:pic>
        <p:nvPicPr>
          <p:cNvPr id="30747" name="Picture 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8" y="4578352"/>
            <a:ext cx="927100" cy="1319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748" name="직사각형 44"/>
          <p:cNvSpPr>
            <a:spLocks noChangeArrowheads="1"/>
          </p:cNvSpPr>
          <p:nvPr/>
        </p:nvSpPr>
        <p:spPr bwMode="auto">
          <a:xfrm>
            <a:off x="260350" y="4635502"/>
            <a:ext cx="324008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공기 흐름을 정지시키거나 또는</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통과시키는 밸브 이다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밸브들은 구조가 간단하여 가격이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싸다</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글러브 밸브</a:t>
            </a: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게이트 밸브</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    </a:t>
            </a:r>
            <a:r>
              <a:rPr lang="ko-KR" altLang="en-US" sz="900">
                <a:solidFill>
                  <a:srgbClr val="000000"/>
                </a:solidFill>
                <a:latin typeface="돋움" pitchFamily="50" charset="-127"/>
                <a:ea typeface="돋움" pitchFamily="50" charset="-127"/>
              </a:rPr>
              <a:t>콕 밸브등이 있다 </a:t>
            </a:r>
            <a:endParaRPr lang="en-US" altLang="ko-KR" sz="900">
              <a:solidFill>
                <a:srgbClr val="000000"/>
              </a:solidFill>
              <a:latin typeface="돋움" pitchFamily="50" charset="-127"/>
              <a:ea typeface="돋움" pitchFamily="50" charset="-127"/>
            </a:endParaRPr>
          </a:p>
          <a:p>
            <a:pPr eaLnBrk="1" fontAlgn="base" latinLnBrk="1" hangingPunct="1">
              <a:spcBef>
                <a:spcPct val="0"/>
              </a:spcBef>
              <a:spcAft>
                <a:spcPct val="0"/>
              </a:spcAft>
            </a:pPr>
            <a:r>
              <a:rPr lang="ko-KR" altLang="en-US" sz="900">
                <a:solidFill>
                  <a:srgbClr val="000000"/>
                </a:solidFill>
              </a:rPr>
              <a:t>④ 이밸브는 안전용에 주로 사용된다</a:t>
            </a:r>
            <a:r>
              <a:rPr lang="en-US" altLang="ko-KR" sz="900">
                <a:solidFill>
                  <a:srgbClr val="000000"/>
                </a:solidFill>
              </a:rPr>
              <a:t>.</a:t>
            </a:r>
          </a:p>
        </p:txBody>
      </p:sp>
      <p:sp>
        <p:nvSpPr>
          <p:cNvPr id="30749" name="Rectangle 135"/>
          <p:cNvSpPr>
            <a:spLocks noChangeArrowheads="1"/>
          </p:cNvSpPr>
          <p:nvPr/>
        </p:nvSpPr>
        <p:spPr bwMode="auto">
          <a:xfrm>
            <a:off x="242888" y="5797550"/>
            <a:ext cx="33131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18. </a:t>
            </a:r>
            <a:r>
              <a:rPr lang="ko-KR" altLang="en-US" sz="900">
                <a:solidFill>
                  <a:srgbClr val="000000"/>
                </a:solidFill>
              </a:rPr>
              <a:t>진공흡입기기</a:t>
            </a:r>
            <a:r>
              <a:rPr lang="en-US" altLang="ko-KR" sz="900">
                <a:solidFill>
                  <a:srgbClr val="000000"/>
                </a:solidFill>
              </a:rPr>
              <a:t>(</a:t>
            </a:r>
            <a:r>
              <a:rPr lang="ko-KR" altLang="en-US" sz="900">
                <a:solidFill>
                  <a:srgbClr val="000000"/>
                </a:solidFill>
              </a:rPr>
              <a:t>이젝터</a:t>
            </a:r>
            <a:r>
              <a:rPr lang="en-US" altLang="ko-KR" sz="900">
                <a:solidFill>
                  <a:srgbClr val="000000"/>
                </a:solidFill>
              </a:rPr>
              <a:t>)</a:t>
            </a:r>
            <a:r>
              <a:rPr lang="ko-KR" altLang="en-US" sz="900">
                <a:solidFill>
                  <a:srgbClr val="000000"/>
                </a:solidFill>
              </a:rPr>
              <a:t>의 특징이 아닌 것은</a:t>
            </a:r>
            <a:r>
              <a:rPr lang="en-US" altLang="ko-KR" sz="900">
                <a:solidFill>
                  <a:srgbClr val="000000"/>
                </a:solidFill>
              </a:rPr>
              <a:t>?</a:t>
            </a:r>
          </a:p>
        </p:txBody>
      </p:sp>
      <p:sp>
        <p:nvSpPr>
          <p:cNvPr id="30750" name="직사각형 46"/>
          <p:cNvSpPr>
            <a:spLocks noChangeArrowheads="1"/>
          </p:cNvSpPr>
          <p:nvPr/>
        </p:nvSpPr>
        <p:spPr bwMode="auto">
          <a:xfrm>
            <a:off x="260350" y="6084890"/>
            <a:ext cx="32400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진공 발생부에는 가동부가 없고 고수명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다른 진공펌프에 비해 수백분의 </a:t>
            </a:r>
            <a:r>
              <a:rPr lang="en-US" altLang="ko-KR" sz="900">
                <a:solidFill>
                  <a:srgbClr val="000000"/>
                </a:solidFill>
                <a:latin typeface="돋움" pitchFamily="50" charset="-127"/>
                <a:ea typeface="돋움" pitchFamily="50" charset="-127"/>
              </a:rPr>
              <a:t>1 </a:t>
            </a:r>
            <a:r>
              <a:rPr lang="ko-KR" altLang="en-US" sz="900">
                <a:solidFill>
                  <a:srgbClr val="000000"/>
                </a:solidFill>
                <a:latin typeface="돋움" pitchFamily="50" charset="-127"/>
                <a:ea typeface="돋움" pitchFamily="50" charset="-127"/>
              </a:rPr>
              <a:t>정도의 소형</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제어 밸브의 공통화가 가능</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에어탱크가 불필요하고 </a:t>
            </a:r>
            <a:r>
              <a:rPr lang="en-US" altLang="ko-KR" sz="900">
                <a:solidFill>
                  <a:srgbClr val="000000"/>
                </a:solidFill>
                <a:latin typeface="돋움" pitchFamily="50" charset="-127"/>
                <a:ea typeface="돋움" pitchFamily="50" charset="-127"/>
              </a:rPr>
              <a:t>On-Off</a:t>
            </a:r>
            <a:r>
              <a:rPr lang="ko-KR" altLang="en-US" sz="900">
                <a:solidFill>
                  <a:srgbClr val="000000"/>
                </a:solidFill>
                <a:latin typeface="돋움" pitchFamily="50" charset="-127"/>
                <a:ea typeface="돋움" pitchFamily="50" charset="-127"/>
              </a:rPr>
              <a:t>를 반복할 경우에 적당</a:t>
            </a:r>
          </a:p>
        </p:txBody>
      </p:sp>
      <p:sp>
        <p:nvSpPr>
          <p:cNvPr id="30751" name="Rectangle 135"/>
          <p:cNvSpPr>
            <a:spLocks noChangeArrowheads="1"/>
          </p:cNvSpPr>
          <p:nvPr/>
        </p:nvSpPr>
        <p:spPr bwMode="auto">
          <a:xfrm>
            <a:off x="242888" y="6734175"/>
            <a:ext cx="3313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19. </a:t>
            </a:r>
            <a:r>
              <a:rPr lang="ko-KR" altLang="en-US" sz="900">
                <a:solidFill>
                  <a:srgbClr val="000000"/>
                </a:solidFill>
              </a:rPr>
              <a:t>아래의 그래프는 공기의 상태 변화에 대한 관계식이다</a:t>
            </a:r>
            <a:r>
              <a:rPr lang="en-US" altLang="ko-KR" sz="900">
                <a:solidFill>
                  <a:srgbClr val="000000"/>
                </a:solidFill>
              </a:rPr>
              <a:t>.</a:t>
            </a:r>
          </a:p>
          <a:p>
            <a:pPr eaLnBrk="1" fontAlgn="base" latinLnBrk="1" hangingPunct="1">
              <a:spcBef>
                <a:spcPct val="0"/>
              </a:spcBef>
              <a:spcAft>
                <a:spcPct val="0"/>
              </a:spcAft>
            </a:pPr>
            <a:r>
              <a:rPr lang="en-US" altLang="ko-KR" sz="900">
                <a:solidFill>
                  <a:srgbClr val="000000"/>
                </a:solidFill>
              </a:rPr>
              <a:t>    </a:t>
            </a:r>
            <a:r>
              <a:rPr lang="ko-KR" altLang="en-US" sz="900">
                <a:solidFill>
                  <a:srgbClr val="000000"/>
                </a:solidFill>
              </a:rPr>
              <a:t>맞는것을 고르시오</a:t>
            </a:r>
            <a:endParaRPr lang="en-US" altLang="ko-KR" sz="900">
              <a:solidFill>
                <a:srgbClr val="000000"/>
              </a:solidFill>
            </a:endParaRPr>
          </a:p>
        </p:txBody>
      </p:sp>
      <p:sp>
        <p:nvSpPr>
          <p:cNvPr id="30752" name="직사각형 50"/>
          <p:cNvSpPr>
            <a:spLocks noChangeArrowheads="1"/>
          </p:cNvSpPr>
          <p:nvPr/>
        </p:nvSpPr>
        <p:spPr bwMode="auto">
          <a:xfrm>
            <a:off x="260350" y="7092952"/>
            <a:ext cx="32400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① 파스칼의 원리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② 샤를</a:t>
            </a:r>
            <a:r>
              <a:rPr lang="en-US" altLang="ko-KR" sz="900">
                <a:solidFill>
                  <a:srgbClr val="000000"/>
                </a:solidFill>
                <a:latin typeface="돋움" pitchFamily="50" charset="-127"/>
                <a:ea typeface="돋움" pitchFamily="50" charset="-127"/>
              </a:rPr>
              <a:t>-</a:t>
            </a:r>
            <a:r>
              <a:rPr lang="ko-KR" altLang="en-US" sz="900">
                <a:solidFill>
                  <a:srgbClr val="000000"/>
                </a:solidFill>
                <a:latin typeface="돋움" pitchFamily="50" charset="-127"/>
                <a:ea typeface="돋움" pitchFamily="50" charset="-127"/>
              </a:rPr>
              <a:t>보일의 법칙</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샤를의 법칙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④ 보일의 법칙</a:t>
            </a:r>
          </a:p>
        </p:txBody>
      </p:sp>
      <p:pic>
        <p:nvPicPr>
          <p:cNvPr id="30753" name="Picture 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39963" y="6948488"/>
            <a:ext cx="1111250" cy="107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754" name="Rectangle 135"/>
          <p:cNvSpPr>
            <a:spLocks noChangeArrowheads="1"/>
          </p:cNvSpPr>
          <p:nvPr/>
        </p:nvSpPr>
        <p:spPr bwMode="auto">
          <a:xfrm>
            <a:off x="3395663" y="989013"/>
            <a:ext cx="3313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20</a:t>
            </a:r>
            <a:r>
              <a:rPr lang="en-US" altLang="ko-KR" sz="900">
                <a:solidFill>
                  <a:srgbClr val="000000"/>
                </a:solidFill>
              </a:rPr>
              <a:t>. </a:t>
            </a:r>
            <a:r>
              <a:rPr lang="ko-KR" altLang="en-US" sz="900">
                <a:solidFill>
                  <a:srgbClr val="000000"/>
                </a:solidFill>
              </a:rPr>
              <a:t>압축기 종류 중 토출 공기 압력이 표준압력에 속하는 </a:t>
            </a:r>
            <a:r>
              <a:rPr lang="en-US" altLang="ko-KR" sz="900">
                <a:solidFill>
                  <a:srgbClr val="000000"/>
                </a:solidFill>
              </a:rPr>
              <a:t/>
            </a:r>
            <a:br>
              <a:rPr lang="en-US" altLang="ko-KR" sz="900">
                <a:solidFill>
                  <a:srgbClr val="000000"/>
                </a:solidFill>
              </a:rPr>
            </a:br>
            <a:r>
              <a:rPr lang="en-US" altLang="ko-KR" sz="900">
                <a:solidFill>
                  <a:srgbClr val="000000"/>
                </a:solidFill>
              </a:rPr>
              <a:t>      </a:t>
            </a:r>
            <a:r>
              <a:rPr lang="ko-KR" altLang="en-US" sz="900">
                <a:solidFill>
                  <a:srgbClr val="000000"/>
                </a:solidFill>
              </a:rPr>
              <a:t>방식은 무엇 인가</a:t>
            </a:r>
            <a:r>
              <a:rPr lang="en-US" altLang="ko-KR" sz="900">
                <a:solidFill>
                  <a:srgbClr val="000000"/>
                </a:solidFill>
              </a:rPr>
              <a:t>? </a:t>
            </a:r>
          </a:p>
        </p:txBody>
      </p:sp>
      <p:sp>
        <p:nvSpPr>
          <p:cNvPr id="30755" name="직사각형 54"/>
          <p:cNvSpPr>
            <a:spLocks noChangeArrowheads="1"/>
          </p:cNvSpPr>
          <p:nvPr/>
        </p:nvSpPr>
        <p:spPr bwMode="auto">
          <a:xfrm>
            <a:off x="3468692" y="1336674"/>
            <a:ext cx="32400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pPr>
            <a:r>
              <a:rPr lang="en-US" altLang="ko-KR" sz="900">
                <a:solidFill>
                  <a:srgbClr val="000000"/>
                </a:solidFill>
                <a:latin typeface="돋움" pitchFamily="50" charset="-127"/>
                <a:ea typeface="돋움" pitchFamily="50" charset="-127"/>
              </a:rPr>
              <a:t>① </a:t>
            </a:r>
            <a:r>
              <a:rPr lang="ko-KR" altLang="en-US" sz="900">
                <a:solidFill>
                  <a:srgbClr val="000000"/>
                </a:solidFill>
                <a:latin typeface="돋움" pitchFamily="50" charset="-127"/>
                <a:ea typeface="돋움" pitchFamily="50" charset="-127"/>
              </a:rPr>
              <a:t>왕복식    ② 터버식</a:t>
            </a:r>
            <a:r>
              <a:rPr lang="en-US" altLang="ko-KR" sz="900">
                <a:solidFill>
                  <a:srgbClr val="000000"/>
                </a:solidFill>
                <a:latin typeface="돋움" pitchFamily="50" charset="-127"/>
                <a:ea typeface="돋움" pitchFamily="50" charset="-127"/>
              </a:rPr>
              <a:t>   </a:t>
            </a:r>
          </a:p>
          <a:p>
            <a:pPr eaLnBrk="1" fontAlgn="base" latinLnBrk="1" hangingPunct="1">
              <a:spcBef>
                <a:spcPct val="0"/>
              </a:spcBef>
              <a:spcAft>
                <a:spcPct val="0"/>
              </a:spcAft>
            </a:pPr>
            <a:r>
              <a:rPr lang="ko-KR" altLang="en-US" sz="900">
                <a:solidFill>
                  <a:srgbClr val="000000"/>
                </a:solidFill>
                <a:latin typeface="돋움" pitchFamily="50" charset="-127"/>
                <a:ea typeface="돋움" pitchFamily="50" charset="-127"/>
              </a:rPr>
              <a:t>③ 회전식    </a:t>
            </a:r>
            <a:r>
              <a:rPr lang="ko-KR" altLang="en-US" sz="900">
                <a:solidFill>
                  <a:srgbClr val="000000"/>
                </a:solidFill>
              </a:rPr>
              <a:t>④ 베인식</a:t>
            </a:r>
          </a:p>
        </p:txBody>
      </p:sp>
      <p:sp>
        <p:nvSpPr>
          <p:cNvPr id="29"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7928942"/>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Line 2"/>
          <p:cNvSpPr>
            <a:spLocks noChangeShapeType="1"/>
          </p:cNvSpPr>
          <p:nvPr/>
        </p:nvSpPr>
        <p:spPr bwMode="auto">
          <a:xfrm>
            <a:off x="228600" y="563563"/>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pPr fontAlgn="base" latinLnBrk="1">
              <a:spcBef>
                <a:spcPct val="0"/>
              </a:spcBef>
              <a:spcAft>
                <a:spcPct val="0"/>
              </a:spcAft>
            </a:pPr>
            <a:endParaRPr kumimoji="1" lang="en-US">
              <a:solidFill>
                <a:srgbClr val="000000"/>
              </a:solidFill>
            </a:endParaRPr>
          </a:p>
        </p:txBody>
      </p:sp>
      <p:sp>
        <p:nvSpPr>
          <p:cNvPr id="31747" name="Rectangle 4"/>
          <p:cNvSpPr>
            <a:spLocks noChangeArrowheads="1"/>
          </p:cNvSpPr>
          <p:nvPr/>
        </p:nvSpPr>
        <p:spPr bwMode="auto">
          <a:xfrm>
            <a:off x="304800" y="984250"/>
            <a:ext cx="6248400" cy="78359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latinLnBrk="1"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lnSpc>
                <a:spcPct val="110000"/>
              </a:lnSpc>
              <a:spcBef>
                <a:spcPct val="0"/>
              </a:spcBef>
              <a:spcAft>
                <a:spcPct val="0"/>
              </a:spcAft>
            </a:pPr>
            <a:endParaRPr lang="ko-KR" altLang="ko-KR" sz="900">
              <a:solidFill>
                <a:srgbClr val="000000"/>
              </a:solidFill>
              <a:latin typeface="돋움" pitchFamily="50" charset="-127"/>
              <a:ea typeface="돋움" pitchFamily="50" charset="-127"/>
            </a:endParaRPr>
          </a:p>
        </p:txBody>
      </p:sp>
      <p:graphicFrame>
        <p:nvGraphicFramePr>
          <p:cNvPr id="4178" name="Group 82"/>
          <p:cNvGraphicFramePr>
            <a:graphicFrameLocks noGrp="1"/>
          </p:cNvGraphicFramePr>
          <p:nvPr/>
        </p:nvGraphicFramePr>
        <p:xfrm>
          <a:off x="1412879" y="1668465"/>
          <a:ext cx="1781175" cy="4450008"/>
        </p:xfrm>
        <a:graphic>
          <a:graphicData uri="http://schemas.openxmlformats.org/drawingml/2006/table">
            <a:tbl>
              <a:tblPr/>
              <a:tblGrid>
                <a:gridCol w="890588">
                  <a:extLst>
                    <a:ext uri="{9D8B030D-6E8A-4147-A177-3AD203B41FA5}">
                      <a16:colId xmlns:a16="http://schemas.microsoft.com/office/drawing/2014/main" val="20000"/>
                    </a:ext>
                  </a:extLst>
                </a:gridCol>
                <a:gridCol w="890587">
                  <a:extLst>
                    <a:ext uri="{9D8B030D-6E8A-4147-A177-3AD203B41FA5}">
                      <a16:colId xmlns:a16="http://schemas.microsoft.com/office/drawing/2014/main" val="20001"/>
                    </a:ext>
                  </a:extLst>
                </a:gridCol>
              </a:tblGrid>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0"/>
                  </a:ext>
                </a:extLst>
              </a:tr>
              <a:tr h="427038">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43180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7"/>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9"/>
                  </a:ext>
                </a:extLst>
              </a:tr>
              <a:tr h="372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10"/>
                  </a:ext>
                </a:extLst>
              </a:tr>
            </a:tbl>
          </a:graphicData>
        </a:graphic>
      </p:graphicFrame>
      <p:graphicFrame>
        <p:nvGraphicFramePr>
          <p:cNvPr id="4181" name="Group 85"/>
          <p:cNvGraphicFramePr>
            <a:graphicFrameLocks noGrp="1"/>
          </p:cNvGraphicFramePr>
          <p:nvPr/>
        </p:nvGraphicFramePr>
        <p:xfrm>
          <a:off x="3735392" y="1673227"/>
          <a:ext cx="1781175" cy="4455528"/>
        </p:xfrm>
        <a:graphic>
          <a:graphicData uri="http://schemas.openxmlformats.org/drawingml/2006/table">
            <a:tbl>
              <a:tblPr/>
              <a:tblGrid>
                <a:gridCol w="890587">
                  <a:extLst>
                    <a:ext uri="{9D8B030D-6E8A-4147-A177-3AD203B41FA5}">
                      <a16:colId xmlns:a16="http://schemas.microsoft.com/office/drawing/2014/main" val="20000"/>
                    </a:ext>
                  </a:extLst>
                </a:gridCol>
                <a:gridCol w="890588">
                  <a:extLst>
                    <a:ext uri="{9D8B030D-6E8A-4147-A177-3AD203B41FA5}">
                      <a16:colId xmlns:a16="http://schemas.microsoft.com/office/drawing/2014/main" val="20001"/>
                    </a:ext>
                  </a:extLst>
                </a:gridCol>
              </a:tblGrid>
              <a:tr h="37787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번호</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800" b="1" i="0" u="none" strike="noStrike" cap="none" normalizeH="0" baseline="0" smtClean="0">
                          <a:ln>
                            <a:noFill/>
                          </a:ln>
                          <a:solidFill>
                            <a:schemeClr val="tx1"/>
                          </a:solidFill>
                          <a:effectLst/>
                          <a:latin typeface="굴림" pitchFamily="50" charset="-127"/>
                          <a:ea typeface="굴림" pitchFamily="50" charset="-127"/>
                        </a:rPr>
                        <a:t>정답</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270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11</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12</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13</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14</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15</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3185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16</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17</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4</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18</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19</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3</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7282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20</a:t>
                      </a:r>
                      <a:endParaRPr kumimoji="0" lang="ko-KR" altLang="en-US" sz="1800" b="1" i="0" u="none" strike="noStrike" cap="none" normalizeH="0" baseline="0" smtClean="0">
                        <a:ln>
                          <a:noFill/>
                        </a:ln>
                        <a:solidFill>
                          <a:schemeClr val="tx1"/>
                        </a:solidFill>
                        <a:effectLst/>
                        <a:latin typeface="굴림" pitchFamily="50" charset="-127"/>
                        <a:ea typeface="굴림" pitchFamily="50" charset="-127"/>
                      </a:endParaRP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800" b="1" i="0" u="none" strike="noStrike" cap="none" normalizeH="0" baseline="0" smtClean="0">
                          <a:ln>
                            <a:noFill/>
                          </a:ln>
                          <a:solidFill>
                            <a:schemeClr val="tx1"/>
                          </a:solidFill>
                          <a:effectLst/>
                          <a:latin typeface="굴림" pitchFamily="50" charset="-127"/>
                          <a:ea typeface="굴림" pitchFamily="50" charset="-127"/>
                        </a:rPr>
                        <a:t>2</a:t>
                      </a:r>
                    </a:p>
                  </a:txBody>
                  <a:tcPr marT="45733" marB="457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7" name="Text Box 13"/>
          <p:cNvSpPr txBox="1">
            <a:spLocks noChangeArrowheads="1"/>
          </p:cNvSpPr>
          <p:nvPr/>
        </p:nvSpPr>
        <p:spPr bwMode="auto">
          <a:xfrm>
            <a:off x="260354" y="228600"/>
            <a:ext cx="994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1" hangingPunct="1">
              <a:spcBef>
                <a:spcPct val="0"/>
              </a:spcBef>
              <a:spcAft>
                <a:spcPct val="0"/>
              </a:spcAft>
              <a:defRPr/>
            </a:pPr>
            <a:r>
              <a:rPr lang="en-US" altLang="ko-KR" sz="1600" b="1" err="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Khí</a:t>
            </a:r>
            <a:r>
              <a:rPr lang="en-US" altLang="ko-KR" sz="1600" b="1" smtClean="0">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 nén </a:t>
            </a:r>
            <a:endParaRPr lang="ko-KR" altLang="en-US" sz="1600" b="1" smtClean="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43080085"/>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3348054"/>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2" name="Rectangle 3"/>
          <p:cNvSpPr>
            <a:spLocks noChangeArrowheads="1"/>
          </p:cNvSpPr>
          <p:nvPr/>
        </p:nvSpPr>
        <p:spPr bwMode="auto">
          <a:xfrm>
            <a:off x="304800" y="716574"/>
            <a:ext cx="3124200" cy="830873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1. Giải thích nào là đúng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[Các electron </a:t>
            </a:r>
            <a:r>
              <a:rPr lang="en-US" altLang="ko-KR" sz="900">
                <a:latin typeface="Times New Roman" pitchFamily="18" charset="0"/>
                <a:ea typeface="돋움" pitchFamily="50" charset="-127"/>
                <a:cs typeface="Times New Roman" pitchFamily="18" charset="0"/>
              </a:rPr>
              <a:t>nằm </a:t>
            </a:r>
            <a:r>
              <a:rPr lang="vi-VN" altLang="ko-KR" sz="900">
                <a:latin typeface="Times New Roman" pitchFamily="18" charset="0"/>
                <a:ea typeface="돋움" pitchFamily="50" charset="-127"/>
                <a:cs typeface="Times New Roman" pitchFamily="18" charset="0"/>
              </a:rPr>
              <a:t>ở quỹ đạo ngoài cùng của nguyên tử</a:t>
            </a:r>
            <a:r>
              <a:rPr lang="en-US" altLang="ko-KR" sz="900">
                <a:latin typeface="Times New Roman" pitchFamily="18" charset="0"/>
                <a:ea typeface="돋움" pitchFamily="50" charset="-127"/>
                <a:cs typeface="Times New Roman" pitchFamily="18" charset="0"/>
              </a:rPr>
              <a:t> chịu lực tác động của hạt nhân nhỏ</a:t>
            </a:r>
            <a:r>
              <a:rPr lang="vi-VN"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Electron tự do</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② Dải hóa trị</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Hạt nhân nguyên tử</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Hạt Proton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 Đ</a:t>
            </a:r>
            <a:r>
              <a:rPr lang="en-US" altLang="ko-KR" sz="900">
                <a:latin typeface="Times New Roman" pitchFamily="18" charset="0"/>
                <a:ea typeface="돋움" pitchFamily="50" charset="-127"/>
                <a:cs typeface="Times New Roman" pitchFamily="18" charset="0"/>
              </a:rPr>
              <a:t>áp án</a:t>
            </a:r>
            <a:r>
              <a:rPr lang="vi-VN" altLang="ko-KR" sz="900">
                <a:latin typeface="Times New Roman" pitchFamily="18" charset="0"/>
                <a:ea typeface="돋움" pitchFamily="50" charset="-127"/>
                <a:cs typeface="Times New Roman" pitchFamily="18" charset="0"/>
              </a:rPr>
              <a:t> nào </a:t>
            </a:r>
            <a:r>
              <a:rPr lang="en-US" altLang="ko-KR" sz="900">
                <a:latin typeface="Times New Roman" pitchFamily="18" charset="0"/>
                <a:ea typeface="돋움" pitchFamily="50" charset="-127"/>
                <a:cs typeface="Times New Roman" pitchFamily="18" charset="0"/>
              </a:rPr>
              <a:t>sai</a:t>
            </a:r>
            <a:r>
              <a:rPr lang="vi-VN" altLang="ko-KR" sz="900">
                <a:latin typeface="Times New Roman" pitchFamily="18" charset="0"/>
                <a:ea typeface="돋움" pitchFamily="50" charset="-127"/>
                <a:cs typeface="Times New Roman" pitchFamily="18" charset="0"/>
              </a:rPr>
              <a:t> v</a:t>
            </a:r>
            <a:r>
              <a:rPr lang="en-US" altLang="ko-KR" sz="900">
                <a:latin typeface="Times New Roman" pitchFamily="18" charset="0"/>
                <a:ea typeface="돋움" pitchFamily="50" charset="-127"/>
                <a:cs typeface="Times New Roman" pitchFamily="18" charset="0"/>
              </a:rPr>
              <a:t>ề</a:t>
            </a:r>
            <a:r>
              <a:rPr lang="vi-VN" altLang="ko-KR" sz="900">
                <a:latin typeface="Times New Roman" pitchFamily="18" charset="0"/>
                <a:ea typeface="돋움" pitchFamily="50" charset="-127"/>
                <a:cs typeface="Times New Roman" pitchFamily="18" charset="0"/>
              </a:rPr>
              <a:t> số</a:t>
            </a:r>
            <a:r>
              <a:rPr lang="en-US" altLang="ko-KR" sz="900">
                <a:latin typeface="Times New Roman" pitchFamily="18" charset="0"/>
                <a:ea typeface="돋움" pitchFamily="50" charset="-127"/>
                <a:cs typeface="Times New Roman" pitchFamily="18" charset="0"/>
              </a:rPr>
              <a:t> lượng hạt</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của các lớp Electron </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Lớp </a:t>
            </a:r>
            <a:r>
              <a:rPr lang="en-US" altLang="ko-KR" sz="900">
                <a:latin typeface="Times New Roman" pitchFamily="18" charset="0"/>
                <a:ea typeface="돋움" pitchFamily="50" charset="-127"/>
                <a:cs typeface="Times New Roman" pitchFamily="18" charset="0"/>
              </a:rPr>
              <a:t>M = 18</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② </a:t>
            </a:r>
            <a:r>
              <a:rPr lang="en-US" altLang="ko-KR" sz="900" b="1" smtClean="0">
                <a:solidFill>
                  <a:srgbClr val="C00000"/>
                </a:solidFill>
                <a:latin typeface="Times New Roman" pitchFamily="18" charset="0"/>
                <a:ea typeface="돋움" pitchFamily="50" charset="-127"/>
                <a:cs typeface="Times New Roman" pitchFamily="18" charset="0"/>
              </a:rPr>
              <a:t>Lớp </a:t>
            </a:r>
            <a:r>
              <a:rPr lang="en-US" altLang="ko-KR" sz="900" b="1">
                <a:solidFill>
                  <a:srgbClr val="C00000"/>
                </a:solidFill>
                <a:latin typeface="Times New Roman" pitchFamily="18" charset="0"/>
                <a:ea typeface="돋움" pitchFamily="50" charset="-127"/>
                <a:cs typeface="Times New Roman" pitchFamily="18" charset="0"/>
              </a:rPr>
              <a:t>K = 4</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Lớp </a:t>
            </a:r>
            <a:r>
              <a:rPr lang="en-US" altLang="ko-KR" sz="900">
                <a:latin typeface="Times New Roman" pitchFamily="18" charset="0"/>
                <a:ea typeface="돋움" pitchFamily="50" charset="-127"/>
                <a:cs typeface="Times New Roman" pitchFamily="18" charset="0"/>
              </a:rPr>
              <a:t>N = 32</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Lớp </a:t>
            </a:r>
            <a:r>
              <a:rPr lang="en-US" altLang="ko-KR" sz="900">
                <a:latin typeface="Times New Roman" pitchFamily="18" charset="0"/>
                <a:ea typeface="돋움" pitchFamily="50" charset="-127"/>
                <a:cs typeface="Times New Roman" pitchFamily="18" charset="0"/>
              </a:rPr>
              <a:t>L = 8</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 </a:t>
            </a:r>
            <a:r>
              <a:rPr lang="en-US" altLang="ko-KR" sz="900">
                <a:latin typeface="Times New Roman" pitchFamily="18" charset="0"/>
                <a:ea typeface="돋움" pitchFamily="50" charset="-127"/>
                <a:cs typeface="Times New Roman" pitchFamily="18" charset="0"/>
              </a:rPr>
              <a:t>Nội dung dưới đây</a:t>
            </a:r>
            <a:r>
              <a:rPr lang="vi-VN" altLang="ko-KR" sz="900">
                <a:latin typeface="Times New Roman" pitchFamily="18" charset="0"/>
                <a:ea typeface="돋움" pitchFamily="50" charset="-127"/>
                <a:cs typeface="Times New Roman" pitchFamily="18" charset="0"/>
              </a:rPr>
              <a:t> đ</a:t>
            </a:r>
            <a:r>
              <a:rPr lang="en-US" altLang="ko-KR" sz="900">
                <a:latin typeface="Times New Roman" pitchFamily="18" charset="0"/>
                <a:ea typeface="돋움" pitchFamily="50" charset="-127"/>
                <a:cs typeface="Times New Roman" pitchFamily="18" charset="0"/>
              </a:rPr>
              <a:t>ang</a:t>
            </a:r>
            <a:r>
              <a:rPr lang="vi-VN" altLang="ko-KR" sz="900">
                <a:latin typeface="Times New Roman" pitchFamily="18" charset="0"/>
                <a:ea typeface="돋움" pitchFamily="50" charset="-127"/>
                <a:cs typeface="Times New Roman" pitchFamily="18" charset="0"/>
              </a:rPr>
              <a:t> mô tả </a:t>
            </a:r>
            <a:r>
              <a:rPr lang="en-US" altLang="ko-KR" sz="900">
                <a:latin typeface="Times New Roman" pitchFamily="18" charset="0"/>
                <a:ea typeface="돋움" pitchFamily="50" charset="-127"/>
                <a:cs typeface="Times New Roman" pitchFamily="18" charset="0"/>
              </a:rPr>
              <a:t>điều gì</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[Năng lượng được tăng lên </a:t>
            </a:r>
            <a:r>
              <a:rPr lang="en-US" altLang="ko-KR" sz="900">
                <a:latin typeface="Times New Roman" pitchFamily="18" charset="0"/>
                <a:ea typeface="돋움" pitchFamily="50" charset="-127"/>
                <a:cs typeface="Times New Roman" pitchFamily="18" charset="0"/>
              </a:rPr>
              <a:t>và dịch chuyển ra vòng xa hơn</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① Kích thích</a:t>
            </a:r>
            <a:endParaRPr lang="vi-VN" altLang="ko-KR" sz="900" b="1">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Lượng tử ánh sáng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Ion hóa</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Phóng xung điện.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 Độ lệch pha trong trường hợp 3 pha 220V 60㎐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90</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② 120</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180</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240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5. Dòng điện gây co </a:t>
            </a:r>
            <a:r>
              <a:rPr lang="en-US" altLang="ko-KR" sz="900">
                <a:latin typeface="Times New Roman" pitchFamily="18" charset="0"/>
                <a:ea typeface="돋움" pitchFamily="50" charset="-127"/>
                <a:cs typeface="Times New Roman" pitchFamily="18" charset="0"/>
              </a:rPr>
              <a:t>cơ</a:t>
            </a:r>
            <a:r>
              <a:rPr lang="vi-VN" altLang="ko-KR" sz="900">
                <a:latin typeface="Times New Roman" pitchFamily="18" charset="0"/>
                <a:ea typeface="돋움" pitchFamily="50" charset="-127"/>
                <a:cs typeface="Times New Roman" pitchFamily="18" charset="0"/>
              </a:rPr>
              <a:t> mạnh </a:t>
            </a:r>
            <a:r>
              <a:rPr lang="en-US" altLang="ko-KR" sz="900">
                <a:latin typeface="Times New Roman" pitchFamily="18" charset="0"/>
                <a:ea typeface="돋움" pitchFamily="50" charset="-127"/>
                <a:cs typeface="Times New Roman" pitchFamily="18" charset="0"/>
              </a:rPr>
              <a:t>khi bị</a:t>
            </a:r>
            <a:r>
              <a:rPr lang="vi-VN" altLang="ko-KR" sz="900">
                <a:latin typeface="Times New Roman" pitchFamily="18" charset="0"/>
                <a:ea typeface="돋움" pitchFamily="50" charset="-127"/>
                <a:cs typeface="Times New Roman" pitchFamily="18" charset="0"/>
              </a:rPr>
              <a:t> điện giật là </a:t>
            </a:r>
            <a:r>
              <a:rPr lang="en-US" altLang="ko-KR" sz="900">
                <a:latin typeface="Times New Roman" pitchFamily="18" charset="0"/>
                <a:ea typeface="돋움" pitchFamily="50" charset="-127"/>
                <a:cs typeface="Times New Roman" pitchFamily="18" charset="0"/>
              </a:rPr>
              <a:t>bao nhiêu mA</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5 ~ 30</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② 30 ~ 50</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50 ~ 100</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Hơn 100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 </a:t>
            </a:r>
            <a:r>
              <a:rPr lang="en-US" altLang="ko-KR" sz="900">
                <a:latin typeface="Times New Roman" pitchFamily="18" charset="0"/>
                <a:ea typeface="돋움" pitchFamily="50" charset="-127"/>
                <a:cs typeface="Times New Roman" pitchFamily="18" charset="0"/>
              </a:rPr>
              <a:t>Giá trị đỉnh - đỉnh</a:t>
            </a:r>
            <a:r>
              <a:rPr lang="vi-VN" altLang="ko-KR" sz="900">
                <a:latin typeface="Times New Roman" pitchFamily="18" charset="0"/>
                <a:ea typeface="돋움" pitchFamily="50" charset="-127"/>
                <a:cs typeface="Times New Roman" pitchFamily="18" charset="0"/>
              </a:rPr>
              <a:t> là 10V</a:t>
            </a:r>
            <a:r>
              <a:rPr lang="en-US" altLang="ko-KR" sz="900">
                <a:latin typeface="Times New Roman" pitchFamily="18" charset="0"/>
                <a:ea typeface="돋움" pitchFamily="50" charset="-127"/>
                <a:cs typeface="Times New Roman" pitchFamily="18" charset="0"/>
              </a:rPr>
              <a:t>, vậy Vrms</a:t>
            </a:r>
            <a:r>
              <a:rPr lang="vi-VN" altLang="ko-KR" sz="900">
                <a:latin typeface="Times New Roman" pitchFamily="18" charset="0"/>
                <a:ea typeface="돋움" pitchFamily="50" charset="-127"/>
                <a:cs typeface="Times New Roman" pitchFamily="18" charset="0"/>
              </a:rPr>
              <a:t> là bao nhiêu?</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7,07</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6,37</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③ 3.535</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3,185</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 </a:t>
            </a:r>
            <a:r>
              <a:rPr lang="en-US" altLang="ko-KR" sz="900">
                <a:latin typeface="Times New Roman" pitchFamily="18" charset="0"/>
                <a:ea typeface="돋움" pitchFamily="50" charset="-127"/>
                <a:cs typeface="Times New Roman" pitchFamily="18" charset="0"/>
              </a:rPr>
              <a:t>Oscilloscope không được dùng để đo giá trị của</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Đỉnh</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Tần số</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③ Xung giảm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Chu kỳ</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8. Khi mã màu của điện trở là [Đỏ Đỏ Nâu Bạc]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Giá trị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l-GR" altLang="ko-KR" sz="900" b="1">
                <a:solidFill>
                  <a:srgbClr val="C00000"/>
                </a:solidFill>
                <a:latin typeface="Times New Roman" pitchFamily="18" charset="0"/>
                <a:ea typeface="돋움" pitchFamily="50" charset="-127"/>
                <a:cs typeface="Times New Roman" pitchFamily="18" charset="0"/>
              </a:rPr>
              <a:t>  ① 220Ω</a:t>
            </a:r>
          </a:p>
          <a:p>
            <a:pPr eaLnBrk="1" hangingPunct="1">
              <a:spcBef>
                <a:spcPct val="0"/>
              </a:spcBef>
              <a:buFontTx/>
              <a:buNone/>
            </a:pPr>
            <a:r>
              <a:rPr lang="el-GR" altLang="ko-KR" sz="900">
                <a:latin typeface="Times New Roman" pitchFamily="18" charset="0"/>
                <a:ea typeface="돋움" pitchFamily="50" charset="-127"/>
                <a:cs typeface="Times New Roman" pitchFamily="18" charset="0"/>
              </a:rPr>
              <a:t>  ② 330Ω</a:t>
            </a:r>
          </a:p>
          <a:p>
            <a:pPr eaLnBrk="1" hangingPunct="1">
              <a:spcBef>
                <a:spcPct val="0"/>
              </a:spcBef>
              <a:buFontTx/>
              <a:buNone/>
            </a:pPr>
            <a:r>
              <a:rPr lang="el-GR" altLang="ko-KR" sz="900">
                <a:latin typeface="Times New Roman" pitchFamily="18" charset="0"/>
                <a:ea typeface="돋움" pitchFamily="50" charset="-127"/>
                <a:cs typeface="Times New Roman" pitchFamily="18" charset="0"/>
              </a:rPr>
              <a:t>  ③ 2200Ω</a:t>
            </a:r>
          </a:p>
          <a:p>
            <a:pPr eaLnBrk="1" hangingPunct="1">
              <a:spcBef>
                <a:spcPct val="0"/>
              </a:spcBef>
              <a:buFontTx/>
              <a:buNone/>
            </a:pPr>
            <a:r>
              <a:rPr lang="el-GR" altLang="ko-KR" sz="900">
                <a:latin typeface="Times New Roman" pitchFamily="18" charset="0"/>
                <a:ea typeface="돋움" pitchFamily="50" charset="-127"/>
                <a:cs typeface="Times New Roman" pitchFamily="18" charset="0"/>
              </a:rPr>
              <a:t>  ④ 3300Ω</a:t>
            </a:r>
          </a:p>
        </p:txBody>
      </p:sp>
      <p:sp>
        <p:nvSpPr>
          <p:cNvPr id="2053" name="Rectangle 4"/>
          <p:cNvSpPr>
            <a:spLocks noChangeArrowheads="1"/>
          </p:cNvSpPr>
          <p:nvPr/>
        </p:nvSpPr>
        <p:spPr bwMode="auto">
          <a:xfrm>
            <a:off x="3429000" y="716574"/>
            <a:ext cx="3124200" cy="830873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9. Điện trở nào được sử dụng cho các mạch </a:t>
            </a:r>
            <a:r>
              <a:rPr lang="en-US" altLang="ko-KR" sz="900">
                <a:latin typeface="Times New Roman" pitchFamily="18" charset="0"/>
                <a:ea typeface="돋움" pitchFamily="50" charset="-127"/>
                <a:cs typeface="Times New Roman" pitchFamily="18" charset="0"/>
              </a:rPr>
              <a:t>Analog cơ bản,</a:t>
            </a:r>
            <a:r>
              <a:rPr lang="vi-VN" altLang="ko-KR" sz="900">
                <a:latin typeface="Times New Roman" pitchFamily="18" charset="0"/>
                <a:ea typeface="돋움" pitchFamily="50" charset="-127"/>
                <a:cs typeface="Times New Roman" pitchFamily="18" charset="0"/>
              </a:rPr>
              <a:t> yêu cầu độ chính xác</a:t>
            </a:r>
            <a:r>
              <a:rPr lang="en-US" altLang="ko-KR" sz="900">
                <a:latin typeface="Times New Roman" pitchFamily="18" charset="0"/>
                <a:ea typeface="돋움" pitchFamily="50" charset="-127"/>
                <a:cs typeface="Times New Roman" pitchFamily="18" charset="0"/>
              </a:rPr>
              <a:t> cao</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C00000"/>
                </a:solidFill>
                <a:latin typeface="Times New Roman" pitchFamily="18" charset="0"/>
                <a:ea typeface="돋움" pitchFamily="50" charset="-127"/>
                <a:cs typeface="Times New Roman" pitchFamily="18" charset="0"/>
              </a:rPr>
              <a:t>① </a:t>
            </a:r>
            <a:r>
              <a:rPr lang="en-US" altLang="ko-KR" sz="900" b="1">
                <a:solidFill>
                  <a:srgbClr val="C00000"/>
                </a:solidFill>
                <a:latin typeface="Times New Roman" pitchFamily="18" charset="0"/>
                <a:ea typeface="돋움" pitchFamily="50" charset="-127"/>
                <a:cs typeface="Times New Roman" pitchFamily="18" charset="0"/>
              </a:rPr>
              <a:t>Điện trở </a:t>
            </a:r>
            <a:r>
              <a:rPr lang="vi-VN" altLang="ko-KR" sz="900" b="1">
                <a:solidFill>
                  <a:srgbClr val="C00000"/>
                </a:solidFill>
                <a:latin typeface="Times New Roman" pitchFamily="18" charset="0"/>
                <a:ea typeface="돋움" pitchFamily="50" charset="-127"/>
                <a:cs typeface="Times New Roman" pitchFamily="18" charset="0"/>
              </a:rPr>
              <a:t>màng kim loại (</a:t>
            </a:r>
            <a:r>
              <a:rPr lang="en-US" altLang="ko-KR" sz="900" b="1">
                <a:solidFill>
                  <a:srgbClr val="C00000"/>
                </a:solidFill>
                <a:latin typeface="Times New Roman" pitchFamily="18" charset="0"/>
                <a:ea typeface="돋움" pitchFamily="50" charset="-127"/>
                <a:cs typeface="Times New Roman" pitchFamily="18" charset="0"/>
              </a:rPr>
              <a:t>dạng sợi</a:t>
            </a:r>
            <a:r>
              <a:rPr lang="vi-VN" altLang="ko-KR" sz="900" b="1">
                <a:solidFill>
                  <a:srgbClr val="C00000"/>
                </a:solidFill>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Điện trở</a:t>
            </a:r>
            <a:r>
              <a:rPr lang="vi-VN" altLang="ko-KR" sz="900">
                <a:latin typeface="Times New Roman" pitchFamily="18" charset="0"/>
                <a:ea typeface="돋움" pitchFamily="50" charset="-127"/>
                <a:cs typeface="Times New Roman" pitchFamily="18" charset="0"/>
              </a:rPr>
              <a:t> xi măng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Điện trở màng kim loại (màng mỏng)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Điện trở </a:t>
            </a:r>
            <a:r>
              <a:rPr lang="vi-VN" altLang="ko-KR" sz="900">
                <a:latin typeface="Times New Roman" pitchFamily="18" charset="0"/>
                <a:ea typeface="돋움" pitchFamily="50" charset="-127"/>
                <a:cs typeface="Times New Roman" pitchFamily="18" charset="0"/>
              </a:rPr>
              <a:t>màng carbon nhỏ</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10. </a:t>
            </a:r>
            <a:r>
              <a:rPr lang="en-US" altLang="ko-KR" sz="900">
                <a:latin typeface="Times New Roman" pitchFamily="18" charset="0"/>
                <a:ea typeface="돋움" pitchFamily="50" charset="-127"/>
                <a:cs typeface="Times New Roman" pitchFamily="18" charset="0"/>
              </a:rPr>
              <a:t>Mạch nào sau đây không sử dụng chức năng của tụ điện</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Mạch làm trơn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C00000"/>
                </a:solidFill>
                <a:latin typeface="Times New Roman" pitchFamily="18" charset="0"/>
                <a:ea typeface="돋움" pitchFamily="50" charset="-127"/>
                <a:cs typeface="Times New Roman" pitchFamily="18" charset="0"/>
              </a:rPr>
              <a:t>② Mạch chỉnh lưu</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Mạch hẹn giờ</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Mạch lọc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11. Tụ điện nào sau đây được dùng ở dải tần cao?</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Tụ điện Mylar</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② Tụ sứ</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Tụ Tantal</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Tụ điện Styrol</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12. </a:t>
            </a:r>
            <a:r>
              <a:rPr lang="en-US" altLang="ko-KR" sz="900">
                <a:latin typeface="Times New Roman" pitchFamily="18" charset="0"/>
                <a:ea typeface="돋움" pitchFamily="50" charset="-127"/>
                <a:cs typeface="Times New Roman" pitchFamily="18" charset="0"/>
              </a:rPr>
              <a:t>Dòng dưới đây đang nói về điều gì?</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[Sự biến thiên của từ thông quyết định phương hướng của lực điện động cảm ứng.]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cảm ứng điện từ</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Suất điện động cảm ứng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③ Định luật Lenz</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Điện cảm</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13. </a:t>
            </a:r>
            <a:r>
              <a:rPr lang="en-US" altLang="ko-KR" sz="900">
                <a:latin typeface="Times New Roman" pitchFamily="18" charset="0"/>
                <a:ea typeface="돋움" pitchFamily="50" charset="-127"/>
                <a:cs typeface="Times New Roman" pitchFamily="18" charset="0"/>
              </a:rPr>
              <a:t>Tên gọi</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của </a:t>
            </a:r>
            <a:r>
              <a:rPr lang="vi-VN" altLang="ko-KR" sz="900">
                <a:latin typeface="Times New Roman" pitchFamily="18" charset="0"/>
                <a:ea typeface="돋움" pitchFamily="50" charset="-127"/>
                <a:cs typeface="Times New Roman" pitchFamily="18" charset="0"/>
              </a:rPr>
              <a:t>cuộn dây nào </a:t>
            </a:r>
            <a:r>
              <a:rPr lang="en-US" altLang="ko-KR" sz="900">
                <a:latin typeface="Times New Roman" pitchFamily="18" charset="0"/>
                <a:ea typeface="돋움" pitchFamily="50" charset="-127"/>
                <a:cs typeface="Times New Roman" pitchFamily="18" charset="0"/>
              </a:rPr>
              <a:t>cho tiếp xúc song song cuộn cảm và tụ điện</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FCZ</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FFC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RFC</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④ IFT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14. Điện áp ngưỡng thuận của diode Zener 6.2V / Si là bao nhiêu?</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0,2V</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② 0,7V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5,8V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6.2V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15. Dòng hoạt động của </a:t>
            </a:r>
            <a:r>
              <a:rPr lang="en-US" altLang="ko-KR" sz="900">
                <a:latin typeface="Times New Roman" pitchFamily="18" charset="0"/>
                <a:ea typeface="돋움" pitchFamily="50" charset="-127"/>
                <a:cs typeface="Times New Roman" pitchFamily="18" charset="0"/>
              </a:rPr>
              <a:t>Transistor</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dùng cho</a:t>
            </a:r>
            <a:r>
              <a:rPr lang="vi-VN" altLang="ko-KR" sz="900">
                <a:latin typeface="Times New Roman" pitchFamily="18" charset="0"/>
                <a:ea typeface="돋움" pitchFamily="50" charset="-127"/>
                <a:cs typeface="Times New Roman" pitchFamily="18" charset="0"/>
              </a:rPr>
              <a:t> tín hiệu nhỏ là gì?</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Dưới 100㎃</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200㎃ trở xuống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③ 300㎃ trở xuống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400㎃ trở xuống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16. Đ</a:t>
            </a:r>
            <a:r>
              <a:rPr lang="en-US" altLang="ko-KR" sz="900">
                <a:latin typeface="Times New Roman" pitchFamily="18" charset="0"/>
                <a:ea typeface="돋움" pitchFamily="50" charset="-127"/>
                <a:cs typeface="Times New Roman" pitchFamily="18" charset="0"/>
              </a:rPr>
              <a:t>âu</a:t>
            </a:r>
            <a:r>
              <a:rPr lang="vi-VN" altLang="ko-KR" sz="900">
                <a:latin typeface="Times New Roman" pitchFamily="18" charset="0"/>
                <a:ea typeface="돋움" pitchFamily="50" charset="-127"/>
                <a:cs typeface="Times New Roman" pitchFamily="18" charset="0"/>
              </a:rPr>
              <a:t> không phải là đặc điểm của Photo Coupler?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Tốc độ phản hồi nhanh</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Đầu vào và đầu ra được cách điện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Có độ tin cậy cao</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④ Chống rung</a:t>
            </a:r>
          </a:p>
        </p:txBody>
      </p:sp>
      <p:sp>
        <p:nvSpPr>
          <p:cNvPr id="2054" name="Text Box 6"/>
          <p:cNvSpPr txBox="1">
            <a:spLocks noChangeArrowheads="1"/>
          </p:cNvSpPr>
          <p:nvPr/>
        </p:nvSpPr>
        <p:spPr bwMode="auto">
          <a:xfrm>
            <a:off x="288925" y="698989"/>
            <a:ext cx="1742785" cy="24622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solidFill>
                  <a:srgbClr val="000000"/>
                </a:solidFill>
                <a:latin typeface="Times New Roman" pitchFamily="18" charset="0"/>
                <a:ea typeface="돋움" pitchFamily="50" charset="-127"/>
                <a:cs typeface="Times New Roman" pitchFamily="18" charset="0"/>
              </a:rPr>
              <a:t>※Điện – điện tử: Câu 1</a:t>
            </a:r>
            <a:r>
              <a:rPr lang="ko-KR" altLang="en-US" sz="1000" b="1">
                <a:solidFill>
                  <a:srgbClr val="000000"/>
                </a:solidFill>
                <a:latin typeface="Times New Roman" pitchFamily="18" charset="0"/>
                <a:ea typeface="돋움" pitchFamily="50" charset="-127"/>
                <a:cs typeface="Times New Roman" pitchFamily="18" charset="0"/>
              </a:rPr>
              <a:t> </a:t>
            </a:r>
            <a:r>
              <a:rPr lang="en-US" altLang="ko-KR" sz="1000" b="1">
                <a:solidFill>
                  <a:srgbClr val="000000"/>
                </a:solidFill>
                <a:latin typeface="Times New Roman" pitchFamily="18" charset="0"/>
                <a:ea typeface="돋움" pitchFamily="50" charset="-127"/>
                <a:cs typeface="Times New Roman" pitchFamily="18" charset="0"/>
              </a:rPr>
              <a:t>~ 20</a:t>
            </a:r>
            <a:endParaRPr lang="ko-KR" altLang="en-US" sz="1000" b="1">
              <a:solidFill>
                <a:srgbClr val="000000"/>
              </a:solidFill>
              <a:latin typeface="Times New Roman" pitchFamily="18" charset="0"/>
              <a:ea typeface="돋움" pitchFamily="50" charset="-127"/>
              <a:cs typeface="Times New Roman" pitchFamily="18" charset="0"/>
            </a:endParaRPr>
          </a:p>
        </p:txBody>
      </p:sp>
    </p:spTree>
    <p:extLst>
      <p:ext uri="{BB962C8B-B14F-4D97-AF65-F5344CB8AC3E}">
        <p14:creationId xmlns:p14="http://schemas.microsoft.com/office/powerpoint/2010/main" val="4164327080"/>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sz="800"/>
          </a:p>
        </p:txBody>
      </p:sp>
      <p:sp>
        <p:nvSpPr>
          <p:cNvPr id="307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p>
            <a:pPr>
              <a:defRPr/>
            </a:pPr>
            <a:r>
              <a:rPr lang="vi-VN" sz="900">
                <a:latin typeface="Times New Roman" panose="02020603050405020304" pitchFamily="18" charset="0"/>
                <a:cs typeface="Times New Roman" panose="02020603050405020304" pitchFamily="18" charset="0"/>
              </a:rPr>
              <a:t>17. Đâu không phải là đặc điểm của </a:t>
            </a:r>
            <a:r>
              <a:rPr lang="en-US" sz="900">
                <a:latin typeface="Times New Roman" panose="02020603050405020304" pitchFamily="18" charset="0"/>
                <a:cs typeface="Times New Roman" panose="02020603050405020304" pitchFamily="18" charset="0"/>
              </a:rPr>
              <a:t>Đ</a:t>
            </a:r>
            <a:r>
              <a:rPr lang="vi-VN" sz="900">
                <a:latin typeface="Times New Roman" panose="02020603050405020304" pitchFamily="18" charset="0"/>
                <a:cs typeface="Times New Roman" panose="02020603050405020304" pitchFamily="18" charset="0"/>
              </a:rPr>
              <a:t>iện trở</a:t>
            </a:r>
            <a:r>
              <a:rPr lang="en-US" sz="900">
                <a:latin typeface="Times New Roman" panose="02020603050405020304" pitchFamily="18" charset="0"/>
                <a:cs typeface="Times New Roman" panose="02020603050405020304" pitchFamily="18" charset="0"/>
              </a:rPr>
              <a:t> nhiệt</a:t>
            </a:r>
            <a:r>
              <a:rPr lang="vi-VN" sz="900">
                <a:latin typeface="Times New Roman" panose="02020603050405020304" pitchFamily="18" charset="0"/>
                <a:cs typeface="Times New Roman" panose="02020603050405020304" pitchFamily="18" charset="0"/>
              </a:rPr>
              <a:t>?</a:t>
            </a:r>
          </a:p>
          <a:p>
            <a:pPr>
              <a:defRPr/>
            </a:pPr>
            <a:endParaRPr lang="en-US" sz="900">
              <a:latin typeface="Times New Roman" panose="02020603050405020304" pitchFamily="18" charset="0"/>
              <a:cs typeface="Times New Roman" panose="02020603050405020304" pitchFamily="18" charset="0"/>
            </a:endParaRPr>
          </a:p>
          <a:p>
            <a:pPr>
              <a:defRPr/>
            </a:pPr>
            <a:r>
              <a:rPr lang="vi-VN" sz="900" b="1">
                <a:solidFill>
                  <a:srgbClr val="C00000"/>
                </a:solidFill>
                <a:latin typeface="Times New Roman" panose="02020603050405020304" pitchFamily="18" charset="0"/>
                <a:cs typeface="Times New Roman" panose="02020603050405020304" pitchFamily="18" charset="0"/>
              </a:rPr>
              <a:t>① Do hệ số nhiệt độ điện trở nhỏ so với nhiệt độ,</a:t>
            </a:r>
            <a:r>
              <a:rPr lang="en-US" altLang="ko-KR" sz="900" b="1">
                <a:solidFill>
                  <a:srgbClr val="C00000"/>
                </a:solidFill>
                <a:latin typeface="Times New Roman" pitchFamily="18" charset="0"/>
                <a:cs typeface="Times New Roman" pitchFamily="18" charset="0"/>
              </a:rPr>
              <a:t> nên việc đo </a:t>
            </a:r>
          </a:p>
          <a:p>
            <a:pPr>
              <a:defRPr/>
            </a:pPr>
            <a:r>
              <a:rPr lang="en-US" altLang="ko-KR" sz="900" b="1">
                <a:solidFill>
                  <a:srgbClr val="C00000"/>
                </a:solidFill>
                <a:latin typeface="Times New Roman" pitchFamily="18" charset="0"/>
                <a:cs typeface="Times New Roman" pitchFamily="18" charset="0"/>
              </a:rPr>
              <a:t>nhiệt độ nhỏ và chính xác tốt.</a:t>
            </a:r>
          </a:p>
          <a:p>
            <a:pPr>
              <a:defRPr/>
            </a:pPr>
            <a:r>
              <a:rPr lang="vi-VN" sz="900">
                <a:latin typeface="Times New Roman" panose="02020603050405020304" pitchFamily="18" charset="0"/>
                <a:cs typeface="Times New Roman" panose="02020603050405020304" pitchFamily="18" charset="0"/>
              </a:rPr>
              <a:t>② Cấu trúc đơn giản</a:t>
            </a:r>
            <a:r>
              <a:rPr lang="en-US" sz="900">
                <a:latin typeface="Times New Roman" panose="02020603050405020304" pitchFamily="18" charset="0"/>
                <a:cs typeface="Times New Roman" panose="02020603050405020304" pitchFamily="18" charset="0"/>
              </a:rPr>
              <a:t>, có thể</a:t>
            </a:r>
            <a:r>
              <a:rPr lang="vi-VN" sz="900">
                <a:latin typeface="Times New Roman" panose="02020603050405020304" pitchFamily="18" charset="0"/>
                <a:cs typeface="Times New Roman" panose="02020603050405020304" pitchFamily="18" charset="0"/>
              </a:rPr>
              <a:t> thu nhỏ</a:t>
            </a:r>
          </a:p>
          <a:p>
            <a:pPr>
              <a:defRPr/>
            </a:pPr>
            <a:r>
              <a:rPr lang="vi-VN" sz="900">
                <a:latin typeface="Times New Roman" panose="02020603050405020304" pitchFamily="18" charset="0"/>
                <a:cs typeface="Times New Roman" panose="02020603050405020304" pitchFamily="18" charset="0"/>
              </a:rPr>
              <a:t>③ Sản xuất </a:t>
            </a:r>
            <a:r>
              <a:rPr lang="en-US" sz="900">
                <a:latin typeface="Times New Roman" panose="02020603050405020304" pitchFamily="18" charset="0"/>
                <a:cs typeface="Times New Roman" panose="02020603050405020304" pitchFamily="18" charset="0"/>
              </a:rPr>
              <a:t>đại trà</a:t>
            </a:r>
            <a:r>
              <a:rPr lang="vi-VN" sz="900">
                <a:latin typeface="Times New Roman" panose="02020603050405020304" pitchFamily="18" charset="0"/>
                <a:cs typeface="Times New Roman" panose="02020603050405020304" pitchFamily="18" charset="0"/>
              </a:rPr>
              <a:t>, c</a:t>
            </a:r>
            <a:r>
              <a:rPr lang="en-US" sz="900">
                <a:latin typeface="Times New Roman" panose="02020603050405020304" pitchFamily="18" charset="0"/>
                <a:cs typeface="Times New Roman" panose="02020603050405020304" pitchFamily="18" charset="0"/>
              </a:rPr>
              <a:t>ó thể</a:t>
            </a:r>
            <a:r>
              <a:rPr lang="vi-VN" sz="900">
                <a:latin typeface="Times New Roman" panose="02020603050405020304" pitchFamily="18" charset="0"/>
                <a:cs typeface="Times New Roman" panose="02020603050405020304" pitchFamily="18" charset="0"/>
              </a:rPr>
              <a:t> cung cấp </a:t>
            </a:r>
            <a:r>
              <a:rPr lang="en-US" sz="900">
                <a:latin typeface="Times New Roman" panose="02020603050405020304" pitchFamily="18" charset="0"/>
                <a:cs typeface="Times New Roman" panose="02020603050405020304" pitchFamily="18" charset="0"/>
              </a:rPr>
              <a:t>số lượng lớn</a:t>
            </a:r>
            <a:r>
              <a:rPr lang="vi-VN" sz="900">
                <a:latin typeface="Times New Roman" panose="02020603050405020304" pitchFamily="18" charset="0"/>
                <a:cs typeface="Times New Roman" panose="02020603050405020304" pitchFamily="18" charset="0"/>
              </a:rPr>
              <a:t> với giá</a:t>
            </a:r>
            <a:r>
              <a:rPr lang="en-US" sz="900">
                <a:latin typeface="Times New Roman" panose="02020603050405020304" pitchFamily="18" charset="0"/>
                <a:cs typeface="Times New Roman" panose="02020603050405020304" pitchFamily="18" charset="0"/>
              </a:rPr>
              <a:t> thành  </a:t>
            </a:r>
            <a:r>
              <a:rPr lang="vi-VN" sz="900">
                <a:latin typeface="Times New Roman" panose="02020603050405020304" pitchFamily="18" charset="0"/>
                <a:cs typeface="Times New Roman" panose="02020603050405020304" pitchFamily="18" charset="0"/>
              </a:rPr>
              <a:t> ổn định</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④ </a:t>
            </a:r>
            <a:r>
              <a:rPr lang="en-US" altLang="ko-KR" sz="900">
                <a:latin typeface="Times New Roman" pitchFamily="18" charset="0"/>
                <a:cs typeface="Times New Roman" pitchFamily="18" charset="0"/>
              </a:rPr>
              <a:t>Độ bền cơ khí và tính gia công vượt trội.</a:t>
            </a: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vi-VN" sz="900">
                <a:latin typeface="Times New Roman" panose="02020603050405020304" pitchFamily="18" charset="0"/>
                <a:cs typeface="Times New Roman" panose="02020603050405020304" pitchFamily="18" charset="0"/>
              </a:rPr>
              <a:t>18. Hiệu điện thế qua điện trở trong đoạn mạch sau là bao nhiêu?</a:t>
            </a: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0V</a:t>
            </a:r>
          </a:p>
          <a:p>
            <a:pPr>
              <a:defRPr/>
            </a:pPr>
            <a:r>
              <a:rPr lang="en-US" sz="900">
                <a:latin typeface="Times New Roman" panose="02020603050405020304" pitchFamily="18" charset="0"/>
                <a:cs typeface="Times New Roman" panose="02020603050405020304" pitchFamily="18" charset="0"/>
              </a:rPr>
              <a:t>② 0,2V</a:t>
            </a:r>
          </a:p>
          <a:p>
            <a:pPr>
              <a:defRPr/>
            </a:pPr>
            <a:r>
              <a:rPr lang="en-US" sz="900">
                <a:latin typeface="Times New Roman" panose="02020603050405020304" pitchFamily="18" charset="0"/>
                <a:cs typeface="Times New Roman" panose="02020603050405020304" pitchFamily="18" charset="0"/>
              </a:rPr>
              <a:t>③ 0,7V</a:t>
            </a:r>
          </a:p>
          <a:p>
            <a:pPr>
              <a:defRPr/>
            </a:pPr>
            <a:r>
              <a:rPr lang="en-US" sz="900" b="1">
                <a:solidFill>
                  <a:srgbClr val="C00000"/>
                </a:solidFill>
                <a:latin typeface="Times New Roman" panose="02020603050405020304" pitchFamily="18" charset="0"/>
                <a:cs typeface="Times New Roman" panose="02020603050405020304" pitchFamily="18" charset="0"/>
              </a:rPr>
              <a:t>④ 4,8V</a:t>
            </a: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19. Hiệu điện thế qua điện trở trong đoạn mạch sau</a:t>
            </a:r>
            <a:r>
              <a:rPr lang="en-US" sz="90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là bao nhiêu?</a:t>
            </a: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0V</a:t>
            </a:r>
          </a:p>
          <a:p>
            <a:pPr>
              <a:defRPr/>
            </a:pPr>
            <a:r>
              <a:rPr lang="en-US" sz="900">
                <a:latin typeface="Times New Roman" panose="02020603050405020304" pitchFamily="18" charset="0"/>
                <a:cs typeface="Times New Roman" panose="02020603050405020304" pitchFamily="18" charset="0"/>
              </a:rPr>
              <a:t>② 2,9V</a:t>
            </a:r>
          </a:p>
          <a:p>
            <a:pPr>
              <a:defRPr/>
            </a:pPr>
            <a:r>
              <a:rPr lang="en-US" sz="900">
                <a:latin typeface="Times New Roman" panose="02020603050405020304" pitchFamily="18" charset="0"/>
                <a:cs typeface="Times New Roman" panose="02020603050405020304" pitchFamily="18" charset="0"/>
              </a:rPr>
              <a:t>③ 9.1V</a:t>
            </a:r>
          </a:p>
          <a:p>
            <a:pPr>
              <a:defRPr/>
            </a:pPr>
            <a:r>
              <a:rPr lang="en-US" sz="900" b="1">
                <a:solidFill>
                  <a:srgbClr val="C00000"/>
                </a:solidFill>
                <a:latin typeface="Times New Roman" panose="02020603050405020304" pitchFamily="18" charset="0"/>
                <a:cs typeface="Times New Roman" panose="02020603050405020304" pitchFamily="18" charset="0"/>
              </a:rPr>
              <a:t>④ 11,3V</a:t>
            </a: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20. Tần số của dạng sóng phía dưới là bao nhiêu?</a:t>
            </a:r>
          </a:p>
          <a:p>
            <a:pPr>
              <a:defRPr/>
            </a:pPr>
            <a:endParaRPr lang="en-US"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r>
              <a:rPr lang="ko-KR" altLang="ko-KR" sz="900">
                <a:latin typeface="Times New Roman" panose="02020603050405020304" pitchFamily="18" charset="0"/>
                <a:cs typeface="Times New Roman" panose="02020603050405020304" pitchFamily="18" charset="0"/>
              </a:rPr>
              <a:t>① 200 hz</a:t>
            </a:r>
          </a:p>
          <a:p>
            <a:pPr marL="457200" indent="-457200">
              <a:defRPr/>
            </a:pPr>
            <a:r>
              <a:rPr lang="ko-KR" altLang="ko-KR" sz="900">
                <a:latin typeface="Times New Roman" panose="02020603050405020304" pitchFamily="18" charset="0"/>
                <a:cs typeface="Times New Roman" panose="02020603050405020304" pitchFamily="18" charset="0"/>
              </a:rPr>
              <a:t>② 250 hz</a:t>
            </a:r>
          </a:p>
          <a:p>
            <a:pPr marL="457200" indent="-457200">
              <a:defRPr/>
            </a:pPr>
            <a:r>
              <a:rPr lang="ko-KR" altLang="ko-KR" sz="900" b="1">
                <a:solidFill>
                  <a:srgbClr val="C00000"/>
                </a:solidFill>
                <a:latin typeface="Times New Roman" panose="02020603050405020304" pitchFamily="18" charset="0"/>
                <a:cs typeface="Times New Roman" panose="02020603050405020304" pitchFamily="18" charset="0"/>
              </a:rPr>
              <a:t>③ 500 hz</a:t>
            </a:r>
          </a:p>
          <a:p>
            <a:pPr marL="457200" indent="-457200">
              <a:defRPr/>
            </a:pPr>
            <a:r>
              <a:rPr lang="ko-KR" altLang="ko-KR" sz="900">
                <a:latin typeface="Times New Roman" panose="02020603050405020304" pitchFamily="18" charset="0"/>
                <a:cs typeface="Times New Roman" panose="02020603050405020304" pitchFamily="18" charset="0"/>
              </a:rPr>
              <a:t>④ 1khz</a:t>
            </a:r>
          </a:p>
          <a:p>
            <a:pPr>
              <a:defRPr/>
            </a:pPr>
            <a:endParaRPr lang="en-US" sz="900">
              <a:latin typeface="Times New Roman" panose="02020603050405020304" pitchFamily="18" charset="0"/>
              <a:cs typeface="Times New Roman" panose="02020603050405020304" pitchFamily="18" charset="0"/>
            </a:endParaRPr>
          </a:p>
        </p:txBody>
      </p:sp>
      <p:sp>
        <p:nvSpPr>
          <p:cNvPr id="2"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ko-KR" sz="800">
              <a:latin typeface="돋움" pitchFamily="50" charset="-127"/>
              <a:ea typeface="돋움" pitchFamily="50" charset="-127"/>
            </a:endParaRPr>
          </a:p>
        </p:txBody>
      </p:sp>
      <p:grpSp>
        <p:nvGrpSpPr>
          <p:cNvPr id="3077" name="그룹 1"/>
          <p:cNvGrpSpPr>
            <a:grpSpLocks/>
          </p:cNvGrpSpPr>
          <p:nvPr/>
        </p:nvGrpSpPr>
        <p:grpSpPr bwMode="auto">
          <a:xfrm>
            <a:off x="1431925" y="2464778"/>
            <a:ext cx="1104900" cy="797176"/>
            <a:chOff x="1431826" y="2263304"/>
            <a:chExt cx="1105654" cy="864096"/>
          </a:xfrm>
        </p:grpSpPr>
        <p:sp>
          <p:nvSpPr>
            <p:cNvPr id="3209" name="Line 62"/>
            <p:cNvSpPr>
              <a:spLocks noChangeShapeType="1"/>
            </p:cNvSpPr>
            <p:nvPr/>
          </p:nvSpPr>
          <p:spPr bwMode="auto">
            <a:xfrm>
              <a:off x="1858680" y="2263304"/>
              <a:ext cx="0" cy="42004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10" name="Line 63"/>
            <p:cNvSpPr>
              <a:spLocks noChangeShapeType="1"/>
            </p:cNvSpPr>
            <p:nvPr/>
          </p:nvSpPr>
          <p:spPr bwMode="auto">
            <a:xfrm>
              <a:off x="1856617" y="2263304"/>
              <a:ext cx="59524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11" name="Line 64"/>
            <p:cNvSpPr>
              <a:spLocks noChangeShapeType="1"/>
            </p:cNvSpPr>
            <p:nvPr/>
          </p:nvSpPr>
          <p:spPr bwMode="auto">
            <a:xfrm>
              <a:off x="2458046" y="2263304"/>
              <a:ext cx="0" cy="12801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nvGrpSpPr>
            <p:cNvPr id="3212" name="Group 65"/>
            <p:cNvGrpSpPr>
              <a:grpSpLocks/>
            </p:cNvGrpSpPr>
            <p:nvPr/>
          </p:nvGrpSpPr>
          <p:grpSpPr bwMode="auto">
            <a:xfrm>
              <a:off x="2398213" y="2391318"/>
              <a:ext cx="119667" cy="160018"/>
              <a:chOff x="1488" y="1152"/>
              <a:chExt cx="192" cy="336"/>
            </a:xfrm>
          </p:grpSpPr>
          <p:sp>
            <p:nvSpPr>
              <p:cNvPr id="3225" name="Line 66"/>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26" name="Line 67"/>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27" name="Line 68"/>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28" name="Line 69"/>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29" name="Line 70"/>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30" name="Line 71"/>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31" name="Line 72"/>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sp>
          <p:nvSpPr>
            <p:cNvPr id="3213" name="Line 73"/>
            <p:cNvSpPr>
              <a:spLocks noChangeShapeType="1"/>
            </p:cNvSpPr>
            <p:nvPr/>
          </p:nvSpPr>
          <p:spPr bwMode="auto">
            <a:xfrm>
              <a:off x="2458046" y="2551336"/>
              <a:ext cx="0" cy="30003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14" name="AutoShape 74"/>
            <p:cNvSpPr>
              <a:spLocks noChangeArrowheads="1"/>
            </p:cNvSpPr>
            <p:nvPr/>
          </p:nvSpPr>
          <p:spPr bwMode="auto">
            <a:xfrm flipV="1">
              <a:off x="2378612" y="2843368"/>
              <a:ext cx="158868" cy="64007"/>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800">
                <a:latin typeface="돋움" pitchFamily="50" charset="-127"/>
                <a:ea typeface="돋움" pitchFamily="50" charset="-127"/>
              </a:endParaRPr>
            </a:p>
          </p:txBody>
        </p:sp>
        <p:sp>
          <p:nvSpPr>
            <p:cNvPr id="3215" name="Line 75"/>
            <p:cNvSpPr>
              <a:spLocks noChangeShapeType="1"/>
            </p:cNvSpPr>
            <p:nvPr/>
          </p:nvSpPr>
          <p:spPr bwMode="auto">
            <a:xfrm flipV="1">
              <a:off x="2378612" y="2907376"/>
              <a:ext cx="15886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16" name="Line 76"/>
            <p:cNvSpPr>
              <a:spLocks noChangeShapeType="1"/>
            </p:cNvSpPr>
            <p:nvPr/>
          </p:nvSpPr>
          <p:spPr bwMode="auto">
            <a:xfrm>
              <a:off x="1862807" y="3127400"/>
              <a:ext cx="59524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17" name="Line 77"/>
            <p:cNvSpPr>
              <a:spLocks noChangeShapeType="1"/>
            </p:cNvSpPr>
            <p:nvPr/>
          </p:nvSpPr>
          <p:spPr bwMode="auto">
            <a:xfrm>
              <a:off x="2458046" y="2903375"/>
              <a:ext cx="0" cy="22402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18" name="Text Box 78"/>
            <p:cNvSpPr txBox="1">
              <a:spLocks noChangeArrowheads="1"/>
            </p:cNvSpPr>
            <p:nvPr/>
          </p:nvSpPr>
          <p:spPr bwMode="auto">
            <a:xfrm>
              <a:off x="2152396" y="2351186"/>
              <a:ext cx="253769" cy="2335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Times New Roman" pitchFamily="18" charset="0"/>
                  <a:ea typeface="돋움" pitchFamily="50" charset="-127"/>
                </a:rPr>
                <a:t>R</a:t>
              </a:r>
            </a:p>
          </p:txBody>
        </p:sp>
        <p:sp>
          <p:nvSpPr>
            <p:cNvPr id="18" name="Text Box 79"/>
            <p:cNvSpPr txBox="1">
              <a:spLocks noChangeArrowheads="1"/>
            </p:cNvSpPr>
            <p:nvPr/>
          </p:nvSpPr>
          <p:spPr bwMode="auto">
            <a:xfrm>
              <a:off x="2079968" y="2717586"/>
              <a:ext cx="370867" cy="366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800" dirty="0">
                  <a:latin typeface="Times New Roman" pitchFamily="18" charset="0"/>
                </a:rPr>
                <a:t>  D</a:t>
              </a:r>
            </a:p>
            <a:p>
              <a:pPr>
                <a:defRPr/>
              </a:pPr>
              <a:r>
                <a:rPr lang="en-US" altLang="ko-KR" sz="800" dirty="0">
                  <a:latin typeface="Times New Roman" pitchFamily="18" charset="0"/>
                </a:rPr>
                <a:t>(</a:t>
              </a:r>
              <a:r>
                <a:rPr lang="en-US" altLang="ko-KR" sz="800" dirty="0" err="1">
                  <a:latin typeface="Times New Roman" pitchFamily="18" charset="0"/>
                </a:rPr>
                <a:t>Ge</a:t>
              </a:r>
              <a:r>
                <a:rPr lang="en-US" altLang="ko-KR" sz="800" dirty="0">
                  <a:latin typeface="Times New Roman" pitchFamily="18" charset="0"/>
                </a:rPr>
                <a:t>)</a:t>
              </a:r>
            </a:p>
          </p:txBody>
        </p:sp>
        <p:sp>
          <p:nvSpPr>
            <p:cNvPr id="3220" name="Line 80"/>
            <p:cNvSpPr>
              <a:spLocks noChangeShapeType="1"/>
            </p:cNvSpPr>
            <p:nvPr/>
          </p:nvSpPr>
          <p:spPr bwMode="auto">
            <a:xfrm flipV="1">
              <a:off x="1858680" y="2701352"/>
              <a:ext cx="0" cy="42604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nvGrpSpPr>
            <p:cNvPr id="3221" name="Group 81"/>
            <p:cNvGrpSpPr>
              <a:grpSpLocks/>
            </p:cNvGrpSpPr>
            <p:nvPr/>
          </p:nvGrpSpPr>
          <p:grpSpPr bwMode="auto">
            <a:xfrm rot="10800000" flipV="1">
              <a:off x="1782341" y="2677350"/>
              <a:ext cx="154742" cy="30003"/>
              <a:chOff x="636" y="3360"/>
              <a:chExt cx="150" cy="30"/>
            </a:xfrm>
          </p:grpSpPr>
          <p:sp>
            <p:nvSpPr>
              <p:cNvPr id="3223" name="Line 82"/>
              <p:cNvSpPr>
                <a:spLocks noChangeShapeType="1"/>
              </p:cNvSpPr>
              <p:nvPr/>
            </p:nvSpPr>
            <p:spPr bwMode="auto">
              <a:xfrm>
                <a:off x="636" y="3360"/>
                <a:ext cx="15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24" name="Line 83"/>
              <p:cNvSpPr>
                <a:spLocks noChangeShapeType="1"/>
              </p:cNvSpPr>
              <p:nvPr/>
            </p:nvSpPr>
            <p:spPr bwMode="auto">
              <a:xfrm>
                <a:off x="660" y="3390"/>
                <a:ext cx="96"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sp>
          <p:nvSpPr>
            <p:cNvPr id="21" name="Text Box 85"/>
            <p:cNvSpPr txBox="1">
              <a:spLocks noChangeArrowheads="1"/>
            </p:cNvSpPr>
            <p:nvPr/>
          </p:nvSpPr>
          <p:spPr bwMode="auto">
            <a:xfrm>
              <a:off x="1431826" y="2553980"/>
              <a:ext cx="377283" cy="2335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800" dirty="0">
                  <a:latin typeface="Times New Roman" pitchFamily="18" charset="0"/>
                </a:rPr>
                <a:t>5[V]</a:t>
              </a:r>
            </a:p>
          </p:txBody>
        </p:sp>
      </p:grpSp>
      <p:grpSp>
        <p:nvGrpSpPr>
          <p:cNvPr id="3078" name="그룹 2"/>
          <p:cNvGrpSpPr>
            <a:grpSpLocks/>
          </p:cNvGrpSpPr>
          <p:nvPr/>
        </p:nvGrpSpPr>
        <p:grpSpPr bwMode="auto">
          <a:xfrm>
            <a:off x="1404938" y="3916973"/>
            <a:ext cx="1193800" cy="807427"/>
            <a:chOff x="1405633" y="3862786"/>
            <a:chExt cx="1193183" cy="874190"/>
          </a:xfrm>
        </p:grpSpPr>
        <p:sp>
          <p:nvSpPr>
            <p:cNvPr id="3185" name="Line 75"/>
            <p:cNvSpPr>
              <a:spLocks noChangeShapeType="1"/>
            </p:cNvSpPr>
            <p:nvPr/>
          </p:nvSpPr>
          <p:spPr bwMode="auto">
            <a:xfrm>
              <a:off x="1854814" y="3862786"/>
              <a:ext cx="0" cy="42495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86" name="Line 76"/>
            <p:cNvSpPr>
              <a:spLocks noChangeShapeType="1"/>
            </p:cNvSpPr>
            <p:nvPr/>
          </p:nvSpPr>
          <p:spPr bwMode="auto">
            <a:xfrm>
              <a:off x="1848402" y="3862786"/>
              <a:ext cx="6165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87" name="Line 77"/>
            <p:cNvSpPr>
              <a:spLocks noChangeShapeType="1"/>
            </p:cNvSpPr>
            <p:nvPr/>
          </p:nvSpPr>
          <p:spPr bwMode="auto">
            <a:xfrm>
              <a:off x="2471388" y="3862786"/>
              <a:ext cx="0" cy="12951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nvGrpSpPr>
            <p:cNvPr id="3188" name="Group 78"/>
            <p:cNvGrpSpPr>
              <a:grpSpLocks/>
            </p:cNvGrpSpPr>
            <p:nvPr/>
          </p:nvGrpSpPr>
          <p:grpSpPr bwMode="auto">
            <a:xfrm>
              <a:off x="2409410" y="3992296"/>
              <a:ext cx="123956" cy="161887"/>
              <a:chOff x="1488" y="1152"/>
              <a:chExt cx="192" cy="336"/>
            </a:xfrm>
          </p:grpSpPr>
          <p:sp>
            <p:nvSpPr>
              <p:cNvPr id="3202" name="Line 79"/>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03" name="Line 80"/>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04" name="Line 81"/>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05" name="Line 82"/>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06" name="Line 83"/>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07" name="Line 84"/>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208" name="Line 85"/>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sp>
          <p:nvSpPr>
            <p:cNvPr id="3189" name="Line 86"/>
            <p:cNvSpPr>
              <a:spLocks noChangeShapeType="1"/>
            </p:cNvSpPr>
            <p:nvPr/>
          </p:nvSpPr>
          <p:spPr bwMode="auto">
            <a:xfrm>
              <a:off x="2471388" y="4154183"/>
              <a:ext cx="0" cy="27925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0" name="AutoShape 87"/>
            <p:cNvSpPr>
              <a:spLocks noChangeArrowheads="1"/>
            </p:cNvSpPr>
            <p:nvPr/>
          </p:nvSpPr>
          <p:spPr bwMode="auto">
            <a:xfrm rot="10800000">
              <a:off x="2389107" y="4433438"/>
              <a:ext cx="164563" cy="80944"/>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800">
                <a:latin typeface="돋움" pitchFamily="50" charset="-127"/>
                <a:ea typeface="돋움" pitchFamily="50" charset="-127"/>
              </a:endParaRPr>
            </a:p>
          </p:txBody>
        </p:sp>
        <p:sp>
          <p:nvSpPr>
            <p:cNvPr id="3191" name="Line 88"/>
            <p:cNvSpPr>
              <a:spLocks noChangeShapeType="1"/>
            </p:cNvSpPr>
            <p:nvPr/>
          </p:nvSpPr>
          <p:spPr bwMode="auto">
            <a:xfrm rot="10800000">
              <a:off x="2389107" y="4514381"/>
              <a:ext cx="164563"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2" name="Line 89"/>
            <p:cNvSpPr>
              <a:spLocks noChangeShapeType="1"/>
            </p:cNvSpPr>
            <p:nvPr/>
          </p:nvSpPr>
          <p:spPr bwMode="auto">
            <a:xfrm>
              <a:off x="1854814" y="4736976"/>
              <a:ext cx="6165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3" name="Line 90"/>
            <p:cNvSpPr>
              <a:spLocks noChangeShapeType="1"/>
            </p:cNvSpPr>
            <p:nvPr/>
          </p:nvSpPr>
          <p:spPr bwMode="auto">
            <a:xfrm>
              <a:off x="2471388" y="4510334"/>
              <a:ext cx="0" cy="226642"/>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4" name="Text Box 91"/>
            <p:cNvSpPr txBox="1">
              <a:spLocks noChangeArrowheads="1"/>
            </p:cNvSpPr>
            <p:nvPr/>
          </p:nvSpPr>
          <p:spPr bwMode="auto">
            <a:xfrm>
              <a:off x="2120373" y="3924595"/>
              <a:ext cx="253465" cy="23325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Times New Roman" pitchFamily="18" charset="0"/>
                  <a:ea typeface="돋움" pitchFamily="50" charset="-127"/>
                </a:rPr>
                <a:t>R</a:t>
              </a:r>
            </a:p>
          </p:txBody>
        </p:sp>
        <p:sp>
          <p:nvSpPr>
            <p:cNvPr id="3195" name="Line 92"/>
            <p:cNvSpPr>
              <a:spLocks noChangeShapeType="1"/>
            </p:cNvSpPr>
            <p:nvPr/>
          </p:nvSpPr>
          <p:spPr bwMode="auto">
            <a:xfrm flipV="1">
              <a:off x="1854814" y="4318093"/>
              <a:ext cx="0" cy="41888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6" name="Line 93"/>
            <p:cNvSpPr>
              <a:spLocks noChangeShapeType="1"/>
            </p:cNvSpPr>
            <p:nvPr/>
          </p:nvSpPr>
          <p:spPr bwMode="auto">
            <a:xfrm>
              <a:off x="1775738" y="4283692"/>
              <a:ext cx="1602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7" name="Line 94"/>
            <p:cNvSpPr>
              <a:spLocks noChangeShapeType="1"/>
            </p:cNvSpPr>
            <p:nvPr/>
          </p:nvSpPr>
          <p:spPr bwMode="auto">
            <a:xfrm>
              <a:off x="1801384" y="4314046"/>
              <a:ext cx="102584"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8" name="Line 98"/>
            <p:cNvSpPr>
              <a:spLocks noChangeShapeType="1"/>
            </p:cNvSpPr>
            <p:nvPr/>
          </p:nvSpPr>
          <p:spPr bwMode="auto">
            <a:xfrm rot="10800000" flipH="1" flipV="1">
              <a:off x="2341172" y="4467992"/>
              <a:ext cx="51292" cy="4856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sp>
          <p:nvSpPr>
            <p:cNvPr id="3199" name="Text Box 99"/>
            <p:cNvSpPr txBox="1">
              <a:spLocks noChangeArrowheads="1"/>
            </p:cNvSpPr>
            <p:nvPr/>
          </p:nvSpPr>
          <p:spPr bwMode="auto">
            <a:xfrm>
              <a:off x="2008690" y="4324164"/>
              <a:ext cx="453735" cy="36654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Times New Roman" pitchFamily="18" charset="0"/>
                  <a:ea typeface="돋움" pitchFamily="50" charset="-127"/>
                </a:rPr>
                <a:t>  ZD</a:t>
              </a:r>
            </a:p>
            <a:p>
              <a:pPr eaLnBrk="1" hangingPunct="1">
                <a:spcBef>
                  <a:spcPct val="0"/>
                </a:spcBef>
                <a:buFontTx/>
                <a:buNone/>
              </a:pPr>
              <a:r>
                <a:rPr lang="en-US" altLang="ko-KR" sz="800">
                  <a:latin typeface="Times New Roman" pitchFamily="18" charset="0"/>
                  <a:ea typeface="돋움" pitchFamily="50" charset="-127"/>
                </a:rPr>
                <a:t>(9.1V)</a:t>
              </a:r>
            </a:p>
          </p:txBody>
        </p:sp>
        <p:sp>
          <p:nvSpPr>
            <p:cNvPr id="3200" name="Text Box 100"/>
            <p:cNvSpPr txBox="1">
              <a:spLocks noChangeArrowheads="1"/>
            </p:cNvSpPr>
            <p:nvPr/>
          </p:nvSpPr>
          <p:spPr bwMode="auto">
            <a:xfrm>
              <a:off x="1405633" y="4171317"/>
              <a:ext cx="428101" cy="23325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Times New Roman" pitchFamily="18" charset="0"/>
                  <a:ea typeface="돋움" pitchFamily="50" charset="-127"/>
                </a:rPr>
                <a:t>12[V]</a:t>
              </a:r>
            </a:p>
          </p:txBody>
        </p:sp>
        <p:sp>
          <p:nvSpPr>
            <p:cNvPr id="3201" name="Line 98"/>
            <p:cNvSpPr>
              <a:spLocks noChangeShapeType="1"/>
            </p:cNvSpPr>
            <p:nvPr/>
          </p:nvSpPr>
          <p:spPr bwMode="auto">
            <a:xfrm rot="10800000" flipH="1" flipV="1">
              <a:off x="2547524" y="4514368"/>
              <a:ext cx="51292" cy="4566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sz="800"/>
            </a:p>
          </p:txBody>
        </p:sp>
      </p:grpSp>
      <p:grpSp>
        <p:nvGrpSpPr>
          <p:cNvPr id="3079" name="그룹 185"/>
          <p:cNvGrpSpPr>
            <a:grpSpLocks/>
          </p:cNvGrpSpPr>
          <p:nvPr/>
        </p:nvGrpSpPr>
        <p:grpSpPr bwMode="auto">
          <a:xfrm>
            <a:off x="494801" y="5371635"/>
            <a:ext cx="2565899" cy="1562565"/>
            <a:chOff x="495247" y="4615820"/>
            <a:chExt cx="2565940" cy="1692581"/>
          </a:xfrm>
        </p:grpSpPr>
        <p:grpSp>
          <p:nvGrpSpPr>
            <p:cNvPr id="3081" name="Group 45"/>
            <p:cNvGrpSpPr>
              <a:grpSpLocks/>
            </p:cNvGrpSpPr>
            <p:nvPr/>
          </p:nvGrpSpPr>
          <p:grpSpPr bwMode="auto">
            <a:xfrm>
              <a:off x="694412" y="4615820"/>
              <a:ext cx="2366775" cy="1489977"/>
              <a:chOff x="815" y="998"/>
              <a:chExt cx="2305" cy="1760"/>
            </a:xfrm>
          </p:grpSpPr>
          <p:sp>
            <p:nvSpPr>
              <p:cNvPr id="3084" name="Rectangle 46"/>
              <p:cNvSpPr>
                <a:spLocks noChangeArrowheads="1"/>
              </p:cNvSpPr>
              <p:nvPr/>
            </p:nvSpPr>
            <p:spPr bwMode="auto">
              <a:xfrm>
                <a:off x="2890"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85" name="Rectangle 47"/>
              <p:cNvSpPr>
                <a:spLocks noChangeArrowheads="1"/>
              </p:cNvSpPr>
              <p:nvPr/>
            </p:nvSpPr>
            <p:spPr bwMode="auto">
              <a:xfrm>
                <a:off x="2659"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86" name="Rectangle 48"/>
              <p:cNvSpPr>
                <a:spLocks noChangeArrowheads="1"/>
              </p:cNvSpPr>
              <p:nvPr/>
            </p:nvSpPr>
            <p:spPr bwMode="auto">
              <a:xfrm>
                <a:off x="2429"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87" name="Rectangle 49"/>
              <p:cNvSpPr>
                <a:spLocks noChangeArrowheads="1"/>
              </p:cNvSpPr>
              <p:nvPr/>
            </p:nvSpPr>
            <p:spPr bwMode="auto">
              <a:xfrm>
                <a:off x="2198"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88" name="Rectangle 50"/>
              <p:cNvSpPr>
                <a:spLocks noChangeArrowheads="1"/>
              </p:cNvSpPr>
              <p:nvPr/>
            </p:nvSpPr>
            <p:spPr bwMode="auto">
              <a:xfrm>
                <a:off x="1968"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89" name="Rectangle 51"/>
              <p:cNvSpPr>
                <a:spLocks noChangeArrowheads="1"/>
              </p:cNvSpPr>
              <p:nvPr/>
            </p:nvSpPr>
            <p:spPr bwMode="auto">
              <a:xfrm>
                <a:off x="1738"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0" name="Rectangle 52"/>
              <p:cNvSpPr>
                <a:spLocks noChangeArrowheads="1"/>
              </p:cNvSpPr>
              <p:nvPr/>
            </p:nvSpPr>
            <p:spPr bwMode="auto">
              <a:xfrm>
                <a:off x="1507"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1" name="Rectangle 53"/>
              <p:cNvSpPr>
                <a:spLocks noChangeArrowheads="1"/>
              </p:cNvSpPr>
              <p:nvPr/>
            </p:nvSpPr>
            <p:spPr bwMode="auto">
              <a:xfrm>
                <a:off x="1277"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2" name="Rectangle 54"/>
              <p:cNvSpPr>
                <a:spLocks noChangeArrowheads="1"/>
              </p:cNvSpPr>
              <p:nvPr/>
            </p:nvSpPr>
            <p:spPr bwMode="auto">
              <a:xfrm>
                <a:off x="1046"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3" name="Rectangle 55"/>
              <p:cNvSpPr>
                <a:spLocks noChangeArrowheads="1"/>
              </p:cNvSpPr>
              <p:nvPr/>
            </p:nvSpPr>
            <p:spPr bwMode="auto">
              <a:xfrm>
                <a:off x="816"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4" name="Rectangle 56"/>
              <p:cNvSpPr>
                <a:spLocks noChangeArrowheads="1"/>
              </p:cNvSpPr>
              <p:nvPr/>
            </p:nvSpPr>
            <p:spPr bwMode="auto">
              <a:xfrm>
                <a:off x="2890"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5" name="Rectangle 57"/>
              <p:cNvSpPr>
                <a:spLocks noChangeArrowheads="1"/>
              </p:cNvSpPr>
              <p:nvPr/>
            </p:nvSpPr>
            <p:spPr bwMode="auto">
              <a:xfrm>
                <a:off x="2659"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6" name="Rectangle 58"/>
              <p:cNvSpPr>
                <a:spLocks noChangeArrowheads="1"/>
              </p:cNvSpPr>
              <p:nvPr/>
            </p:nvSpPr>
            <p:spPr bwMode="auto">
              <a:xfrm>
                <a:off x="2429"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7" name="Rectangle 59"/>
              <p:cNvSpPr>
                <a:spLocks noChangeArrowheads="1"/>
              </p:cNvSpPr>
              <p:nvPr/>
            </p:nvSpPr>
            <p:spPr bwMode="auto">
              <a:xfrm>
                <a:off x="2198"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8" name="Rectangle 60"/>
              <p:cNvSpPr>
                <a:spLocks noChangeArrowheads="1"/>
              </p:cNvSpPr>
              <p:nvPr/>
            </p:nvSpPr>
            <p:spPr bwMode="auto">
              <a:xfrm>
                <a:off x="1968"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099" name="Rectangle 61"/>
              <p:cNvSpPr>
                <a:spLocks noChangeArrowheads="1"/>
              </p:cNvSpPr>
              <p:nvPr/>
            </p:nvSpPr>
            <p:spPr bwMode="auto">
              <a:xfrm>
                <a:off x="1738"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0" name="Rectangle 62"/>
              <p:cNvSpPr>
                <a:spLocks noChangeArrowheads="1"/>
              </p:cNvSpPr>
              <p:nvPr/>
            </p:nvSpPr>
            <p:spPr bwMode="auto">
              <a:xfrm>
                <a:off x="1507"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1" name="Rectangle 63"/>
              <p:cNvSpPr>
                <a:spLocks noChangeArrowheads="1"/>
              </p:cNvSpPr>
              <p:nvPr/>
            </p:nvSpPr>
            <p:spPr bwMode="auto">
              <a:xfrm>
                <a:off x="1277"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2" name="Rectangle 64"/>
              <p:cNvSpPr>
                <a:spLocks noChangeArrowheads="1"/>
              </p:cNvSpPr>
              <p:nvPr/>
            </p:nvSpPr>
            <p:spPr bwMode="auto">
              <a:xfrm>
                <a:off x="1046"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3" name="Rectangle 65"/>
              <p:cNvSpPr>
                <a:spLocks noChangeArrowheads="1"/>
              </p:cNvSpPr>
              <p:nvPr/>
            </p:nvSpPr>
            <p:spPr bwMode="auto">
              <a:xfrm>
                <a:off x="816"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4" name="Rectangle 66"/>
              <p:cNvSpPr>
                <a:spLocks noChangeArrowheads="1"/>
              </p:cNvSpPr>
              <p:nvPr/>
            </p:nvSpPr>
            <p:spPr bwMode="auto">
              <a:xfrm>
                <a:off x="2890"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5" name="Rectangle 67"/>
              <p:cNvSpPr>
                <a:spLocks noChangeArrowheads="1"/>
              </p:cNvSpPr>
              <p:nvPr/>
            </p:nvSpPr>
            <p:spPr bwMode="auto">
              <a:xfrm>
                <a:off x="2659"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6" name="Rectangle 68"/>
              <p:cNvSpPr>
                <a:spLocks noChangeArrowheads="1"/>
              </p:cNvSpPr>
              <p:nvPr/>
            </p:nvSpPr>
            <p:spPr bwMode="auto">
              <a:xfrm>
                <a:off x="2429"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7" name="Rectangle 69"/>
              <p:cNvSpPr>
                <a:spLocks noChangeArrowheads="1"/>
              </p:cNvSpPr>
              <p:nvPr/>
            </p:nvSpPr>
            <p:spPr bwMode="auto">
              <a:xfrm>
                <a:off x="2198"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8" name="Rectangle 70"/>
              <p:cNvSpPr>
                <a:spLocks noChangeArrowheads="1"/>
              </p:cNvSpPr>
              <p:nvPr/>
            </p:nvSpPr>
            <p:spPr bwMode="auto">
              <a:xfrm>
                <a:off x="1968"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09" name="Rectangle 71"/>
              <p:cNvSpPr>
                <a:spLocks noChangeArrowheads="1"/>
              </p:cNvSpPr>
              <p:nvPr/>
            </p:nvSpPr>
            <p:spPr bwMode="auto">
              <a:xfrm>
                <a:off x="1738"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0" name="Rectangle 72"/>
              <p:cNvSpPr>
                <a:spLocks noChangeArrowheads="1"/>
              </p:cNvSpPr>
              <p:nvPr/>
            </p:nvSpPr>
            <p:spPr bwMode="auto">
              <a:xfrm>
                <a:off x="1507"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1" name="Rectangle 73"/>
              <p:cNvSpPr>
                <a:spLocks noChangeArrowheads="1"/>
              </p:cNvSpPr>
              <p:nvPr/>
            </p:nvSpPr>
            <p:spPr bwMode="auto">
              <a:xfrm>
                <a:off x="1277"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2" name="Rectangle 74"/>
              <p:cNvSpPr>
                <a:spLocks noChangeArrowheads="1"/>
              </p:cNvSpPr>
              <p:nvPr/>
            </p:nvSpPr>
            <p:spPr bwMode="auto">
              <a:xfrm>
                <a:off x="1046"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3" name="Rectangle 75"/>
              <p:cNvSpPr>
                <a:spLocks noChangeArrowheads="1"/>
              </p:cNvSpPr>
              <p:nvPr/>
            </p:nvSpPr>
            <p:spPr bwMode="auto">
              <a:xfrm>
                <a:off x="816"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4" name="Rectangle 76"/>
              <p:cNvSpPr>
                <a:spLocks noChangeArrowheads="1"/>
              </p:cNvSpPr>
              <p:nvPr/>
            </p:nvSpPr>
            <p:spPr bwMode="auto">
              <a:xfrm>
                <a:off x="2890"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5" name="Rectangle 77"/>
              <p:cNvSpPr>
                <a:spLocks noChangeArrowheads="1"/>
              </p:cNvSpPr>
              <p:nvPr/>
            </p:nvSpPr>
            <p:spPr bwMode="auto">
              <a:xfrm>
                <a:off x="2659"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6" name="Rectangle 78"/>
              <p:cNvSpPr>
                <a:spLocks noChangeArrowheads="1"/>
              </p:cNvSpPr>
              <p:nvPr/>
            </p:nvSpPr>
            <p:spPr bwMode="auto">
              <a:xfrm>
                <a:off x="2429"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7" name="Rectangle 79"/>
              <p:cNvSpPr>
                <a:spLocks noChangeArrowheads="1"/>
              </p:cNvSpPr>
              <p:nvPr/>
            </p:nvSpPr>
            <p:spPr bwMode="auto">
              <a:xfrm>
                <a:off x="2198"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8" name="Rectangle 80"/>
              <p:cNvSpPr>
                <a:spLocks noChangeArrowheads="1"/>
              </p:cNvSpPr>
              <p:nvPr/>
            </p:nvSpPr>
            <p:spPr bwMode="auto">
              <a:xfrm>
                <a:off x="1968"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19" name="Rectangle 81"/>
              <p:cNvSpPr>
                <a:spLocks noChangeArrowheads="1"/>
              </p:cNvSpPr>
              <p:nvPr/>
            </p:nvSpPr>
            <p:spPr bwMode="auto">
              <a:xfrm>
                <a:off x="1738"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0" name="Rectangle 82"/>
              <p:cNvSpPr>
                <a:spLocks noChangeArrowheads="1"/>
              </p:cNvSpPr>
              <p:nvPr/>
            </p:nvSpPr>
            <p:spPr bwMode="auto">
              <a:xfrm>
                <a:off x="1507"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1" name="Rectangle 83"/>
              <p:cNvSpPr>
                <a:spLocks noChangeArrowheads="1"/>
              </p:cNvSpPr>
              <p:nvPr/>
            </p:nvSpPr>
            <p:spPr bwMode="auto">
              <a:xfrm>
                <a:off x="1277"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2" name="Rectangle 84"/>
              <p:cNvSpPr>
                <a:spLocks noChangeArrowheads="1"/>
              </p:cNvSpPr>
              <p:nvPr/>
            </p:nvSpPr>
            <p:spPr bwMode="auto">
              <a:xfrm>
                <a:off x="1046"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3" name="Rectangle 85"/>
              <p:cNvSpPr>
                <a:spLocks noChangeArrowheads="1"/>
              </p:cNvSpPr>
              <p:nvPr/>
            </p:nvSpPr>
            <p:spPr bwMode="auto">
              <a:xfrm>
                <a:off x="816"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4" name="Rectangle 86"/>
              <p:cNvSpPr>
                <a:spLocks noChangeArrowheads="1"/>
              </p:cNvSpPr>
              <p:nvPr/>
            </p:nvSpPr>
            <p:spPr bwMode="auto">
              <a:xfrm>
                <a:off x="2890"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5" name="Rectangle 87"/>
              <p:cNvSpPr>
                <a:spLocks noChangeArrowheads="1"/>
              </p:cNvSpPr>
              <p:nvPr/>
            </p:nvSpPr>
            <p:spPr bwMode="auto">
              <a:xfrm>
                <a:off x="2659"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6" name="Rectangle 88"/>
              <p:cNvSpPr>
                <a:spLocks noChangeArrowheads="1"/>
              </p:cNvSpPr>
              <p:nvPr/>
            </p:nvSpPr>
            <p:spPr bwMode="auto">
              <a:xfrm>
                <a:off x="2429"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7" name="Rectangle 89"/>
              <p:cNvSpPr>
                <a:spLocks noChangeArrowheads="1"/>
              </p:cNvSpPr>
              <p:nvPr/>
            </p:nvSpPr>
            <p:spPr bwMode="auto">
              <a:xfrm>
                <a:off x="2198"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8" name="Rectangle 90"/>
              <p:cNvSpPr>
                <a:spLocks noChangeArrowheads="1"/>
              </p:cNvSpPr>
              <p:nvPr/>
            </p:nvSpPr>
            <p:spPr bwMode="auto">
              <a:xfrm>
                <a:off x="1968"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29" name="Rectangle 91"/>
              <p:cNvSpPr>
                <a:spLocks noChangeArrowheads="1"/>
              </p:cNvSpPr>
              <p:nvPr/>
            </p:nvSpPr>
            <p:spPr bwMode="auto">
              <a:xfrm>
                <a:off x="1738"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0" name="Rectangle 92"/>
              <p:cNvSpPr>
                <a:spLocks noChangeArrowheads="1"/>
              </p:cNvSpPr>
              <p:nvPr/>
            </p:nvSpPr>
            <p:spPr bwMode="auto">
              <a:xfrm>
                <a:off x="1507"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1" name="Rectangle 93"/>
              <p:cNvSpPr>
                <a:spLocks noChangeArrowheads="1"/>
              </p:cNvSpPr>
              <p:nvPr/>
            </p:nvSpPr>
            <p:spPr bwMode="auto">
              <a:xfrm>
                <a:off x="1277"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2" name="Rectangle 94"/>
              <p:cNvSpPr>
                <a:spLocks noChangeArrowheads="1"/>
              </p:cNvSpPr>
              <p:nvPr/>
            </p:nvSpPr>
            <p:spPr bwMode="auto">
              <a:xfrm>
                <a:off x="1046"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3" name="Rectangle 95"/>
              <p:cNvSpPr>
                <a:spLocks noChangeArrowheads="1"/>
              </p:cNvSpPr>
              <p:nvPr/>
            </p:nvSpPr>
            <p:spPr bwMode="auto">
              <a:xfrm>
                <a:off x="816"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4" name="Rectangle 96"/>
              <p:cNvSpPr>
                <a:spLocks noChangeArrowheads="1"/>
              </p:cNvSpPr>
              <p:nvPr/>
            </p:nvSpPr>
            <p:spPr bwMode="auto">
              <a:xfrm>
                <a:off x="2890"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5" name="Rectangle 97"/>
              <p:cNvSpPr>
                <a:spLocks noChangeArrowheads="1"/>
              </p:cNvSpPr>
              <p:nvPr/>
            </p:nvSpPr>
            <p:spPr bwMode="auto">
              <a:xfrm>
                <a:off x="2659"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6" name="Rectangle 98"/>
              <p:cNvSpPr>
                <a:spLocks noChangeArrowheads="1"/>
              </p:cNvSpPr>
              <p:nvPr/>
            </p:nvSpPr>
            <p:spPr bwMode="auto">
              <a:xfrm>
                <a:off x="2429"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7" name="Rectangle 99"/>
              <p:cNvSpPr>
                <a:spLocks noChangeArrowheads="1"/>
              </p:cNvSpPr>
              <p:nvPr/>
            </p:nvSpPr>
            <p:spPr bwMode="auto">
              <a:xfrm>
                <a:off x="2198"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8" name="Rectangle 100"/>
              <p:cNvSpPr>
                <a:spLocks noChangeArrowheads="1"/>
              </p:cNvSpPr>
              <p:nvPr/>
            </p:nvSpPr>
            <p:spPr bwMode="auto">
              <a:xfrm>
                <a:off x="1968"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39" name="Rectangle 101"/>
              <p:cNvSpPr>
                <a:spLocks noChangeArrowheads="1"/>
              </p:cNvSpPr>
              <p:nvPr/>
            </p:nvSpPr>
            <p:spPr bwMode="auto">
              <a:xfrm>
                <a:off x="1738"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0" name="Rectangle 102"/>
              <p:cNvSpPr>
                <a:spLocks noChangeArrowheads="1"/>
              </p:cNvSpPr>
              <p:nvPr/>
            </p:nvSpPr>
            <p:spPr bwMode="auto">
              <a:xfrm>
                <a:off x="1507"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1" name="Rectangle 103"/>
              <p:cNvSpPr>
                <a:spLocks noChangeArrowheads="1"/>
              </p:cNvSpPr>
              <p:nvPr/>
            </p:nvSpPr>
            <p:spPr bwMode="auto">
              <a:xfrm>
                <a:off x="1277"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2" name="Rectangle 104"/>
              <p:cNvSpPr>
                <a:spLocks noChangeArrowheads="1"/>
              </p:cNvSpPr>
              <p:nvPr/>
            </p:nvSpPr>
            <p:spPr bwMode="auto">
              <a:xfrm>
                <a:off x="1046"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3" name="Rectangle 105"/>
              <p:cNvSpPr>
                <a:spLocks noChangeArrowheads="1"/>
              </p:cNvSpPr>
              <p:nvPr/>
            </p:nvSpPr>
            <p:spPr bwMode="auto">
              <a:xfrm>
                <a:off x="816"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4" name="Rectangle 106"/>
              <p:cNvSpPr>
                <a:spLocks noChangeArrowheads="1"/>
              </p:cNvSpPr>
              <p:nvPr/>
            </p:nvSpPr>
            <p:spPr bwMode="auto">
              <a:xfrm>
                <a:off x="2890"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5" name="Rectangle 107"/>
              <p:cNvSpPr>
                <a:spLocks noChangeArrowheads="1"/>
              </p:cNvSpPr>
              <p:nvPr/>
            </p:nvSpPr>
            <p:spPr bwMode="auto">
              <a:xfrm>
                <a:off x="2659"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6" name="Rectangle 108"/>
              <p:cNvSpPr>
                <a:spLocks noChangeArrowheads="1"/>
              </p:cNvSpPr>
              <p:nvPr/>
            </p:nvSpPr>
            <p:spPr bwMode="auto">
              <a:xfrm>
                <a:off x="2429"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7" name="Rectangle 109"/>
              <p:cNvSpPr>
                <a:spLocks noChangeArrowheads="1"/>
              </p:cNvSpPr>
              <p:nvPr/>
            </p:nvSpPr>
            <p:spPr bwMode="auto">
              <a:xfrm>
                <a:off x="2198"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8" name="Rectangle 110"/>
              <p:cNvSpPr>
                <a:spLocks noChangeArrowheads="1"/>
              </p:cNvSpPr>
              <p:nvPr/>
            </p:nvSpPr>
            <p:spPr bwMode="auto">
              <a:xfrm>
                <a:off x="1968"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49" name="Rectangle 111"/>
              <p:cNvSpPr>
                <a:spLocks noChangeArrowheads="1"/>
              </p:cNvSpPr>
              <p:nvPr/>
            </p:nvSpPr>
            <p:spPr bwMode="auto">
              <a:xfrm>
                <a:off x="1738"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0" name="Rectangle 112"/>
              <p:cNvSpPr>
                <a:spLocks noChangeArrowheads="1"/>
              </p:cNvSpPr>
              <p:nvPr/>
            </p:nvSpPr>
            <p:spPr bwMode="auto">
              <a:xfrm>
                <a:off x="1507"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1" name="Rectangle 113"/>
              <p:cNvSpPr>
                <a:spLocks noChangeArrowheads="1"/>
              </p:cNvSpPr>
              <p:nvPr/>
            </p:nvSpPr>
            <p:spPr bwMode="auto">
              <a:xfrm>
                <a:off x="1277"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2" name="Rectangle 114"/>
              <p:cNvSpPr>
                <a:spLocks noChangeArrowheads="1"/>
              </p:cNvSpPr>
              <p:nvPr/>
            </p:nvSpPr>
            <p:spPr bwMode="auto">
              <a:xfrm>
                <a:off x="1046"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3" name="Rectangle 115"/>
              <p:cNvSpPr>
                <a:spLocks noChangeArrowheads="1"/>
              </p:cNvSpPr>
              <p:nvPr/>
            </p:nvSpPr>
            <p:spPr bwMode="auto">
              <a:xfrm>
                <a:off x="816"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4" name="Rectangle 116"/>
              <p:cNvSpPr>
                <a:spLocks noChangeArrowheads="1"/>
              </p:cNvSpPr>
              <p:nvPr/>
            </p:nvSpPr>
            <p:spPr bwMode="auto">
              <a:xfrm>
                <a:off x="2890"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5" name="Rectangle 117"/>
              <p:cNvSpPr>
                <a:spLocks noChangeArrowheads="1"/>
              </p:cNvSpPr>
              <p:nvPr/>
            </p:nvSpPr>
            <p:spPr bwMode="auto">
              <a:xfrm>
                <a:off x="2659"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6" name="Rectangle 118"/>
              <p:cNvSpPr>
                <a:spLocks noChangeArrowheads="1"/>
              </p:cNvSpPr>
              <p:nvPr/>
            </p:nvSpPr>
            <p:spPr bwMode="auto">
              <a:xfrm>
                <a:off x="2429"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7" name="Rectangle 119"/>
              <p:cNvSpPr>
                <a:spLocks noChangeArrowheads="1"/>
              </p:cNvSpPr>
              <p:nvPr/>
            </p:nvSpPr>
            <p:spPr bwMode="auto">
              <a:xfrm>
                <a:off x="2198"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8" name="Rectangle 120"/>
              <p:cNvSpPr>
                <a:spLocks noChangeArrowheads="1"/>
              </p:cNvSpPr>
              <p:nvPr/>
            </p:nvSpPr>
            <p:spPr bwMode="auto">
              <a:xfrm>
                <a:off x="1968"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59" name="Rectangle 121"/>
              <p:cNvSpPr>
                <a:spLocks noChangeArrowheads="1"/>
              </p:cNvSpPr>
              <p:nvPr/>
            </p:nvSpPr>
            <p:spPr bwMode="auto">
              <a:xfrm>
                <a:off x="1738"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60" name="Rectangle 122"/>
              <p:cNvSpPr>
                <a:spLocks noChangeArrowheads="1"/>
              </p:cNvSpPr>
              <p:nvPr/>
            </p:nvSpPr>
            <p:spPr bwMode="auto">
              <a:xfrm>
                <a:off x="1507"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61" name="Rectangle 123"/>
              <p:cNvSpPr>
                <a:spLocks noChangeArrowheads="1"/>
              </p:cNvSpPr>
              <p:nvPr/>
            </p:nvSpPr>
            <p:spPr bwMode="auto">
              <a:xfrm>
                <a:off x="1277"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62" name="Rectangle 124"/>
              <p:cNvSpPr>
                <a:spLocks noChangeArrowheads="1"/>
              </p:cNvSpPr>
              <p:nvPr/>
            </p:nvSpPr>
            <p:spPr bwMode="auto">
              <a:xfrm>
                <a:off x="1046"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63" name="Rectangle 125"/>
              <p:cNvSpPr>
                <a:spLocks noChangeArrowheads="1"/>
              </p:cNvSpPr>
              <p:nvPr/>
            </p:nvSpPr>
            <p:spPr bwMode="auto">
              <a:xfrm>
                <a:off x="816"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800"/>
              </a:p>
            </p:txBody>
          </p:sp>
          <p:sp>
            <p:nvSpPr>
              <p:cNvPr id="3164" name="Line 126"/>
              <p:cNvSpPr>
                <a:spLocks noChangeShapeType="1"/>
              </p:cNvSpPr>
              <p:nvPr/>
            </p:nvSpPr>
            <p:spPr bwMode="auto">
              <a:xfrm>
                <a:off x="816" y="99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65" name="Line 127"/>
              <p:cNvSpPr>
                <a:spLocks noChangeShapeType="1"/>
              </p:cNvSpPr>
              <p:nvPr/>
            </p:nvSpPr>
            <p:spPr bwMode="auto">
              <a:xfrm>
                <a:off x="816" y="121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66" name="Line 128"/>
              <p:cNvSpPr>
                <a:spLocks noChangeShapeType="1"/>
              </p:cNvSpPr>
              <p:nvPr/>
            </p:nvSpPr>
            <p:spPr bwMode="auto">
              <a:xfrm>
                <a:off x="816" y="143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67" name="Line 129"/>
              <p:cNvSpPr>
                <a:spLocks noChangeShapeType="1"/>
              </p:cNvSpPr>
              <p:nvPr/>
            </p:nvSpPr>
            <p:spPr bwMode="auto">
              <a:xfrm>
                <a:off x="816" y="1878"/>
                <a:ext cx="2304"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68" name="Line 130"/>
              <p:cNvSpPr>
                <a:spLocks noChangeShapeType="1"/>
              </p:cNvSpPr>
              <p:nvPr/>
            </p:nvSpPr>
            <p:spPr bwMode="auto">
              <a:xfrm>
                <a:off x="816" y="231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69" name="Line 131"/>
              <p:cNvSpPr>
                <a:spLocks noChangeShapeType="1"/>
              </p:cNvSpPr>
              <p:nvPr/>
            </p:nvSpPr>
            <p:spPr bwMode="auto">
              <a:xfrm>
                <a:off x="816" y="253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0" name="Line 132"/>
              <p:cNvSpPr>
                <a:spLocks noChangeShapeType="1"/>
              </p:cNvSpPr>
              <p:nvPr/>
            </p:nvSpPr>
            <p:spPr bwMode="auto">
              <a:xfrm>
                <a:off x="816" y="275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1" name="Line 133"/>
              <p:cNvSpPr>
                <a:spLocks noChangeShapeType="1"/>
              </p:cNvSpPr>
              <p:nvPr/>
            </p:nvSpPr>
            <p:spPr bwMode="auto">
              <a:xfrm>
                <a:off x="816"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2" name="Line 134"/>
              <p:cNvSpPr>
                <a:spLocks noChangeShapeType="1"/>
              </p:cNvSpPr>
              <p:nvPr/>
            </p:nvSpPr>
            <p:spPr bwMode="auto">
              <a:xfrm>
                <a:off x="1046"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3" name="Line 135"/>
              <p:cNvSpPr>
                <a:spLocks noChangeShapeType="1"/>
              </p:cNvSpPr>
              <p:nvPr/>
            </p:nvSpPr>
            <p:spPr bwMode="auto">
              <a:xfrm>
                <a:off x="1277"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4" name="Line 136"/>
              <p:cNvSpPr>
                <a:spLocks noChangeShapeType="1"/>
              </p:cNvSpPr>
              <p:nvPr/>
            </p:nvSpPr>
            <p:spPr bwMode="auto">
              <a:xfrm>
                <a:off x="1507"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5" name="Line 137"/>
              <p:cNvSpPr>
                <a:spLocks noChangeShapeType="1"/>
              </p:cNvSpPr>
              <p:nvPr/>
            </p:nvSpPr>
            <p:spPr bwMode="auto">
              <a:xfrm>
                <a:off x="1968" y="998"/>
                <a:ext cx="0" cy="17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6" name="Line 138"/>
              <p:cNvSpPr>
                <a:spLocks noChangeShapeType="1"/>
              </p:cNvSpPr>
              <p:nvPr/>
            </p:nvSpPr>
            <p:spPr bwMode="auto">
              <a:xfrm>
                <a:off x="2429"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7" name="Line 139"/>
              <p:cNvSpPr>
                <a:spLocks noChangeShapeType="1"/>
              </p:cNvSpPr>
              <p:nvPr/>
            </p:nvSpPr>
            <p:spPr bwMode="auto">
              <a:xfrm>
                <a:off x="2659"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8" name="Line 140"/>
              <p:cNvSpPr>
                <a:spLocks noChangeShapeType="1"/>
              </p:cNvSpPr>
              <p:nvPr/>
            </p:nvSpPr>
            <p:spPr bwMode="auto">
              <a:xfrm>
                <a:off x="2890"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79" name="Line 141"/>
              <p:cNvSpPr>
                <a:spLocks noChangeShapeType="1"/>
              </p:cNvSpPr>
              <p:nvPr/>
            </p:nvSpPr>
            <p:spPr bwMode="auto">
              <a:xfrm>
                <a:off x="3120"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80" name="Line 142"/>
              <p:cNvSpPr>
                <a:spLocks noChangeShapeType="1"/>
              </p:cNvSpPr>
              <p:nvPr/>
            </p:nvSpPr>
            <p:spPr bwMode="auto">
              <a:xfrm>
                <a:off x="816" y="165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81" name="Line 143"/>
              <p:cNvSpPr>
                <a:spLocks noChangeShapeType="1"/>
              </p:cNvSpPr>
              <p:nvPr/>
            </p:nvSpPr>
            <p:spPr bwMode="auto">
              <a:xfrm>
                <a:off x="816" y="209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82" name="Line 144"/>
              <p:cNvSpPr>
                <a:spLocks noChangeShapeType="1"/>
              </p:cNvSpPr>
              <p:nvPr/>
            </p:nvSpPr>
            <p:spPr bwMode="auto">
              <a:xfrm>
                <a:off x="1738"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83" name="Line 145"/>
              <p:cNvSpPr>
                <a:spLocks noChangeShapeType="1"/>
              </p:cNvSpPr>
              <p:nvPr/>
            </p:nvSpPr>
            <p:spPr bwMode="auto">
              <a:xfrm>
                <a:off x="2198"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sz="800"/>
              </a:p>
            </p:txBody>
          </p:sp>
          <p:sp>
            <p:nvSpPr>
              <p:cNvPr id="3184" name="Freeform 146"/>
              <p:cNvSpPr>
                <a:spLocks/>
              </p:cNvSpPr>
              <p:nvPr/>
            </p:nvSpPr>
            <p:spPr bwMode="auto">
              <a:xfrm>
                <a:off x="815" y="1116"/>
                <a:ext cx="2305" cy="1418"/>
              </a:xfrm>
              <a:custGeom>
                <a:avLst/>
                <a:gdLst>
                  <a:gd name="T0" fmla="*/ 0 w 2305"/>
                  <a:gd name="T1" fmla="*/ 9 h 1910"/>
                  <a:gd name="T2" fmla="*/ 270 w 2305"/>
                  <a:gd name="T3" fmla="*/ 1 h 1910"/>
                  <a:gd name="T4" fmla="*/ 696 w 2305"/>
                  <a:gd name="T5" fmla="*/ 16 h 1910"/>
                  <a:gd name="T6" fmla="*/ 1160 w 2305"/>
                  <a:gd name="T7" fmla="*/ 1 h 1910"/>
                  <a:gd name="T8" fmla="*/ 1609 w 2305"/>
                  <a:gd name="T9" fmla="*/ 16 h 1910"/>
                  <a:gd name="T10" fmla="*/ 2035 w 2305"/>
                  <a:gd name="T11" fmla="*/ 1 h 1910"/>
                  <a:gd name="T12" fmla="*/ 2305 w 2305"/>
                  <a:gd name="T13" fmla="*/ 9 h 1910"/>
                  <a:gd name="T14" fmla="*/ 0 60000 65536"/>
                  <a:gd name="T15" fmla="*/ 0 60000 65536"/>
                  <a:gd name="T16" fmla="*/ 0 60000 65536"/>
                  <a:gd name="T17" fmla="*/ 0 60000 65536"/>
                  <a:gd name="T18" fmla="*/ 0 60000 65536"/>
                  <a:gd name="T19" fmla="*/ 0 60000 65536"/>
                  <a:gd name="T20" fmla="*/ 0 60000 65536"/>
                  <a:gd name="T21" fmla="*/ 0 w 2305"/>
                  <a:gd name="T22" fmla="*/ 0 h 1910"/>
                  <a:gd name="T23" fmla="*/ 2305 w 2305"/>
                  <a:gd name="T24" fmla="*/ 1910 h 19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5" h="1910">
                    <a:moveTo>
                      <a:pt x="0" y="1006"/>
                    </a:moveTo>
                    <a:cubicBezTo>
                      <a:pt x="45" y="864"/>
                      <a:pt x="154" y="0"/>
                      <a:pt x="270" y="151"/>
                    </a:cubicBezTo>
                    <a:cubicBezTo>
                      <a:pt x="386" y="302"/>
                      <a:pt x="548" y="1910"/>
                      <a:pt x="696" y="1909"/>
                    </a:cubicBezTo>
                    <a:cubicBezTo>
                      <a:pt x="844" y="1908"/>
                      <a:pt x="1008" y="145"/>
                      <a:pt x="1160" y="143"/>
                    </a:cubicBezTo>
                    <a:cubicBezTo>
                      <a:pt x="1312" y="141"/>
                      <a:pt x="1463" y="1892"/>
                      <a:pt x="1609" y="1894"/>
                    </a:cubicBezTo>
                    <a:cubicBezTo>
                      <a:pt x="1755" y="1896"/>
                      <a:pt x="1919" y="301"/>
                      <a:pt x="2035" y="158"/>
                    </a:cubicBezTo>
                    <a:cubicBezTo>
                      <a:pt x="2151" y="15"/>
                      <a:pt x="2249" y="851"/>
                      <a:pt x="2305" y="1033"/>
                    </a:cubicBez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ko-KR" altLang="en-US" sz="800"/>
              </a:p>
            </p:txBody>
          </p:sp>
        </p:grpSp>
        <p:sp>
          <p:nvSpPr>
            <p:cNvPr id="3082" name="Text Box 147"/>
            <p:cNvSpPr txBox="1">
              <a:spLocks noChangeArrowheads="1"/>
            </p:cNvSpPr>
            <p:nvPr/>
          </p:nvSpPr>
          <p:spPr bwMode="auto">
            <a:xfrm>
              <a:off x="495247" y="6048360"/>
              <a:ext cx="699240" cy="260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r>
                <a:rPr lang="en-US" altLang="ko-KR" sz="800" b="1"/>
                <a:t>CH1 2.00V</a:t>
              </a:r>
            </a:p>
          </p:txBody>
        </p:sp>
        <p:sp>
          <p:nvSpPr>
            <p:cNvPr id="3083" name="Text Box 148"/>
            <p:cNvSpPr txBox="1">
              <a:spLocks noChangeArrowheads="1"/>
            </p:cNvSpPr>
            <p:nvPr/>
          </p:nvSpPr>
          <p:spPr bwMode="auto">
            <a:xfrm>
              <a:off x="1599518" y="6048172"/>
              <a:ext cx="611075" cy="260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r>
                <a:rPr lang="en-US" altLang="ko-KR" sz="800" b="1"/>
                <a:t>M 500μs</a:t>
              </a:r>
            </a:p>
          </p:txBody>
        </p:sp>
      </p:grpSp>
    </p:spTree>
    <p:extLst>
      <p:ext uri="{BB962C8B-B14F-4D97-AF65-F5344CB8AC3E}">
        <p14:creationId xmlns:p14="http://schemas.microsoft.com/office/powerpoint/2010/main" val="1390745289"/>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55" name="Text Box 6"/>
          <p:cNvSpPr txBox="1">
            <a:spLocks noChangeArrowheads="1"/>
          </p:cNvSpPr>
          <p:nvPr/>
        </p:nvSpPr>
        <p:spPr bwMode="auto">
          <a:xfrm>
            <a:off x="123825" y="211016"/>
            <a:ext cx="614977"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rPr>
              <a:t>PLC </a:t>
            </a:r>
            <a:endParaRPr lang="ko-KR" altLang="en-US" sz="1600" b="1" dirty="0">
              <a:effectLst>
                <a:outerShdw blurRad="38100" dist="38100" dir="2700000" algn="tl">
                  <a:srgbClr val="C0C0C0"/>
                </a:outerShdw>
              </a:effectLst>
            </a:endParaRPr>
          </a:p>
        </p:txBody>
      </p:sp>
      <p:sp>
        <p:nvSpPr>
          <p:cNvPr id="4100" name="Rectangle 4"/>
          <p:cNvSpPr>
            <a:spLocks noChangeArrowheads="1"/>
          </p:cNvSpPr>
          <p:nvPr/>
        </p:nvSpPr>
        <p:spPr bwMode="auto">
          <a:xfrm>
            <a:off x="3429000" y="650631"/>
            <a:ext cx="3124200" cy="834096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28.</a:t>
            </a:r>
            <a:r>
              <a:rPr lang="en-US" altLang="ko-KR" sz="900">
                <a:latin typeface="Times New Roman" pitchFamily="18" charset="0"/>
                <a:ea typeface="돋움" pitchFamily="50" charset="-127"/>
                <a:cs typeface="Times New Roman" pitchFamily="18" charset="0"/>
              </a:rPr>
              <a:t> Đ</a:t>
            </a:r>
            <a:r>
              <a:rPr lang="vi-VN" altLang="ko-KR" sz="900">
                <a:latin typeface="Times New Roman" pitchFamily="18" charset="0"/>
                <a:ea typeface="돋움" pitchFamily="50" charset="-127"/>
                <a:cs typeface="Times New Roman" pitchFamily="18" charset="0"/>
              </a:rPr>
              <a:t>iều khiển hoạt động tăng tốc, giảm tốc</a:t>
            </a:r>
            <a:r>
              <a:rPr lang="en-US" altLang="ko-KR" sz="900">
                <a:latin typeface="Times New Roman" pitchFamily="18" charset="0"/>
                <a:ea typeface="돋움" pitchFamily="50" charset="-127"/>
                <a:cs typeface="Times New Roman" pitchFamily="18" charset="0"/>
              </a:rPr>
              <a:t> và tốc độ cố định</a:t>
            </a:r>
            <a:r>
              <a:rPr lang="vi-VN" altLang="ko-KR" sz="900">
                <a:latin typeface="Times New Roman" pitchFamily="18" charset="0"/>
                <a:ea typeface="돋움" pitchFamily="50" charset="-127"/>
                <a:cs typeface="Times New Roman" pitchFamily="18" charset="0"/>
              </a:rPr>
              <a:t> của động cơ.</a:t>
            </a:r>
            <a:r>
              <a:rPr lang="en-US" altLang="ko-KR" sz="900">
                <a:latin typeface="Times New Roman" pitchFamily="18" charset="0"/>
                <a:ea typeface="돋움" pitchFamily="50" charset="-127"/>
                <a:cs typeface="Times New Roman" pitchFamily="18" charset="0"/>
              </a:rPr>
              <a:t> L</a:t>
            </a:r>
            <a:r>
              <a:rPr lang="vi-VN" altLang="ko-KR" sz="900">
                <a:latin typeface="Times New Roman" pitchFamily="18" charset="0"/>
                <a:ea typeface="돋움" pitchFamily="50" charset="-127"/>
                <a:cs typeface="Times New Roman" pitchFamily="18" charset="0"/>
              </a:rPr>
              <a:t>à</a:t>
            </a:r>
            <a:r>
              <a:rPr lang="en-US" altLang="ko-KR" sz="900">
                <a:latin typeface="Times New Roman" pitchFamily="18" charset="0"/>
                <a:ea typeface="돋움" pitchFamily="50" charset="-127"/>
                <a:cs typeface="Times New Roman" pitchFamily="18" charset="0"/>
              </a:rPr>
              <a:t> chức năng của bộ</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nào</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① Bộ định vị </a:t>
            </a:r>
            <a:r>
              <a:rPr lang="en-US" altLang="ko-KR" sz="900" b="1">
                <a:solidFill>
                  <a:srgbClr val="C0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Bộ đếm tốc độ cao</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Bộ</a:t>
            </a:r>
            <a:r>
              <a:rPr lang="vi-VN" altLang="ko-KR" sz="900">
                <a:latin typeface="Times New Roman" pitchFamily="18" charset="0"/>
                <a:ea typeface="돋움" pitchFamily="50" charset="-127"/>
                <a:cs typeface="Times New Roman" pitchFamily="18" charset="0"/>
              </a:rPr>
              <a:t> chuyển đổi AD</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Bộ</a:t>
            </a:r>
            <a:r>
              <a:rPr lang="vi-VN" altLang="ko-KR" sz="900">
                <a:latin typeface="Times New Roman" pitchFamily="18" charset="0"/>
                <a:ea typeface="돋움" pitchFamily="50" charset="-127"/>
                <a:cs typeface="Times New Roman" pitchFamily="18" charset="0"/>
              </a:rPr>
              <a:t> chuyển đổi DA</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29. Trong cấu hình PLC </a:t>
            </a:r>
            <a:r>
              <a:rPr lang="en-US" altLang="ko-KR" sz="900">
                <a:latin typeface="Times New Roman" pitchFamily="18" charset="0"/>
                <a:ea typeface="돋움" pitchFamily="50" charset="-127"/>
                <a:cs typeface="Times New Roman" pitchFamily="18" charset="0"/>
              </a:rPr>
              <a:t>phía dưới</a:t>
            </a:r>
            <a:r>
              <a:rPr lang="vi-VN" altLang="ko-KR" sz="900">
                <a:latin typeface="Times New Roman" pitchFamily="18" charset="0"/>
                <a:ea typeface="돋움" pitchFamily="50" charset="-127"/>
                <a:cs typeface="Times New Roman" pitchFamily="18" charset="0"/>
              </a:rPr>
              <a:t>, phạm vi </a:t>
            </a:r>
            <a:r>
              <a:rPr lang="en-US" altLang="ko-KR" sz="900">
                <a:latin typeface="Times New Roman" pitchFamily="18" charset="0"/>
                <a:ea typeface="돋움" pitchFamily="50" charset="-127"/>
                <a:cs typeface="Times New Roman" pitchFamily="18" charset="0"/>
              </a:rPr>
              <a:t>I</a:t>
            </a:r>
            <a:r>
              <a:rPr lang="vi-VN" altLang="ko-KR" sz="900">
                <a:latin typeface="Times New Roman" pitchFamily="18" charset="0"/>
                <a:ea typeface="돋움" pitchFamily="50" charset="-127"/>
                <a:cs typeface="Times New Roman" pitchFamily="18" charset="0"/>
              </a:rPr>
              <a:t>/</a:t>
            </a:r>
            <a:r>
              <a:rPr lang="en-US" altLang="ko-KR" sz="900">
                <a:latin typeface="Times New Roman" pitchFamily="18" charset="0"/>
                <a:ea typeface="돋움" pitchFamily="50" charset="-127"/>
                <a:cs typeface="Times New Roman" pitchFamily="18" charset="0"/>
              </a:rPr>
              <a:t>O</a:t>
            </a:r>
            <a:r>
              <a:rPr lang="vi-VN" altLang="ko-KR" sz="900">
                <a:latin typeface="Times New Roman" pitchFamily="18" charset="0"/>
                <a:ea typeface="돋움" pitchFamily="50" charset="-127"/>
                <a:cs typeface="Times New Roman" pitchFamily="18" charset="0"/>
              </a:rPr>
              <a:t> của Mô-đun Q64AD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Y160 ~ Y16F,    </a:t>
            </a:r>
            <a:r>
              <a:rPr lang="vi-VN" altLang="ko-KR" sz="900" b="1">
                <a:solidFill>
                  <a:srgbClr val="C00000"/>
                </a:solidFill>
                <a:latin typeface="Times New Roman" pitchFamily="18" charset="0"/>
                <a:ea typeface="돋움" pitchFamily="50" charset="-127"/>
                <a:cs typeface="Times New Roman" pitchFamily="18" charset="0"/>
              </a:rPr>
              <a:t>②</a:t>
            </a:r>
            <a:r>
              <a:rPr lang="en-US" altLang="ko-KR" sz="900" b="1">
                <a:solidFill>
                  <a:srgbClr val="C00000"/>
                </a:solidFill>
                <a:latin typeface="Times New Roman" pitchFamily="18" charset="0"/>
                <a:ea typeface="돋움" pitchFamily="50" charset="-127"/>
                <a:cs typeface="Times New Roman" pitchFamily="18" charset="0"/>
              </a:rPr>
              <a:t> Y100 ~ Y10F</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Y80 ~ Y8F         ④ Y170 ~ Y17F</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30. Số nhị phân 110111 khi chuyển thành số hệ thập phân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37   ② 27    </a:t>
            </a:r>
            <a:r>
              <a:rPr lang="en-US" altLang="ko-KR" sz="900" b="1">
                <a:solidFill>
                  <a:srgbClr val="C00000"/>
                </a:solidFill>
                <a:latin typeface="Times New Roman" pitchFamily="18" charset="0"/>
                <a:ea typeface="돋움" pitchFamily="50" charset="-127"/>
                <a:cs typeface="Times New Roman" pitchFamily="18" charset="0"/>
              </a:rPr>
              <a:t>③ 55    </a:t>
            </a:r>
            <a:r>
              <a:rPr lang="en-US" altLang="ko-KR" sz="900">
                <a:latin typeface="Times New Roman" pitchFamily="18" charset="0"/>
                <a:ea typeface="돋움" pitchFamily="50" charset="-127"/>
                <a:cs typeface="Times New Roman" pitchFamily="18" charset="0"/>
              </a:rPr>
              <a:t>④ 103</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31. Không thuộc Word Device?</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D     ② A    ③ R    </a:t>
            </a:r>
            <a:r>
              <a:rPr lang="en-US" altLang="ko-KR" sz="900" b="1">
                <a:solidFill>
                  <a:srgbClr val="C00000"/>
                </a:solidFill>
                <a:latin typeface="Times New Roman" pitchFamily="18" charset="0"/>
                <a:ea typeface="돋움" pitchFamily="50" charset="-127"/>
                <a:cs typeface="Times New Roman" pitchFamily="18" charset="0"/>
              </a:rPr>
              <a:t>④ S</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32. Điều gì không </a:t>
            </a:r>
            <a:r>
              <a:rPr lang="en-US" altLang="ko-KR" sz="900">
                <a:latin typeface="Times New Roman" pitchFamily="18" charset="0"/>
                <a:ea typeface="돋움" pitchFamily="50" charset="-127"/>
                <a:cs typeface="Times New Roman" pitchFamily="18" charset="0"/>
              </a:rPr>
              <a:t>được</a:t>
            </a:r>
            <a:r>
              <a:rPr lang="vi-VN" altLang="ko-KR" sz="900">
                <a:latin typeface="Times New Roman" pitchFamily="18" charset="0"/>
                <a:ea typeface="돋움" pitchFamily="50" charset="-127"/>
                <a:cs typeface="Times New Roman" pitchFamily="18" charset="0"/>
              </a:rPr>
              <a:t> thực hiện trong cài đặt </a:t>
            </a:r>
            <a:r>
              <a:rPr lang="en-US" altLang="ko-KR" sz="900">
                <a:latin typeface="Times New Roman" pitchFamily="18" charset="0"/>
                <a:ea typeface="돋움" pitchFamily="50" charset="-127"/>
                <a:cs typeface="Times New Roman" pitchFamily="18" charset="0"/>
              </a:rPr>
              <a:t>Parameter</a:t>
            </a:r>
            <a:r>
              <a:rPr lang="vi-VN" altLang="ko-KR" sz="900">
                <a:latin typeface="Times New Roman" pitchFamily="18" charset="0"/>
                <a:ea typeface="돋움" pitchFamily="50" charset="-127"/>
                <a:cs typeface="Times New Roman" pitchFamily="18" charset="0"/>
              </a:rPr>
              <a:t> PLC?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① Kiểm tra thiết bị</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Cài đặt </a:t>
            </a:r>
            <a:r>
              <a:rPr lang="en-US" altLang="ko-KR" sz="900">
                <a:latin typeface="Times New Roman" pitchFamily="18" charset="0"/>
                <a:ea typeface="돋움" pitchFamily="50" charset="-127"/>
                <a:cs typeface="Times New Roman" pitchFamily="18" charset="0"/>
              </a:rPr>
              <a:t>các</a:t>
            </a:r>
            <a:r>
              <a:rPr lang="vi-VN" altLang="ko-KR" sz="900">
                <a:latin typeface="Times New Roman" pitchFamily="18" charset="0"/>
                <a:ea typeface="돋움" pitchFamily="50" charset="-127"/>
                <a:cs typeface="Times New Roman" pitchFamily="18" charset="0"/>
              </a:rPr>
              <a:t> chương trình</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Thay đổi điểm thiết bị (DEV.Point)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Cài đặt sử dụng đăng ký tệp</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33. Khi nguồn PLC được chuyển từ ON hoặc STOP sang RUN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Chương trình nào chỉ chạy một lần?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① Chương trình thực </a:t>
            </a:r>
            <a:r>
              <a:rPr lang="en-US" altLang="ko-KR" sz="900" b="1">
                <a:solidFill>
                  <a:srgbClr val="C00000"/>
                </a:solidFill>
                <a:latin typeface="Times New Roman" pitchFamily="18" charset="0"/>
                <a:ea typeface="돋움" pitchFamily="50" charset="-127"/>
                <a:cs typeface="Times New Roman" pitchFamily="18" charset="0"/>
              </a:rPr>
              <a:t>hiện</a:t>
            </a:r>
            <a:r>
              <a:rPr lang="vi-VN" altLang="ko-KR" sz="900" b="1">
                <a:solidFill>
                  <a:srgbClr val="C00000"/>
                </a:solidFill>
                <a:latin typeface="Times New Roman" pitchFamily="18" charset="0"/>
                <a:ea typeface="돋움" pitchFamily="50" charset="-127"/>
                <a:cs typeface="Times New Roman" pitchFamily="18" charset="0"/>
              </a:rPr>
              <a:t> ban đầu</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Chương trình thực </a:t>
            </a:r>
            <a:r>
              <a:rPr lang="en-US" altLang="ko-KR" sz="900">
                <a:latin typeface="Times New Roman" pitchFamily="18" charset="0"/>
                <a:ea typeface="돋움" pitchFamily="50" charset="-127"/>
                <a:cs typeface="Times New Roman" pitchFamily="18" charset="0"/>
              </a:rPr>
              <a:t>hiện</a:t>
            </a:r>
            <a:r>
              <a:rPr lang="vi-VN" altLang="ko-KR" sz="900">
                <a:latin typeface="Times New Roman" pitchFamily="18" charset="0"/>
                <a:ea typeface="돋움" pitchFamily="50" charset="-127"/>
                <a:cs typeface="Times New Roman" pitchFamily="18" charset="0"/>
              </a:rPr>
              <a:t> quét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Chương trình thực </a:t>
            </a:r>
            <a:r>
              <a:rPr lang="en-US" altLang="ko-KR" sz="900">
                <a:latin typeface="Times New Roman" pitchFamily="18" charset="0"/>
                <a:ea typeface="돋움" pitchFamily="50" charset="-127"/>
                <a:cs typeface="Times New Roman" pitchFamily="18" charset="0"/>
              </a:rPr>
              <a:t>hiện</a:t>
            </a:r>
            <a:r>
              <a:rPr lang="vi-VN" altLang="ko-KR" sz="900">
                <a:latin typeface="Times New Roman" pitchFamily="18" charset="0"/>
                <a:ea typeface="돋움" pitchFamily="50" charset="-127"/>
                <a:cs typeface="Times New Roman" pitchFamily="18" charset="0"/>
              </a:rPr>
              <a:t> tốc độ thấp</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Chương trình </a:t>
            </a:r>
            <a:r>
              <a:rPr lang="en-US" altLang="ko-KR" sz="900">
                <a:latin typeface="Times New Roman" pitchFamily="18" charset="0"/>
                <a:ea typeface="돋움" pitchFamily="50" charset="-127"/>
                <a:cs typeface="Times New Roman" pitchFamily="18" charset="0"/>
              </a:rPr>
              <a:t>kiểu </a:t>
            </a:r>
            <a:r>
              <a:rPr lang="vi-VN" altLang="ko-KR" sz="900">
                <a:latin typeface="Times New Roman" pitchFamily="18" charset="0"/>
                <a:ea typeface="돋움" pitchFamily="50" charset="-127"/>
                <a:cs typeface="Times New Roman" pitchFamily="18" charset="0"/>
              </a:rPr>
              <a:t>chờ đợi</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34. Hoạt động giữa MC và MCR khi lệnh MC TẮT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Mô tả kết quả nào là đúng?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Giá trị </a:t>
            </a:r>
            <a:r>
              <a:rPr lang="en-US" altLang="ko-KR" sz="900">
                <a:latin typeface="Times New Roman" pitchFamily="18" charset="0"/>
                <a:ea typeface="돋움" pitchFamily="50" charset="-127"/>
                <a:cs typeface="Times New Roman" pitchFamily="18" charset="0"/>
              </a:rPr>
              <a:t>Timer </a:t>
            </a:r>
            <a:r>
              <a:rPr lang="vi-VN" altLang="ko-KR" sz="900">
                <a:latin typeface="Times New Roman" pitchFamily="18" charset="0"/>
                <a:ea typeface="돋움" pitchFamily="50" charset="-127"/>
                <a:cs typeface="Times New Roman" pitchFamily="18" charset="0"/>
              </a:rPr>
              <a:t>100ms, 10ms được duy trì.</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Các giá trị đếm và đếm thời gian tích lũy được xóa thành “0”</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Lệnh OUT </a:t>
            </a:r>
            <a:r>
              <a:rPr lang="en-US" altLang="ko-KR" sz="900">
                <a:latin typeface="Times New Roman" pitchFamily="18" charset="0"/>
                <a:ea typeface="돋움" pitchFamily="50" charset="-127"/>
                <a:cs typeface="Times New Roman" pitchFamily="18" charset="0"/>
              </a:rPr>
              <a:t>vẫn </a:t>
            </a:r>
            <a:r>
              <a:rPr lang="vi-VN" altLang="ko-KR" sz="900">
                <a:latin typeface="Times New Roman" pitchFamily="18" charset="0"/>
                <a:ea typeface="돋움" pitchFamily="50" charset="-127"/>
                <a:cs typeface="Times New Roman" pitchFamily="18" charset="0"/>
              </a:rPr>
              <a:t>được duy trì ở trạng thái </a:t>
            </a:r>
            <a:r>
              <a:rPr lang="en-US" altLang="ko-KR" sz="900">
                <a:latin typeface="Times New Roman" pitchFamily="18" charset="0"/>
                <a:ea typeface="돋움" pitchFamily="50" charset="-127"/>
                <a:cs typeface="Times New Roman" pitchFamily="18" charset="0"/>
              </a:rPr>
              <a:t>trước đó</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④ Các lệnh SET, RST, SFT vẫn duy trì trạng thái của chúng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35. Khi X1 bật trong 5 giây rồi TẮT, giá trị hiện tại của C0 là bao nhiêu?</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① 1     </a:t>
            </a:r>
            <a:r>
              <a:rPr lang="en-US" altLang="ko-KR" sz="900">
                <a:latin typeface="Times New Roman" pitchFamily="18" charset="0"/>
                <a:ea typeface="돋움" pitchFamily="50" charset="-127"/>
                <a:cs typeface="Times New Roman" pitchFamily="18" charset="0"/>
              </a:rPr>
              <a:t>② 5     ③ 50     ④ 0</a:t>
            </a:r>
          </a:p>
        </p:txBody>
      </p:sp>
      <p:sp>
        <p:nvSpPr>
          <p:cNvPr id="4101" name="Rectangle 3"/>
          <p:cNvSpPr>
            <a:spLocks noChangeArrowheads="1"/>
          </p:cNvSpPr>
          <p:nvPr/>
        </p:nvSpPr>
        <p:spPr bwMode="auto">
          <a:xfrm>
            <a:off x="304800" y="650630"/>
            <a:ext cx="3124200" cy="834096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21. Điều gì sai trong phần giải thích về bảng điều khiển PLC?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Không tiếp xúc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② Điều khiển bằng cách đấu dây giữa các bộ phận.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Bảo trì và</a:t>
            </a:r>
            <a:r>
              <a:rPr lang="vi-VN" altLang="ko-KR" sz="900">
                <a:latin typeface="Times New Roman" pitchFamily="18" charset="0"/>
                <a:ea typeface="돋움" pitchFamily="50" charset="-127"/>
                <a:cs typeface="Times New Roman" pitchFamily="18" charset="0"/>
              </a:rPr>
              <a:t> sửa chữa dễ dàng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Có thể mở rộng hệ thống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22. </a:t>
            </a:r>
            <a:r>
              <a:rPr lang="en-US" altLang="ko-KR" sz="900">
                <a:solidFill>
                  <a:srgbClr val="404040"/>
                </a:solidFill>
                <a:latin typeface="Times New Roman" pitchFamily="18" charset="0"/>
                <a:ea typeface="돋움" pitchFamily="50" charset="-127"/>
                <a:cs typeface="Times New Roman" pitchFamily="18" charset="0"/>
              </a:rPr>
              <a:t>Là Data Register lưu trữ kết quả tính toán của  mệnh lệnh ứng dụng , mệnh lệnh cơ bản.</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T</a:t>
            </a:r>
            <a:r>
              <a:rPr lang="en-US" altLang="ko-KR" sz="900">
                <a:latin typeface="Times New Roman" pitchFamily="18" charset="0"/>
                <a:ea typeface="돋움" pitchFamily="50" charset="-127"/>
                <a:cs typeface="Times New Roman" pitchFamily="18" charset="0"/>
              </a:rPr>
              <a:t>imer</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a:latin typeface="Times New Roman" pitchFamily="18" charset="0"/>
                <a:ea typeface="돋움" pitchFamily="50" charset="-127"/>
                <a:cs typeface="Times New Roman" pitchFamily="18" charset="0"/>
              </a:rPr>
              <a:t>File Register</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Link Register</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b="1">
                <a:solidFill>
                  <a:srgbClr val="C00000"/>
                </a:solidFill>
                <a:latin typeface="Times New Roman" pitchFamily="18" charset="0"/>
                <a:ea typeface="돋움" pitchFamily="50" charset="-127"/>
                <a:cs typeface="Times New Roman" pitchFamily="18" charset="0"/>
              </a:rPr>
              <a:t>④ </a:t>
            </a:r>
            <a:r>
              <a:rPr lang="en-US" altLang="ko-KR" sz="900" b="1">
                <a:solidFill>
                  <a:srgbClr val="C00000"/>
                </a:solidFill>
                <a:latin typeface="Times New Roman" pitchFamily="18" charset="0"/>
                <a:ea typeface="돋움" pitchFamily="50" charset="-127"/>
                <a:cs typeface="Times New Roman" pitchFamily="18" charset="0"/>
              </a:rPr>
              <a:t>Accumulator</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23. </a:t>
            </a:r>
            <a:r>
              <a:rPr lang="en-US" altLang="ko-KR" sz="900">
                <a:latin typeface="Times New Roman" pitchFamily="18" charset="0"/>
                <a:ea typeface="돋움" pitchFamily="50" charset="-127"/>
                <a:cs typeface="Times New Roman" pitchFamily="18" charset="0"/>
              </a:rPr>
              <a:t>Parameter</a:t>
            </a:r>
            <a:r>
              <a:rPr lang="vi-VN" altLang="ko-KR" sz="900">
                <a:latin typeface="Times New Roman" pitchFamily="18" charset="0"/>
                <a:ea typeface="돋움" pitchFamily="50" charset="-127"/>
                <a:cs typeface="Times New Roman" pitchFamily="18" charset="0"/>
              </a:rPr>
              <a:t> → </a:t>
            </a:r>
            <a:r>
              <a:rPr lang="en-US" altLang="ko-KR" sz="900">
                <a:latin typeface="Times New Roman" pitchFamily="18" charset="0"/>
                <a:ea typeface="돋움" pitchFamily="50" charset="-127"/>
                <a:cs typeface="Times New Roman" pitchFamily="18" charset="0"/>
              </a:rPr>
              <a:t>Device</a:t>
            </a:r>
            <a:r>
              <a:rPr lang="vi-VN" altLang="ko-KR" sz="900">
                <a:latin typeface="Times New Roman" pitchFamily="18" charset="0"/>
                <a:ea typeface="돋움" pitchFamily="50" charset="-127"/>
                <a:cs typeface="Times New Roman" pitchFamily="18" charset="0"/>
              </a:rPr>
              <a:t> đặt trong </a:t>
            </a:r>
            <a:r>
              <a:rPr lang="en-US" altLang="ko-KR" sz="900">
                <a:latin typeface="Times New Roman" pitchFamily="18" charset="0"/>
                <a:ea typeface="돋움" pitchFamily="50" charset="-127"/>
                <a:cs typeface="Times New Roman" pitchFamily="18" charset="0"/>
              </a:rPr>
              <a:t>dấu</a:t>
            </a:r>
            <a:r>
              <a:rPr lang="vi-VN" altLang="ko-KR" sz="900">
                <a:latin typeface="Times New Roman" pitchFamily="18" charset="0"/>
                <a:ea typeface="돋움" pitchFamily="50" charset="-127"/>
                <a:cs typeface="Times New Roman" pitchFamily="18" charset="0"/>
              </a:rPr>
              <a:t> (1)</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Dự liệu đã khởi tạo</a:t>
            </a:r>
            <a:r>
              <a:rPr lang="vi-VN" altLang="ko-KR" sz="900">
                <a:latin typeface="Times New Roman" pitchFamily="18" charset="0"/>
                <a:ea typeface="돋움" pitchFamily="50" charset="-127"/>
                <a:cs typeface="Times New Roman" pitchFamily="18" charset="0"/>
              </a:rPr>
              <a:t> có thể được</a:t>
            </a:r>
            <a:r>
              <a:rPr lang="en-US" altLang="ko-KR" sz="900">
                <a:latin typeface="Times New Roman" pitchFamily="18" charset="0"/>
                <a:ea typeface="돋움" pitchFamily="50" charset="-127"/>
                <a:cs typeface="Times New Roman" pitchFamily="18" charset="0"/>
              </a:rPr>
              <a:t> xóa bằng</a:t>
            </a:r>
            <a:r>
              <a:rPr lang="vi-VN" altLang="ko-KR" sz="900">
                <a:latin typeface="Times New Roman" pitchFamily="18" charset="0"/>
                <a:ea typeface="돋움" pitchFamily="50" charset="-127"/>
                <a:cs typeface="Times New Roman" pitchFamily="18" charset="0"/>
              </a:rPr>
              <a:t> bằng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Reset                  </a:t>
            </a:r>
            <a:r>
              <a:rPr lang="en-US" altLang="ko-KR" sz="900" b="1">
                <a:solidFill>
                  <a:srgbClr val="C00000"/>
                </a:solidFill>
                <a:latin typeface="Times New Roman" pitchFamily="18" charset="0"/>
                <a:ea typeface="돋움" pitchFamily="50" charset="-127"/>
                <a:cs typeface="Times New Roman" pitchFamily="18" charset="0"/>
              </a:rPr>
              <a:t>② L.CLR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Dip Switch         ④ Stop Switch</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24. Nội dung bộ nhớ nào của CPU PLC là sai?</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Bộ nhớ PLC là bộ nhớ chương trình người dùng và bộ nhớ dữ liệu</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Nó được chia thành ba loại bộ nhớ.</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RAM </a:t>
            </a:r>
            <a:r>
              <a:rPr lang="en-US" altLang="ko-KR" sz="900">
                <a:latin typeface="Times New Roman" pitchFamily="18" charset="0"/>
                <a:ea typeface="돋움" pitchFamily="50" charset="-127"/>
                <a:cs typeface="Times New Roman" pitchFamily="18" charset="0"/>
              </a:rPr>
              <a:t>là b</a:t>
            </a:r>
            <a:r>
              <a:rPr lang="vi-VN" altLang="ko-KR" sz="900">
                <a:latin typeface="Times New Roman" pitchFamily="18" charset="0"/>
                <a:ea typeface="돋움" pitchFamily="50" charset="-127"/>
                <a:cs typeface="Times New Roman" pitchFamily="18" charset="0"/>
              </a:rPr>
              <a:t>ộ nhớ chứa các chương trình</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được sử dụng v</a:t>
            </a:r>
            <a:r>
              <a:rPr lang="en-US" altLang="ko-KR" sz="900">
                <a:latin typeface="Times New Roman" pitchFamily="18" charset="0"/>
                <a:ea typeface="돋움" pitchFamily="50" charset="-127"/>
                <a:cs typeface="Times New Roman" pitchFamily="18" charset="0"/>
              </a:rPr>
              <a:t>à</a:t>
            </a:r>
            <a:r>
              <a:rPr lang="vi-VN" altLang="ko-KR" sz="900">
                <a:latin typeface="Times New Roman" pitchFamily="18" charset="0"/>
                <a:ea typeface="돋움" pitchFamily="50" charset="-127"/>
                <a:cs typeface="Times New Roman" pitchFamily="18" charset="0"/>
              </a:rPr>
              <a:t> nội dung điều khiển có thể thay đổi</a:t>
            </a:r>
            <a:r>
              <a:rPr lang="en-US" altLang="ko-KR" sz="90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Data Memory </a:t>
            </a:r>
            <a:r>
              <a:rPr lang="vi-VN" altLang="ko-KR" sz="900">
                <a:latin typeface="Times New Roman" pitchFamily="18" charset="0"/>
                <a:ea typeface="돋움" pitchFamily="50" charset="-127"/>
                <a:cs typeface="Times New Roman" pitchFamily="18" charset="0"/>
              </a:rPr>
              <a:t>là</a:t>
            </a:r>
            <a:r>
              <a:rPr lang="en-US" altLang="ko-KR" sz="900">
                <a:latin typeface="Times New Roman" pitchFamily="18" charset="0"/>
                <a:ea typeface="돋움" pitchFamily="50" charset="-127"/>
                <a:cs typeface="Times New Roman" pitchFamily="18" charset="0"/>
              </a:rPr>
              <a:t> khu vực lưu trữ</a:t>
            </a:r>
            <a:r>
              <a:rPr lang="vi-VN" altLang="ko-KR" sz="900">
                <a:latin typeface="Times New Roman" pitchFamily="18" charset="0"/>
                <a:ea typeface="돋움" pitchFamily="50" charset="-127"/>
                <a:cs typeface="Times New Roman" pitchFamily="18" charset="0"/>
              </a:rPr>
              <a:t> trạng thái tiếp điểm của đầu vào / đầu ra, bộ đếm thời gian và bộ đếm</a:t>
            </a:r>
            <a:r>
              <a:rPr lang="en-US" altLang="ko-KR" sz="900">
                <a:latin typeface="Times New Roman" pitchFamily="18" charset="0"/>
                <a:ea typeface="돋움" pitchFamily="50" charset="-127"/>
                <a:cs typeface="Times New Roman" pitchFamily="18" charset="0"/>
              </a:rPr>
              <a:t> v</a:t>
            </a:r>
            <a:r>
              <a:rPr lang="vi-VN" altLang="ko-KR" sz="900">
                <a:latin typeface="Times New Roman" pitchFamily="18" charset="0"/>
                <a:ea typeface="돋움" pitchFamily="50" charset="-127"/>
                <a:cs typeface="Times New Roman" pitchFamily="18" charset="0"/>
              </a:rPr>
              <a:t>à thông tin như giá trị đặt và giá trị hiện tại</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④ RAM được sử dụng</a:t>
            </a:r>
            <a:r>
              <a:rPr lang="en-US" altLang="ko-KR" sz="900" b="1">
                <a:solidFill>
                  <a:srgbClr val="C00000"/>
                </a:solidFill>
                <a:latin typeface="Times New Roman" pitchFamily="18" charset="0"/>
                <a:ea typeface="돋움" pitchFamily="50" charset="-127"/>
                <a:cs typeface="Times New Roman" pitchFamily="18" charset="0"/>
              </a:rPr>
              <a:t> như c</a:t>
            </a:r>
            <a:r>
              <a:rPr lang="vi-VN" altLang="ko-KR" sz="900" b="1">
                <a:solidFill>
                  <a:srgbClr val="C00000"/>
                </a:solidFill>
                <a:latin typeface="Times New Roman" pitchFamily="18" charset="0"/>
                <a:ea typeface="돋움" pitchFamily="50" charset="-127"/>
                <a:cs typeface="Times New Roman" pitchFamily="18" charset="0"/>
              </a:rPr>
              <a:t>hương trình hệ thống </a:t>
            </a:r>
            <a:r>
              <a:rPr lang="en-US" altLang="ko-KR" sz="900" b="1">
                <a:solidFill>
                  <a:srgbClr val="C00000"/>
                </a:solidFill>
                <a:latin typeface="Times New Roman" pitchFamily="18" charset="0"/>
                <a:ea typeface="돋움" pitchFamily="50" charset="-127"/>
                <a:cs typeface="Times New Roman" pitchFamily="18" charset="0"/>
              </a:rPr>
              <a:t>để </a:t>
            </a:r>
            <a:r>
              <a:rPr lang="vi-VN" altLang="ko-KR" sz="900" b="1">
                <a:solidFill>
                  <a:srgbClr val="C00000"/>
                </a:solidFill>
                <a:latin typeface="Times New Roman" pitchFamily="18" charset="0"/>
                <a:ea typeface="돋움" pitchFamily="50" charset="-127"/>
                <a:cs typeface="Times New Roman" pitchFamily="18" charset="0"/>
              </a:rPr>
              <a:t>xác định chức năng hoặc hiệu suất của PLC</a:t>
            </a:r>
            <a:r>
              <a:rPr lang="en-US" altLang="ko-KR" sz="900" b="1">
                <a:solidFill>
                  <a:srgbClr val="C00000"/>
                </a:solidFill>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25. Để mô tả thiết bị khi viết PLC dạng ngôn ngữ Ladder</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Cần làm gì</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① </a:t>
            </a:r>
            <a:r>
              <a:rPr lang="en-US" altLang="ko-KR" sz="900" b="1" smtClean="0">
                <a:solidFill>
                  <a:srgbClr val="C00000"/>
                </a:solidFill>
                <a:latin typeface="Times New Roman" pitchFamily="18" charset="0"/>
                <a:ea typeface="돋움" pitchFamily="50" charset="-127"/>
                <a:cs typeface="Times New Roman" pitchFamily="18" charset="0"/>
              </a:rPr>
              <a:t>Ghi </a:t>
            </a:r>
            <a:r>
              <a:rPr lang="en-US" altLang="ko-KR" sz="900" b="1">
                <a:solidFill>
                  <a:srgbClr val="C00000"/>
                </a:solidFill>
                <a:latin typeface="Times New Roman" pitchFamily="18" charset="0"/>
                <a:ea typeface="돋움" pitchFamily="50" charset="-127"/>
                <a:cs typeface="Times New Roman" pitchFamily="18" charset="0"/>
              </a:rPr>
              <a:t>bình luận</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Thêm </a:t>
            </a:r>
            <a:r>
              <a:rPr lang="en-US" altLang="ko-KR" sz="900">
                <a:latin typeface="Times New Roman" pitchFamily="18" charset="0"/>
                <a:ea typeface="돋움" pitchFamily="50" charset="-127"/>
                <a:cs typeface="Times New Roman" pitchFamily="18" charset="0"/>
              </a:rPr>
              <a:t>ghi chú</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Ghi </a:t>
            </a:r>
            <a:r>
              <a:rPr lang="en-US" altLang="ko-KR" sz="900">
                <a:latin typeface="Times New Roman" pitchFamily="18" charset="0"/>
                <a:ea typeface="돋움" pitchFamily="50" charset="-127"/>
                <a:cs typeface="Times New Roman" pitchFamily="18" charset="0"/>
              </a:rPr>
              <a:t>báo cáo</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Ghi tham số</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26. Điều gì sai với mô tả của Counter?</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Bộ đếm đếm khi tín hiệu đầu vào tăng lên.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Khi bộ đếm đạt giá trị Counter Up, bộ đếm sẽ dừng lại ngay cả khi tín hiệu đầu vào vẫn tiếp tục tăng lên.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C00000"/>
                </a:solidFill>
                <a:latin typeface="Times New Roman" pitchFamily="18" charset="0"/>
                <a:ea typeface="돋움" pitchFamily="50" charset="-127"/>
                <a:cs typeface="Times New Roman" pitchFamily="18" charset="0"/>
              </a:rPr>
              <a:t>③ Sau khi </a:t>
            </a:r>
            <a:r>
              <a:rPr lang="en-US" altLang="ko-KR" sz="900" b="1">
                <a:solidFill>
                  <a:srgbClr val="C00000"/>
                </a:solidFill>
                <a:latin typeface="Times New Roman" pitchFamily="18" charset="0"/>
                <a:ea typeface="돋움" pitchFamily="50" charset="-127"/>
                <a:cs typeface="Times New Roman" pitchFamily="18" charset="0"/>
              </a:rPr>
              <a:t>bộ đếm đặt giá trị Counter Up lần 1</a:t>
            </a:r>
            <a:r>
              <a:rPr lang="vi-VN" altLang="ko-KR" sz="900" b="1">
                <a:solidFill>
                  <a:srgbClr val="C00000"/>
                </a:solidFill>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có thể Reset Counter</a:t>
            </a:r>
            <a:r>
              <a:rPr lang="vi-VN" altLang="ko-KR" sz="900" b="1">
                <a:solidFill>
                  <a:srgbClr val="C00000"/>
                </a:solidFill>
                <a:latin typeface="Times New Roman" pitchFamily="18" charset="0"/>
                <a:ea typeface="돋움" pitchFamily="50" charset="-127"/>
                <a:cs typeface="Times New Roman" pitchFamily="18" charset="0"/>
              </a:rPr>
              <a:t> bằng lệnh [MOV k0 C0].</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Giá trị cài đặt bộ đếm là K1 ~ K32767</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27. Khi thay pin CPU, thời gian dự phòng của tụ điện bên trong là bao nhiêu?</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1 phút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② 2 phút</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③ 3 phút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5 phút</a:t>
            </a:r>
          </a:p>
        </p:txBody>
      </p:sp>
      <p:sp>
        <p:nvSpPr>
          <p:cNvPr id="4102" name="Text Box 6"/>
          <p:cNvSpPr txBox="1">
            <a:spLocks noChangeArrowheads="1"/>
          </p:cNvSpPr>
          <p:nvPr/>
        </p:nvSpPr>
        <p:spPr bwMode="auto">
          <a:xfrm>
            <a:off x="285750" y="622789"/>
            <a:ext cx="1422184" cy="24622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solidFill>
                  <a:srgbClr val="000000"/>
                </a:solidFill>
                <a:latin typeface="Arial" charset="0"/>
                <a:ea typeface="돋움" pitchFamily="50" charset="-127"/>
              </a:rPr>
              <a:t>※ PLC : Câu 21</a:t>
            </a:r>
            <a:r>
              <a:rPr lang="ko-KR" altLang="en-US" sz="1000" b="1">
                <a:solidFill>
                  <a:srgbClr val="000000"/>
                </a:solidFill>
                <a:latin typeface="Arial" charset="0"/>
                <a:ea typeface="돋움" pitchFamily="50" charset="-127"/>
              </a:rPr>
              <a:t> </a:t>
            </a:r>
            <a:r>
              <a:rPr lang="en-US" altLang="ko-KR" sz="1000" b="1">
                <a:solidFill>
                  <a:srgbClr val="000000"/>
                </a:solidFill>
                <a:latin typeface="Arial" charset="0"/>
                <a:ea typeface="돋움" pitchFamily="50" charset="-127"/>
              </a:rPr>
              <a:t>~ 40</a:t>
            </a:r>
            <a:endParaRPr lang="ko-KR" altLang="en-US" sz="1000" b="1">
              <a:solidFill>
                <a:srgbClr val="000000"/>
              </a:solidFill>
              <a:latin typeface="Arial" charset="0"/>
              <a:ea typeface="돋움" pitchFamily="50" charset="-127"/>
            </a:endParaRPr>
          </a:p>
        </p:txBody>
      </p:sp>
      <p:grpSp>
        <p:nvGrpSpPr>
          <p:cNvPr id="4103" name="Group 75"/>
          <p:cNvGrpSpPr>
            <a:grpSpLocks/>
          </p:cNvGrpSpPr>
          <p:nvPr/>
        </p:nvGrpSpPr>
        <p:grpSpPr bwMode="auto">
          <a:xfrm>
            <a:off x="3429000" y="1913793"/>
            <a:ext cx="3175000" cy="984738"/>
            <a:chOff x="0" y="0"/>
            <a:chExt cx="2005" cy="672"/>
          </a:xfrm>
        </p:grpSpPr>
        <p:sp>
          <p:nvSpPr>
            <p:cNvPr id="4120" name="Rectangle 76"/>
            <p:cNvSpPr>
              <a:spLocks noChangeArrowheads="1"/>
            </p:cNvSpPr>
            <p:nvPr/>
          </p:nvSpPr>
          <p:spPr bwMode="auto">
            <a:xfrm>
              <a:off x="27" y="0"/>
              <a:ext cx="1923" cy="67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endParaRPr lang="ko-KR" altLang="en-US" sz="800">
                <a:solidFill>
                  <a:srgbClr val="000000"/>
                </a:solidFill>
                <a:latin typeface="돋움" pitchFamily="50" charset="-127"/>
                <a:ea typeface="돋움" pitchFamily="50" charset="-127"/>
              </a:endParaRPr>
            </a:p>
            <a:p>
              <a:pPr algn="ctr" eaLnBrk="1" hangingPunct="1">
                <a:spcBef>
                  <a:spcPct val="0"/>
                </a:spcBef>
                <a:buFontTx/>
                <a:buNone/>
              </a:pPr>
              <a:endParaRPr lang="ko-KR" altLang="en-US" sz="800">
                <a:solidFill>
                  <a:srgbClr val="000000"/>
                </a:solidFill>
                <a:latin typeface="돋움" pitchFamily="50" charset="-127"/>
                <a:ea typeface="돋움" pitchFamily="50" charset="-127"/>
              </a:endParaRPr>
            </a:p>
          </p:txBody>
        </p:sp>
        <p:sp>
          <p:nvSpPr>
            <p:cNvPr id="4121" name="Line 77"/>
            <p:cNvSpPr>
              <a:spLocks noChangeShapeType="1"/>
            </p:cNvSpPr>
            <p:nvPr/>
          </p:nvSpPr>
          <p:spPr bwMode="auto">
            <a:xfrm>
              <a:off x="26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2" name="Line 78"/>
            <p:cNvSpPr>
              <a:spLocks noChangeShapeType="1"/>
            </p:cNvSpPr>
            <p:nvPr/>
          </p:nvSpPr>
          <p:spPr bwMode="auto">
            <a:xfrm>
              <a:off x="50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3" name="Line 79"/>
            <p:cNvSpPr>
              <a:spLocks noChangeShapeType="1"/>
            </p:cNvSpPr>
            <p:nvPr/>
          </p:nvSpPr>
          <p:spPr bwMode="auto">
            <a:xfrm>
              <a:off x="74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4" name="Line 80"/>
            <p:cNvSpPr>
              <a:spLocks noChangeShapeType="1"/>
            </p:cNvSpPr>
            <p:nvPr/>
          </p:nvSpPr>
          <p:spPr bwMode="auto">
            <a:xfrm>
              <a:off x="98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5" name="Line 81"/>
            <p:cNvSpPr>
              <a:spLocks noChangeShapeType="1"/>
            </p:cNvSpPr>
            <p:nvPr/>
          </p:nvSpPr>
          <p:spPr bwMode="auto">
            <a:xfrm>
              <a:off x="122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6" name="Line 82"/>
            <p:cNvSpPr>
              <a:spLocks noChangeShapeType="1"/>
            </p:cNvSpPr>
            <p:nvPr/>
          </p:nvSpPr>
          <p:spPr bwMode="auto">
            <a:xfrm>
              <a:off x="146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7" name="Line 83"/>
            <p:cNvSpPr>
              <a:spLocks noChangeShapeType="1"/>
            </p:cNvSpPr>
            <p:nvPr/>
          </p:nvSpPr>
          <p:spPr bwMode="auto">
            <a:xfrm>
              <a:off x="170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8" name="Text Box 84"/>
            <p:cNvSpPr txBox="1">
              <a:spLocks noChangeArrowheads="1"/>
            </p:cNvSpPr>
            <p:nvPr/>
          </p:nvSpPr>
          <p:spPr bwMode="auto">
            <a:xfrm>
              <a:off x="0" y="156"/>
              <a:ext cx="280"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ko-KR" altLang="en-US" sz="800">
                  <a:solidFill>
                    <a:srgbClr val="000000"/>
                  </a:solidFill>
                  <a:latin typeface="돋움" pitchFamily="50" charset="-127"/>
                  <a:ea typeface="돋움" pitchFamily="50" charset="-127"/>
                </a:rPr>
                <a:t>전원</a:t>
              </a:r>
            </a:p>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UNIT</a:t>
              </a: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29" name="Text Box 85"/>
            <p:cNvSpPr txBox="1">
              <a:spLocks noChangeArrowheads="1"/>
            </p:cNvSpPr>
            <p:nvPr/>
          </p:nvSpPr>
          <p:spPr bwMode="auto">
            <a:xfrm>
              <a:off x="88" y="186"/>
              <a:ext cx="115"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endParaRPr lang="ko-KR" altLang="en-US" sz="800">
                <a:solidFill>
                  <a:srgbClr val="000000"/>
                </a:solidFill>
                <a:latin typeface="돋움" pitchFamily="50" charset="-127"/>
                <a:ea typeface="돋움" pitchFamily="50" charset="-127"/>
              </a:endParaRPr>
            </a:p>
            <a:p>
              <a:pPr algn="ctr" eaLnBrk="1" hangingPunct="1">
                <a:spcBef>
                  <a:spcPct val="0"/>
                </a:spcBef>
                <a:buFontTx/>
                <a:buNone/>
              </a:pPr>
              <a:endParaRPr lang="ko-KR" altLang="en-US" sz="800">
                <a:solidFill>
                  <a:srgbClr val="000000"/>
                </a:solidFill>
                <a:latin typeface="돋움" pitchFamily="50" charset="-127"/>
                <a:ea typeface="돋움" pitchFamily="50" charset="-127"/>
              </a:endParaRPr>
            </a:p>
          </p:txBody>
        </p:sp>
        <p:sp>
          <p:nvSpPr>
            <p:cNvPr id="4130" name="Text Box 86"/>
            <p:cNvSpPr txBox="1">
              <a:spLocks noChangeArrowheads="1"/>
            </p:cNvSpPr>
            <p:nvPr/>
          </p:nvSpPr>
          <p:spPr bwMode="auto">
            <a:xfrm>
              <a:off x="225" y="150"/>
              <a:ext cx="29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r>
                <a:rPr lang="en-US" altLang="ko-KR" sz="800">
                  <a:solidFill>
                    <a:srgbClr val="000000"/>
                  </a:solidFill>
                  <a:latin typeface="돋움" pitchFamily="50" charset="-127"/>
                  <a:ea typeface="돋움" pitchFamily="50" charset="-127"/>
                </a:rPr>
                <a:t> CPU</a:t>
              </a: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31" name="Text Box 87"/>
            <p:cNvSpPr txBox="1">
              <a:spLocks noChangeArrowheads="1"/>
            </p:cNvSpPr>
            <p:nvPr/>
          </p:nvSpPr>
          <p:spPr bwMode="auto">
            <a:xfrm>
              <a:off x="478" y="150"/>
              <a:ext cx="29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QX42</a:t>
              </a:r>
            </a:p>
            <a:p>
              <a:pPr algn="ctr" eaLnBrk="1" hangingPunct="1">
                <a:lnSpc>
                  <a:spcPts val="900"/>
                </a:lnSpc>
                <a:spcBef>
                  <a:spcPct val="0"/>
                </a:spcBef>
                <a:buFontTx/>
                <a:buNone/>
              </a:pPr>
              <a:endParaRPr lang="en-US" altLang="ko-KR" sz="800">
                <a:solidFill>
                  <a:srgbClr val="000000"/>
                </a:solidFill>
                <a:latin typeface="돋움" pitchFamily="50" charset="-127"/>
                <a:ea typeface="돋움" pitchFamily="50" charset="-127"/>
              </a:endParaRP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32" name="Text Box 88"/>
            <p:cNvSpPr txBox="1">
              <a:spLocks noChangeArrowheads="1"/>
            </p:cNvSpPr>
            <p:nvPr/>
          </p:nvSpPr>
          <p:spPr bwMode="auto">
            <a:xfrm>
              <a:off x="731" y="156"/>
              <a:ext cx="29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QY42</a:t>
              </a:r>
            </a:p>
            <a:p>
              <a:pPr algn="ctr" eaLnBrk="1" hangingPunct="1">
                <a:lnSpc>
                  <a:spcPts val="900"/>
                </a:lnSpc>
                <a:spcBef>
                  <a:spcPct val="0"/>
                </a:spcBef>
                <a:buFontTx/>
                <a:buNone/>
              </a:pPr>
              <a:endParaRPr lang="en-US" altLang="ko-KR" sz="800">
                <a:solidFill>
                  <a:srgbClr val="000000"/>
                </a:solidFill>
                <a:latin typeface="돋움" pitchFamily="50" charset="-127"/>
                <a:ea typeface="돋움" pitchFamily="50" charset="-127"/>
              </a:endParaRP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33" name="Text Box 89"/>
            <p:cNvSpPr txBox="1">
              <a:spLocks noChangeArrowheads="1"/>
            </p:cNvSpPr>
            <p:nvPr/>
          </p:nvSpPr>
          <p:spPr bwMode="auto">
            <a:xfrm>
              <a:off x="967" y="156"/>
              <a:ext cx="297"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QX42</a:t>
              </a: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34" name="Text Box 90"/>
            <p:cNvSpPr txBox="1">
              <a:spLocks noChangeArrowheads="1"/>
            </p:cNvSpPr>
            <p:nvPr/>
          </p:nvSpPr>
          <p:spPr bwMode="auto">
            <a:xfrm>
              <a:off x="1208" y="156"/>
              <a:ext cx="291"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QY42</a:t>
              </a: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35" name="Text Box 91"/>
            <p:cNvSpPr txBox="1">
              <a:spLocks noChangeArrowheads="1"/>
            </p:cNvSpPr>
            <p:nvPr/>
          </p:nvSpPr>
          <p:spPr bwMode="auto">
            <a:xfrm>
              <a:off x="1406" y="156"/>
              <a:ext cx="35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Q64AD</a:t>
              </a:r>
            </a:p>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     )</a:t>
              </a: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sp>
          <p:nvSpPr>
            <p:cNvPr id="4136" name="Text Box 92"/>
            <p:cNvSpPr txBox="1">
              <a:spLocks noChangeArrowheads="1"/>
            </p:cNvSpPr>
            <p:nvPr/>
          </p:nvSpPr>
          <p:spPr bwMode="auto">
            <a:xfrm>
              <a:off x="1653" y="156"/>
              <a:ext cx="35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800">
                  <a:solidFill>
                    <a:srgbClr val="000000"/>
                  </a:solidFill>
                  <a:latin typeface="돋움" pitchFamily="50" charset="-127"/>
                  <a:ea typeface="돋움" pitchFamily="50" charset="-127"/>
                </a:rPr>
                <a:t>Q62DA</a:t>
              </a:r>
            </a:p>
            <a:p>
              <a:pPr algn="ctr" eaLnBrk="1" hangingPunct="1">
                <a:lnSpc>
                  <a:spcPts val="900"/>
                </a:lnSpc>
                <a:spcBef>
                  <a:spcPct val="0"/>
                </a:spcBef>
                <a:buFontTx/>
                <a:buNone/>
              </a:pPr>
              <a:endParaRPr lang="en-US" altLang="ko-KR" sz="800">
                <a:solidFill>
                  <a:srgbClr val="000000"/>
                </a:solidFill>
                <a:latin typeface="돋움" pitchFamily="50" charset="-127"/>
                <a:ea typeface="돋움" pitchFamily="50" charset="-127"/>
              </a:endParaRPr>
            </a:p>
            <a:p>
              <a:pPr algn="ctr" eaLnBrk="1" hangingPunct="1">
                <a:spcBef>
                  <a:spcPct val="0"/>
                </a:spcBef>
                <a:buFontTx/>
                <a:buNone/>
              </a:pPr>
              <a:endParaRPr lang="en-US" altLang="ko-KR" sz="800">
                <a:solidFill>
                  <a:srgbClr val="000000"/>
                </a:solidFill>
                <a:latin typeface="돋움" pitchFamily="50" charset="-127"/>
                <a:ea typeface="돋움" pitchFamily="50" charset="-127"/>
              </a:endParaRPr>
            </a:p>
          </p:txBody>
        </p:sp>
      </p:grpSp>
      <p:grpSp>
        <p:nvGrpSpPr>
          <p:cNvPr id="4104" name="그룹 54"/>
          <p:cNvGrpSpPr>
            <a:grpSpLocks/>
          </p:cNvGrpSpPr>
          <p:nvPr/>
        </p:nvGrpSpPr>
        <p:grpSpPr bwMode="auto">
          <a:xfrm>
            <a:off x="3630140" y="8450644"/>
            <a:ext cx="2724150" cy="370742"/>
            <a:chOff x="0" y="0"/>
            <a:chExt cx="2724398" cy="401303"/>
          </a:xfrm>
        </p:grpSpPr>
        <p:sp>
          <p:nvSpPr>
            <p:cNvPr id="4105" name="Line 160"/>
            <p:cNvSpPr>
              <a:spLocks noChangeShapeType="1"/>
            </p:cNvSpPr>
            <p:nvPr/>
          </p:nvSpPr>
          <p:spPr bwMode="auto">
            <a:xfrm flipH="1">
              <a:off x="1201625" y="268450"/>
              <a:ext cx="80954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grpSp>
          <p:nvGrpSpPr>
            <p:cNvPr id="4106" name="Group 163"/>
            <p:cNvGrpSpPr>
              <a:grpSpLocks/>
            </p:cNvGrpSpPr>
            <p:nvPr/>
          </p:nvGrpSpPr>
          <p:grpSpPr bwMode="auto">
            <a:xfrm>
              <a:off x="120641" y="192204"/>
              <a:ext cx="592083" cy="152492"/>
              <a:chOff x="120641" y="192204"/>
              <a:chExt cx="240" cy="96"/>
            </a:xfrm>
          </p:grpSpPr>
          <p:grpSp>
            <p:nvGrpSpPr>
              <p:cNvPr id="4114" name="Group 164"/>
              <p:cNvGrpSpPr>
                <a:grpSpLocks/>
              </p:cNvGrpSpPr>
              <p:nvPr/>
            </p:nvGrpSpPr>
            <p:grpSpPr bwMode="auto">
              <a:xfrm>
                <a:off x="120641" y="192204"/>
                <a:ext cx="96" cy="96"/>
                <a:chOff x="120641" y="192204"/>
                <a:chExt cx="96" cy="96"/>
              </a:xfrm>
            </p:grpSpPr>
            <p:sp>
              <p:nvSpPr>
                <p:cNvPr id="4118" name="Line 165"/>
                <p:cNvSpPr>
                  <a:spLocks noChangeShapeType="1"/>
                </p:cNvSpPr>
                <p:nvPr/>
              </p:nvSpPr>
              <p:spPr bwMode="auto">
                <a:xfrm>
                  <a:off x="120641" y="19225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19" name="Line 166"/>
                <p:cNvSpPr>
                  <a:spLocks noChangeShapeType="1"/>
                </p:cNvSpPr>
                <p:nvPr/>
              </p:nvSpPr>
              <p:spPr bwMode="auto">
                <a:xfrm>
                  <a:off x="120737" y="192204"/>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grpSp>
          <p:grpSp>
            <p:nvGrpSpPr>
              <p:cNvPr id="4115" name="Group 167"/>
              <p:cNvGrpSpPr>
                <a:grpSpLocks/>
              </p:cNvGrpSpPr>
              <p:nvPr/>
            </p:nvGrpSpPr>
            <p:grpSpPr bwMode="auto">
              <a:xfrm flipH="1">
                <a:off x="120785" y="192204"/>
                <a:ext cx="96" cy="96"/>
                <a:chOff x="120785" y="192204"/>
                <a:chExt cx="96" cy="96"/>
              </a:xfrm>
            </p:grpSpPr>
            <p:sp>
              <p:nvSpPr>
                <p:cNvPr id="4116" name="Line 168"/>
                <p:cNvSpPr>
                  <a:spLocks noChangeShapeType="1"/>
                </p:cNvSpPr>
                <p:nvPr/>
              </p:nvSpPr>
              <p:spPr bwMode="auto">
                <a:xfrm>
                  <a:off x="120785" y="19225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17" name="Line 169"/>
                <p:cNvSpPr>
                  <a:spLocks noChangeShapeType="1"/>
                </p:cNvSpPr>
                <p:nvPr/>
              </p:nvSpPr>
              <p:spPr bwMode="auto">
                <a:xfrm>
                  <a:off x="120881" y="192204"/>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grpSp>
        </p:grpSp>
        <p:sp>
          <p:nvSpPr>
            <p:cNvPr id="4107" name="Line 170"/>
            <p:cNvSpPr>
              <a:spLocks noChangeShapeType="1"/>
            </p:cNvSpPr>
            <p:nvPr/>
          </p:nvSpPr>
          <p:spPr bwMode="auto">
            <a:xfrm>
              <a:off x="0" y="268450"/>
              <a:ext cx="35397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08" name="Line 171"/>
            <p:cNvSpPr>
              <a:spLocks noChangeShapeType="1"/>
            </p:cNvSpPr>
            <p:nvPr/>
          </p:nvSpPr>
          <p:spPr bwMode="auto">
            <a:xfrm>
              <a:off x="590495" y="268450"/>
              <a:ext cx="6837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09" name="Text Box 172"/>
            <p:cNvSpPr txBox="1">
              <a:spLocks noChangeArrowheads="1"/>
            </p:cNvSpPr>
            <p:nvPr/>
          </p:nvSpPr>
          <p:spPr bwMode="auto">
            <a:xfrm>
              <a:off x="1895648" y="162432"/>
              <a:ext cx="723966" cy="229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rPr>
                <a:t>&lt;C0 K50&gt;</a:t>
              </a:r>
            </a:p>
            <a:p>
              <a:pPr eaLnBrk="1" hangingPunct="1">
                <a:spcBef>
                  <a:spcPct val="0"/>
                </a:spcBef>
                <a:buFontTx/>
                <a:buNone/>
              </a:pPr>
              <a:endParaRPr lang="en-US" altLang="ko-KR" sz="900">
                <a:solidFill>
                  <a:srgbClr val="000000"/>
                </a:solidFill>
              </a:endParaRPr>
            </a:p>
          </p:txBody>
        </p:sp>
        <p:sp>
          <p:nvSpPr>
            <p:cNvPr id="4110" name="Text Box 173"/>
            <p:cNvSpPr txBox="1">
              <a:spLocks noChangeArrowheads="1"/>
            </p:cNvSpPr>
            <p:nvPr/>
          </p:nvSpPr>
          <p:spPr bwMode="auto">
            <a:xfrm>
              <a:off x="266724" y="0"/>
              <a:ext cx="323879" cy="229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rPr>
                <a:t>X1</a:t>
              </a:r>
            </a:p>
            <a:p>
              <a:pPr eaLnBrk="1" hangingPunct="1">
                <a:spcBef>
                  <a:spcPct val="0"/>
                </a:spcBef>
                <a:buFontTx/>
                <a:buNone/>
              </a:pPr>
              <a:endParaRPr lang="en-US" altLang="ko-KR" sz="900">
                <a:solidFill>
                  <a:srgbClr val="000000"/>
                </a:solidFill>
              </a:endParaRPr>
            </a:p>
          </p:txBody>
        </p:sp>
        <p:sp>
          <p:nvSpPr>
            <p:cNvPr id="4111" name="Line 175"/>
            <p:cNvSpPr>
              <a:spLocks noChangeShapeType="1"/>
            </p:cNvSpPr>
            <p:nvPr/>
          </p:nvSpPr>
          <p:spPr bwMode="auto">
            <a:xfrm>
              <a:off x="2483121" y="273216"/>
              <a:ext cx="2412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12" name="Line 176"/>
            <p:cNvSpPr>
              <a:spLocks noChangeShapeType="1"/>
            </p:cNvSpPr>
            <p:nvPr/>
          </p:nvSpPr>
          <p:spPr bwMode="auto">
            <a:xfrm>
              <a:off x="2724398" y="211266"/>
              <a:ext cx="0" cy="1747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13" name="Line 174"/>
            <p:cNvSpPr>
              <a:spLocks noChangeShapeType="1"/>
            </p:cNvSpPr>
            <p:nvPr/>
          </p:nvSpPr>
          <p:spPr bwMode="auto">
            <a:xfrm>
              <a:off x="0" y="220796"/>
              <a:ext cx="0" cy="1805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grpSp>
    </p:spTree>
    <p:extLst>
      <p:ext uri="{BB962C8B-B14F-4D97-AF65-F5344CB8AC3E}">
        <p14:creationId xmlns:p14="http://schemas.microsoft.com/office/powerpoint/2010/main" val="3000748243"/>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itchFamily="18" charset="0"/>
              <a:cs typeface="Times New Roman" pitchFamily="18" charset="0"/>
            </a:endParaRPr>
          </a:p>
        </p:txBody>
      </p:sp>
      <p:sp>
        <p:nvSpPr>
          <p:cNvPr id="102" name="Text Box 6"/>
          <p:cNvSpPr txBox="1">
            <a:spLocks noChangeArrowheads="1"/>
          </p:cNvSpPr>
          <p:nvPr/>
        </p:nvSpPr>
        <p:spPr bwMode="auto">
          <a:xfrm>
            <a:off x="123825" y="211016"/>
            <a:ext cx="593432"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latin typeface="Times New Roman" pitchFamily="18" charset="0"/>
                <a:cs typeface="Times New Roman" pitchFamily="18" charset="0"/>
              </a:rPr>
              <a:t>PLC</a:t>
            </a:r>
            <a:endParaRPr lang="ko-KR" altLang="en-US" sz="1600" b="1" dirty="0">
              <a:effectLst>
                <a:outerShdw blurRad="38100" dist="38100" dir="2700000" algn="tl">
                  <a:srgbClr val="C0C0C0"/>
                </a:outerShdw>
              </a:effectLst>
              <a:latin typeface="Times New Roman" pitchFamily="18" charset="0"/>
              <a:cs typeface="Times New Roman" pitchFamily="18" charset="0"/>
            </a:endParaRPr>
          </a:p>
        </p:txBody>
      </p:sp>
      <p:sp>
        <p:nvSpPr>
          <p:cNvPr id="5124" name="Rectangle 7"/>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0"/>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36. </a:t>
            </a:r>
            <a:r>
              <a:rPr lang="en-US" altLang="ko-KR" sz="900">
                <a:latin typeface="Times New Roman" pitchFamily="18" charset="0"/>
                <a:ea typeface="돋움" pitchFamily="50" charset="-127"/>
                <a:cs typeface="Times New Roman" pitchFamily="18" charset="0"/>
              </a:rPr>
              <a:t>Điều khiển đầu ra M0 </a:t>
            </a:r>
            <a:r>
              <a:rPr lang="vi-VN" altLang="ko-KR" sz="900">
                <a:latin typeface="Times New Roman" pitchFamily="18" charset="0"/>
                <a:ea typeface="돋움" pitchFamily="50" charset="-127"/>
                <a:cs typeface="Times New Roman" pitchFamily="18" charset="0"/>
              </a:rPr>
              <a:t>bằng cách bật</a:t>
            </a:r>
            <a:r>
              <a:rPr lang="en-US" altLang="ko-KR" sz="900">
                <a:latin typeface="Times New Roman" pitchFamily="18" charset="0"/>
                <a:ea typeface="돋움" pitchFamily="50" charset="-127"/>
                <a:cs typeface="Times New Roman" pitchFamily="18" charset="0"/>
              </a:rPr>
              <a:t> tắt</a:t>
            </a:r>
            <a:r>
              <a:rPr lang="vi-VN" altLang="ko-KR" sz="900">
                <a:latin typeface="Times New Roman" pitchFamily="18" charset="0"/>
                <a:ea typeface="돋움" pitchFamily="50" charset="-127"/>
                <a:cs typeface="Times New Roman" pitchFamily="18" charset="0"/>
              </a:rPr>
              <a:t> X5 như trong biểu đồ bên dưới.</a:t>
            </a:r>
            <a:r>
              <a:rPr lang="en-US" altLang="ko-KR" sz="900">
                <a:latin typeface="Times New Roman" pitchFamily="18" charset="0"/>
                <a:ea typeface="돋움" pitchFamily="50" charset="-127"/>
                <a:cs typeface="Times New Roman" pitchFamily="18" charset="0"/>
              </a:rPr>
              <a:t> K</a:t>
            </a:r>
            <a:r>
              <a:rPr lang="vi-VN" altLang="ko-KR" sz="900">
                <a:latin typeface="Times New Roman" pitchFamily="18" charset="0"/>
                <a:ea typeface="돋움" pitchFamily="50" charset="-127"/>
                <a:cs typeface="Times New Roman" pitchFamily="18" charset="0"/>
              </a:rPr>
              <a:t>ết quả của</a:t>
            </a:r>
            <a:r>
              <a:rPr lang="en-US" altLang="ko-KR" sz="900">
                <a:latin typeface="Times New Roman" pitchFamily="18" charset="0"/>
                <a:ea typeface="돋움" pitchFamily="50" charset="-127"/>
                <a:cs typeface="Times New Roman" pitchFamily="18" charset="0"/>
              </a:rPr>
              <a:t> đầu ra</a:t>
            </a:r>
            <a:r>
              <a:rPr lang="vi-VN" altLang="ko-KR" sz="900">
                <a:latin typeface="Times New Roman" pitchFamily="18" charset="0"/>
                <a:ea typeface="돋움" pitchFamily="50" charset="-127"/>
                <a:cs typeface="Times New Roman" pitchFamily="18" charset="0"/>
              </a:rPr>
              <a:t> M0</a:t>
            </a:r>
            <a:r>
              <a:rPr lang="en-US" altLang="ko-KR" sz="900">
                <a:latin typeface="Times New Roman" pitchFamily="18" charset="0"/>
                <a:ea typeface="돋움" pitchFamily="50" charset="-127"/>
                <a:cs typeface="Times New Roman" pitchFamily="18" charset="0"/>
              </a:rPr>
              <a:t> khác biệt nhất</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b="1">
                <a:solidFill>
                  <a:srgbClr val="C00000"/>
                </a:solidFill>
                <a:latin typeface="Times New Roman" pitchFamily="18" charset="0"/>
                <a:ea typeface="돋움" pitchFamily="50" charset="-127"/>
                <a:cs typeface="Times New Roman" pitchFamily="18" charset="0"/>
              </a:rPr>
              <a:t>②</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④</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37. Khi điều kiện đầu vào X0 được BẬT, </a:t>
            </a:r>
            <a:r>
              <a:rPr lang="en-US" altLang="ko-KR" sz="900">
                <a:latin typeface="Times New Roman" pitchFamily="18" charset="0"/>
                <a:ea typeface="돋움" pitchFamily="50" charset="-127"/>
                <a:cs typeface="Times New Roman" pitchFamily="18" charset="0"/>
              </a:rPr>
              <a:t>muốn truyền </a:t>
            </a:r>
            <a:r>
              <a:rPr lang="vi-VN" altLang="ko-KR" sz="900">
                <a:latin typeface="Times New Roman" pitchFamily="18" charset="0"/>
                <a:ea typeface="돋움" pitchFamily="50" charset="-127"/>
                <a:cs typeface="Times New Roman" pitchFamily="18" charset="0"/>
              </a:rPr>
              <a:t>dữ liệu </a:t>
            </a:r>
            <a:r>
              <a:rPr lang="en-US" altLang="ko-KR" sz="900">
                <a:latin typeface="Times New Roman" pitchFamily="18" charset="0"/>
                <a:ea typeface="돋움" pitchFamily="50" charset="-127"/>
                <a:cs typeface="Times New Roman" pitchFamily="18" charset="0"/>
              </a:rPr>
              <a:t>từ </a:t>
            </a:r>
            <a:r>
              <a:rPr lang="vi-VN" altLang="ko-KR" sz="900">
                <a:latin typeface="Times New Roman" pitchFamily="18" charset="0"/>
                <a:ea typeface="돋움" pitchFamily="50" charset="-127"/>
                <a:cs typeface="Times New Roman" pitchFamily="18" charset="0"/>
              </a:rPr>
              <a:t>M10 ~ M13 </a:t>
            </a:r>
            <a:r>
              <a:rPr lang="en-US" altLang="ko-KR" sz="900">
                <a:latin typeface="Times New Roman" pitchFamily="18" charset="0"/>
                <a:ea typeface="돋움" pitchFamily="50" charset="-127"/>
                <a:cs typeface="Times New Roman" pitchFamily="18" charset="0"/>
              </a:rPr>
              <a:t>sang M100 ~ M103 trong 1 Scan.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Chương trình nào phù hợp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① MOVP K1M10 K1M100</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② FMOV M10 M100 K4</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BMOVP M10 M100 K4</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BMOV K1M10 K1M100 K4</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38. Trong menu </a:t>
            </a:r>
            <a:r>
              <a:rPr lang="en-US" altLang="ko-KR" sz="900">
                <a:latin typeface="Times New Roman" pitchFamily="18" charset="0"/>
                <a:ea typeface="돋움" pitchFamily="50" charset="-127"/>
                <a:cs typeface="Times New Roman" pitchFamily="18" charset="0"/>
              </a:rPr>
              <a:t>Project của</a:t>
            </a:r>
            <a:r>
              <a:rPr lang="vi-VN" altLang="ko-KR" sz="900">
                <a:latin typeface="Times New Roman" pitchFamily="18" charset="0"/>
                <a:ea typeface="돋움" pitchFamily="50" charset="-127"/>
                <a:cs typeface="Times New Roman" pitchFamily="18" charset="0"/>
              </a:rPr>
              <a:t> GPPW, CPU</a:t>
            </a:r>
            <a:r>
              <a:rPr lang="en-US" altLang="ko-KR" sz="900">
                <a:latin typeface="Times New Roman" pitchFamily="18" charset="0"/>
                <a:ea typeface="돋움" pitchFamily="50" charset="-127"/>
                <a:cs typeface="Times New Roman" pitchFamily="18" charset="0"/>
              </a:rPr>
              <a:t> hiện đang</a:t>
            </a:r>
            <a:r>
              <a:rPr lang="vi-VN" altLang="ko-KR" sz="900">
                <a:latin typeface="Times New Roman" pitchFamily="18" charset="0"/>
                <a:ea typeface="돋움" pitchFamily="50" charset="-127"/>
                <a:cs typeface="Times New Roman" pitchFamily="18" charset="0"/>
              </a:rPr>
              <a:t> giao tiếp</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để so sánh sự khác biệt với nội dung được lưu trữ trong PC.</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Menu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① Tương phản </a:t>
            </a:r>
            <a:endParaRPr lang="en-US" altLang="ko-KR" sz="900" b="1">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Sao chép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Chỉnh sửa dữ liệu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Macro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39. Như hình dưới đây, điều kiện đầu vào X0 là Bật và đầu ra Y76</a:t>
            </a:r>
            <a:r>
              <a:rPr lang="en-US" altLang="ko-KR" sz="900">
                <a:latin typeface="Times New Roman" pitchFamily="18" charset="0"/>
                <a:ea typeface="돋움" pitchFamily="50" charset="-127"/>
                <a:cs typeface="Times New Roman" pitchFamily="18" charset="0"/>
              </a:rPr>
              <a:t>. Khu vực A nhập Lệnh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RST   ② SET   ③ PLS   </a:t>
            </a:r>
            <a:r>
              <a:rPr lang="en-US" altLang="ko-KR" sz="900" b="1">
                <a:solidFill>
                  <a:srgbClr val="C00000"/>
                </a:solidFill>
                <a:latin typeface="Times New Roman" pitchFamily="18" charset="0"/>
                <a:ea typeface="돋움" pitchFamily="50" charset="-127"/>
                <a:cs typeface="Times New Roman" pitchFamily="18" charset="0"/>
              </a:rPr>
              <a:t>④ PLF</a:t>
            </a:r>
            <a:endParaRPr lang="ko-KR" altLang="ko-KR" sz="900" b="1">
              <a:solidFill>
                <a:srgbClr val="C00000"/>
              </a:solidFill>
              <a:latin typeface="Times New Roman" pitchFamily="18" charset="0"/>
              <a:ea typeface="돋움" pitchFamily="50" charset="-127"/>
              <a:cs typeface="Times New Roman" pitchFamily="18" charset="0"/>
            </a:endParaRPr>
          </a:p>
        </p:txBody>
      </p:sp>
      <p:sp>
        <p:nvSpPr>
          <p:cNvPr id="5125" name="Rectangle 8"/>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pt-BR" altLang="ko-KR" sz="900">
                <a:latin typeface="Times New Roman" pitchFamily="18" charset="0"/>
                <a:ea typeface="돋움" pitchFamily="50" charset="-127"/>
                <a:cs typeface="Times New Roman" pitchFamily="18" charset="0"/>
              </a:rPr>
              <a:t>40. Trong mạch điều khiển chính (MC) dưới đây, A, B lần lượt là gì?</a:t>
            </a:r>
          </a:p>
          <a:p>
            <a:pPr eaLnBrk="1" hangingPunct="1">
              <a:spcBef>
                <a:spcPct val="0"/>
              </a:spcBef>
              <a:buFontTx/>
              <a:buNone/>
            </a:pPr>
            <a:endParaRPr lang="pt-BR" altLang="ko-KR" sz="900">
              <a:latin typeface="Times New Roman" pitchFamily="18" charset="0"/>
              <a:ea typeface="돋움" pitchFamily="50" charset="-127"/>
              <a:cs typeface="Times New Roman" pitchFamily="18" charset="0"/>
            </a:endParaRPr>
          </a:p>
          <a:p>
            <a:pPr eaLnBrk="1" hangingPunct="1">
              <a:spcBef>
                <a:spcPct val="0"/>
              </a:spcBef>
              <a:buFontTx/>
              <a:buNone/>
            </a:pPr>
            <a:r>
              <a:rPr lang="pt-BR" altLang="ko-KR" sz="900">
                <a:latin typeface="Times New Roman" pitchFamily="18" charset="0"/>
                <a:ea typeface="돋움" pitchFamily="50" charset="-127"/>
                <a:cs typeface="Times New Roman" pitchFamily="18" charset="0"/>
              </a:rPr>
              <a:t>① A: M2, B: M1    ② A: M1, B: M2</a:t>
            </a:r>
          </a:p>
          <a:p>
            <a:pPr eaLnBrk="1" hangingPunct="1">
              <a:spcBef>
                <a:spcPct val="0"/>
              </a:spcBef>
              <a:buFontTx/>
              <a:buNone/>
            </a:pPr>
            <a:r>
              <a:rPr lang="pt-BR" altLang="ko-KR" sz="900" b="1">
                <a:solidFill>
                  <a:srgbClr val="C00000"/>
                </a:solidFill>
                <a:latin typeface="Times New Roman" pitchFamily="18" charset="0"/>
                <a:ea typeface="돋움" pitchFamily="50" charset="-127"/>
                <a:cs typeface="Times New Roman" pitchFamily="18" charset="0"/>
              </a:rPr>
              <a:t>③ A: N2, B: N1     </a:t>
            </a:r>
            <a:r>
              <a:rPr lang="pt-BR" altLang="ko-KR" sz="900">
                <a:latin typeface="Times New Roman" pitchFamily="18" charset="0"/>
                <a:ea typeface="돋움" pitchFamily="50" charset="-127"/>
                <a:cs typeface="Times New Roman" pitchFamily="18" charset="0"/>
              </a:rPr>
              <a:t>④ A: N1, B: N2</a:t>
            </a:r>
            <a:endParaRPr lang="en-US" altLang="ko-KR" sz="900">
              <a:latin typeface="Times New Roman" pitchFamily="18" charset="0"/>
              <a:ea typeface="돋움" pitchFamily="50" charset="-127"/>
              <a:cs typeface="Times New Roman" pitchFamily="18" charset="0"/>
            </a:endParaRPr>
          </a:p>
        </p:txBody>
      </p:sp>
      <p:grpSp>
        <p:nvGrpSpPr>
          <p:cNvPr id="5126" name="그룹 1"/>
          <p:cNvGrpSpPr>
            <a:grpSpLocks/>
          </p:cNvGrpSpPr>
          <p:nvPr/>
        </p:nvGrpSpPr>
        <p:grpSpPr bwMode="auto">
          <a:xfrm>
            <a:off x="433388" y="6434504"/>
            <a:ext cx="2705100" cy="2023696"/>
            <a:chOff x="433388" y="7153151"/>
            <a:chExt cx="2705100" cy="2192337"/>
          </a:xfrm>
        </p:grpSpPr>
        <p:sp>
          <p:nvSpPr>
            <p:cNvPr id="5202" name="Freeform 1083"/>
            <p:cNvSpPr>
              <a:spLocks/>
            </p:cNvSpPr>
            <p:nvPr/>
          </p:nvSpPr>
          <p:spPr bwMode="auto">
            <a:xfrm>
              <a:off x="768350" y="7153151"/>
              <a:ext cx="2197100" cy="228600"/>
            </a:xfrm>
            <a:custGeom>
              <a:avLst/>
              <a:gdLst>
                <a:gd name="T0" fmla="*/ 0 w 1248"/>
                <a:gd name="T1" fmla="*/ 2147483647 h 144"/>
                <a:gd name="T2" fmla="*/ 2147483647 w 1248"/>
                <a:gd name="T3" fmla="*/ 2147483647 h 144"/>
                <a:gd name="T4" fmla="*/ 2147483647 w 1248"/>
                <a:gd name="T5" fmla="*/ 0 h 144"/>
                <a:gd name="T6" fmla="*/ 2147483647 w 1248"/>
                <a:gd name="T7" fmla="*/ 0 h 144"/>
                <a:gd name="T8" fmla="*/ 2147483647 w 1248"/>
                <a:gd name="T9" fmla="*/ 2147483647 h 144"/>
                <a:gd name="T10" fmla="*/ 2147483647 w 1248"/>
                <a:gd name="T11" fmla="*/ 2147483647 h 144"/>
                <a:gd name="T12" fmla="*/ 0 60000 65536"/>
                <a:gd name="T13" fmla="*/ 0 60000 65536"/>
                <a:gd name="T14" fmla="*/ 0 60000 65536"/>
                <a:gd name="T15" fmla="*/ 0 60000 65536"/>
                <a:gd name="T16" fmla="*/ 0 60000 65536"/>
                <a:gd name="T17" fmla="*/ 0 60000 65536"/>
                <a:gd name="T18" fmla="*/ 0 w 1248"/>
                <a:gd name="T19" fmla="*/ 0 h 144"/>
                <a:gd name="T20" fmla="*/ 1248 w 124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248" h="144">
                  <a:moveTo>
                    <a:pt x="0" y="144"/>
                  </a:moveTo>
                  <a:lnTo>
                    <a:pt x="288" y="144"/>
                  </a:lnTo>
                  <a:lnTo>
                    <a:pt x="288" y="0"/>
                  </a:lnTo>
                  <a:lnTo>
                    <a:pt x="816" y="0"/>
                  </a:lnTo>
                  <a:lnTo>
                    <a:pt x="816" y="144"/>
                  </a:lnTo>
                  <a:lnTo>
                    <a:pt x="1248" y="144"/>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itchFamily="18" charset="0"/>
                <a:cs typeface="Times New Roman" pitchFamily="18" charset="0"/>
              </a:endParaRPr>
            </a:p>
          </p:txBody>
        </p:sp>
        <p:sp>
          <p:nvSpPr>
            <p:cNvPr id="5203" name="Freeform 1084"/>
            <p:cNvSpPr>
              <a:spLocks/>
            </p:cNvSpPr>
            <p:nvPr/>
          </p:nvSpPr>
          <p:spPr bwMode="auto">
            <a:xfrm>
              <a:off x="768350" y="7608763"/>
              <a:ext cx="2197100" cy="227013"/>
            </a:xfrm>
            <a:custGeom>
              <a:avLst/>
              <a:gdLst>
                <a:gd name="T0" fmla="*/ 0 w 1248"/>
                <a:gd name="T1" fmla="*/ 2147483647 h 144"/>
                <a:gd name="T2" fmla="*/ 2147483647 w 1248"/>
                <a:gd name="T3" fmla="*/ 2147483647 h 144"/>
                <a:gd name="T4" fmla="*/ 2147483647 w 1248"/>
                <a:gd name="T5" fmla="*/ 0 h 144"/>
                <a:gd name="T6" fmla="*/ 2147483647 w 1248"/>
                <a:gd name="T7" fmla="*/ 0 h 144"/>
                <a:gd name="T8" fmla="*/ 2147483647 w 1248"/>
                <a:gd name="T9" fmla="*/ 2147483647 h 144"/>
                <a:gd name="T10" fmla="*/ 2147483647 w 1248"/>
                <a:gd name="T11" fmla="*/ 2147483647 h 144"/>
                <a:gd name="T12" fmla="*/ 0 60000 65536"/>
                <a:gd name="T13" fmla="*/ 0 60000 65536"/>
                <a:gd name="T14" fmla="*/ 0 60000 65536"/>
                <a:gd name="T15" fmla="*/ 0 60000 65536"/>
                <a:gd name="T16" fmla="*/ 0 60000 65536"/>
                <a:gd name="T17" fmla="*/ 0 60000 65536"/>
                <a:gd name="T18" fmla="*/ 0 w 1248"/>
                <a:gd name="T19" fmla="*/ 0 h 144"/>
                <a:gd name="T20" fmla="*/ 1248 w 1248"/>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248" h="144">
                  <a:moveTo>
                    <a:pt x="0" y="144"/>
                  </a:moveTo>
                  <a:lnTo>
                    <a:pt x="816" y="144"/>
                  </a:lnTo>
                  <a:lnTo>
                    <a:pt x="816" y="0"/>
                  </a:lnTo>
                  <a:lnTo>
                    <a:pt x="1152" y="0"/>
                  </a:lnTo>
                  <a:lnTo>
                    <a:pt x="1152" y="144"/>
                  </a:lnTo>
                  <a:lnTo>
                    <a:pt x="1248" y="144"/>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itchFamily="18" charset="0"/>
                <a:cs typeface="Times New Roman" pitchFamily="18" charset="0"/>
              </a:endParaRPr>
            </a:p>
          </p:txBody>
        </p:sp>
        <p:sp>
          <p:nvSpPr>
            <p:cNvPr id="5204" name="Line 1085"/>
            <p:cNvSpPr>
              <a:spLocks noChangeShapeType="1"/>
            </p:cNvSpPr>
            <p:nvPr/>
          </p:nvSpPr>
          <p:spPr bwMode="auto">
            <a:xfrm flipV="1">
              <a:off x="1274763" y="7153151"/>
              <a:ext cx="0" cy="22860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05" name="Line 1086"/>
            <p:cNvSpPr>
              <a:spLocks noChangeShapeType="1"/>
            </p:cNvSpPr>
            <p:nvPr/>
          </p:nvSpPr>
          <p:spPr bwMode="auto">
            <a:xfrm>
              <a:off x="2205038" y="7153151"/>
              <a:ext cx="0" cy="22860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06" name="Line 1087"/>
            <p:cNvSpPr>
              <a:spLocks noChangeShapeType="1"/>
            </p:cNvSpPr>
            <p:nvPr/>
          </p:nvSpPr>
          <p:spPr bwMode="auto">
            <a:xfrm flipV="1">
              <a:off x="2205038" y="7608763"/>
              <a:ext cx="0" cy="227013"/>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07" name="Line 1088"/>
            <p:cNvSpPr>
              <a:spLocks noChangeShapeType="1"/>
            </p:cNvSpPr>
            <p:nvPr/>
          </p:nvSpPr>
          <p:spPr bwMode="auto">
            <a:xfrm>
              <a:off x="2797175" y="7608763"/>
              <a:ext cx="0" cy="227013"/>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08" name="Freeform 1089"/>
            <p:cNvSpPr>
              <a:spLocks/>
            </p:cNvSpPr>
            <p:nvPr/>
          </p:nvSpPr>
          <p:spPr bwMode="auto">
            <a:xfrm>
              <a:off x="2092325" y="7229351"/>
              <a:ext cx="295275" cy="531812"/>
            </a:xfrm>
            <a:custGeom>
              <a:avLst/>
              <a:gdLst>
                <a:gd name="T0" fmla="*/ 2147483647 w 168"/>
                <a:gd name="T1" fmla="*/ 0 h 384"/>
                <a:gd name="T2" fmla="*/ 2147483647 w 168"/>
                <a:gd name="T3" fmla="*/ 2147483647 h 384"/>
                <a:gd name="T4" fmla="*/ 2147483647 w 168"/>
                <a:gd name="T5" fmla="*/ 2147483647 h 384"/>
                <a:gd name="T6" fmla="*/ 2147483647 w 168"/>
                <a:gd name="T7" fmla="*/ 2147483647 h 384"/>
                <a:gd name="T8" fmla="*/ 0 60000 65536"/>
                <a:gd name="T9" fmla="*/ 0 60000 65536"/>
                <a:gd name="T10" fmla="*/ 0 60000 65536"/>
                <a:gd name="T11" fmla="*/ 0 60000 65536"/>
                <a:gd name="T12" fmla="*/ 0 w 168"/>
                <a:gd name="T13" fmla="*/ 0 h 384"/>
                <a:gd name="T14" fmla="*/ 168 w 168"/>
                <a:gd name="T15" fmla="*/ 384 h 384"/>
              </a:gdLst>
              <a:ahLst/>
              <a:cxnLst>
                <a:cxn ang="T8">
                  <a:pos x="T0" y="T1"/>
                </a:cxn>
                <a:cxn ang="T9">
                  <a:pos x="T2" y="T3"/>
                </a:cxn>
                <a:cxn ang="T10">
                  <a:pos x="T4" y="T5"/>
                </a:cxn>
                <a:cxn ang="T11">
                  <a:pos x="T6" y="T7"/>
                </a:cxn>
              </a:cxnLst>
              <a:rect l="T12" t="T13" r="T14" b="T15"/>
              <a:pathLst>
                <a:path w="168" h="384">
                  <a:moveTo>
                    <a:pt x="64" y="0"/>
                  </a:moveTo>
                  <a:cubicBezTo>
                    <a:pt x="116" y="52"/>
                    <a:pt x="168" y="104"/>
                    <a:pt x="160" y="144"/>
                  </a:cubicBezTo>
                  <a:cubicBezTo>
                    <a:pt x="152" y="184"/>
                    <a:pt x="32" y="200"/>
                    <a:pt x="16" y="240"/>
                  </a:cubicBezTo>
                  <a:cubicBezTo>
                    <a:pt x="0" y="280"/>
                    <a:pt x="32" y="332"/>
                    <a:pt x="64" y="384"/>
                  </a:cubicBezTo>
                </a:path>
              </a:pathLst>
            </a:custGeom>
            <a:noFill/>
            <a:ln w="9525" cap="flat" cmpd="sng">
              <a:solidFill>
                <a:srgbClr val="000000"/>
              </a:solidFill>
              <a:prstDash val="solid"/>
              <a:round/>
              <a:headEnd/>
              <a:tailEnd type="triangle" w="sm" len="sm"/>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itchFamily="18" charset="0"/>
                <a:cs typeface="Times New Roman" pitchFamily="18" charset="0"/>
              </a:endParaRPr>
            </a:p>
          </p:txBody>
        </p:sp>
        <p:sp>
          <p:nvSpPr>
            <p:cNvPr id="5209" name="Text Box 1090"/>
            <p:cNvSpPr txBox="1">
              <a:spLocks noChangeArrowheads="1"/>
            </p:cNvSpPr>
            <p:nvPr/>
          </p:nvSpPr>
          <p:spPr bwMode="auto">
            <a:xfrm>
              <a:off x="433388" y="7153151"/>
              <a:ext cx="788598"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smtClean="0">
                  <a:solidFill>
                    <a:srgbClr val="000000"/>
                  </a:solidFill>
                  <a:latin typeface="Times New Roman" pitchFamily="18" charset="0"/>
                  <a:cs typeface="Times New Roman" pitchFamily="18" charset="0"/>
                </a:rPr>
                <a:t>Bấm nút(X0</a:t>
              </a:r>
              <a:r>
                <a:rPr lang="en-US" altLang="ko-KR" sz="900">
                  <a:solidFill>
                    <a:srgbClr val="000000"/>
                  </a:solidFill>
                  <a:latin typeface="Times New Roman" pitchFamily="18" charset="0"/>
                  <a:cs typeface="Times New Roman" pitchFamily="18" charset="0"/>
                </a:rPr>
                <a:t>)</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210" name="Text Box 1091"/>
            <p:cNvSpPr txBox="1">
              <a:spLocks noChangeArrowheads="1"/>
            </p:cNvSpPr>
            <p:nvPr/>
          </p:nvSpPr>
          <p:spPr bwMode="auto">
            <a:xfrm>
              <a:off x="476672" y="7629401"/>
              <a:ext cx="6953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smtClean="0">
                  <a:solidFill>
                    <a:srgbClr val="000000"/>
                  </a:solidFill>
                  <a:latin typeface="Times New Roman" pitchFamily="18" charset="0"/>
                  <a:cs typeface="Times New Roman" pitchFamily="18" charset="0"/>
                </a:rPr>
                <a:t>Đèn(Y76</a:t>
              </a:r>
              <a:r>
                <a:rPr lang="en-US" altLang="ko-KR" sz="900">
                  <a:solidFill>
                    <a:srgbClr val="000000"/>
                  </a:solidFill>
                  <a:latin typeface="Times New Roman" pitchFamily="18" charset="0"/>
                  <a:cs typeface="Times New Roman" pitchFamily="18" charset="0"/>
                </a:rPr>
                <a:t>)</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grpSp>
          <p:nvGrpSpPr>
            <p:cNvPr id="5211" name="그룹 23"/>
            <p:cNvGrpSpPr>
              <a:grpSpLocks/>
            </p:cNvGrpSpPr>
            <p:nvPr/>
          </p:nvGrpSpPr>
          <p:grpSpPr bwMode="auto">
            <a:xfrm>
              <a:off x="598488" y="8175501"/>
              <a:ext cx="2540000" cy="1169987"/>
              <a:chOff x="598227" y="7670539"/>
              <a:chExt cx="2540111" cy="1170893"/>
            </a:xfrm>
          </p:grpSpPr>
          <p:sp>
            <p:nvSpPr>
              <p:cNvPr id="5216" name="Text Box 1097"/>
              <p:cNvSpPr txBox="1">
                <a:spLocks noChangeArrowheads="1"/>
              </p:cNvSpPr>
              <p:nvPr/>
            </p:nvSpPr>
            <p:spPr bwMode="auto">
              <a:xfrm>
                <a:off x="804482" y="7670539"/>
                <a:ext cx="323662" cy="219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X0</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grpSp>
            <p:nvGrpSpPr>
              <p:cNvPr id="5217" name="그룹 22"/>
              <p:cNvGrpSpPr>
                <a:grpSpLocks/>
              </p:cNvGrpSpPr>
              <p:nvPr/>
            </p:nvGrpSpPr>
            <p:grpSpPr bwMode="auto">
              <a:xfrm>
                <a:off x="598227" y="7850676"/>
                <a:ext cx="2540111" cy="990756"/>
                <a:chOff x="598227" y="7850676"/>
                <a:chExt cx="2540111" cy="990756"/>
              </a:xfrm>
            </p:grpSpPr>
            <p:sp>
              <p:nvSpPr>
                <p:cNvPr id="5218" name="Line 1092"/>
                <p:cNvSpPr>
                  <a:spLocks noChangeShapeType="1"/>
                </p:cNvSpPr>
                <p:nvPr/>
              </p:nvSpPr>
              <p:spPr bwMode="auto">
                <a:xfrm>
                  <a:off x="598227" y="7855417"/>
                  <a:ext cx="0" cy="9860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19" name="Line 1093"/>
                <p:cNvSpPr>
                  <a:spLocks noChangeShapeType="1"/>
                </p:cNvSpPr>
                <p:nvPr/>
              </p:nvSpPr>
              <p:spPr bwMode="auto">
                <a:xfrm>
                  <a:off x="598227" y="7931264"/>
                  <a:ext cx="3379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0" name="Line 1094"/>
                <p:cNvSpPr>
                  <a:spLocks noChangeShapeType="1"/>
                </p:cNvSpPr>
                <p:nvPr/>
              </p:nvSpPr>
              <p:spPr bwMode="auto">
                <a:xfrm>
                  <a:off x="936168" y="7855417"/>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1" name="Line 1095"/>
                <p:cNvSpPr>
                  <a:spLocks noChangeShapeType="1"/>
                </p:cNvSpPr>
                <p:nvPr/>
              </p:nvSpPr>
              <p:spPr bwMode="auto">
                <a:xfrm>
                  <a:off x="990111" y="7855417"/>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2" name="Line 1096"/>
                <p:cNvSpPr>
                  <a:spLocks noChangeShapeType="1"/>
                </p:cNvSpPr>
                <p:nvPr/>
              </p:nvSpPr>
              <p:spPr bwMode="auto">
                <a:xfrm>
                  <a:off x="999631" y="7931264"/>
                  <a:ext cx="120579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3" name="Line 1098"/>
                <p:cNvSpPr>
                  <a:spLocks noChangeShapeType="1"/>
                </p:cNvSpPr>
                <p:nvPr/>
              </p:nvSpPr>
              <p:spPr bwMode="auto">
                <a:xfrm>
                  <a:off x="609333" y="8310501"/>
                  <a:ext cx="3379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4" name="Line 1099"/>
                <p:cNvSpPr>
                  <a:spLocks noChangeShapeType="1"/>
                </p:cNvSpPr>
                <p:nvPr/>
              </p:nvSpPr>
              <p:spPr bwMode="auto">
                <a:xfrm>
                  <a:off x="947274" y="8234653"/>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5" name="Line 1100"/>
                <p:cNvSpPr>
                  <a:spLocks noChangeShapeType="1"/>
                </p:cNvSpPr>
                <p:nvPr/>
              </p:nvSpPr>
              <p:spPr bwMode="auto">
                <a:xfrm>
                  <a:off x="999631" y="8234653"/>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6" name="Line 1101"/>
                <p:cNvSpPr>
                  <a:spLocks noChangeShapeType="1"/>
                </p:cNvSpPr>
                <p:nvPr/>
              </p:nvSpPr>
              <p:spPr bwMode="auto">
                <a:xfrm>
                  <a:off x="1010737" y="8310501"/>
                  <a:ext cx="2633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7" name="Text Box 1102"/>
                <p:cNvSpPr txBox="1">
                  <a:spLocks noChangeArrowheads="1"/>
                </p:cNvSpPr>
                <p:nvPr/>
              </p:nvSpPr>
              <p:spPr bwMode="auto">
                <a:xfrm>
                  <a:off x="804482" y="8041875"/>
                  <a:ext cx="342701" cy="229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M1</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228" name="Line 1103"/>
                <p:cNvSpPr>
                  <a:spLocks noChangeShapeType="1"/>
                </p:cNvSpPr>
                <p:nvPr/>
              </p:nvSpPr>
              <p:spPr bwMode="auto">
                <a:xfrm>
                  <a:off x="1286801" y="8234653"/>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29" name="Line 1104"/>
                <p:cNvSpPr>
                  <a:spLocks noChangeShapeType="1"/>
                </p:cNvSpPr>
                <p:nvPr/>
              </p:nvSpPr>
              <p:spPr bwMode="auto">
                <a:xfrm>
                  <a:off x="1340745" y="8234653"/>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30" name="Text Box 1105"/>
                <p:cNvSpPr txBox="1">
                  <a:spLocks noChangeArrowheads="1"/>
                </p:cNvSpPr>
                <p:nvPr/>
              </p:nvSpPr>
              <p:spPr bwMode="auto">
                <a:xfrm>
                  <a:off x="1147183" y="8041875"/>
                  <a:ext cx="380779" cy="229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T16</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231" name="Line 1106"/>
                <p:cNvSpPr>
                  <a:spLocks noChangeShapeType="1"/>
                </p:cNvSpPr>
                <p:nvPr/>
              </p:nvSpPr>
              <p:spPr bwMode="auto">
                <a:xfrm>
                  <a:off x="609333" y="8632852"/>
                  <a:ext cx="3379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32" name="Line 1107"/>
                <p:cNvSpPr>
                  <a:spLocks noChangeShapeType="1"/>
                </p:cNvSpPr>
                <p:nvPr/>
              </p:nvSpPr>
              <p:spPr bwMode="auto">
                <a:xfrm>
                  <a:off x="947274" y="8557005"/>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33" name="Line 1108"/>
                <p:cNvSpPr>
                  <a:spLocks noChangeShapeType="1"/>
                </p:cNvSpPr>
                <p:nvPr/>
              </p:nvSpPr>
              <p:spPr bwMode="auto">
                <a:xfrm>
                  <a:off x="999631" y="8557005"/>
                  <a:ext cx="0"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34" name="Freeform 1109"/>
                <p:cNvSpPr>
                  <a:spLocks/>
                </p:cNvSpPr>
                <p:nvPr/>
              </p:nvSpPr>
              <p:spPr bwMode="auto">
                <a:xfrm>
                  <a:off x="1021843" y="8329462"/>
                  <a:ext cx="84089" cy="303389"/>
                </a:xfrm>
                <a:custGeom>
                  <a:avLst/>
                  <a:gdLst>
                    <a:gd name="T0" fmla="*/ 0 w 48"/>
                    <a:gd name="T1" fmla="*/ 2147483647 h 192"/>
                    <a:gd name="T2" fmla="*/ 2147483647 w 48"/>
                    <a:gd name="T3" fmla="*/ 2147483647 h 192"/>
                    <a:gd name="T4" fmla="*/ 2147483647 w 48"/>
                    <a:gd name="T5" fmla="*/ 0 h 192"/>
                    <a:gd name="T6" fmla="*/ 0 60000 65536"/>
                    <a:gd name="T7" fmla="*/ 0 60000 65536"/>
                    <a:gd name="T8" fmla="*/ 0 60000 65536"/>
                    <a:gd name="T9" fmla="*/ 0 w 48"/>
                    <a:gd name="T10" fmla="*/ 0 h 192"/>
                    <a:gd name="T11" fmla="*/ 48 w 48"/>
                    <a:gd name="T12" fmla="*/ 192 h 192"/>
                  </a:gdLst>
                  <a:ahLst/>
                  <a:cxnLst>
                    <a:cxn ang="T6">
                      <a:pos x="T0" y="T1"/>
                    </a:cxn>
                    <a:cxn ang="T7">
                      <a:pos x="T2" y="T3"/>
                    </a:cxn>
                    <a:cxn ang="T8">
                      <a:pos x="T4" y="T5"/>
                    </a:cxn>
                  </a:cxnLst>
                  <a:rect l="T9" t="T10" r="T11" b="T12"/>
                  <a:pathLst>
                    <a:path w="48" h="192">
                      <a:moveTo>
                        <a:pt x="0" y="192"/>
                      </a:moveTo>
                      <a:lnTo>
                        <a:pt x="48" y="192"/>
                      </a:lnTo>
                      <a:lnTo>
                        <a:pt x="48" y="0"/>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itchFamily="18" charset="0"/>
                    <a:cs typeface="Times New Roman" pitchFamily="18" charset="0"/>
                  </a:endParaRPr>
                </a:p>
              </p:txBody>
            </p:sp>
            <p:sp>
              <p:nvSpPr>
                <p:cNvPr id="5235" name="Line 1110"/>
                <p:cNvSpPr>
                  <a:spLocks noChangeShapeType="1"/>
                </p:cNvSpPr>
                <p:nvPr/>
              </p:nvSpPr>
              <p:spPr bwMode="auto">
                <a:xfrm flipH="1">
                  <a:off x="1221752" y="8234653"/>
                  <a:ext cx="169764" cy="1516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36" name="Line 1111"/>
                <p:cNvSpPr>
                  <a:spLocks noChangeShapeType="1"/>
                </p:cNvSpPr>
                <p:nvPr/>
              </p:nvSpPr>
              <p:spPr bwMode="auto">
                <a:xfrm>
                  <a:off x="1359784" y="8310501"/>
                  <a:ext cx="126767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37" name="Text Box 1112"/>
                <p:cNvSpPr txBox="1">
                  <a:spLocks noChangeArrowheads="1"/>
                </p:cNvSpPr>
                <p:nvPr/>
              </p:nvSpPr>
              <p:spPr bwMode="auto">
                <a:xfrm>
                  <a:off x="775923" y="8375287"/>
                  <a:ext cx="445829" cy="229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Y76</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238" name="Rectangle 1114"/>
                <p:cNvSpPr>
                  <a:spLocks noChangeArrowheads="1"/>
                </p:cNvSpPr>
                <p:nvPr/>
              </p:nvSpPr>
              <p:spPr bwMode="auto">
                <a:xfrm>
                  <a:off x="2205430" y="7850676"/>
                  <a:ext cx="504532" cy="15169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 A ) </a:t>
                  </a:r>
                </a:p>
              </p:txBody>
            </p:sp>
            <p:sp>
              <p:nvSpPr>
                <p:cNvPr id="5239" name="Rectangle 1115"/>
                <p:cNvSpPr>
                  <a:spLocks noChangeArrowheads="1"/>
                </p:cNvSpPr>
                <p:nvPr/>
              </p:nvSpPr>
              <p:spPr bwMode="auto">
                <a:xfrm>
                  <a:off x="2709962" y="7850676"/>
                  <a:ext cx="342701" cy="15169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M1</a:t>
                  </a:r>
                </a:p>
              </p:txBody>
            </p:sp>
            <p:sp>
              <p:nvSpPr>
                <p:cNvPr id="5240" name="Line 1116"/>
                <p:cNvSpPr>
                  <a:spLocks noChangeShapeType="1"/>
                </p:cNvSpPr>
                <p:nvPr/>
              </p:nvSpPr>
              <p:spPr bwMode="auto">
                <a:xfrm>
                  <a:off x="3051076" y="7931264"/>
                  <a:ext cx="840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41" name="Text Box 1117"/>
                <p:cNvSpPr txBox="1">
                  <a:spLocks noChangeArrowheads="1"/>
                </p:cNvSpPr>
                <p:nvPr/>
              </p:nvSpPr>
              <p:spPr bwMode="auto">
                <a:xfrm>
                  <a:off x="2538611" y="8060837"/>
                  <a:ext cx="542610" cy="361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lnSpc>
                      <a:spcPts val="900"/>
                    </a:lnSpc>
                    <a:spcBef>
                      <a:spcPct val="0"/>
                    </a:spcBef>
                    <a:buFontTx/>
                    <a:buNone/>
                  </a:pPr>
                  <a:r>
                    <a:rPr lang="en-US" altLang="ko-KR" sz="900">
                      <a:solidFill>
                        <a:srgbClr val="000000"/>
                      </a:solidFill>
                      <a:latin typeface="Times New Roman" pitchFamily="18" charset="0"/>
                      <a:cs typeface="Times New Roman" pitchFamily="18" charset="0"/>
                    </a:rPr>
                    <a:t>K100</a:t>
                  </a:r>
                </a:p>
                <a:p>
                  <a:pPr eaLnBrk="1" hangingPunct="1">
                    <a:lnSpc>
                      <a:spcPts val="900"/>
                    </a:lnSpc>
                    <a:spcBef>
                      <a:spcPct val="0"/>
                    </a:spcBef>
                    <a:buFontTx/>
                    <a:buNone/>
                  </a:pPr>
                  <a:r>
                    <a:rPr lang="en-US" altLang="ko-KR" sz="900">
                      <a:solidFill>
                        <a:srgbClr val="000000"/>
                      </a:solidFill>
                      <a:latin typeface="Times New Roman" pitchFamily="18" charset="0"/>
                      <a:cs typeface="Times New Roman" pitchFamily="18" charset="0"/>
                    </a:rPr>
                    <a:t>( T16 )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242" name="Freeform 1118"/>
                <p:cNvSpPr>
                  <a:spLocks/>
                </p:cNvSpPr>
                <p:nvPr/>
              </p:nvSpPr>
              <p:spPr bwMode="auto">
                <a:xfrm>
                  <a:off x="1613636" y="8310501"/>
                  <a:ext cx="1013823" cy="303389"/>
                </a:xfrm>
                <a:custGeom>
                  <a:avLst/>
                  <a:gdLst>
                    <a:gd name="T0" fmla="*/ 0 w 576"/>
                    <a:gd name="T1" fmla="*/ 0 h 192"/>
                    <a:gd name="T2" fmla="*/ 0 w 576"/>
                    <a:gd name="T3" fmla="*/ 2147483647 h 192"/>
                    <a:gd name="T4" fmla="*/ 2147483647 w 576"/>
                    <a:gd name="T5" fmla="*/ 2147483647 h 192"/>
                    <a:gd name="T6" fmla="*/ 0 60000 65536"/>
                    <a:gd name="T7" fmla="*/ 0 60000 65536"/>
                    <a:gd name="T8" fmla="*/ 0 60000 65536"/>
                    <a:gd name="T9" fmla="*/ 0 w 576"/>
                    <a:gd name="T10" fmla="*/ 0 h 192"/>
                    <a:gd name="T11" fmla="*/ 576 w 576"/>
                    <a:gd name="T12" fmla="*/ 192 h 192"/>
                  </a:gdLst>
                  <a:ahLst/>
                  <a:cxnLst>
                    <a:cxn ang="T6">
                      <a:pos x="T0" y="T1"/>
                    </a:cxn>
                    <a:cxn ang="T7">
                      <a:pos x="T2" y="T3"/>
                    </a:cxn>
                    <a:cxn ang="T8">
                      <a:pos x="T4" y="T5"/>
                    </a:cxn>
                  </a:cxnLst>
                  <a:rect l="T9" t="T10" r="T11" b="T12"/>
                  <a:pathLst>
                    <a:path w="576" h="192">
                      <a:moveTo>
                        <a:pt x="0" y="0"/>
                      </a:moveTo>
                      <a:lnTo>
                        <a:pt x="0" y="192"/>
                      </a:lnTo>
                      <a:lnTo>
                        <a:pt x="576" y="192"/>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itchFamily="18" charset="0"/>
                    <a:cs typeface="Times New Roman" pitchFamily="18" charset="0"/>
                  </a:endParaRPr>
                </a:p>
              </p:txBody>
            </p:sp>
            <p:sp>
              <p:nvSpPr>
                <p:cNvPr id="5243" name="Text Box 1119"/>
                <p:cNvSpPr txBox="1">
                  <a:spLocks noChangeArrowheads="1"/>
                </p:cNvSpPr>
                <p:nvPr/>
              </p:nvSpPr>
              <p:spPr bwMode="auto">
                <a:xfrm>
                  <a:off x="2557650" y="8489058"/>
                  <a:ext cx="552129" cy="229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 Y76 )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244" name="Line 1120"/>
                <p:cNvSpPr>
                  <a:spLocks noChangeShapeType="1"/>
                </p:cNvSpPr>
                <p:nvPr/>
              </p:nvSpPr>
              <p:spPr bwMode="auto">
                <a:xfrm>
                  <a:off x="2965401" y="8310501"/>
                  <a:ext cx="16976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45" name="Line 1121"/>
                <p:cNvSpPr>
                  <a:spLocks noChangeShapeType="1"/>
                </p:cNvSpPr>
                <p:nvPr/>
              </p:nvSpPr>
              <p:spPr bwMode="auto">
                <a:xfrm>
                  <a:off x="3009825" y="8604409"/>
                  <a:ext cx="1285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46" name="Line 1122"/>
                <p:cNvSpPr>
                  <a:spLocks noChangeShapeType="1"/>
                </p:cNvSpPr>
                <p:nvPr/>
              </p:nvSpPr>
              <p:spPr bwMode="auto">
                <a:xfrm>
                  <a:off x="3135165" y="7855417"/>
                  <a:ext cx="0" cy="9101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sp>
          <p:nvSpPr>
            <p:cNvPr id="5212" name="Line 1123"/>
            <p:cNvSpPr>
              <a:spLocks noChangeShapeType="1"/>
            </p:cNvSpPr>
            <p:nvPr/>
          </p:nvSpPr>
          <p:spPr bwMode="auto">
            <a:xfrm>
              <a:off x="2205038" y="7835776"/>
              <a:ext cx="0"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13" name="Line 1124"/>
            <p:cNvSpPr>
              <a:spLocks noChangeShapeType="1"/>
            </p:cNvSpPr>
            <p:nvPr/>
          </p:nvSpPr>
          <p:spPr bwMode="auto">
            <a:xfrm>
              <a:off x="2797175" y="7835776"/>
              <a:ext cx="0"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cxnSp>
          <p:nvCxnSpPr>
            <p:cNvPr id="5214" name="AutoShape 1125"/>
            <p:cNvCxnSpPr>
              <a:cxnSpLocks noChangeShapeType="1"/>
            </p:cNvCxnSpPr>
            <p:nvPr/>
          </p:nvCxnSpPr>
          <p:spPr bwMode="auto">
            <a:xfrm>
              <a:off x="2205038" y="7864351"/>
              <a:ext cx="592137" cy="0"/>
            </a:xfrm>
            <a:prstGeom prst="straightConnector1">
              <a:avLst/>
            </a:prstGeom>
            <a:noFill/>
            <a:ln w="9525">
              <a:solidFill>
                <a:srgbClr val="000000"/>
              </a:solidFill>
              <a:round/>
              <a:headEnd type="triangle" w="sm" len="sm"/>
              <a:tailEnd type="triangle" w="sm" len="sm"/>
            </a:ln>
            <a:extLst>
              <a:ext uri="{909E8E84-426E-40DD-AFC4-6F175D3DCCD1}">
                <a14:hiddenFill xmlns:a14="http://schemas.microsoft.com/office/drawing/2010/main">
                  <a:noFill/>
                </a14:hiddenFill>
              </a:ext>
            </a:extLst>
          </p:spPr>
        </p:cxnSp>
        <p:sp>
          <p:nvSpPr>
            <p:cNvPr id="5215" name="Text Box 1126"/>
            <p:cNvSpPr txBox="1">
              <a:spLocks noChangeArrowheads="1"/>
            </p:cNvSpPr>
            <p:nvPr/>
          </p:nvSpPr>
          <p:spPr bwMode="auto">
            <a:xfrm>
              <a:off x="2176463" y="7848476"/>
              <a:ext cx="9588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smtClean="0">
                  <a:solidFill>
                    <a:srgbClr val="000000"/>
                  </a:solidFill>
                  <a:latin typeface="Times New Roman" pitchFamily="18" charset="0"/>
                  <a:cs typeface="Times New Roman" pitchFamily="18" charset="0"/>
                </a:rPr>
                <a:t>Thời gian On</a:t>
              </a:r>
              <a:endParaRPr lang="ko-KR" altLang="en-US" sz="900">
                <a:solidFill>
                  <a:srgbClr val="000000"/>
                </a:solidFill>
                <a:latin typeface="Times New Roman" pitchFamily="18" charset="0"/>
                <a:cs typeface="Times New Roman" pitchFamily="18" charset="0"/>
              </a:endParaRPr>
            </a:p>
            <a:p>
              <a:pPr eaLnBrk="1" hangingPunct="1">
                <a:spcBef>
                  <a:spcPct val="0"/>
                </a:spcBef>
                <a:buFontTx/>
                <a:buNone/>
              </a:pPr>
              <a:r>
                <a:rPr lang="en-US" altLang="ko-KR" sz="900">
                  <a:solidFill>
                    <a:srgbClr val="000000"/>
                  </a:solidFill>
                  <a:latin typeface="Times New Roman" pitchFamily="18" charset="0"/>
                  <a:cs typeface="Times New Roman" pitchFamily="18" charset="0"/>
                </a:rPr>
                <a:t>  (</a:t>
              </a:r>
              <a:r>
                <a:rPr lang="en-US" altLang="ko-KR" sz="900" smtClean="0">
                  <a:solidFill>
                    <a:srgbClr val="000000"/>
                  </a:solidFill>
                  <a:latin typeface="Times New Roman" pitchFamily="18" charset="0"/>
                  <a:cs typeface="Times New Roman" pitchFamily="18" charset="0"/>
                </a:rPr>
                <a:t>10</a:t>
              </a:r>
              <a:r>
                <a:rPr lang="en-US" altLang="ko-KR" sz="900">
                  <a:solidFill>
                    <a:srgbClr val="000000"/>
                  </a:solidFill>
                  <a:latin typeface="Times New Roman" pitchFamily="18" charset="0"/>
                  <a:cs typeface="Times New Roman" pitchFamily="18" charset="0"/>
                </a:rPr>
                <a:t>s</a:t>
              </a:r>
              <a:r>
                <a:rPr lang="en-US" altLang="ko-KR" sz="900" smtClean="0">
                  <a:solidFill>
                    <a:srgbClr val="000000"/>
                  </a:solidFill>
                  <a:latin typeface="Times New Roman" pitchFamily="18" charset="0"/>
                  <a:cs typeface="Times New Roman" pitchFamily="18" charset="0"/>
                </a:rPr>
                <a:t>)</a:t>
              </a:r>
              <a:endParaRPr lang="en-US" altLang="ko-KR" sz="900">
                <a:solidFill>
                  <a:srgbClr val="000000"/>
                </a:solidFill>
                <a:latin typeface="Times New Roman" pitchFamily="18" charset="0"/>
                <a:cs typeface="Times New Roman" pitchFamily="18" charset="0"/>
              </a:endParaRPr>
            </a:p>
          </p:txBody>
        </p:sp>
      </p:grpSp>
      <p:grpSp>
        <p:nvGrpSpPr>
          <p:cNvPr id="5127" name="Group 1258"/>
          <p:cNvGrpSpPr>
            <a:grpSpLocks/>
          </p:cNvGrpSpPr>
          <p:nvPr/>
        </p:nvGrpSpPr>
        <p:grpSpPr bwMode="auto">
          <a:xfrm>
            <a:off x="3500439" y="1447800"/>
            <a:ext cx="2968625" cy="1984131"/>
            <a:chOff x="0" y="0"/>
            <a:chExt cx="1740" cy="1210"/>
          </a:xfrm>
        </p:grpSpPr>
        <p:sp>
          <p:nvSpPr>
            <p:cNvPr id="5141" name="Text Box 1259"/>
            <p:cNvSpPr txBox="1">
              <a:spLocks noChangeArrowheads="1"/>
            </p:cNvSpPr>
            <p:nvPr/>
          </p:nvSpPr>
          <p:spPr bwMode="auto">
            <a:xfrm>
              <a:off x="342" y="0"/>
              <a:ext cx="2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X1</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grpSp>
          <p:nvGrpSpPr>
            <p:cNvPr id="5142" name="Group 1260"/>
            <p:cNvGrpSpPr>
              <a:grpSpLocks/>
            </p:cNvGrpSpPr>
            <p:nvPr/>
          </p:nvGrpSpPr>
          <p:grpSpPr bwMode="auto">
            <a:xfrm>
              <a:off x="310" y="121"/>
              <a:ext cx="240" cy="96"/>
              <a:chOff x="310" y="121"/>
              <a:chExt cx="240" cy="96"/>
            </a:xfrm>
          </p:grpSpPr>
          <p:grpSp>
            <p:nvGrpSpPr>
              <p:cNvPr id="5196" name="Group 1261"/>
              <p:cNvGrpSpPr>
                <a:grpSpLocks/>
              </p:cNvGrpSpPr>
              <p:nvPr/>
            </p:nvGrpSpPr>
            <p:grpSpPr bwMode="auto">
              <a:xfrm>
                <a:off x="310" y="121"/>
                <a:ext cx="96" cy="96"/>
                <a:chOff x="310" y="121"/>
                <a:chExt cx="96" cy="96"/>
              </a:xfrm>
            </p:grpSpPr>
            <p:sp>
              <p:nvSpPr>
                <p:cNvPr id="5200" name="Line 1262"/>
                <p:cNvSpPr>
                  <a:spLocks noChangeShapeType="1"/>
                </p:cNvSpPr>
                <p:nvPr/>
              </p:nvSpPr>
              <p:spPr bwMode="auto">
                <a:xfrm>
                  <a:off x="310" y="16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201" name="Line 1263"/>
                <p:cNvSpPr>
                  <a:spLocks noChangeShapeType="1"/>
                </p:cNvSpPr>
                <p:nvPr/>
              </p:nvSpPr>
              <p:spPr bwMode="auto">
                <a:xfrm>
                  <a:off x="406" y="12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nvGrpSpPr>
              <p:cNvPr id="5197" name="Group 1264"/>
              <p:cNvGrpSpPr>
                <a:grpSpLocks/>
              </p:cNvGrpSpPr>
              <p:nvPr/>
            </p:nvGrpSpPr>
            <p:grpSpPr bwMode="auto">
              <a:xfrm flipH="1">
                <a:off x="454" y="121"/>
                <a:ext cx="96" cy="96"/>
                <a:chOff x="454" y="121"/>
                <a:chExt cx="96" cy="96"/>
              </a:xfrm>
            </p:grpSpPr>
            <p:sp>
              <p:nvSpPr>
                <p:cNvPr id="5198" name="Line 1265"/>
                <p:cNvSpPr>
                  <a:spLocks noChangeShapeType="1"/>
                </p:cNvSpPr>
                <p:nvPr/>
              </p:nvSpPr>
              <p:spPr bwMode="auto">
                <a:xfrm>
                  <a:off x="454" y="16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99" name="Line 1266"/>
                <p:cNvSpPr>
                  <a:spLocks noChangeShapeType="1"/>
                </p:cNvSpPr>
                <p:nvPr/>
              </p:nvSpPr>
              <p:spPr bwMode="auto">
                <a:xfrm>
                  <a:off x="550" y="121"/>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sp>
          <p:nvSpPr>
            <p:cNvPr id="5143" name="Line 1267"/>
            <p:cNvSpPr>
              <a:spLocks noChangeShapeType="1"/>
            </p:cNvSpPr>
            <p:nvPr/>
          </p:nvSpPr>
          <p:spPr bwMode="auto">
            <a:xfrm>
              <a:off x="262" y="169"/>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44" name="Line 1268"/>
            <p:cNvSpPr>
              <a:spLocks noChangeShapeType="1"/>
            </p:cNvSpPr>
            <p:nvPr/>
          </p:nvSpPr>
          <p:spPr bwMode="auto">
            <a:xfrm>
              <a:off x="1740" y="96"/>
              <a:ext cx="0" cy="10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45" name="Line 1269"/>
            <p:cNvSpPr>
              <a:spLocks noChangeShapeType="1"/>
            </p:cNvSpPr>
            <p:nvPr/>
          </p:nvSpPr>
          <p:spPr bwMode="auto">
            <a:xfrm>
              <a:off x="526" y="169"/>
              <a:ext cx="51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46" name="Text Box 1270"/>
            <p:cNvSpPr txBox="1">
              <a:spLocks noChangeArrowheads="1"/>
            </p:cNvSpPr>
            <p:nvPr/>
          </p:nvSpPr>
          <p:spPr bwMode="auto">
            <a:xfrm>
              <a:off x="1004" y="90"/>
              <a:ext cx="66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  [ MC N1  M1 ]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47" name="Line 1271"/>
            <p:cNvSpPr>
              <a:spLocks noChangeShapeType="1"/>
            </p:cNvSpPr>
            <p:nvPr/>
          </p:nvSpPr>
          <p:spPr bwMode="auto">
            <a:xfrm>
              <a:off x="268" y="935"/>
              <a:ext cx="7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48" name="Text Box 1272"/>
            <p:cNvSpPr txBox="1">
              <a:spLocks noChangeArrowheads="1"/>
            </p:cNvSpPr>
            <p:nvPr/>
          </p:nvSpPr>
          <p:spPr bwMode="auto">
            <a:xfrm>
              <a:off x="1039" y="861"/>
              <a:ext cx="565"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 MCR ( A )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grpSp>
          <p:nvGrpSpPr>
            <p:cNvPr id="5149" name="Group 1273"/>
            <p:cNvGrpSpPr>
              <a:grpSpLocks/>
            </p:cNvGrpSpPr>
            <p:nvPr/>
          </p:nvGrpSpPr>
          <p:grpSpPr bwMode="auto">
            <a:xfrm rot="5400000">
              <a:off x="72" y="244"/>
              <a:ext cx="370" cy="86"/>
              <a:chOff x="72" y="244"/>
              <a:chExt cx="240" cy="96"/>
            </a:xfrm>
          </p:grpSpPr>
          <p:grpSp>
            <p:nvGrpSpPr>
              <p:cNvPr id="5190" name="Group 1274"/>
              <p:cNvGrpSpPr>
                <a:grpSpLocks/>
              </p:cNvGrpSpPr>
              <p:nvPr/>
            </p:nvGrpSpPr>
            <p:grpSpPr bwMode="auto">
              <a:xfrm>
                <a:off x="72" y="244"/>
                <a:ext cx="96" cy="96"/>
                <a:chOff x="72" y="244"/>
                <a:chExt cx="96" cy="96"/>
              </a:xfrm>
            </p:grpSpPr>
            <p:sp>
              <p:nvSpPr>
                <p:cNvPr id="5194" name="Line 1275"/>
                <p:cNvSpPr>
                  <a:spLocks noChangeShapeType="1"/>
                </p:cNvSpPr>
                <p:nvPr/>
              </p:nvSpPr>
              <p:spPr bwMode="auto">
                <a:xfrm>
                  <a:off x="72" y="29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95" name="Line 1276"/>
                <p:cNvSpPr>
                  <a:spLocks noChangeShapeType="1"/>
                </p:cNvSpPr>
                <p:nvPr/>
              </p:nvSpPr>
              <p:spPr bwMode="auto">
                <a:xfrm>
                  <a:off x="168" y="244"/>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nvGrpSpPr>
              <p:cNvPr id="5191" name="Group 1277"/>
              <p:cNvGrpSpPr>
                <a:grpSpLocks/>
              </p:cNvGrpSpPr>
              <p:nvPr/>
            </p:nvGrpSpPr>
            <p:grpSpPr bwMode="auto">
              <a:xfrm flipH="1">
                <a:off x="216" y="244"/>
                <a:ext cx="96" cy="96"/>
                <a:chOff x="216" y="244"/>
                <a:chExt cx="96" cy="96"/>
              </a:xfrm>
            </p:grpSpPr>
            <p:sp>
              <p:nvSpPr>
                <p:cNvPr id="5192" name="Line 1278"/>
                <p:cNvSpPr>
                  <a:spLocks noChangeShapeType="1"/>
                </p:cNvSpPr>
                <p:nvPr/>
              </p:nvSpPr>
              <p:spPr bwMode="auto">
                <a:xfrm>
                  <a:off x="216" y="29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93" name="Line 1279"/>
                <p:cNvSpPr>
                  <a:spLocks noChangeShapeType="1"/>
                </p:cNvSpPr>
                <p:nvPr/>
              </p:nvSpPr>
              <p:spPr bwMode="auto">
                <a:xfrm>
                  <a:off x="312" y="244"/>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sp>
          <p:nvSpPr>
            <p:cNvPr id="5150" name="Line 1280"/>
            <p:cNvSpPr>
              <a:spLocks noChangeShapeType="1"/>
            </p:cNvSpPr>
            <p:nvPr/>
          </p:nvSpPr>
          <p:spPr bwMode="auto">
            <a:xfrm>
              <a:off x="256" y="713"/>
              <a:ext cx="0" cy="4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nvGrpSpPr>
            <p:cNvPr id="5151" name="Group 1281"/>
            <p:cNvGrpSpPr>
              <a:grpSpLocks/>
            </p:cNvGrpSpPr>
            <p:nvPr/>
          </p:nvGrpSpPr>
          <p:grpSpPr bwMode="auto">
            <a:xfrm rot="10800000">
              <a:off x="262" y="750"/>
              <a:ext cx="240" cy="96"/>
              <a:chOff x="262" y="750"/>
              <a:chExt cx="240" cy="96"/>
            </a:xfrm>
          </p:grpSpPr>
          <p:grpSp>
            <p:nvGrpSpPr>
              <p:cNvPr id="5184" name="Group 1282"/>
              <p:cNvGrpSpPr>
                <a:grpSpLocks/>
              </p:cNvGrpSpPr>
              <p:nvPr/>
            </p:nvGrpSpPr>
            <p:grpSpPr bwMode="auto">
              <a:xfrm>
                <a:off x="262" y="750"/>
                <a:ext cx="96" cy="96"/>
                <a:chOff x="262" y="750"/>
                <a:chExt cx="96" cy="96"/>
              </a:xfrm>
            </p:grpSpPr>
            <p:sp>
              <p:nvSpPr>
                <p:cNvPr id="5188" name="Line 1283"/>
                <p:cNvSpPr>
                  <a:spLocks noChangeShapeType="1"/>
                </p:cNvSpPr>
                <p:nvPr/>
              </p:nvSpPr>
              <p:spPr bwMode="auto">
                <a:xfrm>
                  <a:off x="262" y="798"/>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89" name="Line 1284"/>
                <p:cNvSpPr>
                  <a:spLocks noChangeShapeType="1"/>
                </p:cNvSpPr>
                <p:nvPr/>
              </p:nvSpPr>
              <p:spPr bwMode="auto">
                <a:xfrm>
                  <a:off x="358" y="75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nvGrpSpPr>
              <p:cNvPr id="5185" name="Group 1285"/>
              <p:cNvGrpSpPr>
                <a:grpSpLocks/>
              </p:cNvGrpSpPr>
              <p:nvPr/>
            </p:nvGrpSpPr>
            <p:grpSpPr bwMode="auto">
              <a:xfrm flipH="1">
                <a:off x="406" y="750"/>
                <a:ext cx="96" cy="96"/>
                <a:chOff x="406" y="750"/>
                <a:chExt cx="96" cy="96"/>
              </a:xfrm>
            </p:grpSpPr>
            <p:sp>
              <p:nvSpPr>
                <p:cNvPr id="5186" name="Line 1286"/>
                <p:cNvSpPr>
                  <a:spLocks noChangeShapeType="1"/>
                </p:cNvSpPr>
                <p:nvPr/>
              </p:nvSpPr>
              <p:spPr bwMode="auto">
                <a:xfrm>
                  <a:off x="406" y="798"/>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87" name="Line 1287"/>
                <p:cNvSpPr>
                  <a:spLocks noChangeShapeType="1"/>
                </p:cNvSpPr>
                <p:nvPr/>
              </p:nvSpPr>
              <p:spPr bwMode="auto">
                <a:xfrm>
                  <a:off x="502" y="75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sp>
          <p:nvSpPr>
            <p:cNvPr id="5152" name="Line 1288"/>
            <p:cNvSpPr>
              <a:spLocks noChangeShapeType="1"/>
            </p:cNvSpPr>
            <p:nvPr/>
          </p:nvSpPr>
          <p:spPr bwMode="auto">
            <a:xfrm>
              <a:off x="494" y="798"/>
              <a:ext cx="6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53" name="Text Box 1289"/>
            <p:cNvSpPr txBox="1">
              <a:spLocks noChangeArrowheads="1"/>
            </p:cNvSpPr>
            <p:nvPr/>
          </p:nvSpPr>
          <p:spPr bwMode="auto">
            <a:xfrm>
              <a:off x="1113" y="730"/>
              <a:ext cx="37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&lt; Y40 &gt;</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54" name="Text Box 1290"/>
            <p:cNvSpPr txBox="1">
              <a:spLocks noChangeArrowheads="1"/>
            </p:cNvSpPr>
            <p:nvPr/>
          </p:nvSpPr>
          <p:spPr bwMode="auto">
            <a:xfrm>
              <a:off x="274" y="620"/>
              <a:ext cx="22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X5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55" name="Text Box 1291"/>
            <p:cNvSpPr txBox="1">
              <a:spLocks noChangeArrowheads="1"/>
            </p:cNvSpPr>
            <p:nvPr/>
          </p:nvSpPr>
          <p:spPr bwMode="auto">
            <a:xfrm>
              <a:off x="0" y="211"/>
              <a:ext cx="26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(N1)</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56" name="Text Box 1292"/>
            <p:cNvSpPr txBox="1">
              <a:spLocks noChangeArrowheads="1"/>
            </p:cNvSpPr>
            <p:nvPr/>
          </p:nvSpPr>
          <p:spPr bwMode="auto">
            <a:xfrm>
              <a:off x="257" y="217"/>
              <a:ext cx="26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(M1)</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grpSp>
          <p:nvGrpSpPr>
            <p:cNvPr id="5157" name="Group 1293"/>
            <p:cNvGrpSpPr>
              <a:grpSpLocks/>
            </p:cNvGrpSpPr>
            <p:nvPr/>
          </p:nvGrpSpPr>
          <p:grpSpPr bwMode="auto">
            <a:xfrm>
              <a:off x="312" y="414"/>
              <a:ext cx="240" cy="96"/>
              <a:chOff x="312" y="414"/>
              <a:chExt cx="240" cy="96"/>
            </a:xfrm>
          </p:grpSpPr>
          <p:grpSp>
            <p:nvGrpSpPr>
              <p:cNvPr id="5178" name="Group 1294"/>
              <p:cNvGrpSpPr>
                <a:grpSpLocks/>
              </p:cNvGrpSpPr>
              <p:nvPr/>
            </p:nvGrpSpPr>
            <p:grpSpPr bwMode="auto">
              <a:xfrm>
                <a:off x="312" y="414"/>
                <a:ext cx="96" cy="96"/>
                <a:chOff x="312" y="414"/>
                <a:chExt cx="96" cy="96"/>
              </a:xfrm>
            </p:grpSpPr>
            <p:sp>
              <p:nvSpPr>
                <p:cNvPr id="5182" name="Line 1295"/>
                <p:cNvSpPr>
                  <a:spLocks noChangeShapeType="1"/>
                </p:cNvSpPr>
                <p:nvPr/>
              </p:nvSpPr>
              <p:spPr bwMode="auto">
                <a:xfrm>
                  <a:off x="312" y="46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83" name="Line 1296"/>
                <p:cNvSpPr>
                  <a:spLocks noChangeShapeType="1"/>
                </p:cNvSpPr>
                <p:nvPr/>
              </p:nvSpPr>
              <p:spPr bwMode="auto">
                <a:xfrm>
                  <a:off x="408" y="414"/>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nvGrpSpPr>
              <p:cNvPr id="5179" name="Group 1297"/>
              <p:cNvGrpSpPr>
                <a:grpSpLocks/>
              </p:cNvGrpSpPr>
              <p:nvPr/>
            </p:nvGrpSpPr>
            <p:grpSpPr bwMode="auto">
              <a:xfrm flipH="1">
                <a:off x="456" y="414"/>
                <a:ext cx="96" cy="96"/>
                <a:chOff x="456" y="414"/>
                <a:chExt cx="96" cy="96"/>
              </a:xfrm>
            </p:grpSpPr>
            <p:sp>
              <p:nvSpPr>
                <p:cNvPr id="5180" name="Line 1298"/>
                <p:cNvSpPr>
                  <a:spLocks noChangeShapeType="1"/>
                </p:cNvSpPr>
                <p:nvPr/>
              </p:nvSpPr>
              <p:spPr bwMode="auto">
                <a:xfrm>
                  <a:off x="456" y="46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81" name="Line 1299"/>
                <p:cNvSpPr>
                  <a:spLocks noChangeShapeType="1"/>
                </p:cNvSpPr>
                <p:nvPr/>
              </p:nvSpPr>
              <p:spPr bwMode="auto">
                <a:xfrm>
                  <a:off x="552" y="414"/>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sp>
          <p:nvSpPr>
            <p:cNvPr id="5158" name="Line 1300"/>
            <p:cNvSpPr>
              <a:spLocks noChangeShapeType="1"/>
            </p:cNvSpPr>
            <p:nvPr/>
          </p:nvSpPr>
          <p:spPr bwMode="auto">
            <a:xfrm>
              <a:off x="264" y="462"/>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59" name="Text Box 1301"/>
            <p:cNvSpPr txBox="1">
              <a:spLocks noChangeArrowheads="1"/>
            </p:cNvSpPr>
            <p:nvPr/>
          </p:nvSpPr>
          <p:spPr bwMode="auto">
            <a:xfrm>
              <a:off x="342" y="295"/>
              <a:ext cx="205"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X2</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60" name="Line 1302"/>
            <p:cNvSpPr>
              <a:spLocks noChangeShapeType="1"/>
            </p:cNvSpPr>
            <p:nvPr/>
          </p:nvSpPr>
          <p:spPr bwMode="auto">
            <a:xfrm>
              <a:off x="528" y="462"/>
              <a:ext cx="51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61" name="Text Box 1303"/>
            <p:cNvSpPr txBox="1">
              <a:spLocks noChangeArrowheads="1"/>
            </p:cNvSpPr>
            <p:nvPr/>
          </p:nvSpPr>
          <p:spPr bwMode="auto">
            <a:xfrm>
              <a:off x="992" y="385"/>
              <a:ext cx="65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  [ MC N2  M2 ]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grpSp>
          <p:nvGrpSpPr>
            <p:cNvPr id="5162" name="Group 1304"/>
            <p:cNvGrpSpPr>
              <a:grpSpLocks/>
            </p:cNvGrpSpPr>
            <p:nvPr/>
          </p:nvGrpSpPr>
          <p:grpSpPr bwMode="auto">
            <a:xfrm rot="5400000">
              <a:off x="138" y="541"/>
              <a:ext cx="240" cy="96"/>
              <a:chOff x="138" y="540"/>
              <a:chExt cx="240" cy="96"/>
            </a:xfrm>
          </p:grpSpPr>
          <p:grpSp>
            <p:nvGrpSpPr>
              <p:cNvPr id="5172" name="Group 1305"/>
              <p:cNvGrpSpPr>
                <a:grpSpLocks/>
              </p:cNvGrpSpPr>
              <p:nvPr/>
            </p:nvGrpSpPr>
            <p:grpSpPr bwMode="auto">
              <a:xfrm>
                <a:off x="138" y="540"/>
                <a:ext cx="96" cy="96"/>
                <a:chOff x="138" y="540"/>
                <a:chExt cx="96" cy="96"/>
              </a:xfrm>
            </p:grpSpPr>
            <p:sp>
              <p:nvSpPr>
                <p:cNvPr id="5176" name="Line 1306"/>
                <p:cNvSpPr>
                  <a:spLocks noChangeShapeType="1"/>
                </p:cNvSpPr>
                <p:nvPr/>
              </p:nvSpPr>
              <p:spPr bwMode="auto">
                <a:xfrm>
                  <a:off x="138" y="59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77" name="Line 1307"/>
                <p:cNvSpPr>
                  <a:spLocks noChangeShapeType="1"/>
                </p:cNvSpPr>
                <p:nvPr/>
              </p:nvSpPr>
              <p:spPr bwMode="auto">
                <a:xfrm>
                  <a:off x="234" y="54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nvGrpSpPr>
              <p:cNvPr id="5173" name="Group 1308"/>
              <p:cNvGrpSpPr>
                <a:grpSpLocks/>
              </p:cNvGrpSpPr>
              <p:nvPr/>
            </p:nvGrpSpPr>
            <p:grpSpPr bwMode="auto">
              <a:xfrm flipH="1">
                <a:off x="282" y="540"/>
                <a:ext cx="96" cy="96"/>
                <a:chOff x="282" y="540"/>
                <a:chExt cx="96" cy="96"/>
              </a:xfrm>
            </p:grpSpPr>
            <p:sp>
              <p:nvSpPr>
                <p:cNvPr id="5174" name="Line 1309"/>
                <p:cNvSpPr>
                  <a:spLocks noChangeShapeType="1"/>
                </p:cNvSpPr>
                <p:nvPr/>
              </p:nvSpPr>
              <p:spPr bwMode="auto">
                <a:xfrm>
                  <a:off x="282" y="592"/>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75" name="Line 1310"/>
                <p:cNvSpPr>
                  <a:spLocks noChangeShapeType="1"/>
                </p:cNvSpPr>
                <p:nvPr/>
              </p:nvSpPr>
              <p:spPr bwMode="auto">
                <a:xfrm>
                  <a:off x="378" y="54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grpSp>
        <p:sp>
          <p:nvSpPr>
            <p:cNvPr id="5163" name="Text Box 1311"/>
            <p:cNvSpPr txBox="1">
              <a:spLocks noChangeArrowheads="1"/>
            </p:cNvSpPr>
            <p:nvPr/>
          </p:nvSpPr>
          <p:spPr bwMode="auto">
            <a:xfrm>
              <a:off x="6" y="524"/>
              <a:ext cx="262"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(N2)</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64" name="Text Box 1312"/>
            <p:cNvSpPr txBox="1">
              <a:spLocks noChangeArrowheads="1"/>
            </p:cNvSpPr>
            <p:nvPr/>
          </p:nvSpPr>
          <p:spPr bwMode="auto">
            <a:xfrm>
              <a:off x="268" y="524"/>
              <a:ext cx="268"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(M2)</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65" name="Text Box 1313"/>
            <p:cNvSpPr txBox="1">
              <a:spLocks noChangeArrowheads="1"/>
            </p:cNvSpPr>
            <p:nvPr/>
          </p:nvSpPr>
          <p:spPr bwMode="auto">
            <a:xfrm>
              <a:off x="1042" y="1005"/>
              <a:ext cx="57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solidFill>
                    <a:srgbClr val="000000"/>
                  </a:solidFill>
                  <a:latin typeface="Times New Roman" pitchFamily="18" charset="0"/>
                  <a:cs typeface="Times New Roman" pitchFamily="18" charset="0"/>
                </a:rPr>
                <a:t>[ MCR ( B ) ]</a:t>
              </a:r>
            </a:p>
            <a:p>
              <a:pPr eaLnBrk="1" hangingPunct="1">
                <a:spcBef>
                  <a:spcPct val="0"/>
                </a:spcBef>
                <a:buFontTx/>
                <a:buNone/>
              </a:pPr>
              <a:endParaRPr lang="en-US" altLang="ko-KR" sz="900">
                <a:solidFill>
                  <a:srgbClr val="000000"/>
                </a:solidFill>
                <a:latin typeface="Times New Roman" pitchFamily="18" charset="0"/>
                <a:cs typeface="Times New Roman" pitchFamily="18" charset="0"/>
              </a:endParaRPr>
            </a:p>
          </p:txBody>
        </p:sp>
        <p:sp>
          <p:nvSpPr>
            <p:cNvPr id="5166" name="Line 1314"/>
            <p:cNvSpPr>
              <a:spLocks noChangeShapeType="1"/>
            </p:cNvSpPr>
            <p:nvPr/>
          </p:nvSpPr>
          <p:spPr bwMode="auto">
            <a:xfrm>
              <a:off x="264" y="1079"/>
              <a:ext cx="7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67" name="Line 1315"/>
            <p:cNvSpPr>
              <a:spLocks noChangeShapeType="1"/>
            </p:cNvSpPr>
            <p:nvPr/>
          </p:nvSpPr>
          <p:spPr bwMode="auto">
            <a:xfrm>
              <a:off x="1518" y="162"/>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68" name="Line 1316"/>
            <p:cNvSpPr>
              <a:spLocks noChangeShapeType="1"/>
            </p:cNvSpPr>
            <p:nvPr/>
          </p:nvSpPr>
          <p:spPr bwMode="auto">
            <a:xfrm>
              <a:off x="1524" y="456"/>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69" name="Line 1317"/>
            <p:cNvSpPr>
              <a:spLocks noChangeShapeType="1"/>
            </p:cNvSpPr>
            <p:nvPr/>
          </p:nvSpPr>
          <p:spPr bwMode="auto">
            <a:xfrm>
              <a:off x="1422" y="791"/>
              <a:ext cx="31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70" name="Line 1318"/>
            <p:cNvSpPr>
              <a:spLocks noChangeShapeType="1"/>
            </p:cNvSpPr>
            <p:nvPr/>
          </p:nvSpPr>
          <p:spPr bwMode="auto">
            <a:xfrm>
              <a:off x="1518" y="935"/>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sp>
          <p:nvSpPr>
            <p:cNvPr id="5171" name="Line 1319"/>
            <p:cNvSpPr>
              <a:spLocks noChangeShapeType="1"/>
            </p:cNvSpPr>
            <p:nvPr/>
          </p:nvSpPr>
          <p:spPr bwMode="auto">
            <a:xfrm>
              <a:off x="1524" y="1079"/>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itchFamily="18" charset="0"/>
                <a:cs typeface="Times New Roman" pitchFamily="18" charset="0"/>
              </a:endParaRPr>
            </a:p>
          </p:txBody>
        </p:sp>
      </p:grpSp>
      <p:pic>
        <p:nvPicPr>
          <p:cNvPr id="5128" name="Picture 28917"/>
          <p:cNvPicPr>
            <a:picLocks noChangeAspect="1" noChangeArrowheads="1"/>
          </p:cNvPicPr>
          <p:nvPr/>
        </p:nvPicPr>
        <p:blipFill>
          <a:blip r:embed="rId3">
            <a:extLst>
              <a:ext uri="{28A0092B-C50C-407E-A947-70E740481C1C}">
                <a14:useLocalDpi xmlns:a14="http://schemas.microsoft.com/office/drawing/2010/main" val="0"/>
              </a:ext>
            </a:extLst>
          </a:blip>
          <a:srcRect l="49609" t="33333" r="13281" b="44792"/>
          <a:stretch>
            <a:fillRect/>
          </a:stretch>
        </p:blipFill>
        <p:spPr bwMode="auto">
          <a:xfrm>
            <a:off x="412750" y="1050681"/>
            <a:ext cx="2794000" cy="57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129" name="Group 28921"/>
          <p:cNvGrpSpPr>
            <a:grpSpLocks/>
          </p:cNvGrpSpPr>
          <p:nvPr/>
        </p:nvGrpSpPr>
        <p:grpSpPr bwMode="auto">
          <a:xfrm>
            <a:off x="476250" y="1768720"/>
            <a:ext cx="1333500" cy="247650"/>
            <a:chOff x="28575" y="19050"/>
            <a:chExt cx="1648" cy="268"/>
          </a:xfrm>
        </p:grpSpPr>
        <p:pic>
          <p:nvPicPr>
            <p:cNvPr id="5139" name="Picture 28922"/>
            <p:cNvPicPr>
              <a:picLocks noChangeAspect="1" noChangeArrowheads="1"/>
            </p:cNvPicPr>
            <p:nvPr/>
          </p:nvPicPr>
          <p:blipFill>
            <a:blip r:embed="rId4">
              <a:extLst>
                <a:ext uri="{28A0092B-C50C-407E-A947-70E740481C1C}">
                  <a14:useLocalDpi xmlns:a14="http://schemas.microsoft.com/office/drawing/2010/main" val="0"/>
                </a:ext>
              </a:extLst>
            </a:blip>
            <a:srcRect l="75380" b="80222"/>
            <a:stretch>
              <a:fillRect/>
            </a:stretch>
          </p:blipFill>
          <p:spPr bwMode="auto">
            <a:xfrm>
              <a:off x="28991" y="19051"/>
              <a:ext cx="123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40" name="Picture 28923"/>
            <p:cNvPicPr>
              <a:picLocks noChangeAspect="1" noChangeArrowheads="1"/>
            </p:cNvPicPr>
            <p:nvPr/>
          </p:nvPicPr>
          <p:blipFill>
            <a:blip r:embed="rId4">
              <a:extLst>
                <a:ext uri="{28A0092B-C50C-407E-A947-70E740481C1C}">
                  <a14:useLocalDpi xmlns:a14="http://schemas.microsoft.com/office/drawing/2010/main" val="0"/>
                </a:ext>
              </a:extLst>
            </a:blip>
            <a:srcRect r="88968" b="80222"/>
            <a:stretch>
              <a:fillRect/>
            </a:stretch>
          </p:blipFill>
          <p:spPr bwMode="auto">
            <a:xfrm>
              <a:off x="28575" y="19050"/>
              <a:ext cx="55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130" name="Group 28924"/>
          <p:cNvGrpSpPr>
            <a:grpSpLocks/>
          </p:cNvGrpSpPr>
          <p:nvPr/>
        </p:nvGrpSpPr>
        <p:grpSpPr bwMode="auto">
          <a:xfrm>
            <a:off x="476251" y="2307981"/>
            <a:ext cx="1357313" cy="269631"/>
            <a:chOff x="0" y="704850"/>
            <a:chExt cx="1602" cy="320"/>
          </a:xfrm>
        </p:grpSpPr>
        <p:pic>
          <p:nvPicPr>
            <p:cNvPr id="5137" name="Picture 28925"/>
            <p:cNvPicPr>
              <a:picLocks noChangeAspect="1" noChangeArrowheads="1"/>
            </p:cNvPicPr>
            <p:nvPr/>
          </p:nvPicPr>
          <p:blipFill>
            <a:blip r:embed="rId4">
              <a:extLst>
                <a:ext uri="{28A0092B-C50C-407E-A947-70E740481C1C}">
                  <a14:useLocalDpi xmlns:a14="http://schemas.microsoft.com/office/drawing/2010/main" val="0"/>
                </a:ext>
              </a:extLst>
            </a:blip>
            <a:srcRect l="77959" t="23555" b="56520"/>
            <a:stretch>
              <a:fillRect/>
            </a:stretch>
          </p:blipFill>
          <p:spPr bwMode="auto">
            <a:xfrm>
              <a:off x="499" y="704850"/>
              <a:ext cx="110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8" name="Picture 28926"/>
            <p:cNvPicPr>
              <a:picLocks noChangeAspect="1" noChangeArrowheads="1"/>
            </p:cNvPicPr>
            <p:nvPr/>
          </p:nvPicPr>
          <p:blipFill>
            <a:blip r:embed="rId4">
              <a:extLst>
                <a:ext uri="{28A0092B-C50C-407E-A947-70E740481C1C}">
                  <a14:useLocalDpi xmlns:a14="http://schemas.microsoft.com/office/drawing/2010/main" val="0"/>
                </a:ext>
              </a:extLst>
            </a:blip>
            <a:srcRect t="23555" r="88229" b="52963"/>
            <a:stretch>
              <a:fillRect/>
            </a:stretch>
          </p:blipFill>
          <p:spPr bwMode="auto">
            <a:xfrm>
              <a:off x="0" y="704853"/>
              <a:ext cx="589"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131" name="Group 28933"/>
          <p:cNvGrpSpPr>
            <a:grpSpLocks/>
          </p:cNvGrpSpPr>
          <p:nvPr/>
        </p:nvGrpSpPr>
        <p:grpSpPr bwMode="auto">
          <a:xfrm>
            <a:off x="2068514" y="2280139"/>
            <a:ext cx="1385887" cy="247650"/>
            <a:chOff x="2095500" y="714375"/>
            <a:chExt cx="1536" cy="407"/>
          </a:xfrm>
        </p:grpSpPr>
        <p:pic>
          <p:nvPicPr>
            <p:cNvPr id="5135" name="Picture 28934"/>
            <p:cNvPicPr>
              <a:picLocks noChangeAspect="1" noChangeArrowheads="1"/>
            </p:cNvPicPr>
            <p:nvPr/>
          </p:nvPicPr>
          <p:blipFill>
            <a:blip r:embed="rId4">
              <a:extLst>
                <a:ext uri="{28A0092B-C50C-407E-A947-70E740481C1C}">
                  <a14:useLocalDpi xmlns:a14="http://schemas.microsoft.com/office/drawing/2010/main" val="0"/>
                </a:ext>
              </a:extLst>
            </a:blip>
            <a:srcRect l="84293" t="50444" b="26074"/>
            <a:stretch>
              <a:fillRect/>
            </a:stretch>
          </p:blipFill>
          <p:spPr bwMode="auto">
            <a:xfrm>
              <a:off x="2096259" y="714375"/>
              <a:ext cx="777"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6" name="Picture 28935"/>
            <p:cNvPicPr>
              <a:picLocks noChangeAspect="1" noChangeArrowheads="1"/>
            </p:cNvPicPr>
            <p:nvPr/>
          </p:nvPicPr>
          <p:blipFill>
            <a:blip r:embed="rId4">
              <a:extLst>
                <a:ext uri="{28A0092B-C50C-407E-A947-70E740481C1C}">
                  <a14:useLocalDpi xmlns:a14="http://schemas.microsoft.com/office/drawing/2010/main" val="0"/>
                </a:ext>
              </a:extLst>
            </a:blip>
            <a:srcRect t="50444" r="81874" b="26074"/>
            <a:stretch>
              <a:fillRect/>
            </a:stretch>
          </p:blipFill>
          <p:spPr bwMode="auto">
            <a:xfrm>
              <a:off x="2095500" y="714377"/>
              <a:ext cx="897"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132" name="Group 28936"/>
          <p:cNvGrpSpPr>
            <a:grpSpLocks/>
          </p:cNvGrpSpPr>
          <p:nvPr/>
        </p:nvGrpSpPr>
        <p:grpSpPr bwMode="auto">
          <a:xfrm>
            <a:off x="2060576" y="1776046"/>
            <a:ext cx="1393825" cy="253512"/>
            <a:chOff x="2095500" y="0"/>
            <a:chExt cx="1669" cy="320"/>
          </a:xfrm>
        </p:grpSpPr>
        <p:pic>
          <p:nvPicPr>
            <p:cNvPr id="5133" name="Picture 28937"/>
            <p:cNvPicPr>
              <a:picLocks noChangeAspect="1" noChangeArrowheads="1"/>
            </p:cNvPicPr>
            <p:nvPr/>
          </p:nvPicPr>
          <p:blipFill>
            <a:blip r:embed="rId5">
              <a:extLst>
                <a:ext uri="{28A0092B-C50C-407E-A947-70E740481C1C}">
                  <a14:useLocalDpi xmlns:a14="http://schemas.microsoft.com/office/drawing/2010/main" val="0"/>
                </a:ext>
              </a:extLst>
            </a:blip>
            <a:srcRect l="83394" t="77333" b="-815"/>
            <a:stretch>
              <a:fillRect/>
            </a:stretch>
          </p:blipFill>
          <p:spPr bwMode="auto">
            <a:xfrm>
              <a:off x="2096338" y="0"/>
              <a:ext cx="831"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4" name="Picture 28938"/>
            <p:cNvPicPr>
              <a:picLocks noChangeAspect="1" noChangeArrowheads="1"/>
            </p:cNvPicPr>
            <p:nvPr/>
          </p:nvPicPr>
          <p:blipFill>
            <a:blip r:embed="rId4">
              <a:extLst>
                <a:ext uri="{28A0092B-C50C-407E-A947-70E740481C1C}">
                  <a14:useLocalDpi xmlns:a14="http://schemas.microsoft.com/office/drawing/2010/main" val="0"/>
                </a:ext>
              </a:extLst>
            </a:blip>
            <a:srcRect t="77333" r="80055" b="-815"/>
            <a:stretch>
              <a:fillRect/>
            </a:stretch>
          </p:blipFill>
          <p:spPr bwMode="auto">
            <a:xfrm>
              <a:off x="2095500" y="3"/>
              <a:ext cx="998"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7" name="TextBox 126"/>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4</a:t>
            </a:r>
          </a:p>
        </p:txBody>
      </p:sp>
    </p:spTree>
    <p:extLst>
      <p:ext uri="{BB962C8B-B14F-4D97-AF65-F5344CB8AC3E}">
        <p14:creationId xmlns:p14="http://schemas.microsoft.com/office/powerpoint/2010/main" val="2452392203"/>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6"/>
          <p:cNvSpPr>
            <a:spLocks noChangeShapeType="1"/>
          </p:cNvSpPr>
          <p:nvPr/>
        </p:nvSpPr>
        <p:spPr bwMode="auto">
          <a:xfrm>
            <a:off x="304800" y="561243"/>
            <a:ext cx="62484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50" name="Text Box 5"/>
          <p:cNvSpPr txBox="1">
            <a:spLocks noChangeArrowheads="1"/>
          </p:cNvSpPr>
          <p:nvPr/>
        </p:nvSpPr>
        <p:spPr bwMode="auto">
          <a:xfrm>
            <a:off x="174626" y="221274"/>
            <a:ext cx="88678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600" b="1">
                <a:effectLst>
                  <a:outerShdw blurRad="38100" dist="38100" dir="2700000" algn="tl">
                    <a:srgbClr val="C0C0C0"/>
                  </a:outerShdw>
                </a:effectLst>
                <a:latin typeface="Times New Roman" pitchFamily="18" charset="0"/>
                <a:cs typeface="Times New Roman" pitchFamily="18" charset="0"/>
              </a:rPr>
              <a:t>Khí nén</a:t>
            </a:r>
            <a:endParaRPr lang="ko-KR" altLang="en-US" sz="1600" b="1" dirty="0">
              <a:effectLst>
                <a:outerShdw blurRad="38100" dist="38100" dir="2700000" algn="tl">
                  <a:srgbClr val="C0C0C0"/>
                </a:outerShdw>
              </a:effectLst>
              <a:latin typeface="Times New Roman" pitchFamily="18" charset="0"/>
              <a:cs typeface="Times New Roman" pitchFamily="18" charset="0"/>
            </a:endParaRPr>
          </a:p>
        </p:txBody>
      </p:sp>
      <p:sp>
        <p:nvSpPr>
          <p:cNvPr id="6148"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Arial" charset="0"/>
              <a:ea typeface="돋움" pitchFamily="50" charset="-127"/>
            </a:endParaRPr>
          </a:p>
        </p:txBody>
      </p:sp>
      <p:sp>
        <p:nvSpPr>
          <p:cNvPr id="6149"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Arial" charset="0"/>
              <a:ea typeface="돋움" pitchFamily="50" charset="-127"/>
            </a:endParaRPr>
          </a:p>
        </p:txBody>
      </p:sp>
      <p:sp>
        <p:nvSpPr>
          <p:cNvPr id="6150" name="Text Box 6"/>
          <p:cNvSpPr txBox="1">
            <a:spLocks noChangeArrowheads="1"/>
          </p:cNvSpPr>
          <p:nvPr/>
        </p:nvSpPr>
        <p:spPr bwMode="auto">
          <a:xfrm>
            <a:off x="292100" y="754674"/>
            <a:ext cx="15359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Khí nén</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41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60</a:t>
            </a:r>
            <a:endParaRPr lang="ko-KR" altLang="en-US" sz="1000" b="1">
              <a:latin typeface="Times New Roman" pitchFamily="18" charset="0"/>
              <a:ea typeface="돋움" pitchFamily="50" charset="-127"/>
              <a:cs typeface="Times New Roman" pitchFamily="18" charset="0"/>
            </a:endParaRPr>
          </a:p>
        </p:txBody>
      </p:sp>
      <p:sp>
        <p:nvSpPr>
          <p:cNvPr id="6151" name="Rectangle 31"/>
          <p:cNvSpPr>
            <a:spLocks noChangeArrowheads="1"/>
          </p:cNvSpPr>
          <p:nvPr/>
        </p:nvSpPr>
        <p:spPr bwMode="auto">
          <a:xfrm>
            <a:off x="260350" y="4210051"/>
            <a:ext cx="316865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43. Chức năng nào không phải của bộ giảm thanh khí nén?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Hiệu quả giảm tiếng ồn tốt.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Không bị biến dạng do va đập hoặc rung động của ống xả</a:t>
            </a: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③ Lực </a:t>
            </a:r>
            <a:r>
              <a:rPr lang="en-US" altLang="ko-KR" sz="900" b="1">
                <a:solidFill>
                  <a:srgbClr val="C00000"/>
                </a:solidFill>
                <a:latin typeface="Times New Roman" pitchFamily="18" charset="0"/>
                <a:ea typeface="돋움" pitchFamily="50" charset="-127"/>
                <a:cs typeface="Times New Roman" pitchFamily="18" charset="0"/>
              </a:rPr>
              <a:t>kháng</a:t>
            </a:r>
            <a:r>
              <a:rPr lang="vi-VN" altLang="ko-KR" sz="900" b="1">
                <a:solidFill>
                  <a:srgbClr val="C00000"/>
                </a:solidFill>
                <a:latin typeface="Times New Roman" pitchFamily="18" charset="0"/>
                <a:ea typeface="돋움" pitchFamily="50" charset="-127"/>
                <a:cs typeface="Times New Roman" pitchFamily="18" charset="0"/>
              </a:rPr>
              <a:t> xả phải lớn và </a:t>
            </a:r>
            <a:r>
              <a:rPr lang="en-US" altLang="ko-KR" sz="900" b="1">
                <a:solidFill>
                  <a:srgbClr val="C00000"/>
                </a:solidFill>
                <a:latin typeface="Times New Roman" pitchFamily="18" charset="0"/>
                <a:ea typeface="돋움" pitchFamily="50" charset="-127"/>
                <a:cs typeface="Times New Roman" pitchFamily="18" charset="0"/>
              </a:rPr>
              <a:t>không làm ảnh hưởng tới hoạt động của </a:t>
            </a:r>
            <a:r>
              <a:rPr lang="vi-VN" altLang="ko-KR" sz="900" b="1">
                <a:solidFill>
                  <a:srgbClr val="C00000"/>
                </a:solidFill>
                <a:latin typeface="Times New Roman" pitchFamily="18" charset="0"/>
                <a:ea typeface="돋움" pitchFamily="50" charset="-127"/>
                <a:cs typeface="Times New Roman" pitchFamily="18" charset="0"/>
              </a:rPr>
              <a:t>bộ truyền động</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Nó phải có hình dạng nhỏ gọn, dễ lắp vào van điện từ, v.v.</a:t>
            </a:r>
            <a:endParaRPr lang="en-US" altLang="ko-KR" sz="900">
              <a:latin typeface="Times New Roman" pitchFamily="18" charset="0"/>
              <a:ea typeface="돋움" pitchFamily="50" charset="-127"/>
              <a:cs typeface="Times New Roman" pitchFamily="18" charset="0"/>
            </a:endParaRPr>
          </a:p>
        </p:txBody>
      </p:sp>
      <p:sp>
        <p:nvSpPr>
          <p:cNvPr id="6152" name="Rectangle 33"/>
          <p:cNvSpPr>
            <a:spLocks noChangeArrowheads="1"/>
          </p:cNvSpPr>
          <p:nvPr/>
        </p:nvSpPr>
        <p:spPr bwMode="auto">
          <a:xfrm>
            <a:off x="3394075" y="849923"/>
            <a:ext cx="316865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46. Đặc điểm nào không phải của van đệm?</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Lực hoạt động của van nhỏ</a:t>
            </a: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Thích hợp cho van vận hành tự động hoặc áp suất cao</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Cấu trúc đơn giản và dễ sản xuất với độ chính xác cao</a:t>
            </a: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 ④ Quãng đường di chuyển của bộ phận chuyển động ngắn nên tốc độ đóng mở nhanh</a:t>
            </a:r>
            <a:r>
              <a:rPr lang="vi-VN" altLang="ko-KR" sz="900">
                <a:latin typeface="Times New Roman" pitchFamily="18" charset="0"/>
                <a:ea typeface="돋움" pitchFamily="50" charset="-127"/>
                <a:cs typeface="Times New Roman" pitchFamily="18" charset="0"/>
              </a:rPr>
              <a:t>.</a:t>
            </a:r>
          </a:p>
        </p:txBody>
      </p:sp>
      <p:sp>
        <p:nvSpPr>
          <p:cNvPr id="6153" name="Rectangle 111"/>
          <p:cNvSpPr>
            <a:spLocks noChangeArrowheads="1"/>
          </p:cNvSpPr>
          <p:nvPr/>
        </p:nvSpPr>
        <p:spPr bwMode="auto">
          <a:xfrm>
            <a:off x="3381376" y="4572000"/>
            <a:ext cx="322262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49. Tùy theo phương thức hoạt động mà loại van điều hướng nào khác </a:t>
            </a:r>
            <a:r>
              <a:rPr lang="en-US" altLang="ko-KR" sz="900">
                <a:latin typeface="Times New Roman" pitchFamily="18" charset="0"/>
                <a:ea typeface="돋움" pitchFamily="50" charset="-127"/>
                <a:cs typeface="Times New Roman" pitchFamily="18" charset="0"/>
              </a:rPr>
              <a:t>biệt nhất</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a:t>
            </a: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                              </a:t>
            </a:r>
            <a:r>
              <a:rPr lang="vi-VN" altLang="ko-KR" sz="900" b="1">
                <a:solidFill>
                  <a:srgbClr val="C00000"/>
                </a:solidFill>
                <a:latin typeface="Times New Roman" pitchFamily="18" charset="0"/>
                <a:ea typeface="돋움" pitchFamily="50" charset="-127"/>
                <a:cs typeface="Times New Roman" pitchFamily="18" charset="0"/>
              </a:rPr>
              <a:t>④</a:t>
            </a:r>
            <a:endParaRPr lang="en-US" altLang="ko-KR" sz="900" b="1">
              <a:solidFill>
                <a:srgbClr val="C00000"/>
              </a:solidFill>
              <a:latin typeface="Times New Roman" pitchFamily="18" charset="0"/>
              <a:ea typeface="돋움" pitchFamily="50" charset="-127"/>
              <a:cs typeface="Times New Roman" pitchFamily="18" charset="0"/>
            </a:endParaRPr>
          </a:p>
        </p:txBody>
      </p:sp>
      <p:sp>
        <p:nvSpPr>
          <p:cNvPr id="6154" name="Rectangle 76"/>
          <p:cNvSpPr>
            <a:spLocks noChangeArrowheads="1"/>
          </p:cNvSpPr>
          <p:nvPr/>
        </p:nvSpPr>
        <p:spPr bwMode="auto">
          <a:xfrm>
            <a:off x="266700" y="7543800"/>
            <a:ext cx="31623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50000"/>
              </a:spcBef>
              <a:buFontTx/>
              <a:buNone/>
            </a:pPr>
            <a:r>
              <a:rPr lang="vi-VN" altLang="ko-KR" sz="900">
                <a:latin typeface="Times New Roman" pitchFamily="18" charset="0"/>
                <a:ea typeface="돋움" pitchFamily="50" charset="-127"/>
                <a:cs typeface="Times New Roman" pitchFamily="18" charset="0"/>
              </a:rPr>
              <a:t>45. Trong số các máy nén piston, phương pháp làm mát nào được sử dụng cho cỡ trung bình / lớn?</a:t>
            </a:r>
          </a:p>
          <a:p>
            <a:pPr eaLnBrk="1" hangingPunct="1">
              <a:spcBef>
                <a:spcPct val="50000"/>
              </a:spcBef>
              <a:buFontTx/>
              <a:buNone/>
            </a:pPr>
            <a:r>
              <a:rPr lang="vi-VN" altLang="ko-KR" sz="900" b="1">
                <a:solidFill>
                  <a:srgbClr val="C00000"/>
                </a:solidFill>
                <a:latin typeface="Times New Roman" pitchFamily="18" charset="0"/>
                <a:ea typeface="돋움" pitchFamily="50" charset="-127"/>
                <a:cs typeface="Times New Roman" pitchFamily="18" charset="0"/>
              </a:rPr>
              <a:t>① Loại làm mát bằng nước </a:t>
            </a:r>
            <a:endParaRPr lang="en-US" altLang="ko-KR" sz="900" b="1">
              <a:solidFill>
                <a:srgbClr val="C00000"/>
              </a:solidFill>
              <a:latin typeface="Times New Roman" pitchFamily="18" charset="0"/>
              <a:ea typeface="돋움" pitchFamily="50" charset="-127"/>
              <a:cs typeface="Times New Roman" pitchFamily="18" charset="0"/>
            </a:endParaRPr>
          </a:p>
          <a:p>
            <a:pPr eaLnBrk="1" hangingPunct="1">
              <a:spcBef>
                <a:spcPct val="50000"/>
              </a:spcBef>
              <a:buFontTx/>
              <a:buNone/>
            </a:pPr>
            <a:r>
              <a:rPr lang="vi-VN" altLang="ko-KR" sz="900">
                <a:latin typeface="Times New Roman" pitchFamily="18" charset="0"/>
                <a:ea typeface="돋움" pitchFamily="50" charset="-127"/>
                <a:cs typeface="Times New Roman" pitchFamily="18" charset="0"/>
              </a:rPr>
              <a:t>② Loại làm lạnh</a:t>
            </a:r>
          </a:p>
          <a:p>
            <a:pPr eaLnBrk="1" hangingPunct="1">
              <a:spcBef>
                <a:spcPct val="50000"/>
              </a:spcBef>
              <a:buFontTx/>
              <a:buNone/>
            </a:pPr>
            <a:r>
              <a:rPr lang="vi-VN" altLang="ko-KR" sz="900">
                <a:latin typeface="Times New Roman" pitchFamily="18" charset="0"/>
                <a:ea typeface="돋움" pitchFamily="50" charset="-127"/>
                <a:cs typeface="Times New Roman" pitchFamily="18" charset="0"/>
              </a:rPr>
              <a:t>③ Loại làm mát bằng không khí </a:t>
            </a:r>
            <a:endParaRPr lang="en-US" altLang="ko-KR" sz="900">
              <a:latin typeface="Times New Roman" pitchFamily="18" charset="0"/>
              <a:ea typeface="돋움" pitchFamily="50" charset="-127"/>
              <a:cs typeface="Times New Roman" pitchFamily="18" charset="0"/>
            </a:endParaRPr>
          </a:p>
          <a:p>
            <a:pPr eaLnBrk="1" hangingPunct="1">
              <a:spcBef>
                <a:spcPct val="50000"/>
              </a:spcBef>
              <a:buFontTx/>
              <a:buNone/>
            </a:pPr>
            <a:r>
              <a:rPr lang="vi-VN" altLang="ko-KR" sz="900">
                <a:latin typeface="Times New Roman" pitchFamily="18" charset="0"/>
                <a:ea typeface="돋움" pitchFamily="50" charset="-127"/>
                <a:cs typeface="Times New Roman" pitchFamily="18" charset="0"/>
              </a:rPr>
              <a:t>④ Loại hấp phụ</a:t>
            </a:r>
            <a:endParaRPr lang="ko-KR" altLang="en-US" sz="900">
              <a:latin typeface="Times New Roman" pitchFamily="18" charset="0"/>
              <a:ea typeface="돋움" pitchFamily="50" charset="-127"/>
              <a:cs typeface="Times New Roman" pitchFamily="18" charset="0"/>
            </a:endParaRPr>
          </a:p>
        </p:txBody>
      </p:sp>
      <p:sp>
        <p:nvSpPr>
          <p:cNvPr id="6155" name="Text Box 44"/>
          <p:cNvSpPr txBox="1">
            <a:spLocks noChangeArrowheads="1"/>
          </p:cNvSpPr>
          <p:nvPr/>
        </p:nvSpPr>
        <p:spPr bwMode="auto">
          <a:xfrm>
            <a:off x="3400425" y="3458308"/>
            <a:ext cx="31623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cs typeface="Times New Roman" pitchFamily="18" charset="0"/>
              </a:rPr>
              <a:t>48. Đâu không phải là nhược điểm của </a:t>
            </a:r>
            <a:r>
              <a:rPr lang="en-US" altLang="ko-KR" sz="900">
                <a:latin typeface="Times New Roman" pitchFamily="18" charset="0"/>
                <a:cs typeface="Times New Roman" pitchFamily="18" charset="0"/>
              </a:rPr>
              <a:t>kỹ thuật</a:t>
            </a:r>
            <a:r>
              <a:rPr lang="vi-VN" altLang="ko-KR" sz="900">
                <a:latin typeface="Times New Roman" pitchFamily="18" charset="0"/>
                <a:cs typeface="Times New Roman" pitchFamily="18" charset="0"/>
              </a:rPr>
              <a:t> khí nén?</a:t>
            </a: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C00000"/>
                </a:solidFill>
                <a:latin typeface="Times New Roman" pitchFamily="18" charset="0"/>
                <a:cs typeface="Times New Roman" pitchFamily="18" charset="0"/>
              </a:rPr>
              <a:t>① Không có độ đàn hồi</a:t>
            </a:r>
          </a:p>
          <a:p>
            <a:pPr eaLnBrk="1" hangingPunct="1">
              <a:spcBef>
                <a:spcPct val="0"/>
              </a:spcBef>
              <a:buFontTx/>
              <a:buNone/>
            </a:pPr>
            <a:r>
              <a:rPr lang="vi-VN" altLang="ko-KR" sz="900">
                <a:latin typeface="Times New Roman" pitchFamily="18" charset="0"/>
                <a:cs typeface="Times New Roman" pitchFamily="18" charset="0"/>
              </a:rPr>
              <a:t> ② Khó kiểm soát tốc độ chính xác</a:t>
            </a:r>
          </a:p>
          <a:p>
            <a:pPr eaLnBrk="1" hangingPunct="1">
              <a:spcBef>
                <a:spcPct val="0"/>
              </a:spcBef>
              <a:buFontTx/>
              <a:buNone/>
            </a:pPr>
            <a:r>
              <a:rPr lang="en-US" altLang="ko-KR" sz="900">
                <a:latin typeface="Times New Roman" pitchFamily="18" charset="0"/>
                <a:cs typeface="Times New Roman" pitchFamily="18" charset="0"/>
              </a:rPr>
              <a:t> ③ Hiệu quả kém</a:t>
            </a:r>
          </a:p>
          <a:p>
            <a:pPr eaLnBrk="1" hangingPunct="1">
              <a:spcBef>
                <a:spcPct val="0"/>
              </a:spcBef>
              <a:buFontTx/>
              <a:buNone/>
            </a:pPr>
            <a:r>
              <a:rPr lang="vi-VN" altLang="ko-KR" sz="900">
                <a:latin typeface="Times New Roman" pitchFamily="18" charset="0"/>
                <a:cs typeface="Times New Roman" pitchFamily="18" charset="0"/>
              </a:rPr>
              <a:t> ④ </a:t>
            </a:r>
            <a:r>
              <a:rPr lang="en-US" altLang="ko-KR" sz="900">
                <a:latin typeface="Times New Roman" pitchFamily="18" charset="0"/>
                <a:cs typeface="Times New Roman" pitchFamily="18" charset="0"/>
              </a:rPr>
              <a:t>Ngừng giữa chừng khó khăn.</a:t>
            </a:r>
            <a:endParaRPr lang="vi-VN" altLang="ko-KR" sz="900">
              <a:latin typeface="Times New Roman" pitchFamily="18" charset="0"/>
              <a:cs typeface="Times New Roman" pitchFamily="18" charset="0"/>
            </a:endParaRPr>
          </a:p>
        </p:txBody>
      </p:sp>
      <p:sp>
        <p:nvSpPr>
          <p:cNvPr id="6156" name="Text Box 22"/>
          <p:cNvSpPr txBox="1">
            <a:spLocks noChangeArrowheads="1"/>
          </p:cNvSpPr>
          <p:nvPr/>
        </p:nvSpPr>
        <p:spPr bwMode="auto">
          <a:xfrm>
            <a:off x="3395664" y="2201008"/>
            <a:ext cx="320198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cs typeface="Times New Roman" pitchFamily="18" charset="0"/>
              </a:rPr>
              <a:t>47. </a:t>
            </a:r>
            <a:r>
              <a:rPr lang="en-US" altLang="ko-KR" sz="900">
                <a:latin typeface="Times New Roman" pitchFamily="18" charset="0"/>
                <a:cs typeface="Times New Roman" pitchFamily="18" charset="0"/>
              </a:rPr>
              <a:t>Quay đĩa quay với tốc độ cao, tăng lượng chuyển động của chất khí thông qua cánh làm tăng  tốc độ và áp suất.</a:t>
            </a:r>
          </a:p>
          <a:p>
            <a:pPr eaLnBrk="1" hangingPunct="1">
              <a:spcBef>
                <a:spcPct val="0"/>
              </a:spcBef>
              <a:buFontTx/>
              <a:buNone/>
            </a:pPr>
            <a:r>
              <a:rPr lang="en-US" altLang="ko-KR" sz="900">
                <a:latin typeface="Times New Roman" pitchFamily="18" charset="0"/>
                <a:cs typeface="Times New Roman" pitchFamily="18" charset="0"/>
              </a:rPr>
              <a:t>Động cơ</a:t>
            </a:r>
            <a:r>
              <a:rPr lang="vi-VN" altLang="ko-KR" sz="900">
                <a:latin typeface="Times New Roman" pitchFamily="18" charset="0"/>
                <a:cs typeface="Times New Roman" pitchFamily="18" charset="0"/>
              </a:rPr>
              <a:t> khí nén</a:t>
            </a:r>
            <a:r>
              <a:rPr lang="en-US" altLang="ko-KR" sz="900">
                <a:latin typeface="Times New Roman" pitchFamily="18" charset="0"/>
                <a:cs typeface="Times New Roman" pitchFamily="18" charset="0"/>
              </a:rPr>
              <a:t> trên</a:t>
            </a:r>
            <a:r>
              <a:rPr lang="vi-VN" altLang="ko-KR" sz="900">
                <a:latin typeface="Times New Roman" pitchFamily="18" charset="0"/>
                <a:cs typeface="Times New Roman" pitchFamily="18" charset="0"/>
              </a:rPr>
              <a:t> là gì?</a:t>
            </a: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① Động cơ bánh răng</a:t>
            </a:r>
            <a:r>
              <a:rPr lang="en-US" altLang="ko-KR" sz="900">
                <a:latin typeface="Times New Roman" pitchFamily="18" charset="0"/>
                <a:cs typeface="Times New Roman" pitchFamily="18" charset="0"/>
              </a:rPr>
              <a:t> </a:t>
            </a:r>
            <a:r>
              <a:rPr lang="vi-VN" altLang="ko-KR" sz="900">
                <a:latin typeface="Times New Roman" pitchFamily="18" charset="0"/>
                <a:cs typeface="Times New Roman" pitchFamily="18" charset="0"/>
              </a:rPr>
              <a:t> </a:t>
            </a:r>
            <a:r>
              <a:rPr lang="en-US" altLang="ko-KR" sz="900">
                <a:latin typeface="Times New Roman" pitchFamily="18" charset="0"/>
                <a:cs typeface="Times New Roman" pitchFamily="18" charset="0"/>
              </a:rPr>
              <a:t> </a:t>
            </a:r>
            <a:r>
              <a:rPr lang="vi-VN" altLang="ko-KR" sz="900">
                <a:latin typeface="Times New Roman" pitchFamily="18" charset="0"/>
                <a:cs typeface="Times New Roman" pitchFamily="18" charset="0"/>
              </a:rPr>
              <a:t>② Động cơ piston</a:t>
            </a: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C00000"/>
                </a:solidFill>
                <a:latin typeface="Times New Roman" pitchFamily="18" charset="0"/>
                <a:cs typeface="Times New Roman" pitchFamily="18" charset="0"/>
              </a:rPr>
              <a:t>③ Động cơ kiểu tuabin </a:t>
            </a:r>
            <a:r>
              <a:rPr lang="vi-VN" altLang="ko-KR" sz="900">
                <a:latin typeface="Times New Roman" pitchFamily="18" charset="0"/>
                <a:cs typeface="Times New Roman" pitchFamily="18" charset="0"/>
              </a:rPr>
              <a:t>④ Động cơ kiểu cánh gạt</a:t>
            </a:r>
          </a:p>
        </p:txBody>
      </p:sp>
      <p:sp>
        <p:nvSpPr>
          <p:cNvPr id="6157" name="Rectangle 151"/>
          <p:cNvSpPr>
            <a:spLocks noChangeArrowheads="1"/>
          </p:cNvSpPr>
          <p:nvPr/>
        </p:nvSpPr>
        <p:spPr bwMode="auto">
          <a:xfrm>
            <a:off x="260350" y="5754566"/>
            <a:ext cx="3168650" cy="1505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44. </a:t>
            </a:r>
            <a:r>
              <a:rPr lang="en-US" altLang="ko-KR" sz="900">
                <a:latin typeface="Times New Roman" pitchFamily="18" charset="0"/>
                <a:ea typeface="돋움" pitchFamily="50" charset="-127"/>
                <a:cs typeface="Times New Roman" pitchFamily="18" charset="0"/>
              </a:rPr>
              <a:t>Đáp án nào khác biệt</a:t>
            </a: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khi</a:t>
            </a:r>
            <a:r>
              <a:rPr lang="vi-VN" altLang="ko-KR" sz="900">
                <a:latin typeface="Times New Roman" pitchFamily="18" charset="0"/>
                <a:ea typeface="돋움" pitchFamily="50" charset="-127"/>
                <a:cs typeface="Times New Roman" pitchFamily="18" charset="0"/>
              </a:rPr>
              <a:t> mô tả mạch </a:t>
            </a:r>
            <a:r>
              <a:rPr lang="en-US" altLang="ko-KR" sz="900">
                <a:latin typeface="Times New Roman" pitchFamily="18" charset="0"/>
                <a:ea typeface="돋움" pitchFamily="50" charset="-127"/>
                <a:cs typeface="Times New Roman" pitchFamily="18" charset="0"/>
              </a:rPr>
              <a:t>Meter In </a:t>
            </a:r>
            <a:r>
              <a:rPr lang="vi-VN" altLang="ko-KR" sz="900">
                <a:latin typeface="Times New Roman" pitchFamily="18" charset="0"/>
                <a:ea typeface="돋움" pitchFamily="50" charset="-127"/>
                <a:cs typeface="Times New Roman" pitchFamily="18" charset="0"/>
              </a:rPr>
              <a:t>và </a:t>
            </a:r>
            <a:r>
              <a:rPr lang="en-US" altLang="ko-KR" sz="900">
                <a:latin typeface="Times New Roman" pitchFamily="18" charset="0"/>
                <a:ea typeface="돋움" pitchFamily="50" charset="-127"/>
                <a:cs typeface="Times New Roman" pitchFamily="18" charset="0"/>
              </a:rPr>
              <a:t>Meter Out </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Khi mặt buồng ngược ở trạng thái tự do, áp suất khí nén tăng ngay lập tức.</a:t>
            </a: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② Vì áp suất trong buồng chuyển tiếp ở trạng thái dòng chảy tự do, giảm xuống áp suất khí quyển</a:t>
            </a:r>
          </a:p>
          <a:p>
            <a:pPr>
              <a:buFontTx/>
              <a:buNone/>
            </a:pPr>
            <a:r>
              <a:rPr lang="vi-VN" altLang="ko-KR" sz="900">
                <a:latin typeface="Times New Roman" pitchFamily="18" charset="0"/>
                <a:ea typeface="돋움" pitchFamily="50" charset="-127"/>
                <a:cs typeface="Times New Roman" pitchFamily="18" charset="0"/>
              </a:rPr>
              <a:t>③ Do không khí có khả năng nén nên quá trình khởi động nhanh của piston</a:t>
            </a:r>
            <a:r>
              <a:rPr lang="en-US" altLang="ko-KR" sz="900">
                <a:latin typeface="Times New Roman" pitchFamily="18" charset="0"/>
                <a:ea typeface="돋움" pitchFamily="50" charset="-127"/>
                <a:cs typeface="Times New Roman" pitchFamily="18" charset="0"/>
              </a:rPr>
              <a:t> k</a:t>
            </a:r>
            <a:r>
              <a:rPr lang="vi-VN" altLang="ko-KR" sz="900">
                <a:latin typeface="Times New Roman" pitchFamily="18" charset="0"/>
                <a:ea typeface="돋움" pitchFamily="50" charset="-127"/>
                <a:cs typeface="Times New Roman" pitchFamily="18" charset="0"/>
              </a:rPr>
              <a:t>hó ngăn chặn hoàn toàn</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Do lực đẩy gây ra bởi chênh lệch áp suất giữa buồng tiến và buồng lùi, pít-tông</a:t>
            </a:r>
            <a:r>
              <a:rPr lang="en-US" altLang="ko-KR" sz="900">
                <a:latin typeface="Times New Roman" pitchFamily="18" charset="0"/>
                <a:ea typeface="돋움" pitchFamily="50" charset="-127"/>
                <a:cs typeface="Times New Roman" pitchFamily="18" charset="0"/>
              </a:rPr>
              <a:t> d</a:t>
            </a:r>
            <a:r>
              <a:rPr lang="vi-VN" altLang="ko-KR" sz="900">
                <a:latin typeface="Times New Roman" pitchFamily="18" charset="0"/>
                <a:ea typeface="돋움" pitchFamily="50" charset="-127"/>
                <a:cs typeface="Times New Roman" pitchFamily="18" charset="0"/>
              </a:rPr>
              <a:t>i chuyển tương đối đồng đều</a:t>
            </a:r>
          </a:p>
        </p:txBody>
      </p:sp>
      <p:sp>
        <p:nvSpPr>
          <p:cNvPr id="6158" name="Rectangle 100"/>
          <p:cNvSpPr>
            <a:spLocks noChangeArrowheads="1"/>
          </p:cNvSpPr>
          <p:nvPr/>
        </p:nvSpPr>
        <p:spPr bwMode="auto">
          <a:xfrm>
            <a:off x="3405188" y="7543800"/>
            <a:ext cx="31877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51. C</a:t>
            </a:r>
            <a:r>
              <a:rPr lang="en-US" altLang="ko-KR" sz="900">
                <a:latin typeface="Times New Roman" pitchFamily="18" charset="0"/>
                <a:ea typeface="돋움" pitchFamily="50" charset="-127"/>
                <a:cs typeface="Times New Roman" pitchFamily="18" charset="0"/>
              </a:rPr>
              <a:t>âu nào sai khi nói</a:t>
            </a:r>
            <a:r>
              <a:rPr lang="vi-VN" altLang="ko-KR" sz="900">
                <a:latin typeface="Times New Roman" pitchFamily="18" charset="0"/>
                <a:ea typeface="돋움" pitchFamily="50" charset="-127"/>
                <a:cs typeface="Times New Roman" pitchFamily="18" charset="0"/>
              </a:rPr>
              <a:t> về cách thức hoạt động của van điện từ?</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①</a:t>
            </a:r>
            <a:r>
              <a:rPr lang="en-US" altLang="ko-KR" sz="900" b="1">
                <a:solidFill>
                  <a:srgbClr val="FF0000"/>
                </a:solidFill>
                <a:latin typeface="Times New Roman" pitchFamily="18" charset="0"/>
                <a:ea typeface="돋움" pitchFamily="50" charset="-127"/>
                <a:cs typeface="Times New Roman" pitchFamily="18" charset="0"/>
              </a:rPr>
              <a:t> Chống va đập tốt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② Tiếng ồn van thấp và sinh nhiệt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Thời gian chuyển đổi van nhanh chóng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Tiêu thụ điện thấp</a:t>
            </a:r>
          </a:p>
        </p:txBody>
      </p:sp>
      <p:sp>
        <p:nvSpPr>
          <p:cNvPr id="6159" name="Rectangle 95"/>
          <p:cNvSpPr>
            <a:spLocks noChangeArrowheads="1"/>
          </p:cNvSpPr>
          <p:nvPr/>
        </p:nvSpPr>
        <p:spPr bwMode="auto">
          <a:xfrm>
            <a:off x="269876" y="1115158"/>
            <a:ext cx="315912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41. Thiết bị khí nén </a:t>
            </a:r>
            <a:r>
              <a:rPr lang="en-US" altLang="ko-KR" sz="900">
                <a:latin typeface="Times New Roman" pitchFamily="18" charset="0"/>
                <a:ea typeface="돋움" pitchFamily="50" charset="-127"/>
                <a:cs typeface="Times New Roman" pitchFamily="18" charset="0"/>
              </a:rPr>
              <a:t>tạo chân không</a:t>
            </a:r>
            <a:r>
              <a:rPr lang="vi-VN" altLang="ko-KR" sz="900">
                <a:latin typeface="Times New Roman" pitchFamily="18" charset="0"/>
                <a:ea typeface="돋움" pitchFamily="50" charset="-127"/>
                <a:cs typeface="Times New Roman" pitchFamily="18" charset="0"/>
              </a:rPr>
              <a:t> theo nguyên lý Venturi là gì?</a:t>
            </a: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Công tắc áp suất </a:t>
            </a:r>
            <a:r>
              <a:rPr lang="en-US" altLang="ko-KR" sz="900">
                <a:latin typeface="Times New Roman" pitchFamily="18" charset="0"/>
                <a:ea typeface="돋움" pitchFamily="50" charset="-127"/>
                <a:cs typeface="Times New Roman" pitchFamily="18" charset="0"/>
              </a:rPr>
              <a:t>       </a:t>
            </a:r>
            <a:r>
              <a:rPr lang="vi-VN" altLang="ko-KR" sz="900" b="1">
                <a:solidFill>
                  <a:srgbClr val="C00000"/>
                </a:solidFill>
                <a:latin typeface="Times New Roman" pitchFamily="18" charset="0"/>
                <a:ea typeface="돋움" pitchFamily="50" charset="-127"/>
                <a:cs typeface="Times New Roman" pitchFamily="18" charset="0"/>
              </a:rPr>
              <a:t>② Ejector</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Tấm đệm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Van điện từ</a:t>
            </a:r>
          </a:p>
        </p:txBody>
      </p:sp>
      <p:sp>
        <p:nvSpPr>
          <p:cNvPr id="6160" name="Rectangle 128"/>
          <p:cNvSpPr>
            <a:spLocks noChangeArrowheads="1"/>
          </p:cNvSpPr>
          <p:nvPr/>
        </p:nvSpPr>
        <p:spPr bwMode="auto">
          <a:xfrm>
            <a:off x="260350" y="2312377"/>
            <a:ext cx="31686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42. Khi áp suất không khí trong mạch vượt quá giá trị đặt</a:t>
            </a:r>
            <a:r>
              <a:rPr lang="en-US" altLang="ko-KR" sz="90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Để </a:t>
            </a:r>
            <a:r>
              <a:rPr lang="en-US" altLang="ko-KR" sz="900">
                <a:latin typeface="Times New Roman" pitchFamily="18" charset="0"/>
                <a:ea typeface="돋움" pitchFamily="50" charset="-127"/>
                <a:cs typeface="Times New Roman" pitchFamily="18" charset="0"/>
              </a:rPr>
              <a:t>điều chỉnh áp suất, sử dụng van nào dưới đây?</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C00000"/>
                </a:solidFill>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                                     ②</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④</a:t>
            </a:r>
          </a:p>
        </p:txBody>
      </p:sp>
      <p:pic>
        <p:nvPicPr>
          <p:cNvPr id="6161" name="Picture 8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02051" y="4995497"/>
            <a:ext cx="561975" cy="16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2" name="Picture 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2389" y="5005754"/>
            <a:ext cx="504825" cy="158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3" name="Picture 9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83001" y="5234355"/>
            <a:ext cx="561975" cy="18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4" name="Picture 9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65725" y="5260731"/>
            <a:ext cx="495300" cy="175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5" name="Picture 8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89139" y="2844312"/>
            <a:ext cx="701675"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6" name="Picture 8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3588" y="3308839"/>
            <a:ext cx="614362" cy="4850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7" name="Picture 8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16113" y="3405554"/>
            <a:ext cx="742950" cy="369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68" name="Picture 8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7713" y="2776905"/>
            <a:ext cx="685800" cy="465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69" name="Rectangle 170"/>
          <p:cNvSpPr>
            <a:spLocks noChangeArrowheads="1"/>
          </p:cNvSpPr>
          <p:nvPr/>
        </p:nvSpPr>
        <p:spPr bwMode="auto">
          <a:xfrm>
            <a:off x="3395663" y="5701812"/>
            <a:ext cx="3206750" cy="16158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50. Điều gì sai với tên của ký hiệu van điều khiển hướng?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 </a:t>
            </a:r>
            <a:r>
              <a:rPr lang="vi-VN" altLang="ko-KR" sz="900">
                <a:latin typeface="Times New Roman" pitchFamily="18" charset="0"/>
                <a:ea typeface="돋움" pitchFamily="50" charset="-127"/>
                <a:cs typeface="Times New Roman" pitchFamily="18" charset="0"/>
              </a:rPr>
              <a:t>loại hoạt động trực tiếp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ko-KR" altLang="en-US" sz="900">
                <a:latin typeface="돋움" pitchFamily="50" charset="-127"/>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hoạt động thủ công</a:t>
            </a: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C00000"/>
                </a:solidFill>
                <a:latin typeface="Times New Roman" pitchFamily="18" charset="0"/>
                <a:ea typeface="돋움" pitchFamily="50" charset="-127"/>
                <a:cs typeface="Times New Roman" pitchFamily="18" charset="0"/>
              </a:rPr>
              <a:t>③ ㉢ </a:t>
            </a:r>
            <a:r>
              <a:rPr lang="vi-VN" altLang="ko-KR" sz="900" b="1">
                <a:solidFill>
                  <a:srgbClr val="C00000"/>
                </a:solidFill>
                <a:latin typeface="Times New Roman" pitchFamily="18" charset="0"/>
                <a:ea typeface="돋움" pitchFamily="50" charset="-127"/>
                <a:cs typeface="Times New Roman" pitchFamily="18" charset="0"/>
              </a:rPr>
              <a:t>vị trí ban đầu của van </a:t>
            </a:r>
            <a:r>
              <a:rPr lang="en-US" altLang="ko-KR" sz="900" b="1">
                <a:solidFill>
                  <a:srgbClr val="C0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tín hiệu điện</a:t>
            </a:r>
          </a:p>
        </p:txBody>
      </p:sp>
      <p:pic>
        <p:nvPicPr>
          <p:cNvPr id="6170"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22725" y="6032989"/>
            <a:ext cx="1276350" cy="668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71" name="TextBox 24"/>
          <p:cNvSpPr txBox="1">
            <a:spLocks noChangeArrowheads="1"/>
          </p:cNvSpPr>
          <p:nvPr/>
        </p:nvSpPr>
        <p:spPr bwMode="auto">
          <a:xfrm>
            <a:off x="3632200" y="5955323"/>
            <a:ext cx="76174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ko-KR" altLang="en-US" sz="900">
                <a:latin typeface="돋움" pitchFamily="50" charset="-127"/>
                <a:ea typeface="돋움" pitchFamily="50" charset="-127"/>
              </a:rPr>
              <a:t>㉡수동조작</a:t>
            </a:r>
          </a:p>
        </p:txBody>
      </p:sp>
      <p:cxnSp>
        <p:nvCxnSpPr>
          <p:cNvPr id="6172" name="직선 화살표 연결선 26"/>
          <p:cNvCxnSpPr>
            <a:cxnSpLocks noChangeShapeType="1"/>
          </p:cNvCxnSpPr>
          <p:nvPr/>
        </p:nvCxnSpPr>
        <p:spPr bwMode="auto">
          <a:xfrm>
            <a:off x="3946525" y="6129704"/>
            <a:ext cx="215900" cy="128954"/>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6173" name="직선 화살표 연결선 27"/>
          <p:cNvCxnSpPr>
            <a:cxnSpLocks noChangeShapeType="1"/>
          </p:cNvCxnSpPr>
          <p:nvPr/>
        </p:nvCxnSpPr>
        <p:spPr bwMode="auto">
          <a:xfrm flipH="1">
            <a:off x="4946651" y="6129704"/>
            <a:ext cx="352425" cy="180242"/>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6174" name="TextBox 28"/>
          <p:cNvSpPr txBox="1">
            <a:spLocks noChangeArrowheads="1"/>
          </p:cNvSpPr>
          <p:nvPr/>
        </p:nvSpPr>
        <p:spPr bwMode="auto">
          <a:xfrm>
            <a:off x="5165725" y="5955323"/>
            <a:ext cx="99257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ko-KR" altLang="en-US" sz="900">
                <a:latin typeface="돋움" pitchFamily="50" charset="-127"/>
                <a:ea typeface="돋움" pitchFamily="50" charset="-127"/>
              </a:rPr>
              <a:t>㉢밸브초기위치</a:t>
            </a:r>
          </a:p>
        </p:txBody>
      </p:sp>
      <p:cxnSp>
        <p:nvCxnSpPr>
          <p:cNvPr id="6175" name="직선 화살표 연결선 29"/>
          <p:cNvCxnSpPr>
            <a:cxnSpLocks noChangeShapeType="1"/>
          </p:cNvCxnSpPr>
          <p:nvPr/>
        </p:nvCxnSpPr>
        <p:spPr bwMode="auto">
          <a:xfrm flipH="1" flipV="1">
            <a:off x="5029201" y="6393474"/>
            <a:ext cx="195263" cy="162657"/>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6176" name="TextBox 30"/>
          <p:cNvSpPr txBox="1">
            <a:spLocks noChangeArrowheads="1"/>
          </p:cNvSpPr>
          <p:nvPr/>
        </p:nvSpPr>
        <p:spPr bwMode="auto">
          <a:xfrm>
            <a:off x="5165725" y="6532685"/>
            <a:ext cx="87716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ko-KR" altLang="en-US" sz="900">
                <a:latin typeface="돋움" pitchFamily="50" charset="-127"/>
                <a:ea typeface="돋움" pitchFamily="50" charset="-127"/>
              </a:rPr>
              <a:t>㉠간접작동형</a:t>
            </a:r>
          </a:p>
        </p:txBody>
      </p:sp>
      <p:cxnSp>
        <p:nvCxnSpPr>
          <p:cNvPr id="6177" name="직선 화살표 연결선 31"/>
          <p:cNvCxnSpPr>
            <a:cxnSpLocks noChangeShapeType="1"/>
          </p:cNvCxnSpPr>
          <p:nvPr/>
        </p:nvCxnSpPr>
        <p:spPr bwMode="auto">
          <a:xfrm flipV="1">
            <a:off x="4016375" y="6384682"/>
            <a:ext cx="133350" cy="165588"/>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6178" name="TextBox 32"/>
          <p:cNvSpPr txBox="1">
            <a:spLocks noChangeArrowheads="1"/>
          </p:cNvSpPr>
          <p:nvPr/>
        </p:nvSpPr>
        <p:spPr bwMode="auto">
          <a:xfrm>
            <a:off x="3584575" y="6554666"/>
            <a:ext cx="76174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ko-KR" altLang="en-US" sz="900">
                <a:latin typeface="돋움" pitchFamily="50" charset="-127"/>
                <a:ea typeface="돋움" pitchFamily="50" charset="-127"/>
              </a:rPr>
              <a:t>㉣전기신호</a:t>
            </a:r>
          </a:p>
        </p:txBody>
      </p:sp>
      <p:sp>
        <p:nvSpPr>
          <p:cNvPr id="6179" name="직사각형 6"/>
          <p:cNvSpPr>
            <a:spLocks noChangeArrowheads="1"/>
          </p:cNvSpPr>
          <p:nvPr/>
        </p:nvSpPr>
        <p:spPr bwMode="auto">
          <a:xfrm>
            <a:off x="4537075" y="6138497"/>
            <a:ext cx="215900" cy="6447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80" name="직사각형 41"/>
          <p:cNvSpPr>
            <a:spLocks noChangeArrowheads="1"/>
          </p:cNvSpPr>
          <p:nvPr/>
        </p:nvSpPr>
        <p:spPr bwMode="auto">
          <a:xfrm>
            <a:off x="4537075" y="6427177"/>
            <a:ext cx="234950" cy="87923"/>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Tree>
    <p:extLst>
      <p:ext uri="{BB962C8B-B14F-4D97-AF65-F5344CB8AC3E}">
        <p14:creationId xmlns:p14="http://schemas.microsoft.com/office/powerpoint/2010/main" val="1814906221"/>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Line 6"/>
          <p:cNvSpPr>
            <a:spLocks noChangeShapeType="1"/>
          </p:cNvSpPr>
          <p:nvPr/>
        </p:nvSpPr>
        <p:spPr bwMode="auto">
          <a:xfrm>
            <a:off x="304800" y="561243"/>
            <a:ext cx="62484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17" name="Text Box 5"/>
          <p:cNvSpPr txBox="1">
            <a:spLocks noChangeArrowheads="1"/>
          </p:cNvSpPr>
          <p:nvPr/>
        </p:nvSpPr>
        <p:spPr bwMode="auto">
          <a:xfrm>
            <a:off x="174626" y="221274"/>
            <a:ext cx="88678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600" b="1">
                <a:effectLst>
                  <a:outerShdw blurRad="38100" dist="38100" dir="2700000" algn="tl">
                    <a:srgbClr val="C0C0C0"/>
                  </a:outerShdw>
                </a:effectLst>
                <a:latin typeface="Times New Roman" panose="02020603050405020304" pitchFamily="18" charset="0"/>
                <a:cs typeface="Times New Roman" panose="02020603050405020304" pitchFamily="18" charset="0"/>
              </a:rPr>
              <a:t>Khí nén</a:t>
            </a:r>
            <a:endParaRPr lang="ko-KR" altLang="en-US"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7172"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돋움" pitchFamily="50" charset="-127"/>
              <a:ea typeface="돋움" pitchFamily="50" charset="-127"/>
            </a:endParaRPr>
          </a:p>
          <a:p>
            <a:pPr eaLnBrk="1" hangingPunct="1">
              <a:spcBef>
                <a:spcPct val="0"/>
              </a:spcBef>
              <a:buFontTx/>
              <a:buNone/>
            </a:pPr>
            <a:endParaRPr lang="en-US" altLang="ko-KR" sz="900">
              <a:solidFill>
                <a:srgbClr val="FF0000"/>
              </a:solidFill>
              <a:latin typeface="돋움" pitchFamily="50" charset="-127"/>
              <a:ea typeface="돋움" pitchFamily="50" charset="-127"/>
            </a:endParaRPr>
          </a:p>
        </p:txBody>
      </p:sp>
      <p:sp>
        <p:nvSpPr>
          <p:cNvPr id="7173"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ko-KR" sz="900">
              <a:solidFill>
                <a:srgbClr val="FF0000"/>
              </a:solidFill>
              <a:latin typeface="돋움" pitchFamily="50" charset="-127"/>
              <a:ea typeface="돋움" pitchFamily="50" charset="-127"/>
            </a:endParaRPr>
          </a:p>
        </p:txBody>
      </p:sp>
      <p:sp>
        <p:nvSpPr>
          <p:cNvPr id="7174" name="Rectangle 131"/>
          <p:cNvSpPr>
            <a:spLocks noChangeArrowheads="1"/>
          </p:cNvSpPr>
          <p:nvPr/>
        </p:nvSpPr>
        <p:spPr bwMode="auto">
          <a:xfrm>
            <a:off x="260350" y="775189"/>
            <a:ext cx="316865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52. Đâu không phải là phương pháp làm khô của máy sấy khí?</a:t>
            </a: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Máy sấy khí làm mát bằng nước</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Máy sấy khí hấp thụ</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③ Máy sấy khí làm mát </a:t>
            </a: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Máy sấy khí hấp phụ</a:t>
            </a:r>
            <a:endParaRPr lang="ko-KR" altLang="en-US" sz="900">
              <a:latin typeface="Times New Roman" pitchFamily="18" charset="0"/>
              <a:ea typeface="돋움" pitchFamily="50" charset="-127"/>
              <a:cs typeface="Times New Roman" pitchFamily="18" charset="0"/>
            </a:endParaRPr>
          </a:p>
        </p:txBody>
      </p:sp>
      <p:sp>
        <p:nvSpPr>
          <p:cNvPr id="7175" name="Rectangle 144"/>
          <p:cNvSpPr>
            <a:spLocks noChangeArrowheads="1"/>
          </p:cNvSpPr>
          <p:nvPr/>
        </p:nvSpPr>
        <p:spPr bwMode="auto">
          <a:xfrm>
            <a:off x="3409950" y="4869474"/>
            <a:ext cx="3168650" cy="1366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59.</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Giải thích đúng về chức năng của rơle</a:t>
            </a:r>
            <a:r>
              <a:rPr lang="en-US" altLang="ko-KR" sz="900">
                <a:latin typeface="Times New Roman" pitchFamily="18" charset="0"/>
                <a:ea typeface="돋움" pitchFamily="50" charset="-127"/>
                <a:cs typeface="Times New Roman" pitchFamily="18" charset="0"/>
              </a:rPr>
              <a:t> dưới đây</a:t>
            </a:r>
            <a:r>
              <a:rPr lang="vi-VN" altLang="ko-KR" sz="900">
                <a:latin typeface="Times New Roman" pitchFamily="18" charset="0"/>
                <a:ea typeface="돋움" pitchFamily="50" charset="-127"/>
                <a:cs typeface="Times New Roman" pitchFamily="18" charset="0"/>
              </a:rPr>
              <a:t> là gì?</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algn="just" eaLnBrk="1" hangingPunct="1">
              <a:buFontTx/>
              <a:buNone/>
            </a:pPr>
            <a:r>
              <a:rPr lang="en-US" altLang="ko-KR" sz="900">
                <a:latin typeface="Times New Roman" pitchFamily="18" charset="0"/>
                <a:ea typeface="돋움" pitchFamily="50" charset="-127"/>
                <a:cs typeface="Times New Roman" pitchFamily="18" charset="0"/>
              </a:rPr>
              <a:t>Có thể cho dòng điện gấp hàng chục lần dòng điện nhập ở  tiếp điểm đầu ra khi nhập lực điện từ tiêu thụ của coil rơ le.</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Chức năng bộ nhớ</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 ② Chức năng rẽ nhánh</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③ Chức năng khuếch đại </a:t>
            </a:r>
            <a:r>
              <a:rPr lang="en-US" altLang="ko-KR" sz="900" b="1">
                <a:solidFill>
                  <a:srgbClr val="FF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Chức năng chuyển đổi</a:t>
            </a:r>
          </a:p>
        </p:txBody>
      </p:sp>
      <p:sp>
        <p:nvSpPr>
          <p:cNvPr id="7176" name="Rectangle 151"/>
          <p:cNvSpPr>
            <a:spLocks noChangeArrowheads="1"/>
          </p:cNvSpPr>
          <p:nvPr/>
        </p:nvSpPr>
        <p:spPr bwMode="auto">
          <a:xfrm>
            <a:off x="269875" y="1869831"/>
            <a:ext cx="320675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53. Đâu không phải là ưu điểm của ống nhựa?</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Có khả năng tăng dung lượng nhiều hơn so với tỷ lệ đường kính ống</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② </a:t>
            </a:r>
            <a:r>
              <a:rPr lang="en-US" altLang="ko-KR" sz="900" b="1">
                <a:solidFill>
                  <a:srgbClr val="FF0000"/>
                </a:solidFill>
                <a:latin typeface="Times New Roman" pitchFamily="18" charset="0"/>
                <a:ea typeface="돋움" pitchFamily="50" charset="-127"/>
                <a:cs typeface="Times New Roman" pitchFamily="18" charset="0"/>
              </a:rPr>
              <a:t>Giá thành đắt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Dễ duy trì, bảo dưỡng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a:latin typeface="Times New Roman" pitchFamily="18" charset="0"/>
                <a:cs typeface="Times New Roman" pitchFamily="18" charset="0"/>
              </a:rPr>
              <a:t>Có tính mềm dẻo, linh động nên dễ thao tác và dễ sử dụng với cả ống dẫn của máy có bộ phận quay</a:t>
            </a:r>
            <a:r>
              <a:rPr lang="vi-VN" altLang="ko-KR" sz="900">
                <a:latin typeface="Times New Roman" pitchFamily="18" charset="0"/>
                <a:ea typeface="돋움" pitchFamily="50" charset="-127"/>
              </a:rPr>
              <a:t>.</a:t>
            </a:r>
          </a:p>
        </p:txBody>
      </p:sp>
      <p:sp>
        <p:nvSpPr>
          <p:cNvPr id="7177" name="Rectangle 153"/>
          <p:cNvSpPr>
            <a:spLocks noChangeArrowheads="1"/>
          </p:cNvSpPr>
          <p:nvPr/>
        </p:nvSpPr>
        <p:spPr bwMode="auto">
          <a:xfrm>
            <a:off x="260350" y="5980235"/>
            <a:ext cx="320675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56. </a:t>
            </a:r>
            <a:r>
              <a:rPr lang="en-US" altLang="ko-KR" sz="900">
                <a:latin typeface="Times New Roman" pitchFamily="18" charset="0"/>
                <a:ea typeface="돋움" pitchFamily="50" charset="-127"/>
                <a:cs typeface="Times New Roman" pitchFamily="18" charset="0"/>
              </a:rPr>
              <a:t>Cho khí nén đi qua tại một vị trí </a:t>
            </a:r>
            <a:r>
              <a:rPr lang="vi-VN" altLang="ko-KR" sz="900">
                <a:latin typeface="Times New Roman" pitchFamily="18" charset="0"/>
                <a:ea typeface="돋움" pitchFamily="50" charset="-127"/>
                <a:cs typeface="Times New Roman" pitchFamily="18" charset="0"/>
              </a:rPr>
              <a:t>điều khiển</a:t>
            </a:r>
            <a:r>
              <a:rPr lang="en-US" altLang="ko-KR" sz="900">
                <a:latin typeface="Times New Roman" pitchFamily="18" charset="0"/>
                <a:ea typeface="돋움" pitchFamily="50" charset="-127"/>
                <a:cs typeface="Times New Roman" pitchFamily="18" charset="0"/>
              </a:rPr>
              <a:t> nào đó và dừng tại vị trí </a:t>
            </a:r>
            <a:r>
              <a:rPr lang="vi-VN" altLang="ko-KR" sz="900">
                <a:latin typeface="Times New Roman" pitchFamily="18" charset="0"/>
                <a:ea typeface="돋움" pitchFamily="50" charset="-127"/>
                <a:cs typeface="Times New Roman" pitchFamily="18" charset="0"/>
              </a:rPr>
              <a:t>điều khiển</a:t>
            </a:r>
            <a:r>
              <a:rPr lang="en-US" altLang="ko-KR" sz="900">
                <a:latin typeface="Times New Roman" pitchFamily="18" charset="0"/>
                <a:ea typeface="돋움" pitchFamily="50" charset="-127"/>
                <a:cs typeface="Times New Roman" pitchFamily="18" charset="0"/>
              </a:rPr>
              <a:t> khác, được sử dụng chủ yếu với  vai trò là van chuyên để dừng. Là loại van nào ?</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nl-NL" altLang="ko-KR" sz="900">
                <a:latin typeface="Times New Roman" pitchFamily="18" charset="0"/>
                <a:ea typeface="돋움" pitchFamily="50" charset="-127"/>
                <a:cs typeface="Times New Roman" pitchFamily="18" charset="0"/>
              </a:rPr>
              <a:t>  ① Van 3 cửa 2 vị trí       ② Van chặn</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Van áp suất                </a:t>
            </a:r>
            <a:r>
              <a:rPr lang="en-US" altLang="ko-KR" sz="900" b="1">
                <a:solidFill>
                  <a:srgbClr val="FF0000"/>
                </a:solidFill>
                <a:latin typeface="Times New Roman" pitchFamily="18" charset="0"/>
                <a:ea typeface="돋움" pitchFamily="50" charset="-127"/>
                <a:cs typeface="Times New Roman" pitchFamily="18" charset="0"/>
              </a:rPr>
              <a:t>④ Van 2 cửa 2 vị trí</a:t>
            </a:r>
          </a:p>
        </p:txBody>
      </p:sp>
      <p:sp>
        <p:nvSpPr>
          <p:cNvPr id="7178" name="Rectangle 170"/>
          <p:cNvSpPr>
            <a:spLocks noChangeArrowheads="1"/>
          </p:cNvSpPr>
          <p:nvPr/>
        </p:nvSpPr>
        <p:spPr bwMode="auto">
          <a:xfrm>
            <a:off x="3429000" y="6183923"/>
            <a:ext cx="3206750"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60. Sơ đồ mạch khí nén của van trễ thời gian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 ②</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a:t>
            </a:r>
          </a:p>
        </p:txBody>
      </p:sp>
      <p:sp>
        <p:nvSpPr>
          <p:cNvPr id="7179" name="Text Box 17"/>
          <p:cNvSpPr txBox="1">
            <a:spLocks noChangeArrowheads="1"/>
          </p:cNvSpPr>
          <p:nvPr/>
        </p:nvSpPr>
        <p:spPr bwMode="auto">
          <a:xfrm>
            <a:off x="260350" y="7098323"/>
            <a:ext cx="316865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cs typeface="Times New Roman" pitchFamily="18" charset="0"/>
              </a:rPr>
              <a:t>57. </a:t>
            </a:r>
            <a:r>
              <a:rPr lang="en-US" altLang="ko-KR" sz="900">
                <a:latin typeface="Times New Roman" pitchFamily="18" charset="0"/>
                <a:cs typeface="Times New Roman" pitchFamily="18" charset="0"/>
              </a:rPr>
              <a:t>Có ưu điểm là tối thiểu hóa diện tích lắp đặt</a:t>
            </a:r>
            <a:r>
              <a:rPr lang="vi-VN" altLang="ko-KR" sz="900">
                <a:latin typeface="Times New Roman" pitchFamily="18" charset="0"/>
                <a:cs typeface="Times New Roman" pitchFamily="18" charset="0"/>
              </a:rPr>
              <a:t>, lực đẩy tiến / lùi</a:t>
            </a:r>
            <a:r>
              <a:rPr lang="en-US" altLang="ko-KR" sz="900">
                <a:latin typeface="Times New Roman" pitchFamily="18" charset="0"/>
                <a:cs typeface="Times New Roman" pitchFamily="18" charset="0"/>
              </a:rPr>
              <a:t> đồng nhất, d</a:t>
            </a:r>
            <a:r>
              <a:rPr lang="vi-VN" altLang="ko-KR" sz="900">
                <a:latin typeface="Times New Roman" pitchFamily="18" charset="0"/>
                <a:cs typeface="Times New Roman" pitchFamily="18" charset="0"/>
              </a:rPr>
              <a:t>ừng </a:t>
            </a:r>
            <a:r>
              <a:rPr lang="en-US" altLang="ko-KR" sz="900">
                <a:latin typeface="Times New Roman" pitchFamily="18" charset="0"/>
                <a:cs typeface="Times New Roman" pitchFamily="18" charset="0"/>
              </a:rPr>
              <a:t>giữa chừng</a:t>
            </a:r>
            <a:r>
              <a:rPr lang="vi-VN" altLang="ko-KR" sz="900">
                <a:latin typeface="Times New Roman" pitchFamily="18" charset="0"/>
                <a:cs typeface="Times New Roman" pitchFamily="18" charset="0"/>
              </a:rPr>
              <a:t> tốt</a:t>
            </a:r>
            <a:r>
              <a:rPr lang="en-US" altLang="ko-KR" sz="900">
                <a:latin typeface="Times New Roman" pitchFamily="18" charset="0"/>
                <a:cs typeface="Times New Roman" pitchFamily="18" charset="0"/>
              </a:rPr>
              <a:t>. </a:t>
            </a:r>
          </a:p>
          <a:p>
            <a:pPr eaLnBrk="1" hangingPunct="1">
              <a:spcBef>
                <a:spcPct val="0"/>
              </a:spcBef>
              <a:buFontTx/>
              <a:buNone/>
            </a:pPr>
            <a:r>
              <a:rPr lang="en-US" altLang="ko-KR" sz="900">
                <a:latin typeface="Times New Roman" pitchFamily="18" charset="0"/>
                <a:cs typeface="Times New Roman" pitchFamily="18" charset="0"/>
              </a:rPr>
              <a:t>Đang nói tới loại xilanh nào?</a:t>
            </a:r>
            <a:endParaRPr lang="vi-VN"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r>
              <a:rPr lang="en-US" altLang="ko-KR" sz="900" b="1">
                <a:solidFill>
                  <a:srgbClr val="FF0000"/>
                </a:solidFill>
                <a:latin typeface="Times New Roman" pitchFamily="18" charset="0"/>
                <a:cs typeface="Times New Roman" pitchFamily="18" charset="0"/>
              </a:rPr>
              <a:t>①</a:t>
            </a:r>
            <a:r>
              <a:rPr lang="en-US" altLang="ko-KR" sz="900">
                <a:latin typeface="Times New Roman" pitchFamily="18" charset="0"/>
                <a:cs typeface="Times New Roman" pitchFamily="18" charset="0"/>
              </a:rPr>
              <a:t>                                                   ②</a:t>
            </a: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③                                                   ④</a:t>
            </a:r>
          </a:p>
        </p:txBody>
      </p:sp>
      <p:sp>
        <p:nvSpPr>
          <p:cNvPr id="7180" name="Text Box 44"/>
          <p:cNvSpPr txBox="1">
            <a:spLocks noChangeArrowheads="1"/>
          </p:cNvSpPr>
          <p:nvPr/>
        </p:nvSpPr>
        <p:spPr bwMode="auto">
          <a:xfrm>
            <a:off x="269876" y="3242897"/>
            <a:ext cx="31353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cs typeface="Times New Roman" pitchFamily="18" charset="0"/>
              </a:rPr>
              <a:t>54. </a:t>
            </a:r>
            <a:r>
              <a:rPr lang="en-US" altLang="ko-KR" sz="900">
                <a:latin typeface="Times New Roman" pitchFamily="18" charset="0"/>
                <a:cs typeface="Times New Roman" pitchFamily="18" charset="0"/>
              </a:rPr>
              <a:t>H</a:t>
            </a:r>
            <a:r>
              <a:rPr lang="vi-VN" altLang="ko-KR" sz="900">
                <a:latin typeface="Times New Roman" pitchFamily="18" charset="0"/>
                <a:cs typeface="Times New Roman" pitchFamily="18" charset="0"/>
              </a:rPr>
              <a:t>oạt động độc lập ở hai hoặc nhiều vị trí điều khiển</a:t>
            </a:r>
            <a:r>
              <a:rPr lang="en-US" altLang="ko-KR" sz="900">
                <a:latin typeface="Times New Roman" pitchFamily="18" charset="0"/>
                <a:cs typeface="Times New Roman" pitchFamily="18" charset="0"/>
              </a:rPr>
              <a:t>, có thể được gọi là van kiểm tra đôi. Là loại van nào?</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①                                </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②</a:t>
            </a: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         </a:t>
            </a:r>
            <a:r>
              <a:rPr lang="en-US" altLang="ko-KR" sz="900" b="1">
                <a:solidFill>
                  <a:srgbClr val="FF0000"/>
                </a:solidFill>
                <a:latin typeface="Times New Roman" pitchFamily="18" charset="0"/>
                <a:cs typeface="Times New Roman" pitchFamily="18" charset="0"/>
              </a:rPr>
              <a:t>④</a:t>
            </a:r>
            <a:endParaRPr lang="ko-KR" altLang="en-US" sz="900" b="1">
              <a:solidFill>
                <a:srgbClr val="FF0000"/>
              </a:solidFill>
              <a:latin typeface="Times New Roman" pitchFamily="18" charset="0"/>
              <a:ea typeface="돋움" pitchFamily="50" charset="-127"/>
              <a:cs typeface="Times New Roman" pitchFamily="18" charset="0"/>
            </a:endParaRPr>
          </a:p>
        </p:txBody>
      </p:sp>
      <p:sp>
        <p:nvSpPr>
          <p:cNvPr id="7181" name="Rectangle 97"/>
          <p:cNvSpPr>
            <a:spLocks noChangeArrowheads="1"/>
          </p:cNvSpPr>
          <p:nvPr/>
        </p:nvSpPr>
        <p:spPr bwMode="auto">
          <a:xfrm>
            <a:off x="266700" y="4837235"/>
            <a:ext cx="31623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55. </a:t>
            </a:r>
            <a:r>
              <a:rPr lang="en-US" altLang="ko-KR" sz="900">
                <a:latin typeface="Times New Roman" pitchFamily="18" charset="0"/>
                <a:ea typeface="돋움" pitchFamily="50" charset="-127"/>
                <a:cs typeface="Times New Roman" pitchFamily="18" charset="0"/>
              </a:rPr>
              <a:t>Duy trì áp suất chất khí cố định và khi nhiệt độ và thể tích thay đổi thì nhiệt độ và thể tích tỷ lệ thuận với nhau.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Là định luật nào ?</a:t>
            </a: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Định luật Pascal   </a:t>
            </a:r>
            <a:r>
              <a:rPr lang="en-US" altLang="ko-KR" sz="900" smtClean="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Định luật Charles-Boyle</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③ Định luật Charles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Định luật Boyle</a:t>
            </a:r>
          </a:p>
        </p:txBody>
      </p:sp>
      <p:sp>
        <p:nvSpPr>
          <p:cNvPr id="7182" name="직사각형 1"/>
          <p:cNvSpPr>
            <a:spLocks noChangeArrowheads="1"/>
          </p:cNvSpPr>
          <p:nvPr/>
        </p:nvSpPr>
        <p:spPr bwMode="auto">
          <a:xfrm>
            <a:off x="3476625" y="5128846"/>
            <a:ext cx="3048000" cy="4396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pic>
        <p:nvPicPr>
          <p:cNvPr id="7183" name="Picture 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32239" y="7133493"/>
            <a:ext cx="1570037" cy="5553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84" name="자유형 37"/>
          <p:cNvSpPr>
            <a:spLocks/>
          </p:cNvSpPr>
          <p:nvPr/>
        </p:nvSpPr>
        <p:spPr bwMode="auto">
          <a:xfrm>
            <a:off x="4344989" y="7438292"/>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pic>
        <p:nvPicPr>
          <p:cNvPr id="7185" name="Picture 4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29051" y="7719646"/>
            <a:ext cx="2366963" cy="65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86" name="자유형 39"/>
          <p:cNvSpPr>
            <a:spLocks/>
          </p:cNvSpPr>
          <p:nvPr/>
        </p:nvSpPr>
        <p:spPr bwMode="auto">
          <a:xfrm>
            <a:off x="4179889" y="8163659"/>
            <a:ext cx="77787" cy="102577"/>
          </a:xfrm>
          <a:custGeom>
            <a:avLst/>
            <a:gdLst>
              <a:gd name="T0" fmla="*/ 0 w 85725"/>
              <a:gd name="T1" fmla="*/ 0 h 133350"/>
              <a:gd name="T2" fmla="*/ 77932 w 85725"/>
              <a:gd name="T3" fmla="*/ 47231 h 133350"/>
              <a:gd name="T4" fmla="*/ 8659 w 85725"/>
              <a:gd name="T5" fmla="*/ 110206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sp>
        <p:nvSpPr>
          <p:cNvPr id="7187" name="자유형 40"/>
          <p:cNvSpPr>
            <a:spLocks/>
          </p:cNvSpPr>
          <p:nvPr/>
        </p:nvSpPr>
        <p:spPr bwMode="auto">
          <a:xfrm rot="10800000">
            <a:off x="4714876" y="7936523"/>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pic>
        <p:nvPicPr>
          <p:cNvPr id="7188" name="Picture 4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49813" y="8294077"/>
            <a:ext cx="704850" cy="518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89" name="Picture 4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71926" y="6433038"/>
            <a:ext cx="1738313" cy="6638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7190" name="직선 연결선 43"/>
          <p:cNvCxnSpPr>
            <a:cxnSpLocks noChangeShapeType="1"/>
          </p:cNvCxnSpPr>
          <p:nvPr/>
        </p:nvCxnSpPr>
        <p:spPr bwMode="auto">
          <a:xfrm>
            <a:off x="5187950" y="8343901"/>
            <a:ext cx="0" cy="10990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91" name="직선 연결선 44"/>
          <p:cNvCxnSpPr>
            <a:cxnSpLocks noChangeShapeType="1"/>
          </p:cNvCxnSpPr>
          <p:nvPr/>
        </p:nvCxnSpPr>
        <p:spPr bwMode="auto">
          <a:xfrm>
            <a:off x="5187950" y="8804031"/>
            <a:ext cx="0" cy="8059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pic>
        <p:nvPicPr>
          <p:cNvPr id="7192" name="Picture 4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65575" y="8395189"/>
            <a:ext cx="895350" cy="509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93" name="자유형 46"/>
          <p:cNvSpPr>
            <a:spLocks/>
          </p:cNvSpPr>
          <p:nvPr/>
        </p:nvSpPr>
        <p:spPr bwMode="auto">
          <a:xfrm rot="10800000">
            <a:off x="4119564" y="6645520"/>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p>
        </p:txBody>
      </p:sp>
      <p:pic>
        <p:nvPicPr>
          <p:cNvPr id="7194" name="Picture 1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57525" y="3641435"/>
            <a:ext cx="657225" cy="3399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95"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44825" y="3982870"/>
            <a:ext cx="657225" cy="3971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96" name="Picture 2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0688" y="4048812"/>
            <a:ext cx="573088" cy="331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97" name="Picture 2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20688" y="3676604"/>
            <a:ext cx="590550" cy="2813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98" name="Rectangle 110"/>
          <p:cNvSpPr>
            <a:spLocks noChangeArrowheads="1"/>
          </p:cNvSpPr>
          <p:nvPr/>
        </p:nvSpPr>
        <p:spPr bwMode="auto">
          <a:xfrm>
            <a:off x="3429000" y="797170"/>
            <a:ext cx="31877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buFontTx/>
              <a:buNone/>
            </a:pPr>
            <a:r>
              <a:rPr lang="vi-VN" altLang="ko-KR" sz="900">
                <a:latin typeface="Times New Roman" pitchFamily="18" charset="0"/>
                <a:ea typeface="돋움" pitchFamily="50" charset="-127"/>
                <a:cs typeface="Times New Roman" pitchFamily="18" charset="0"/>
              </a:rPr>
              <a:t>5</a:t>
            </a:r>
            <a:r>
              <a:rPr lang="en-US" altLang="ko-KR" sz="900">
                <a:latin typeface="Times New Roman" pitchFamily="18" charset="0"/>
                <a:ea typeface="돋움" pitchFamily="50" charset="-127"/>
                <a:cs typeface="Times New Roman" pitchFamily="18" charset="0"/>
              </a:rPr>
              <a:t>8</a:t>
            </a:r>
            <a:r>
              <a:rPr lang="vi-VN" altLang="ko-KR" sz="900">
                <a:latin typeface="Times New Roman" pitchFamily="18" charset="0"/>
                <a:ea typeface="돋움" pitchFamily="50" charset="-127"/>
                <a:cs typeface="Times New Roman" pitchFamily="18" charset="0"/>
              </a:rPr>
              <a:t>. C</a:t>
            </a:r>
            <a:r>
              <a:rPr lang="en-US" altLang="ko-KR" sz="900">
                <a:latin typeface="Times New Roman" pitchFamily="18" charset="0"/>
                <a:ea typeface="돋움" pitchFamily="50" charset="-127"/>
                <a:cs typeface="Times New Roman" pitchFamily="18" charset="0"/>
              </a:rPr>
              <a:t>họn đáp án có c</a:t>
            </a:r>
            <a:r>
              <a:rPr lang="vi-VN" altLang="ko-KR" sz="900">
                <a:latin typeface="Times New Roman" pitchFamily="18" charset="0"/>
                <a:ea typeface="돋움" pitchFamily="50" charset="-127"/>
                <a:cs typeface="Times New Roman" pitchFamily="18" charset="0"/>
              </a:rPr>
              <a:t>ấu trúc bên trong của van điều khiển hướng </a:t>
            </a:r>
            <a:r>
              <a:rPr lang="en-US" altLang="ko-KR" sz="900">
                <a:latin typeface="Times New Roman" pitchFamily="18" charset="0"/>
                <a:ea typeface="돋움" pitchFamily="50" charset="-127"/>
                <a:cs typeface="Times New Roman" pitchFamily="18" charset="0"/>
              </a:rPr>
              <a:t>so với</a:t>
            </a:r>
            <a:r>
              <a:rPr lang="vi-VN" altLang="ko-KR" sz="900">
                <a:latin typeface="Times New Roman" pitchFamily="18" charset="0"/>
                <a:ea typeface="돋움" pitchFamily="50" charset="-127"/>
                <a:cs typeface="Times New Roman" pitchFamily="18" charset="0"/>
              </a:rPr>
              <a:t> ký hiệu và </a:t>
            </a:r>
            <a:r>
              <a:rPr lang="en-US" altLang="ko-KR" sz="900">
                <a:latin typeface="Times New Roman" pitchFamily="18" charset="0"/>
                <a:ea typeface="돋움" pitchFamily="50" charset="-127"/>
                <a:cs typeface="Times New Roman" pitchFamily="18" charset="0"/>
              </a:rPr>
              <a:t>vị trí </a:t>
            </a:r>
            <a:r>
              <a:rPr lang="vi-VN" altLang="ko-KR" sz="900">
                <a:latin typeface="Times New Roman" pitchFamily="18" charset="0"/>
                <a:ea typeface="돋움" pitchFamily="50" charset="-127"/>
                <a:cs typeface="Times New Roman" pitchFamily="18" charset="0"/>
              </a:rPr>
              <a:t>cổng không khớp.</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②</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a:t>
            </a:r>
          </a:p>
        </p:txBody>
      </p:sp>
      <p:sp>
        <p:nvSpPr>
          <p:cNvPr id="7199" name="TextBox 55"/>
          <p:cNvSpPr txBox="1">
            <a:spLocks noChangeArrowheads="1"/>
          </p:cNvSpPr>
          <p:nvPr/>
        </p:nvSpPr>
        <p:spPr bwMode="auto">
          <a:xfrm>
            <a:off x="3630613" y="171596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A</a:t>
            </a:r>
            <a:endParaRPr lang="ko-KR" altLang="en-US" sz="800">
              <a:latin typeface="돋움" pitchFamily="50" charset="-127"/>
              <a:ea typeface="돋움" pitchFamily="50" charset="-127"/>
            </a:endParaRPr>
          </a:p>
        </p:txBody>
      </p:sp>
      <p:sp>
        <p:nvSpPr>
          <p:cNvPr id="7200" name="직사각형 58"/>
          <p:cNvSpPr>
            <a:spLocks noChangeArrowheads="1"/>
          </p:cNvSpPr>
          <p:nvPr/>
        </p:nvSpPr>
        <p:spPr bwMode="auto">
          <a:xfrm>
            <a:off x="3697289" y="2331427"/>
            <a:ext cx="217487" cy="104042"/>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7201" name="TextBox 69"/>
          <p:cNvSpPr txBox="1">
            <a:spLocks noChangeArrowheads="1"/>
          </p:cNvSpPr>
          <p:nvPr/>
        </p:nvSpPr>
        <p:spPr bwMode="auto">
          <a:xfrm>
            <a:off x="6272213" y="1839058"/>
            <a:ext cx="2471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R</a:t>
            </a:r>
            <a:endParaRPr lang="ko-KR" altLang="en-US" sz="800">
              <a:latin typeface="돋움" pitchFamily="50" charset="-127"/>
              <a:ea typeface="돋움" pitchFamily="50" charset="-127"/>
            </a:endParaRPr>
          </a:p>
        </p:txBody>
      </p:sp>
      <p:sp>
        <p:nvSpPr>
          <p:cNvPr id="7202" name="TextBox 87"/>
          <p:cNvSpPr txBox="1">
            <a:spLocks noChangeArrowheads="1"/>
          </p:cNvSpPr>
          <p:nvPr/>
        </p:nvSpPr>
        <p:spPr bwMode="auto">
          <a:xfrm>
            <a:off x="3657600" y="2804746"/>
            <a:ext cx="2439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Z</a:t>
            </a:r>
            <a:endParaRPr lang="ko-KR" altLang="en-US" sz="800">
              <a:latin typeface="돋움" pitchFamily="50" charset="-127"/>
              <a:ea typeface="돋움" pitchFamily="50" charset="-127"/>
            </a:endParaRPr>
          </a:p>
        </p:txBody>
      </p:sp>
      <p:grpSp>
        <p:nvGrpSpPr>
          <p:cNvPr id="7203" name="Group 1"/>
          <p:cNvGrpSpPr>
            <a:grpSpLocks/>
          </p:cNvGrpSpPr>
          <p:nvPr/>
        </p:nvGrpSpPr>
        <p:grpSpPr bwMode="auto">
          <a:xfrm>
            <a:off x="3744913" y="1222131"/>
            <a:ext cx="2665112" cy="3272140"/>
            <a:chOff x="3733800" y="1182688"/>
            <a:chExt cx="2736542" cy="3735262"/>
          </a:xfrm>
        </p:grpSpPr>
        <p:pic>
          <p:nvPicPr>
            <p:cNvPr id="7210" name="Picture 7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05238" y="1236663"/>
              <a:ext cx="944562" cy="1227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11" name="TextBox 53"/>
            <p:cNvSpPr txBox="1">
              <a:spLocks noChangeArrowheads="1"/>
            </p:cNvSpPr>
            <p:nvPr/>
          </p:nvSpPr>
          <p:spPr bwMode="auto">
            <a:xfrm>
              <a:off x="4667250" y="2036763"/>
              <a:ext cx="250517"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P</a:t>
              </a:r>
              <a:endParaRPr lang="ko-KR" altLang="en-US" sz="800">
                <a:latin typeface="돋움" pitchFamily="50" charset="-127"/>
                <a:ea typeface="돋움" pitchFamily="50" charset="-127"/>
              </a:endParaRPr>
            </a:p>
          </p:txBody>
        </p:sp>
        <p:sp>
          <p:nvSpPr>
            <p:cNvPr id="7212" name="TextBox 54"/>
            <p:cNvSpPr txBox="1">
              <a:spLocks noChangeArrowheads="1"/>
            </p:cNvSpPr>
            <p:nvPr/>
          </p:nvSpPr>
          <p:spPr bwMode="auto">
            <a:xfrm>
              <a:off x="4667250" y="1649413"/>
              <a:ext cx="253809"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R</a:t>
              </a:r>
              <a:endParaRPr lang="ko-KR" altLang="en-US" sz="800">
                <a:latin typeface="돋움" pitchFamily="50" charset="-127"/>
                <a:ea typeface="돋움" pitchFamily="50" charset="-127"/>
              </a:endParaRPr>
            </a:p>
          </p:txBody>
        </p:sp>
        <p:sp>
          <p:nvSpPr>
            <p:cNvPr id="7213" name="TextBox 56"/>
            <p:cNvSpPr txBox="1">
              <a:spLocks noChangeArrowheads="1"/>
            </p:cNvSpPr>
            <p:nvPr/>
          </p:nvSpPr>
          <p:spPr bwMode="auto">
            <a:xfrm>
              <a:off x="4667250" y="1285875"/>
              <a:ext cx="250517"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Z</a:t>
              </a:r>
              <a:endParaRPr lang="ko-KR" altLang="en-US" sz="800">
                <a:latin typeface="돋움" pitchFamily="50" charset="-127"/>
                <a:ea typeface="돋움" pitchFamily="50" charset="-127"/>
              </a:endParaRPr>
            </a:p>
          </p:txBody>
        </p:sp>
        <p:pic>
          <p:nvPicPr>
            <p:cNvPr id="7214" name="Picture 7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33800" y="2555875"/>
              <a:ext cx="1063625"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15" name="TextBox 59"/>
            <p:cNvSpPr txBox="1">
              <a:spLocks noChangeArrowheads="1"/>
            </p:cNvSpPr>
            <p:nvPr/>
          </p:nvSpPr>
          <p:spPr bwMode="auto">
            <a:xfrm>
              <a:off x="4287838" y="2406650"/>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sp>
          <p:nvSpPr>
            <p:cNvPr id="7216" name="TextBox 60"/>
            <p:cNvSpPr txBox="1">
              <a:spLocks noChangeArrowheads="1"/>
            </p:cNvSpPr>
            <p:nvPr/>
          </p:nvSpPr>
          <p:spPr bwMode="auto">
            <a:xfrm>
              <a:off x="4241800" y="277336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7217" name="TextBox 61"/>
            <p:cNvSpPr txBox="1">
              <a:spLocks noChangeArrowheads="1"/>
            </p:cNvSpPr>
            <p:nvPr/>
          </p:nvSpPr>
          <p:spPr bwMode="auto">
            <a:xfrm>
              <a:off x="4365625" y="277336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pic>
          <p:nvPicPr>
            <p:cNvPr id="7218" name="Picture 7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68925" y="1182688"/>
              <a:ext cx="998538" cy="1300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19" name="Picture 7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13375" y="2552700"/>
              <a:ext cx="895350" cy="293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20" name="TextBox 65"/>
            <p:cNvSpPr txBox="1">
              <a:spLocks noChangeArrowheads="1"/>
            </p:cNvSpPr>
            <p:nvPr/>
          </p:nvSpPr>
          <p:spPr bwMode="auto">
            <a:xfrm>
              <a:off x="5743575" y="2397125"/>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sp>
          <p:nvSpPr>
            <p:cNvPr id="7221" name="TextBox 66"/>
            <p:cNvSpPr txBox="1">
              <a:spLocks noChangeArrowheads="1"/>
            </p:cNvSpPr>
            <p:nvPr/>
          </p:nvSpPr>
          <p:spPr bwMode="auto">
            <a:xfrm>
              <a:off x="5281613" y="2482850"/>
              <a:ext cx="304833"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12</a:t>
              </a:r>
              <a:endParaRPr lang="ko-KR" altLang="en-US" sz="800">
                <a:latin typeface="돋움" pitchFamily="50" charset="-127"/>
                <a:ea typeface="돋움" pitchFamily="50" charset="-127"/>
              </a:endParaRPr>
            </a:p>
          </p:txBody>
        </p:sp>
        <p:sp>
          <p:nvSpPr>
            <p:cNvPr id="7222" name="TextBox 67"/>
            <p:cNvSpPr txBox="1">
              <a:spLocks noChangeArrowheads="1"/>
            </p:cNvSpPr>
            <p:nvPr/>
          </p:nvSpPr>
          <p:spPr bwMode="auto">
            <a:xfrm>
              <a:off x="5219700" y="2146300"/>
              <a:ext cx="250517"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P</a:t>
              </a:r>
              <a:endParaRPr lang="ko-KR" altLang="en-US" sz="800">
                <a:latin typeface="돋움" pitchFamily="50" charset="-127"/>
                <a:ea typeface="돋움" pitchFamily="50" charset="-127"/>
              </a:endParaRPr>
            </a:p>
          </p:txBody>
        </p:sp>
        <p:sp>
          <p:nvSpPr>
            <p:cNvPr id="7223" name="TextBox 68"/>
            <p:cNvSpPr txBox="1">
              <a:spLocks noChangeArrowheads="1"/>
            </p:cNvSpPr>
            <p:nvPr/>
          </p:nvSpPr>
          <p:spPr bwMode="auto">
            <a:xfrm>
              <a:off x="5210175" y="1731963"/>
              <a:ext cx="258746"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A</a:t>
              </a:r>
              <a:endParaRPr lang="ko-KR" altLang="en-US" sz="800">
                <a:latin typeface="돋움" pitchFamily="50" charset="-127"/>
                <a:ea typeface="돋움" pitchFamily="50" charset="-127"/>
              </a:endParaRPr>
            </a:p>
          </p:txBody>
        </p:sp>
        <p:pic>
          <p:nvPicPr>
            <p:cNvPr id="7224" name="Picture 8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10000" y="4437063"/>
              <a:ext cx="1084263"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25" name="Picture 8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824288" y="2989263"/>
              <a:ext cx="912812" cy="1370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26" name="TextBox 72"/>
            <p:cNvSpPr txBox="1">
              <a:spLocks noChangeArrowheads="1"/>
            </p:cNvSpPr>
            <p:nvPr/>
          </p:nvSpPr>
          <p:spPr bwMode="auto">
            <a:xfrm>
              <a:off x="3735388" y="4348163"/>
              <a:ext cx="304833" cy="245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12</a:t>
              </a:r>
              <a:endParaRPr lang="ko-KR" altLang="en-US" sz="800">
                <a:latin typeface="돋움" pitchFamily="50" charset="-127"/>
                <a:ea typeface="돋움" pitchFamily="50" charset="-127"/>
              </a:endParaRPr>
            </a:p>
          </p:txBody>
        </p:sp>
        <p:sp>
          <p:nvSpPr>
            <p:cNvPr id="7227" name="TextBox 73"/>
            <p:cNvSpPr txBox="1">
              <a:spLocks noChangeArrowheads="1"/>
            </p:cNvSpPr>
            <p:nvPr/>
          </p:nvSpPr>
          <p:spPr bwMode="auto">
            <a:xfrm>
              <a:off x="4381500" y="4286250"/>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sp>
          <p:nvSpPr>
            <p:cNvPr id="7228" name="TextBox 74"/>
            <p:cNvSpPr txBox="1">
              <a:spLocks noChangeArrowheads="1"/>
            </p:cNvSpPr>
            <p:nvPr/>
          </p:nvSpPr>
          <p:spPr bwMode="auto">
            <a:xfrm>
              <a:off x="4313238" y="467201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7229" name="TextBox 75"/>
            <p:cNvSpPr txBox="1">
              <a:spLocks noChangeArrowheads="1"/>
            </p:cNvSpPr>
            <p:nvPr/>
          </p:nvSpPr>
          <p:spPr bwMode="auto">
            <a:xfrm>
              <a:off x="4452938" y="467201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pic>
          <p:nvPicPr>
            <p:cNvPr id="7230" name="Picture 8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357813" y="2935288"/>
              <a:ext cx="950912" cy="1417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31" name="TextBox 77"/>
            <p:cNvSpPr txBox="1">
              <a:spLocks noChangeArrowheads="1"/>
            </p:cNvSpPr>
            <p:nvPr/>
          </p:nvSpPr>
          <p:spPr bwMode="auto">
            <a:xfrm>
              <a:off x="6021388" y="2947988"/>
              <a:ext cx="253809" cy="245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R</a:t>
              </a:r>
              <a:endParaRPr lang="ko-KR" altLang="en-US" sz="800">
                <a:latin typeface="돋움" pitchFamily="50" charset="-127"/>
                <a:ea typeface="돋움" pitchFamily="50" charset="-127"/>
              </a:endParaRPr>
            </a:p>
          </p:txBody>
        </p:sp>
        <p:pic>
          <p:nvPicPr>
            <p:cNvPr id="7232" name="Picture 8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314950" y="4392613"/>
              <a:ext cx="1038225"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33" name="TextBox 79"/>
            <p:cNvSpPr txBox="1">
              <a:spLocks noChangeArrowheads="1"/>
            </p:cNvSpPr>
            <p:nvPr/>
          </p:nvSpPr>
          <p:spPr bwMode="auto">
            <a:xfrm>
              <a:off x="5765800" y="277336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7234" name="TextBox 80"/>
            <p:cNvSpPr txBox="1">
              <a:spLocks noChangeArrowheads="1"/>
            </p:cNvSpPr>
            <p:nvPr/>
          </p:nvSpPr>
          <p:spPr bwMode="auto">
            <a:xfrm>
              <a:off x="5889625" y="277336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sp>
          <p:nvSpPr>
            <p:cNvPr id="7235" name="TextBox 81"/>
            <p:cNvSpPr txBox="1">
              <a:spLocks noChangeArrowheads="1"/>
            </p:cNvSpPr>
            <p:nvPr/>
          </p:nvSpPr>
          <p:spPr bwMode="auto">
            <a:xfrm>
              <a:off x="5791200" y="4257675"/>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sp>
          <p:nvSpPr>
            <p:cNvPr id="7236" name="TextBox 82"/>
            <p:cNvSpPr txBox="1">
              <a:spLocks noChangeArrowheads="1"/>
            </p:cNvSpPr>
            <p:nvPr/>
          </p:nvSpPr>
          <p:spPr bwMode="auto">
            <a:xfrm>
              <a:off x="5737225" y="4662488"/>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7237" name="TextBox 83"/>
            <p:cNvSpPr txBox="1">
              <a:spLocks noChangeArrowheads="1"/>
            </p:cNvSpPr>
            <p:nvPr/>
          </p:nvSpPr>
          <p:spPr bwMode="auto">
            <a:xfrm>
              <a:off x="5899150" y="4672013"/>
              <a:ext cx="247225"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sp>
          <p:nvSpPr>
            <p:cNvPr id="7238" name="TextBox 84"/>
            <p:cNvSpPr txBox="1">
              <a:spLocks noChangeArrowheads="1"/>
            </p:cNvSpPr>
            <p:nvPr/>
          </p:nvSpPr>
          <p:spPr bwMode="auto">
            <a:xfrm>
              <a:off x="5224463" y="4344989"/>
              <a:ext cx="304833"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12</a:t>
              </a:r>
              <a:endParaRPr lang="ko-KR" altLang="en-US" sz="800">
                <a:latin typeface="돋움" pitchFamily="50" charset="-127"/>
                <a:ea typeface="돋움" pitchFamily="50" charset="-127"/>
              </a:endParaRPr>
            </a:p>
          </p:txBody>
        </p:sp>
        <p:sp>
          <p:nvSpPr>
            <p:cNvPr id="7239" name="TextBox 85"/>
            <p:cNvSpPr txBox="1">
              <a:spLocks noChangeArrowheads="1"/>
            </p:cNvSpPr>
            <p:nvPr/>
          </p:nvSpPr>
          <p:spPr bwMode="auto">
            <a:xfrm>
              <a:off x="6219825" y="3841750"/>
              <a:ext cx="250517"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P</a:t>
              </a:r>
              <a:endParaRPr lang="ko-KR" altLang="en-US" sz="800">
                <a:latin typeface="돋움" pitchFamily="50" charset="-127"/>
                <a:ea typeface="돋움" pitchFamily="50" charset="-127"/>
              </a:endParaRPr>
            </a:p>
          </p:txBody>
        </p:sp>
        <p:sp>
          <p:nvSpPr>
            <p:cNvPr id="7240" name="TextBox 86"/>
            <p:cNvSpPr txBox="1">
              <a:spLocks noChangeArrowheads="1"/>
            </p:cNvSpPr>
            <p:nvPr/>
          </p:nvSpPr>
          <p:spPr bwMode="auto">
            <a:xfrm>
              <a:off x="6210300" y="3360738"/>
              <a:ext cx="258746"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A</a:t>
              </a:r>
              <a:endParaRPr lang="ko-KR" altLang="en-US" sz="800">
                <a:latin typeface="돋움" pitchFamily="50" charset="-127"/>
                <a:ea typeface="돋움" pitchFamily="50" charset="-127"/>
              </a:endParaRPr>
            </a:p>
          </p:txBody>
        </p:sp>
        <p:sp>
          <p:nvSpPr>
            <p:cNvPr id="7241" name="TextBox 88"/>
            <p:cNvSpPr txBox="1">
              <a:spLocks noChangeArrowheads="1"/>
            </p:cNvSpPr>
            <p:nvPr/>
          </p:nvSpPr>
          <p:spPr bwMode="auto">
            <a:xfrm>
              <a:off x="4638675" y="3465514"/>
              <a:ext cx="250517"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P</a:t>
              </a:r>
              <a:endParaRPr lang="ko-KR" altLang="en-US" sz="800">
                <a:latin typeface="돋움" pitchFamily="50" charset="-127"/>
                <a:ea typeface="돋움" pitchFamily="50" charset="-127"/>
              </a:endParaRPr>
            </a:p>
          </p:txBody>
        </p:sp>
        <p:sp>
          <p:nvSpPr>
            <p:cNvPr id="7242" name="TextBox 89"/>
            <p:cNvSpPr txBox="1">
              <a:spLocks noChangeArrowheads="1"/>
            </p:cNvSpPr>
            <p:nvPr/>
          </p:nvSpPr>
          <p:spPr bwMode="auto">
            <a:xfrm>
              <a:off x="4638675" y="3887788"/>
              <a:ext cx="253809" cy="24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R</a:t>
              </a:r>
              <a:endParaRPr lang="ko-KR" altLang="en-US" sz="800">
                <a:latin typeface="돋움" pitchFamily="50" charset="-127"/>
                <a:ea typeface="돋움" pitchFamily="50" charset="-127"/>
              </a:endParaRPr>
            </a:p>
          </p:txBody>
        </p:sp>
      </p:grpSp>
      <p:sp>
        <p:nvSpPr>
          <p:cNvPr id="7204" name="TextBox 90"/>
          <p:cNvSpPr txBox="1">
            <a:spLocks noChangeArrowheads="1"/>
          </p:cNvSpPr>
          <p:nvPr/>
        </p:nvSpPr>
        <p:spPr bwMode="auto">
          <a:xfrm>
            <a:off x="3638550" y="3392366"/>
            <a:ext cx="2519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A</a:t>
            </a:r>
            <a:endParaRPr lang="ko-KR" altLang="en-US" sz="800">
              <a:latin typeface="돋움" pitchFamily="50" charset="-127"/>
              <a:ea typeface="돋움" pitchFamily="50" charset="-127"/>
            </a:endParaRPr>
          </a:p>
        </p:txBody>
      </p:sp>
      <p:pic>
        <p:nvPicPr>
          <p:cNvPr id="7205" name="Picture 8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228851" y="7762143"/>
            <a:ext cx="942975"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6" name="Picture 8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11188" y="7696201"/>
            <a:ext cx="1104900" cy="3780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7" name="Picture 9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66750" y="8242789"/>
            <a:ext cx="1035050" cy="341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08" name="Picture 9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185988" y="8220808"/>
            <a:ext cx="1073150" cy="40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09" name="TextBox 62"/>
          <p:cNvSpPr txBox="1">
            <a:spLocks noChangeArrowheads="1"/>
          </p:cNvSpPr>
          <p:nvPr/>
        </p:nvSpPr>
        <p:spPr bwMode="auto">
          <a:xfrm>
            <a:off x="3659188" y="2346081"/>
            <a:ext cx="296876"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800">
                <a:latin typeface="돋움" pitchFamily="50" charset="-127"/>
                <a:ea typeface="돋움" pitchFamily="50" charset="-127"/>
              </a:rPr>
              <a:t>12</a:t>
            </a:r>
            <a:endParaRPr lang="ko-KR" altLang="en-US" sz="800">
              <a:latin typeface="돋움" pitchFamily="50" charset="-127"/>
              <a:ea typeface="돋움" pitchFamily="50" charset="-127"/>
            </a:endParaRPr>
          </a:p>
        </p:txBody>
      </p:sp>
    </p:spTree>
    <p:extLst>
      <p:ext uri="{BB962C8B-B14F-4D97-AF65-F5344CB8AC3E}">
        <p14:creationId xmlns:p14="http://schemas.microsoft.com/office/powerpoint/2010/main" val="1333180442"/>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178182" name="Text Box 6"/>
          <p:cNvSpPr txBox="1">
            <a:spLocks noChangeArrowheads="1"/>
          </p:cNvSpPr>
          <p:nvPr/>
        </p:nvSpPr>
        <p:spPr bwMode="auto">
          <a:xfrm>
            <a:off x="123826" y="211016"/>
            <a:ext cx="10017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Máy</a:t>
            </a:r>
            <a:r>
              <a:rPr lang="ko-KR" altLang="en-US"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8196" name="Rectangle 4"/>
          <p:cNvSpPr>
            <a:spLocks noChangeArrowheads="1"/>
          </p:cNvSpPr>
          <p:nvPr/>
        </p:nvSpPr>
        <p:spPr bwMode="auto">
          <a:xfrm>
            <a:off x="260350" y="716574"/>
            <a:ext cx="3124200"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r>
              <a:rPr lang="en-US" altLang="ko-KR" sz="900">
                <a:latin typeface="돋움" pitchFamily="50" charset="-127"/>
                <a:ea typeface="돋움" pitchFamily="50" charset="-127"/>
              </a:rPr>
              <a:t>    </a:t>
            </a: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r>
              <a:rPr lang="en-US" altLang="ko-KR" sz="900">
                <a:latin typeface="돋움" pitchFamily="50" charset="-127"/>
                <a:ea typeface="돋움" pitchFamily="50" charset="-127"/>
              </a:rPr>
              <a:t>   </a:t>
            </a:r>
          </a:p>
          <a:p>
            <a:pPr eaLnBrk="1" hangingPunct="1">
              <a:spcBef>
                <a:spcPct val="0"/>
              </a:spcBef>
              <a:buFontTx/>
              <a:buNone/>
            </a:pPr>
            <a:endParaRPr lang="en-US" altLang="ko-KR" sz="900">
              <a:latin typeface="돋움" pitchFamily="50" charset="-127"/>
              <a:ea typeface="돋움" pitchFamily="50" charset="-127"/>
            </a:endParaRPr>
          </a:p>
        </p:txBody>
      </p:sp>
      <p:sp>
        <p:nvSpPr>
          <p:cNvPr id="8197" name="Text Box 6"/>
          <p:cNvSpPr txBox="1">
            <a:spLocks noChangeArrowheads="1"/>
          </p:cNvSpPr>
          <p:nvPr/>
        </p:nvSpPr>
        <p:spPr bwMode="auto">
          <a:xfrm>
            <a:off x="292101" y="754674"/>
            <a:ext cx="1518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Đề máy</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61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80</a:t>
            </a:r>
            <a:endParaRPr lang="ko-KR" altLang="en-US" sz="1000" b="1">
              <a:latin typeface="Times New Roman" pitchFamily="18" charset="0"/>
              <a:ea typeface="돋움" pitchFamily="50" charset="-127"/>
              <a:cs typeface="Times New Roman" pitchFamily="18" charset="0"/>
            </a:endParaRPr>
          </a:p>
        </p:txBody>
      </p:sp>
      <p:sp>
        <p:nvSpPr>
          <p:cNvPr id="6" name="직사각형 1"/>
          <p:cNvSpPr>
            <a:spLocks noChangeArrowheads="1"/>
          </p:cNvSpPr>
          <p:nvPr/>
        </p:nvSpPr>
        <p:spPr bwMode="auto">
          <a:xfrm>
            <a:off x="225425" y="983274"/>
            <a:ext cx="3165475" cy="7488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marL="0" indent="0">
              <a:buFontTx/>
              <a:buNone/>
              <a:defRPr/>
            </a:pPr>
            <a:r>
              <a:rPr lang="en-US" sz="900">
                <a:latin typeface="Times New Roman" panose="02020603050405020304" pitchFamily="18" charset="0"/>
                <a:cs typeface="Times New Roman" panose="02020603050405020304" pitchFamily="18" charset="0"/>
              </a:rPr>
              <a:t>61. Điều gì sai với mô tả kỹ thuật của máy?</a:t>
            </a: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① </a:t>
            </a:r>
            <a:r>
              <a:rPr lang="en-US" sz="900" smtClean="0">
                <a:latin typeface="Times New Roman" panose="02020603050405020304" pitchFamily="18" charset="0"/>
                <a:cs typeface="Times New Roman" panose="02020603050405020304" pitchFamily="18" charset="0"/>
              </a:rPr>
              <a:t>Máy</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được </a:t>
            </a:r>
            <a:r>
              <a:rPr lang="en-US" sz="900" smtClean="0">
                <a:latin typeface="Times New Roman" panose="02020603050405020304" pitchFamily="18" charset="0"/>
                <a:cs typeface="Times New Roman" panose="02020603050405020304" pitchFamily="18" charset="0"/>
              </a:rPr>
              <a:t>cấu thành</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bởi</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tổng hợp các </a:t>
            </a:r>
            <a:r>
              <a:rPr lang="en-US" sz="900" smtClean="0">
                <a:latin typeface="Times New Roman" panose="02020603050405020304" pitchFamily="18" charset="0"/>
                <a:cs typeface="Times New Roman" panose="02020603050405020304" pitchFamily="18" charset="0"/>
              </a:rPr>
              <a:t>linh kiện</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Chuyển đổi cung cấp năng lượng hữu hạn</a:t>
            </a:r>
            <a:endParaRPr lang="vi-VN" sz="900" smtClean="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a:t>
            </a:r>
            <a:r>
              <a:rPr lang="vi-VN" sz="900" b="1" smtClean="0">
                <a:solidFill>
                  <a:srgbClr val="FF0000"/>
                </a:solidFill>
                <a:latin typeface="Times New Roman" panose="02020603050405020304" pitchFamily="18" charset="0"/>
                <a:cs typeface="Times New Roman" panose="02020603050405020304" pitchFamily="18" charset="0"/>
              </a:rPr>
              <a:t>③ </a:t>
            </a:r>
            <a:r>
              <a:rPr lang="en-US" sz="900" b="1" smtClean="0">
                <a:solidFill>
                  <a:srgbClr val="FF0000"/>
                </a:solidFill>
                <a:latin typeface="Times New Roman" panose="02020603050405020304" pitchFamily="18" charset="0"/>
                <a:cs typeface="Times New Roman" panose="02020603050405020304" pitchFamily="18" charset="0"/>
              </a:rPr>
              <a:t>Có n</a:t>
            </a:r>
            <a:r>
              <a:rPr lang="vi-VN" altLang="ko-KR" sz="900" b="1" smtClean="0">
                <a:solidFill>
                  <a:srgbClr val="FF0000"/>
                </a:solidFill>
                <a:latin typeface="Times New Roman" panose="02020603050405020304" pitchFamily="18" charset="0"/>
                <a:cs typeface="Times New Roman" panose="02020603050405020304" pitchFamily="18" charset="0"/>
              </a:rPr>
              <a:t>hững </a:t>
            </a:r>
            <a:r>
              <a:rPr lang="vi-VN" altLang="ko-KR" sz="900" b="1">
                <a:solidFill>
                  <a:srgbClr val="FF0000"/>
                </a:solidFill>
                <a:latin typeface="Times New Roman" panose="02020603050405020304" pitchFamily="18" charset="0"/>
                <a:cs typeface="Times New Roman" panose="02020603050405020304" pitchFamily="18" charset="0"/>
              </a:rPr>
              <a:t>chuyển động phù hợp với mục đích của </a:t>
            </a:r>
            <a:r>
              <a:rPr lang="en-US" altLang="ko-KR" sz="900" b="1" smtClean="0">
                <a:solidFill>
                  <a:srgbClr val="FF0000"/>
                </a:solidFill>
                <a:latin typeface="Times New Roman" panose="02020603050405020304" pitchFamily="18" charset="0"/>
                <a:cs typeface="Times New Roman" panose="02020603050405020304" pitchFamily="18" charset="0"/>
              </a:rPr>
              <a:t>con người</a:t>
            </a:r>
            <a:endParaRPr lang="en-US" altLang="ko-KR" sz="900" b="1">
              <a:solidFill>
                <a:srgbClr val="FF0000"/>
              </a:solidFill>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④ </a:t>
            </a:r>
            <a:r>
              <a:rPr lang="en-US" sz="900" smtClean="0">
                <a:latin typeface="Times New Roman" panose="02020603050405020304" pitchFamily="18" charset="0"/>
                <a:cs typeface="Times New Roman" panose="02020603050405020304" pitchFamily="18" charset="0"/>
              </a:rPr>
              <a:t>Cần cung cấp năng lượng để làm việc</a:t>
            </a:r>
            <a:endParaRPr lang="vi-VN"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62. </a:t>
            </a:r>
            <a:r>
              <a:rPr lang="en-US" sz="900" smtClean="0">
                <a:latin typeface="Times New Roman" panose="02020603050405020304" pitchFamily="18" charset="0"/>
                <a:cs typeface="Times New Roman" panose="02020603050405020304" pitchFamily="18" charset="0"/>
              </a:rPr>
              <a:t>Phân loại TRỤC (Shaft) nào sau đây là sai?</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r>
              <a:rPr lang="en-US" sz="900" b="1">
                <a:solidFill>
                  <a:srgbClr val="FF0000"/>
                </a:solidFill>
                <a:latin typeface="Times New Roman" panose="02020603050405020304" pitchFamily="18" charset="0"/>
                <a:cs typeface="Times New Roman" panose="02020603050405020304" pitchFamily="18" charset="0"/>
              </a:rPr>
              <a:t>① Phân loại theo chất liệu vật liệu</a:t>
            </a:r>
          </a:p>
          <a:p>
            <a:pPr marL="0" indent="0">
              <a:buFontTx/>
              <a:buNone/>
              <a:defRPr/>
            </a:pPr>
            <a:r>
              <a:rPr lang="vi-VN" sz="900">
                <a:latin typeface="Times New Roman" panose="02020603050405020304" pitchFamily="18" charset="0"/>
                <a:cs typeface="Times New Roman" panose="02020603050405020304" pitchFamily="18" charset="0"/>
              </a:rPr>
              <a:t>  ② Phân loại theo mục đích sử dụng</a:t>
            </a:r>
          </a:p>
          <a:p>
            <a:pPr marL="0" indent="0">
              <a:buFontTx/>
              <a:buNone/>
              <a:defRPr/>
            </a:pPr>
            <a:r>
              <a:rPr lang="en-US" sz="900">
                <a:latin typeface="Times New Roman" panose="02020603050405020304" pitchFamily="18" charset="0"/>
                <a:cs typeface="Times New Roman" panose="02020603050405020304" pitchFamily="18" charset="0"/>
              </a:rPr>
              <a:t>  ③ Phân loại theo hình dạng</a:t>
            </a:r>
          </a:p>
          <a:p>
            <a:pPr marL="0" indent="0">
              <a:buFontTx/>
              <a:buNone/>
              <a:defRPr/>
            </a:pPr>
            <a:r>
              <a:rPr lang="en-US" sz="900">
                <a:latin typeface="Times New Roman" panose="02020603050405020304" pitchFamily="18" charset="0"/>
                <a:cs typeface="Times New Roman" panose="02020603050405020304" pitchFamily="18" charset="0"/>
              </a:rPr>
              <a:t>  ④ Phân loại theo </a:t>
            </a:r>
            <a:r>
              <a:rPr lang="en-US" sz="900" smtClean="0">
                <a:latin typeface="Times New Roman" panose="02020603050405020304" pitchFamily="18" charset="0"/>
                <a:cs typeface="Times New Roman" panose="02020603050405020304" pitchFamily="18" charset="0"/>
              </a:rPr>
              <a:t>cấu trúc </a:t>
            </a:r>
            <a:r>
              <a:rPr lang="en-US" sz="900">
                <a:latin typeface="Times New Roman" panose="02020603050405020304" pitchFamily="18" charset="0"/>
                <a:cs typeface="Times New Roman" panose="02020603050405020304" pitchFamily="18" charset="0"/>
              </a:rPr>
              <a:t>mặt cắt</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63. </a:t>
            </a:r>
            <a:r>
              <a:rPr lang="en-US" sz="900" smtClean="0">
                <a:latin typeface="Times New Roman" panose="02020603050405020304" pitchFamily="18" charset="0"/>
                <a:cs typeface="Times New Roman" panose="02020603050405020304" pitchFamily="18" charset="0"/>
              </a:rPr>
              <a:t>Khớp nối</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nào sau đây được sử dụng </a:t>
            </a:r>
            <a:r>
              <a:rPr lang="en-US" sz="900" smtClean="0">
                <a:latin typeface="Times New Roman" panose="02020603050405020304" pitchFamily="18" charset="0"/>
                <a:cs typeface="Times New Roman" panose="02020603050405020304" pitchFamily="18" charset="0"/>
              </a:rPr>
              <a:t>để nối</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các trục </a:t>
            </a:r>
            <a:endParaRPr lang="en-US" sz="900" smtClean="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cắt n</a:t>
            </a:r>
            <a:r>
              <a:rPr lang="en-US" sz="900" smtClean="0">
                <a:latin typeface="Times New Roman" panose="02020603050405020304" pitchFamily="18" charset="0"/>
                <a:cs typeface="Times New Roman" panose="02020603050405020304" pitchFamily="18" charset="0"/>
              </a:rPr>
              <a:t>hau?</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① </a:t>
            </a:r>
            <a:r>
              <a:rPr lang="en-US" altLang="ko-KR" sz="900" b="1">
                <a:solidFill>
                  <a:srgbClr val="FF0000"/>
                </a:solidFill>
                <a:latin typeface="Times New Roman" panose="02020603050405020304" pitchFamily="18" charset="0"/>
                <a:cs typeface="Times New Roman" panose="02020603050405020304" pitchFamily="18" charset="0"/>
              </a:rPr>
              <a:t>Universal C</a:t>
            </a:r>
            <a:r>
              <a:rPr lang="en-US" altLang="ko-KR" sz="900" b="1" smtClean="0">
                <a:solidFill>
                  <a:srgbClr val="FF0000"/>
                </a:solidFill>
                <a:latin typeface="Times New Roman" panose="02020603050405020304" pitchFamily="18" charset="0"/>
                <a:cs typeface="Times New Roman" panose="02020603050405020304" pitchFamily="18" charset="0"/>
              </a:rPr>
              <a:t>oupling</a:t>
            </a:r>
            <a:r>
              <a:rPr lang="ko-KR" altLang="en-US" sz="900" b="1" smtClean="0">
                <a:solidFill>
                  <a:srgbClr val="FF0000"/>
                </a:solidFill>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Oldham</a:t>
            </a:r>
            <a:r>
              <a:rPr lang="en-US" sz="900" smtClean="0">
                <a:latin typeface="Times New Roman" panose="02020603050405020304" pitchFamily="18" charset="0"/>
                <a:cs typeface="Times New Roman" panose="02020603050405020304" pitchFamily="18" charset="0"/>
              </a:rPr>
              <a:t> Coupling</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③ </a:t>
            </a:r>
            <a:r>
              <a:rPr lang="en-US" altLang="ko-KR" sz="900">
                <a:latin typeface="Times New Roman" panose="02020603050405020304" pitchFamily="18" charset="0"/>
                <a:cs typeface="Times New Roman" panose="02020603050405020304" pitchFamily="18" charset="0"/>
              </a:rPr>
              <a:t>Flange C</a:t>
            </a:r>
            <a:r>
              <a:rPr lang="en-US" altLang="ko-KR" sz="900" smtClean="0">
                <a:latin typeface="Times New Roman" panose="02020603050405020304" pitchFamily="18" charset="0"/>
                <a:cs typeface="Times New Roman" panose="02020603050405020304" pitchFamily="18" charset="0"/>
              </a:rPr>
              <a:t>oupling</a:t>
            </a:r>
            <a:r>
              <a:rPr lang="ko-KR" altLang="en-US"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Flexible </a:t>
            </a:r>
            <a:r>
              <a:rPr lang="en-US" altLang="ko-KR" sz="900" smtClean="0">
                <a:latin typeface="Times New Roman" panose="02020603050405020304" pitchFamily="18" charset="0"/>
                <a:cs typeface="Times New Roman" panose="02020603050405020304" pitchFamily="18" charset="0"/>
              </a:rPr>
              <a:t>coupling</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64. </a:t>
            </a:r>
            <a:r>
              <a:rPr lang="en-US" sz="900" smtClean="0">
                <a:latin typeface="Times New Roman" panose="02020603050405020304" pitchFamily="18" charset="0"/>
                <a:cs typeface="Times New Roman" panose="02020603050405020304" pitchFamily="18" charset="0"/>
              </a:rPr>
              <a:t>Hình dưới đây là loại vòng bi nào</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① </a:t>
            </a:r>
            <a:r>
              <a:rPr lang="en-US" altLang="ko-KR" sz="900">
                <a:solidFill>
                  <a:srgbClr val="000000"/>
                </a:solidFill>
                <a:latin typeface="Times New Roman" panose="02020603050405020304" pitchFamily="18" charset="0"/>
                <a:cs typeface="Times New Roman" panose="02020603050405020304" pitchFamily="18" charset="0"/>
              </a:rPr>
              <a:t>Single row deep groove ball </a:t>
            </a:r>
            <a:r>
              <a:rPr lang="en-US" altLang="ko-KR" sz="900" smtClean="0">
                <a:solidFill>
                  <a:srgbClr val="000000"/>
                </a:solidFill>
                <a:latin typeface="Times New Roman" panose="02020603050405020304" pitchFamily="18" charset="0"/>
                <a:cs typeface="Times New Roman" panose="02020603050405020304" pitchFamily="18" charset="0"/>
              </a:rPr>
              <a:t>bearing</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Magneto ball Bearing</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b="1">
                <a:solidFill>
                  <a:srgbClr val="FF0000"/>
                </a:solidFill>
                <a:latin typeface="Times New Roman" panose="02020603050405020304" pitchFamily="18" charset="0"/>
                <a:cs typeface="Times New Roman" panose="02020603050405020304" pitchFamily="18" charset="0"/>
              </a:rPr>
              <a:t>  ③ </a:t>
            </a:r>
            <a:r>
              <a:rPr lang="en-US" altLang="ko-KR" sz="900" b="1">
                <a:solidFill>
                  <a:srgbClr val="FF0000"/>
                </a:solidFill>
                <a:latin typeface="Times New Roman" panose="02020603050405020304" pitchFamily="18" charset="0"/>
                <a:cs typeface="Times New Roman" panose="02020603050405020304" pitchFamily="18" charset="0"/>
              </a:rPr>
              <a:t>Angular ball </a:t>
            </a:r>
            <a:r>
              <a:rPr lang="en-US" altLang="ko-KR" sz="900" b="1" smtClean="0">
                <a:solidFill>
                  <a:srgbClr val="FF0000"/>
                </a:solidFill>
                <a:latin typeface="Times New Roman" panose="02020603050405020304" pitchFamily="18" charset="0"/>
                <a:cs typeface="Times New Roman" panose="02020603050405020304" pitchFamily="18" charset="0"/>
              </a:rPr>
              <a:t>bearing</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④ </a:t>
            </a:r>
            <a:r>
              <a:rPr lang="en-US" altLang="ko-KR" sz="900">
                <a:solidFill>
                  <a:srgbClr val="000000"/>
                </a:solidFill>
                <a:latin typeface="Times New Roman" panose="02020603050405020304" pitchFamily="18" charset="0"/>
                <a:cs typeface="Times New Roman" panose="02020603050405020304" pitchFamily="18" charset="0"/>
              </a:rPr>
              <a:t>Self-aligning ball bearing </a:t>
            </a:r>
            <a:endParaRPr lang="en-US" altLang="ko-KR" sz="900" smtClean="0">
              <a:solidFill>
                <a:srgbClr val="000000"/>
              </a:solidFill>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65. V</a:t>
            </a:r>
            <a:r>
              <a:rPr lang="en-US" sz="900" smtClean="0">
                <a:latin typeface="Times New Roman" panose="02020603050405020304" pitchFamily="18" charset="0"/>
                <a:cs typeface="Times New Roman" panose="02020603050405020304" pitchFamily="18" charset="0"/>
              </a:rPr>
              <a:t>òng bi có chỉ số như sau </a:t>
            </a:r>
            <a:r>
              <a:rPr lang="en-US" sz="900">
                <a:latin typeface="Times New Roman" panose="02020603050405020304" pitchFamily="18" charset="0"/>
                <a:cs typeface="Times New Roman" panose="02020603050405020304" pitchFamily="18" charset="0"/>
              </a:rPr>
              <a:t>62 08 C2 P6</a:t>
            </a:r>
          </a:p>
          <a:p>
            <a:pPr marL="0" indent="0">
              <a:buFontTx/>
              <a:buNone/>
              <a:defRPr/>
            </a:pP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Đáp án nào sai?</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r>
              <a:rPr lang="en-US" sz="900" b="1">
                <a:solidFill>
                  <a:srgbClr val="FF0000"/>
                </a:solidFill>
                <a:latin typeface="Times New Roman" panose="02020603050405020304" pitchFamily="18" charset="0"/>
                <a:cs typeface="Times New Roman" panose="02020603050405020304" pitchFamily="18" charset="0"/>
              </a:rPr>
              <a:t>① </a:t>
            </a:r>
            <a:r>
              <a:rPr lang="en-US" sz="900" b="1" smtClean="0">
                <a:solidFill>
                  <a:srgbClr val="FF0000"/>
                </a:solidFill>
                <a:latin typeface="Times New Roman" panose="02020603050405020304" pitchFamily="18" charset="0"/>
                <a:cs typeface="Times New Roman" panose="02020603050405020304" pitchFamily="18" charset="0"/>
              </a:rPr>
              <a:t>Là </a:t>
            </a:r>
            <a:r>
              <a:rPr lang="en-US" altLang="ko-KR" sz="900" b="1" smtClean="0">
                <a:solidFill>
                  <a:srgbClr val="FF0000"/>
                </a:solidFill>
                <a:latin typeface="Times New Roman" panose="02020603050405020304" pitchFamily="18" charset="0"/>
                <a:cs typeface="Times New Roman" panose="02020603050405020304" pitchFamily="18" charset="0"/>
              </a:rPr>
              <a:t>Self-aligning </a:t>
            </a:r>
            <a:r>
              <a:rPr lang="en-US" altLang="ko-KR" sz="900" b="1">
                <a:solidFill>
                  <a:srgbClr val="FF0000"/>
                </a:solidFill>
                <a:latin typeface="Times New Roman" panose="02020603050405020304" pitchFamily="18" charset="0"/>
                <a:cs typeface="Times New Roman" panose="02020603050405020304" pitchFamily="18" charset="0"/>
              </a:rPr>
              <a:t>ball bearing </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② Đường kính trong là 40mm.</a:t>
            </a:r>
          </a:p>
          <a:p>
            <a:pPr marL="0" indent="0">
              <a:buFontTx/>
              <a:buNone/>
              <a:defRPr/>
            </a:pPr>
            <a:r>
              <a:rPr lang="en-US" sz="900">
                <a:latin typeface="Times New Roman" panose="02020603050405020304" pitchFamily="18" charset="0"/>
                <a:cs typeface="Times New Roman" panose="02020603050405020304" pitchFamily="18" charset="0"/>
              </a:rPr>
              <a:t>  ③ C2 là ký hiệu </a:t>
            </a:r>
            <a:r>
              <a:rPr lang="en-US" altLang="ko-KR" sz="900" smtClean="0">
                <a:solidFill>
                  <a:srgbClr val="000000"/>
                </a:solidFill>
                <a:latin typeface="Times New Roman" panose="02020603050405020304" pitchFamily="18" charset="0"/>
                <a:cs typeface="Times New Roman" panose="02020603050405020304" pitchFamily="18" charset="0"/>
              </a:rPr>
              <a:t>Clearance</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④ Độ chính </a:t>
            </a:r>
            <a:r>
              <a:rPr lang="en-US" sz="900" smtClean="0">
                <a:latin typeface="Times New Roman" panose="02020603050405020304" pitchFamily="18" charset="0"/>
                <a:cs typeface="Times New Roman" panose="02020603050405020304" pitchFamily="18" charset="0"/>
              </a:rPr>
              <a:t>xác là </a:t>
            </a:r>
            <a:r>
              <a:rPr lang="en-US" sz="900">
                <a:latin typeface="Times New Roman" panose="02020603050405020304" pitchFamily="18" charset="0"/>
                <a:cs typeface="Times New Roman" panose="02020603050405020304" pitchFamily="18" charset="0"/>
              </a:rPr>
              <a:t>cấp 6</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66. Loại </a:t>
            </a:r>
            <a:r>
              <a:rPr lang="en-US" sz="900" smtClean="0">
                <a:latin typeface="Times New Roman" panose="02020603050405020304" pitchFamily="18" charset="0"/>
                <a:cs typeface="Times New Roman" panose="02020603050405020304" pitchFamily="18" charset="0"/>
              </a:rPr>
              <a:t>đinh ốc</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nào sau đây dùng để </a:t>
            </a:r>
            <a:r>
              <a:rPr lang="en-US" sz="900" smtClean="0">
                <a:latin typeface="Times New Roman" panose="02020603050405020304" pitchFamily="18" charset="0"/>
                <a:cs typeface="Times New Roman" panose="02020603050405020304" pitchFamily="18" charset="0"/>
              </a:rPr>
              <a:t>nối</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a:defRPr/>
            </a:pPr>
            <a:endParaRPr lang="en-US" sz="900" smtClean="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Đinh ốc</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Square</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Đinh ốc</a:t>
            </a:r>
            <a:r>
              <a:rPr lang="vi-VN"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buttress </a:t>
            </a:r>
            <a:r>
              <a:rPr lang="en-US" altLang="ko-KR" sz="900" smtClean="0">
                <a:latin typeface="Times New Roman" panose="02020603050405020304" pitchFamily="18" charset="0"/>
                <a:cs typeface="Times New Roman" panose="02020603050405020304" pitchFamily="18" charset="0"/>
              </a:rPr>
              <a:t>screw</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Đinh ốc </a:t>
            </a:r>
            <a:r>
              <a:rPr lang="en-US" altLang="ko-KR" sz="900" smtClean="0">
                <a:latin typeface="Times New Roman" panose="02020603050405020304" pitchFamily="18" charset="0"/>
                <a:cs typeface="Times New Roman" panose="02020603050405020304" pitchFamily="18" charset="0"/>
              </a:rPr>
              <a:t>knuckle</a:t>
            </a: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④ Đinh ốc </a:t>
            </a:r>
            <a:r>
              <a:rPr lang="en-US" altLang="ko-KR" sz="900" b="1">
                <a:solidFill>
                  <a:srgbClr val="FF0000"/>
                </a:solidFill>
                <a:latin typeface="Times New Roman" panose="02020603050405020304" pitchFamily="18" charset="0"/>
                <a:cs typeface="Times New Roman" panose="02020603050405020304" pitchFamily="18" charset="0"/>
              </a:rPr>
              <a:t>unified thread</a:t>
            </a:r>
            <a:endParaRPr lang="en-US"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67. </a:t>
            </a:r>
            <a:r>
              <a:rPr lang="en-US" sz="900" smtClean="0">
                <a:latin typeface="Times New Roman" panose="02020603050405020304" pitchFamily="18" charset="0"/>
                <a:cs typeface="Times New Roman" panose="02020603050405020304" pitchFamily="18" charset="0"/>
              </a:rPr>
              <a:t>Chốt Pin nào đ</a:t>
            </a:r>
            <a:r>
              <a:rPr lang="vi-VN" sz="900" smtClean="0">
                <a:latin typeface="Times New Roman" panose="02020603050405020304" pitchFamily="18" charset="0"/>
                <a:cs typeface="Times New Roman" panose="02020603050405020304" pitchFamily="18" charset="0"/>
              </a:rPr>
              <a:t>ược </a:t>
            </a:r>
            <a:r>
              <a:rPr lang="vi-VN" sz="900">
                <a:latin typeface="Times New Roman" panose="02020603050405020304" pitchFamily="18" charset="0"/>
                <a:cs typeface="Times New Roman" panose="02020603050405020304" pitchFamily="18" charset="0"/>
              </a:rPr>
              <a:t>sử dụng để ngăn chặn việc nới lỏng </a:t>
            </a:r>
            <a:r>
              <a:rPr lang="vi-VN" sz="900" smtClean="0">
                <a:latin typeface="Times New Roman" panose="02020603050405020304" pitchFamily="18" charset="0"/>
                <a:cs typeface="Times New Roman" panose="02020603050405020304" pitchFamily="18" charset="0"/>
              </a:rPr>
              <a:t>bu</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lông và đai </a:t>
            </a:r>
            <a:r>
              <a:rPr lang="vi-VN" sz="900" smtClean="0">
                <a:latin typeface="Times New Roman" panose="02020603050405020304" pitchFamily="18" charset="0"/>
                <a:cs typeface="Times New Roman" panose="02020603050405020304" pitchFamily="18" charset="0"/>
              </a:rPr>
              <a:t>ốc</a:t>
            </a:r>
            <a:r>
              <a:rPr lang="en-US" sz="900" smtClean="0">
                <a:latin typeface="Times New Roman" panose="02020603050405020304" pitchFamily="18" charset="0"/>
                <a:cs typeface="Times New Roman" panose="02020603050405020304" pitchFamily="18" charset="0"/>
              </a:rPr>
              <a: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và để kết nối các bản </a:t>
            </a:r>
            <a:r>
              <a:rPr lang="vi-VN" sz="900" smtClean="0">
                <a:latin typeface="Times New Roman" panose="02020603050405020304" pitchFamily="18" charset="0"/>
                <a:cs typeface="Times New Roman" panose="02020603050405020304" pitchFamily="18" charset="0"/>
              </a:rPr>
              <a:t>lề</a:t>
            </a:r>
            <a:r>
              <a:rPr lang="en-US" sz="900" smtClean="0">
                <a:latin typeface="Times New Roman" panose="02020603050405020304" pitchFamily="18" charset="0"/>
                <a:cs typeface="Times New Roman" panose="02020603050405020304" pitchFamily="18" charset="0"/>
              </a:rPr>
              <a:t>?</a:t>
            </a:r>
          </a:p>
          <a:p>
            <a:pPr marL="0" indent="0">
              <a:buFontTx/>
              <a:buNone/>
              <a:defRPr/>
            </a:pPr>
            <a:r>
              <a:rPr lang="en-US" sz="900" smtClean="0">
                <a:latin typeface="Times New Roman" panose="02020603050405020304" pitchFamily="18" charset="0"/>
                <a:cs typeface="Times New Roman" panose="02020603050405020304" pitchFamily="18" charset="0"/>
              </a:rPr>
              <a:t>  </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P</a:t>
            </a:r>
            <a:r>
              <a:rPr lang="en-US" altLang="ko-KR" sz="900" smtClean="0">
                <a:latin typeface="Times New Roman" panose="02020603050405020304" pitchFamily="18" charset="0"/>
                <a:cs typeface="Times New Roman" panose="02020603050405020304" pitchFamily="18" charset="0"/>
              </a:rPr>
              <a:t>arallel pin                 </a:t>
            </a:r>
            <a:r>
              <a:rPr lang="en-US" sz="900" smtClean="0">
                <a:latin typeface="Times New Roman" panose="02020603050405020304" pitchFamily="18" charset="0"/>
                <a:cs typeface="Times New Roman" panose="02020603050405020304" pitchFamily="18" charset="0"/>
              </a:rPr>
              <a:t>② T</a:t>
            </a:r>
            <a:r>
              <a:rPr lang="en-US" altLang="ko-KR" sz="900" smtClean="0">
                <a:latin typeface="Times New Roman" panose="02020603050405020304" pitchFamily="18" charset="0"/>
                <a:cs typeface="Times New Roman" panose="02020603050405020304" pitchFamily="18" charset="0"/>
              </a:rPr>
              <a:t>aper pin</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Split Pin                     </a:t>
            </a:r>
            <a:r>
              <a:rPr lang="en-US" sz="900" b="1" smtClean="0">
                <a:solidFill>
                  <a:srgbClr val="FF0000"/>
                </a:solidFill>
                <a:latin typeface="Times New Roman" panose="02020603050405020304" pitchFamily="18" charset="0"/>
                <a:cs typeface="Times New Roman" panose="02020603050405020304" pitchFamily="18" charset="0"/>
              </a:rPr>
              <a:t>④ </a:t>
            </a:r>
            <a:r>
              <a:rPr lang="en-US" altLang="ko-KR" sz="900" b="1">
                <a:solidFill>
                  <a:srgbClr val="FF0000"/>
                </a:solidFill>
                <a:latin typeface="Times New Roman" panose="02020603050405020304" pitchFamily="18" charset="0"/>
                <a:cs typeface="Times New Roman" panose="02020603050405020304" pitchFamily="18" charset="0"/>
              </a:rPr>
              <a:t>Spring pin </a:t>
            </a:r>
            <a:endParaRPr lang="en-US" sz="900" b="1">
              <a:solidFill>
                <a:srgbClr val="FF0000"/>
              </a:solidFill>
              <a:latin typeface="Times New Roman" panose="02020603050405020304" pitchFamily="18" charset="0"/>
              <a:cs typeface="Times New Roman" panose="02020603050405020304" pitchFamily="18" charset="0"/>
            </a:endParaRPr>
          </a:p>
        </p:txBody>
      </p:sp>
      <p:sp>
        <p:nvSpPr>
          <p:cNvPr id="8199" name="Rectangle 5"/>
          <p:cNvSpPr>
            <a:spLocks noChangeArrowheads="1"/>
          </p:cNvSpPr>
          <p:nvPr/>
        </p:nvSpPr>
        <p:spPr bwMode="auto">
          <a:xfrm>
            <a:off x="3384550" y="716574"/>
            <a:ext cx="3124200" cy="81724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latin typeface="Times New Roman" pitchFamily="18" charset="0"/>
                <a:ea typeface="돋움" pitchFamily="50" charset="-127"/>
                <a:cs typeface="Times New Roman" pitchFamily="18" charset="0"/>
              </a:rPr>
              <a:t>68. Điều gì là chính xác từ lời giải thích của Woodruff key?</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Thường được sử dụng cho các trục lớn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Độ bền của trục </a:t>
            </a:r>
            <a:r>
              <a:rPr lang="en-US" altLang="ko-KR" sz="900">
                <a:latin typeface="Times New Roman" pitchFamily="18" charset="0"/>
                <a:ea typeface="돋움" pitchFamily="50" charset="-127"/>
                <a:cs typeface="Times New Roman" pitchFamily="18" charset="0"/>
              </a:rPr>
              <a:t>vượt trội</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Thích hợp cho trục côn của ô tô và máy công cụ</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Rất khó để xử lý và điều chỉnh.</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69. </a:t>
            </a:r>
            <a:r>
              <a:rPr lang="en-US" altLang="ko-KR" sz="900">
                <a:latin typeface="Times New Roman" pitchFamily="18" charset="0"/>
                <a:ea typeface="돋움" pitchFamily="50" charset="-127"/>
                <a:cs typeface="Times New Roman" pitchFamily="18" charset="0"/>
              </a:rPr>
              <a:t>B</a:t>
            </a:r>
            <a:r>
              <a:rPr lang="vi-VN" altLang="ko-KR" sz="900">
                <a:latin typeface="Times New Roman" pitchFamily="18" charset="0"/>
                <a:ea typeface="돋움" pitchFamily="50" charset="-127"/>
                <a:cs typeface="Times New Roman" pitchFamily="18" charset="0"/>
              </a:rPr>
              <a:t>ánh răng nào sau đây không thuộc trục song song?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Worm Gear</a:t>
            </a:r>
            <a:endParaRPr lang="vi-VN" altLang="ko-KR" sz="900" b="1">
              <a:solidFill>
                <a:srgbClr val="FF0000"/>
              </a:solidFill>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② </a:t>
            </a:r>
            <a:r>
              <a:rPr lang="en-US" altLang="ko-KR" sz="900">
                <a:latin typeface="Times New Roman" pitchFamily="18" charset="0"/>
                <a:cs typeface="Times New Roman" pitchFamily="18" charset="0"/>
              </a:rPr>
              <a:t>Internal</a:t>
            </a:r>
            <a:r>
              <a:rPr lang="en-US" altLang="ko-KR" sz="900">
                <a:latin typeface="Times New Roman" pitchFamily="18" charset="0"/>
                <a:ea typeface="돋움" pitchFamily="50" charset="-127"/>
              </a:rPr>
              <a:t> Gear</a:t>
            </a:r>
          </a:p>
          <a:p>
            <a:pPr eaLnBrk="1" hangingPunct="1">
              <a:spcBef>
                <a:spcPct val="0"/>
              </a:spcBef>
              <a:buFontTx/>
              <a:buNone/>
            </a:pPr>
            <a:r>
              <a:rPr lang="vi-VN" altLang="ko-KR" sz="900">
                <a:latin typeface="Times New Roman" pitchFamily="18" charset="0"/>
                <a:ea typeface="돋움" pitchFamily="50" charset="-127"/>
              </a:rPr>
              <a:t>  ③ </a:t>
            </a:r>
            <a:r>
              <a:rPr lang="en-US" altLang="ko-KR" sz="900">
                <a:latin typeface="Times New Roman" pitchFamily="18" charset="0"/>
                <a:cs typeface="Times New Roman" pitchFamily="18" charset="0"/>
              </a:rPr>
              <a:t>Helical Gear</a:t>
            </a:r>
          </a:p>
          <a:p>
            <a:pPr eaLnBrk="1" hangingPunct="1">
              <a:spcBef>
                <a:spcPct val="0"/>
              </a:spcBef>
              <a:buFontTx/>
              <a:buNone/>
            </a:pPr>
            <a:r>
              <a:rPr lang="vi-VN" altLang="ko-KR" sz="900">
                <a:latin typeface="Times New Roman" pitchFamily="18" charset="0"/>
                <a:ea typeface="돋움" pitchFamily="50" charset="-127"/>
              </a:rPr>
              <a:t>  ④ </a:t>
            </a:r>
            <a:r>
              <a:rPr lang="en-US" altLang="ko-KR" sz="900">
                <a:latin typeface="Times New Roman" pitchFamily="18" charset="0"/>
                <a:ea typeface="돋움" pitchFamily="50" charset="-127"/>
              </a:rPr>
              <a:t>Rack Gear</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70. Có răng trên mặt nón</a:t>
            </a:r>
            <a:r>
              <a:rPr lang="en-US" altLang="ko-KR" sz="900">
                <a:latin typeface="Times New Roman" pitchFamily="18" charset="0"/>
                <a:ea typeface="돋움" pitchFamily="50" charset="-127"/>
              </a:rPr>
              <a:t>, </a:t>
            </a:r>
            <a:r>
              <a:rPr lang="en-US" altLang="ko-KR" sz="900">
                <a:latin typeface="Times New Roman" pitchFamily="18" charset="0"/>
                <a:cs typeface="Times New Roman" pitchFamily="18" charset="0"/>
              </a:rPr>
              <a:t>bánh răng có đường răng đồng nhất trên mặt trụ tròn</a:t>
            </a:r>
            <a:r>
              <a:rPr lang="vi-VN" altLang="ko-KR" sz="900">
                <a:latin typeface="Times New Roman" pitchFamily="18" charset="0"/>
                <a:ea typeface="돋움" pitchFamily="50" charset="-127"/>
              </a:rPr>
              <a:t>. Bánh răng nào </a:t>
            </a:r>
            <a:r>
              <a:rPr lang="en-US" altLang="ko-KR" sz="900">
                <a:latin typeface="Times New Roman" pitchFamily="18" charset="0"/>
                <a:ea typeface="돋움" pitchFamily="50" charset="-127"/>
              </a:rPr>
              <a:t>đang được nhắc tới</a:t>
            </a:r>
            <a:r>
              <a:rPr lang="vi-VN" altLang="ko-KR" sz="900">
                <a:latin typeface="Times New Roman" pitchFamily="18" charset="0"/>
                <a:ea typeface="돋움" pitchFamily="50" charset="-127"/>
              </a:rPr>
              <a: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Bánh răng </a:t>
            </a:r>
            <a:r>
              <a:rPr lang="en-US" altLang="ko-KR" sz="900">
                <a:latin typeface="Times New Roman" pitchFamily="18" charset="0"/>
                <a:ea typeface="돋움" pitchFamily="50" charset="-127"/>
              </a:rPr>
              <a:t>vít Hypoid</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② Bánh răng </a:t>
            </a:r>
            <a:r>
              <a:rPr lang="en-US" altLang="ko-KR" sz="900">
                <a:latin typeface="Times New Roman" pitchFamily="18" charset="0"/>
                <a:ea typeface="돋움" pitchFamily="50" charset="-127"/>
              </a:rPr>
              <a:t>Helicon</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③ Bánh răng xoắn ốc</a:t>
            </a:r>
          </a:p>
          <a:p>
            <a:pPr eaLnBrk="1" hangingPunct="1">
              <a:spcBef>
                <a:spcPct val="0"/>
              </a:spcBef>
              <a:buFontTx/>
              <a:buNone/>
            </a:pPr>
            <a:r>
              <a:rPr lang="vi-VN" altLang="ko-KR" sz="900">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④ Bánh răng côn thẳng</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71. Nêu tính năng của hộp giảm tốc </a:t>
            </a:r>
            <a:r>
              <a:rPr lang="en-US" altLang="ko-KR" sz="900">
                <a:latin typeface="Times New Roman" pitchFamily="18" charset="0"/>
                <a:ea typeface="돋움" pitchFamily="50" charset="-127"/>
              </a:rPr>
              <a:t>đa hệ</a:t>
            </a:r>
            <a:r>
              <a:rPr lang="vi-VN" altLang="ko-KR" sz="900">
                <a:latin typeface="Times New Roman" pitchFamily="18" charset="0"/>
                <a:ea typeface="돋움" pitchFamily="50" charset="-127"/>
              </a:rPr>
              <a: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a:solidFill>
                  <a:srgbClr val="000000"/>
                </a:solidFill>
                <a:latin typeface="Times New Roman" pitchFamily="18" charset="0"/>
                <a:cs typeface="Times New Roman" pitchFamily="18" charset="0"/>
              </a:rPr>
              <a:t>Ít được sử dụng</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② </a:t>
            </a:r>
            <a:r>
              <a:rPr lang="en-US" altLang="ko-KR" sz="900">
                <a:latin typeface="Times New Roman" pitchFamily="18" charset="0"/>
                <a:ea typeface="돋움" pitchFamily="50" charset="-127"/>
              </a:rPr>
              <a:t>Được sử dụng</a:t>
            </a:r>
            <a:r>
              <a:rPr lang="vi-VN" altLang="ko-KR" sz="900">
                <a:latin typeface="Times New Roman" pitchFamily="18" charset="0"/>
                <a:ea typeface="돋움" pitchFamily="50" charset="-127"/>
              </a:rPr>
              <a:t> cho tải trọng </a:t>
            </a:r>
            <a:r>
              <a:rPr lang="en-US" altLang="ko-KR" sz="900">
                <a:latin typeface="Times New Roman" pitchFamily="18" charset="0"/>
                <a:ea typeface="돋움" pitchFamily="50" charset="-127"/>
              </a:rPr>
              <a:t>không cố định</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③ Khi sử dụng góc xiên, nó sẽ trở thành trục chéo</a:t>
            </a:r>
          </a:p>
          <a:p>
            <a:pPr eaLnBrk="1" hangingPunct="1">
              <a:spcBef>
                <a:spcPct val="0"/>
              </a:spcBef>
              <a:buFontTx/>
              <a:buNone/>
            </a:pPr>
            <a:r>
              <a:rPr lang="vi-VN" altLang="ko-KR" sz="900" b="1">
                <a:solidFill>
                  <a:srgbClr val="FF0000"/>
                </a:solidFill>
                <a:latin typeface="Times New Roman" pitchFamily="18" charset="0"/>
                <a:ea typeface="돋움" pitchFamily="50" charset="-127"/>
              </a:rPr>
              <a:t>  ④ </a:t>
            </a:r>
            <a:r>
              <a:rPr lang="en-US" altLang="ko-KR" sz="900" b="1">
                <a:solidFill>
                  <a:srgbClr val="FF0000"/>
                </a:solidFill>
                <a:latin typeface="Times New Roman" pitchFamily="18" charset="0"/>
                <a:ea typeface="돋움" pitchFamily="50" charset="-127"/>
              </a:rPr>
              <a:t>Có thể sử dụng ở tốc độ quay cao, tiếng ồn thấp</a:t>
            </a:r>
            <a:endParaRPr lang="vi-VN" altLang="ko-KR" sz="900" b="1">
              <a:solidFill>
                <a:srgbClr val="FF0000"/>
              </a:solidFill>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72. Điều nào không đúng với đặc điểm của </a:t>
            </a:r>
            <a:r>
              <a:rPr lang="en-US" altLang="ko-KR" sz="900">
                <a:latin typeface="Times New Roman" pitchFamily="18" charset="0"/>
                <a:ea typeface="돋움" pitchFamily="50" charset="-127"/>
              </a:rPr>
              <a:t>Timing Belt</a:t>
            </a:r>
            <a:r>
              <a:rPr lang="vi-VN" altLang="ko-KR" sz="900">
                <a:latin typeface="Times New Roman" pitchFamily="18" charset="0"/>
                <a:ea typeface="돋움" pitchFamily="50" charset="-127"/>
              </a:rPr>
              <a: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a:latin typeface="Times New Roman" pitchFamily="18" charset="0"/>
                <a:ea typeface="돋움" pitchFamily="50" charset="-127"/>
              </a:rPr>
              <a:t>Hoạt động chính xác, </a:t>
            </a:r>
            <a:r>
              <a:rPr lang="vi-VN" altLang="ko-KR" sz="900">
                <a:latin typeface="Times New Roman" pitchFamily="18" charset="0"/>
                <a:ea typeface="돋움" pitchFamily="50" charset="-127"/>
              </a:rPr>
              <a:t>không bị </a:t>
            </a:r>
            <a:r>
              <a:rPr lang="en-US" altLang="ko-KR" sz="900">
                <a:latin typeface="Times New Roman" pitchFamily="18" charset="0"/>
                <a:ea typeface="돋움" pitchFamily="50" charset="-127"/>
              </a:rPr>
              <a:t>trơn </a:t>
            </a:r>
            <a:r>
              <a:rPr lang="vi-VN" altLang="ko-KR" sz="900">
                <a:latin typeface="Times New Roman" pitchFamily="18" charset="0"/>
                <a:ea typeface="돋움" pitchFamily="50" charset="-127"/>
              </a:rPr>
              <a:t>trượt</a:t>
            </a:r>
          </a:p>
          <a:p>
            <a:pPr eaLnBrk="1" hangingPunct="1">
              <a:spcBef>
                <a:spcPct val="0"/>
              </a:spcBef>
              <a:buFontTx/>
              <a:buNone/>
            </a:pPr>
            <a:r>
              <a:rPr lang="vi-VN" altLang="ko-KR" sz="900" b="1">
                <a:solidFill>
                  <a:srgbClr val="FF0000"/>
                </a:solidFill>
                <a:latin typeface="Times New Roman" pitchFamily="18" charset="0"/>
                <a:ea typeface="돋움" pitchFamily="50" charset="-127"/>
              </a:rPr>
              <a:t>  ② </a:t>
            </a:r>
            <a:r>
              <a:rPr lang="en-US" altLang="ko-KR" sz="900" b="1">
                <a:solidFill>
                  <a:srgbClr val="FF0000"/>
                </a:solidFill>
                <a:latin typeface="Times New Roman" pitchFamily="18" charset="0"/>
                <a:ea typeface="돋움" pitchFamily="50" charset="-127"/>
              </a:rPr>
              <a:t>Lực căng</a:t>
            </a:r>
            <a:r>
              <a:rPr lang="vi-VN" altLang="ko-KR" sz="900" b="1">
                <a:solidFill>
                  <a:srgbClr val="FF0000"/>
                </a:solidFill>
                <a:latin typeface="Times New Roman" pitchFamily="18" charset="0"/>
                <a:ea typeface="돋움" pitchFamily="50" charset="-127"/>
              </a:rPr>
              <a:t> căng ban đầu cao</a:t>
            </a:r>
          </a:p>
          <a:p>
            <a:pPr eaLnBrk="1" hangingPunct="1">
              <a:spcBef>
                <a:spcPct val="0"/>
              </a:spcBef>
              <a:buFontTx/>
              <a:buNone/>
            </a:pPr>
            <a:r>
              <a:rPr lang="vi-VN" altLang="ko-KR" sz="900">
                <a:latin typeface="Times New Roman" pitchFamily="18" charset="0"/>
                <a:ea typeface="돋움" pitchFamily="50" charset="-127"/>
              </a:rPr>
              <a:t>  ③ </a:t>
            </a:r>
            <a:r>
              <a:rPr lang="en-US" altLang="ko-KR" sz="900">
                <a:latin typeface="Times New Roman" pitchFamily="18" charset="0"/>
                <a:ea typeface="돋움" pitchFamily="50" charset="-127"/>
              </a:rPr>
              <a:t>Chịu tải trọng tốt</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④ Tiếng ồn thấp</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73. Điều nào không đúng với đặc điểm của </a:t>
            </a:r>
            <a:r>
              <a:rPr lang="en-US" altLang="ko-KR" sz="900">
                <a:latin typeface="Times New Roman" pitchFamily="18" charset="0"/>
                <a:ea typeface="돋움" pitchFamily="50" charset="-127"/>
              </a:rPr>
              <a:t>Ball Screw</a:t>
            </a:r>
            <a:r>
              <a:rPr lang="vi-VN" altLang="ko-KR" sz="900">
                <a:latin typeface="Times New Roman" pitchFamily="18" charset="0"/>
                <a:ea typeface="돋움" pitchFamily="50" charset="-127"/>
              </a:rPr>
              <a: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Hiệu quả cao vì được truyền bằng ma sát lăn</a:t>
            </a:r>
          </a:p>
          <a:p>
            <a:pPr eaLnBrk="1" hangingPunct="1">
              <a:spcBef>
                <a:spcPct val="0"/>
              </a:spcBef>
              <a:buFontTx/>
              <a:buNone/>
            </a:pPr>
            <a:r>
              <a:rPr lang="en-US" altLang="ko-KR" sz="900">
                <a:latin typeface="Times New Roman" pitchFamily="18" charset="0"/>
                <a:ea typeface="돋움" pitchFamily="50" charset="-127"/>
              </a:rPr>
              <a:t>  ② Có thể giảm thiểu Backlash</a:t>
            </a:r>
          </a:p>
          <a:p>
            <a:pPr eaLnBrk="1" hangingPunct="1">
              <a:spcBef>
                <a:spcPct val="0"/>
              </a:spcBef>
              <a:buFontTx/>
              <a:buNone/>
            </a:pPr>
            <a:r>
              <a:rPr lang="vi-VN" altLang="ko-KR" sz="900" b="1">
                <a:solidFill>
                  <a:srgbClr val="FF0000"/>
                </a:solidFill>
                <a:latin typeface="Times New Roman" pitchFamily="18" charset="0"/>
                <a:ea typeface="돋움" pitchFamily="50" charset="-127"/>
              </a:rPr>
              <a:t>  ③ Lực </a:t>
            </a:r>
            <a:r>
              <a:rPr lang="en-US" altLang="ko-KR" sz="900" b="1">
                <a:solidFill>
                  <a:srgbClr val="FF0000"/>
                </a:solidFill>
                <a:latin typeface="Times New Roman" pitchFamily="18" charset="0"/>
                <a:ea typeface="돋움" pitchFamily="50" charset="-127"/>
              </a:rPr>
              <a:t>kháng</a:t>
            </a:r>
            <a:r>
              <a:rPr lang="vi-VN" altLang="ko-KR" sz="900" b="1">
                <a:solidFill>
                  <a:srgbClr val="FF0000"/>
                </a:solidFill>
                <a:latin typeface="Times New Roman" pitchFamily="18" charset="0"/>
                <a:ea typeface="돋움" pitchFamily="50" charset="-127"/>
              </a:rPr>
              <a:t> lăn lớn.</a:t>
            </a:r>
          </a:p>
          <a:p>
            <a:pPr eaLnBrk="1" hangingPunct="1">
              <a:spcBef>
                <a:spcPct val="0"/>
              </a:spcBef>
              <a:buFontTx/>
              <a:buNone/>
            </a:pPr>
            <a:r>
              <a:rPr lang="vi-VN" altLang="ko-KR" sz="900">
                <a:latin typeface="Times New Roman" pitchFamily="18" charset="0"/>
                <a:ea typeface="돋움" pitchFamily="50" charset="-127"/>
              </a:rPr>
              <a:t>  ④ Tuổi thọ cao hơn </a:t>
            </a:r>
            <a:r>
              <a:rPr lang="en-US" altLang="ko-KR" sz="900">
                <a:latin typeface="Times New Roman" pitchFamily="18" charset="0"/>
                <a:ea typeface="돋움" pitchFamily="50" charset="-127"/>
              </a:rPr>
              <a:t>so với thiết bị sử dụng ma sát trượt</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74. Điều gì không đúng với các đặc điểm của Thanh dẫn LM?</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a:t>
            </a:r>
            <a:r>
              <a:rPr lang="en-US" altLang="ko-KR" sz="900">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① Xảy ra </a:t>
            </a:r>
            <a:r>
              <a:rPr lang="en-US" altLang="ko-KR" sz="900" b="1">
                <a:solidFill>
                  <a:srgbClr val="FF0000"/>
                </a:solidFill>
                <a:latin typeface="Times New Roman" pitchFamily="18" charset="0"/>
                <a:ea typeface="돋움" pitchFamily="50" charset="-127"/>
              </a:rPr>
              <a:t>trơn </a:t>
            </a:r>
            <a:r>
              <a:rPr lang="vi-VN" altLang="ko-KR" sz="900" b="1">
                <a:solidFill>
                  <a:srgbClr val="FF0000"/>
                </a:solidFill>
                <a:latin typeface="Times New Roman" pitchFamily="18" charset="0"/>
                <a:ea typeface="돋움" pitchFamily="50" charset="-127"/>
              </a:rPr>
              <a:t>trượt và không bị mất chuyển động.</a:t>
            </a:r>
          </a:p>
          <a:p>
            <a:pPr eaLnBrk="1" hangingPunct="1">
              <a:lnSpc>
                <a:spcPct val="130000"/>
              </a:lnSpc>
              <a:buFontTx/>
              <a:buNone/>
            </a:pPr>
            <a:r>
              <a:rPr lang="en-US" altLang="ko-KR" sz="900">
                <a:latin typeface="Times New Roman" pitchFamily="18" charset="0"/>
                <a:ea typeface="돋움" pitchFamily="50" charset="-127"/>
              </a:rPr>
              <a:t>   </a:t>
            </a:r>
            <a:r>
              <a:rPr lang="vi-VN" altLang="ko-KR" sz="900">
                <a:latin typeface="Times New Roman" pitchFamily="18" charset="0"/>
                <a:ea typeface="돋움" pitchFamily="50" charset="-127"/>
              </a:rPr>
              <a:t>② </a:t>
            </a:r>
            <a:r>
              <a:rPr lang="en-US" altLang="ko-KR" sz="900">
                <a:latin typeface="Times New Roman" pitchFamily="18" charset="0"/>
                <a:cs typeface="Times New Roman" pitchFamily="18" charset="0"/>
              </a:rPr>
              <a:t> Cho tải trọng ban đầu phù hợp nên có thể tạo nên độ bền cao.</a:t>
            </a:r>
          </a:p>
          <a:p>
            <a:pPr eaLnBrk="1" hangingPunct="1">
              <a:lnSpc>
                <a:spcPct val="130000"/>
              </a:lnSpc>
              <a:buFontTx/>
              <a:buNone/>
            </a:pPr>
            <a:r>
              <a:rPr lang="vi-VN" altLang="ko-KR" sz="900">
                <a:latin typeface="Times New Roman" pitchFamily="18" charset="0"/>
                <a:ea typeface="돋움" pitchFamily="50" charset="-127"/>
              </a:rPr>
              <a:t>  ③ </a:t>
            </a:r>
            <a:r>
              <a:rPr lang="en-US" altLang="ko-KR" sz="900">
                <a:latin typeface="Times New Roman" pitchFamily="18" charset="0"/>
                <a:cs typeface="Times New Roman" pitchFamily="18" charset="0"/>
              </a:rPr>
              <a:t>Có thể duy trì mức độ trong thời gian dài</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④ Hệ số ma sát thấp nên hiệu suất chuyển động cao</a:t>
            </a:r>
          </a:p>
        </p:txBody>
      </p:sp>
      <p:pic>
        <p:nvPicPr>
          <p:cNvPr id="8200" name="Picture 10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6476" y="4095751"/>
            <a:ext cx="720725" cy="808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7</a:t>
            </a:r>
          </a:p>
        </p:txBody>
      </p:sp>
    </p:spTree>
    <p:extLst>
      <p:ext uri="{BB962C8B-B14F-4D97-AF65-F5344CB8AC3E}">
        <p14:creationId xmlns:p14="http://schemas.microsoft.com/office/powerpoint/2010/main" val="185114159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9219" name="Rectangle 4"/>
          <p:cNvSpPr>
            <a:spLocks noChangeArrowheads="1"/>
          </p:cNvSpPr>
          <p:nvPr/>
        </p:nvSpPr>
        <p:spPr bwMode="auto">
          <a:xfrm>
            <a:off x="304800" y="747347"/>
            <a:ext cx="3124200" cy="81856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75. Tính năng đặc trưng của </a:t>
            </a:r>
            <a:r>
              <a:rPr lang="en-US" altLang="ko-KR" sz="900">
                <a:latin typeface="Times New Roman" pitchFamily="18" charset="0"/>
                <a:ea typeface="돋움" pitchFamily="50" charset="-127"/>
                <a:cs typeface="Times New Roman" pitchFamily="18" charset="0"/>
              </a:rPr>
              <a:t>Ball Spline</a:t>
            </a:r>
            <a:r>
              <a:rPr lang="vi-VN" altLang="ko-KR" sz="900">
                <a:latin typeface="Times New Roman" pitchFamily="18" charset="0"/>
                <a:ea typeface="돋움" pitchFamily="50" charset="-127"/>
                <a:cs typeface="Times New Roman" pitchFamily="18" charset="0"/>
              </a:rPr>
              <a:t>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C</a:t>
            </a:r>
            <a:r>
              <a:rPr lang="vi-VN" altLang="ko-KR" sz="900" b="1">
                <a:solidFill>
                  <a:srgbClr val="FF0000"/>
                </a:solidFill>
                <a:latin typeface="Times New Roman" pitchFamily="18" charset="0"/>
                <a:ea typeface="돋움" pitchFamily="50" charset="-127"/>
                <a:cs typeface="Times New Roman" pitchFamily="18" charset="0"/>
              </a:rPr>
              <a:t>ó thể</a:t>
            </a:r>
            <a:r>
              <a:rPr lang="en-US" altLang="ko-KR" sz="900" b="1">
                <a:solidFill>
                  <a:srgbClr val="FF0000"/>
                </a:solidFill>
                <a:latin typeface="Times New Roman" pitchFamily="18" charset="0"/>
                <a:ea typeface="돋움" pitchFamily="50" charset="-127"/>
                <a:cs typeface="Times New Roman" pitchFamily="18" charset="0"/>
              </a:rPr>
              <a:t> cho</a:t>
            </a:r>
            <a:r>
              <a:rPr lang="vi-VN" altLang="ko-KR" sz="900" b="1">
                <a:solidFill>
                  <a:srgbClr val="FF0000"/>
                </a:solidFill>
                <a:latin typeface="Times New Roman" pitchFamily="18" charset="0"/>
                <a:ea typeface="돋움" pitchFamily="50" charset="-127"/>
                <a:cs typeface="Times New Roman" pitchFamily="18" charset="0"/>
              </a:rPr>
              <a:t> tải </a:t>
            </a:r>
            <a:r>
              <a:rPr lang="en-US" altLang="ko-KR" sz="900" b="1">
                <a:solidFill>
                  <a:srgbClr val="FF0000"/>
                </a:solidFill>
                <a:latin typeface="Times New Roman" pitchFamily="18" charset="0"/>
                <a:ea typeface="돋움" pitchFamily="50" charset="-127"/>
                <a:cs typeface="Times New Roman" pitchFamily="18" charset="0"/>
              </a:rPr>
              <a:t>trọng ban đầu</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Không thể truyền mô-men xoắn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Không</a:t>
            </a:r>
            <a:r>
              <a:rPr lang="vi-VN" altLang="ko-KR" sz="900">
                <a:latin typeface="Times New Roman" pitchFamily="18" charset="0"/>
                <a:ea typeface="돋움" pitchFamily="50" charset="-127"/>
                <a:cs typeface="Times New Roman" pitchFamily="18" charset="0"/>
              </a:rPr>
              <a:t> được </a:t>
            </a:r>
            <a:r>
              <a:rPr lang="en-US" altLang="ko-KR" sz="900">
                <a:latin typeface="Times New Roman" pitchFamily="18" charset="0"/>
                <a:ea typeface="돋움" pitchFamily="50" charset="-127"/>
                <a:cs typeface="Times New Roman" pitchFamily="18" charset="0"/>
              </a:rPr>
              <a:t>dùng cho</a:t>
            </a:r>
            <a:r>
              <a:rPr lang="vi-VN" altLang="ko-KR" sz="900">
                <a:latin typeface="Times New Roman" pitchFamily="18" charset="0"/>
                <a:ea typeface="돋움" pitchFamily="50" charset="-127"/>
                <a:cs typeface="Times New Roman" pitchFamily="18" charset="0"/>
              </a:rPr>
              <a:t> có tải trọng quá mức.</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Không có Stick slip và Lost motion.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76. </a:t>
            </a:r>
            <a:r>
              <a:rPr lang="en-US" altLang="ko-KR" sz="900">
                <a:latin typeface="Times New Roman" pitchFamily="18" charset="0"/>
                <a:ea typeface="돋움" pitchFamily="50" charset="-127"/>
                <a:cs typeface="Times New Roman" pitchFamily="18" charset="0"/>
              </a:rPr>
              <a:t>Thay đổi Home Pitch của Nut rồi cung cấp Preload.</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fr-FR" altLang="ko-KR" sz="900">
                <a:latin typeface="Times New Roman" pitchFamily="18" charset="0"/>
                <a:ea typeface="돋움" pitchFamily="50" charset="-127"/>
              </a:rPr>
              <a:t>Phương pháp Ball Screw nào đang được nhắc đến?</a:t>
            </a:r>
          </a:p>
          <a:p>
            <a:pPr eaLnBrk="1" hangingPunct="1">
              <a:spcBef>
                <a:spcPct val="0"/>
              </a:spcBef>
              <a:buFontTx/>
              <a:buNone/>
            </a:pPr>
            <a:endParaRPr lang="en-US" altLang="ko-KR" sz="900">
              <a:latin typeface="Times New Roman" pitchFamily="18" charset="0"/>
              <a:ea typeface="돋움" pitchFamily="50" charset="-127"/>
            </a:endParaRPr>
          </a:p>
          <a:p>
            <a:pPr eaLnBrk="1" hangingPunct="1">
              <a:buFontTx/>
              <a:buNone/>
            </a:pPr>
            <a:r>
              <a:rPr lang="en-US" altLang="ko-KR" sz="900">
                <a:latin typeface="Times New Roman" pitchFamily="18" charset="0"/>
                <a:ea typeface="돋움" pitchFamily="50" charset="-127"/>
              </a:rPr>
              <a:t>  </a:t>
            </a:r>
            <a:r>
              <a:rPr lang="vi-VN" altLang="ko-KR" sz="900">
                <a:latin typeface="Times New Roman" pitchFamily="18" charset="0"/>
                <a:ea typeface="돋움" pitchFamily="50" charset="-127"/>
              </a:rPr>
              <a:t>① </a:t>
            </a:r>
            <a:r>
              <a:rPr lang="en-US" altLang="ko-KR" sz="900">
                <a:latin typeface="Times New Roman" pitchFamily="18" charset="0"/>
                <a:cs typeface="Times New Roman" pitchFamily="18" charset="0"/>
              </a:rPr>
              <a:t>Double Nut Type</a:t>
            </a:r>
            <a:endParaRPr lang="ko-KR" altLang="en-US"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rPr>
              <a:t>  ② </a:t>
            </a:r>
            <a:r>
              <a:rPr lang="en-US" altLang="ko-KR" sz="900">
                <a:latin typeface="Times New Roman" pitchFamily="18" charset="0"/>
                <a:cs typeface="Times New Roman" pitchFamily="18" charset="0"/>
              </a:rPr>
              <a:t>Precison(Grinding) Ball Screw</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③ </a:t>
            </a:r>
            <a:r>
              <a:rPr lang="en-US" altLang="ko-KR" sz="900" b="1">
                <a:solidFill>
                  <a:srgbClr val="FF0000"/>
                </a:solidFill>
                <a:latin typeface="Times New Roman" pitchFamily="18" charset="0"/>
                <a:cs typeface="Times New Roman" pitchFamily="18" charset="0"/>
              </a:rPr>
              <a:t>Offset Preload Type</a:t>
            </a:r>
          </a:p>
          <a:p>
            <a:pPr eaLnBrk="1" hangingPunct="1">
              <a:spcBef>
                <a:spcPct val="0"/>
              </a:spcBef>
              <a:buFontTx/>
              <a:buNone/>
            </a:pPr>
            <a:r>
              <a:rPr lang="vi-VN" altLang="ko-KR" sz="900">
                <a:latin typeface="Times New Roman" pitchFamily="18" charset="0"/>
                <a:ea typeface="돋움" pitchFamily="50" charset="-127"/>
              </a:rPr>
              <a:t>  ④ </a:t>
            </a:r>
            <a:r>
              <a:rPr lang="en-US" altLang="ko-KR" sz="900">
                <a:latin typeface="Times New Roman" pitchFamily="18" charset="0"/>
                <a:cs typeface="Times New Roman" pitchFamily="18" charset="0"/>
              </a:rPr>
              <a:t>Static Pressure Preload Type</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77. Điều gì không đúng với mô tả về chất bôi trơn?</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Hầu hết các chất bôi trơn đều có nguồn gốc từ </a:t>
            </a: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dầu khoáng</a:t>
            </a:r>
          </a:p>
          <a:p>
            <a:pPr eaLnBrk="1" hangingPunct="1">
              <a:spcBef>
                <a:spcPct val="0"/>
              </a:spcBef>
              <a:buFontTx/>
              <a:buNone/>
            </a:pPr>
            <a:r>
              <a:rPr lang="vi-VN" altLang="ko-KR" sz="900">
                <a:latin typeface="Times New Roman" pitchFamily="18" charset="0"/>
                <a:ea typeface="돋움" pitchFamily="50" charset="-127"/>
              </a:rPr>
              <a:t>  ② Cần có đủ độ </a:t>
            </a:r>
            <a:r>
              <a:rPr lang="en-US" altLang="ko-KR" sz="900">
                <a:latin typeface="Times New Roman" pitchFamily="18" charset="0"/>
                <a:ea typeface="돋움" pitchFamily="50" charset="-127"/>
              </a:rPr>
              <a:t>dính (nhớt)</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③</a:t>
            </a:r>
            <a:r>
              <a:rPr lang="en-US" altLang="ko-KR" sz="900" b="1">
                <a:solidFill>
                  <a:srgbClr val="FF0000"/>
                </a:solidFill>
                <a:latin typeface="Times New Roman" pitchFamily="18" charset="0"/>
                <a:ea typeface="돋움" pitchFamily="50" charset="-127"/>
              </a:rPr>
              <a:t> Tính</a:t>
            </a:r>
            <a:r>
              <a:rPr lang="en-US" altLang="ko-KR" sz="900" b="1">
                <a:solidFill>
                  <a:srgbClr val="FF0000"/>
                </a:solidFill>
                <a:latin typeface="Times New Roman" pitchFamily="18" charset="0"/>
                <a:cs typeface="Times New Roman" pitchFamily="18" charset="0"/>
              </a:rPr>
              <a:t> nhớt có thể chịu được ở trạng thái bôi trơn có giới hạn</a:t>
            </a:r>
          </a:p>
          <a:p>
            <a:pPr eaLnBrk="1" hangingPunct="1">
              <a:spcBef>
                <a:spcPct val="0"/>
              </a:spcBef>
              <a:buFontTx/>
              <a:buNone/>
            </a:pPr>
            <a:r>
              <a:rPr lang="vi-VN" altLang="ko-KR" sz="900">
                <a:latin typeface="Times New Roman" pitchFamily="18" charset="0"/>
                <a:ea typeface="돋움" pitchFamily="50" charset="-127"/>
              </a:rPr>
              <a:t>  ④ </a:t>
            </a:r>
            <a:r>
              <a:rPr lang="en-US" altLang="ko-KR" sz="900">
                <a:latin typeface="Times New Roman" pitchFamily="18" charset="0"/>
                <a:ea typeface="돋움" pitchFamily="50" charset="-127"/>
              </a:rPr>
              <a:t>P</a:t>
            </a:r>
            <a:r>
              <a:rPr lang="vi-VN" altLang="ko-KR" sz="900">
                <a:latin typeface="Times New Roman" pitchFamily="18" charset="0"/>
                <a:ea typeface="돋움" pitchFamily="50" charset="-127"/>
              </a:rPr>
              <a:t>hải có độ ổn định cao chống lại quá trình oxy hóa hoặc nhiệt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78. Đâu không phải là một trong ba yếu tố chính của thành phần bôi trơn?</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a:latin typeface="Times New Roman" pitchFamily="18" charset="0"/>
                <a:ea typeface="돋움" pitchFamily="50" charset="-127"/>
              </a:rPr>
              <a:t>Chất làm cô đặc</a:t>
            </a:r>
            <a:endParaRPr lang="vi-VN" altLang="ko-KR" sz="900">
              <a:latin typeface="Times New Roman" pitchFamily="18" charset="0"/>
              <a:ea typeface="돋움" pitchFamily="50" charset="-127"/>
            </a:endParaRPr>
          </a:p>
          <a:p>
            <a:pPr eaLnBrk="1" hangingPunct="1">
              <a:spcBef>
                <a:spcPct val="0"/>
              </a:spcBef>
              <a:buFontTx/>
              <a:buNone/>
            </a:pPr>
            <a:r>
              <a:rPr lang="en-US" altLang="ko-KR" sz="900" b="1">
                <a:solidFill>
                  <a:srgbClr val="FF0000"/>
                </a:solidFill>
                <a:latin typeface="Times New Roman" pitchFamily="18" charset="0"/>
                <a:ea typeface="돋움" pitchFamily="50" charset="-127"/>
              </a:rPr>
              <a:t>  ② Chất ức chế gỉ</a:t>
            </a:r>
          </a:p>
          <a:p>
            <a:pPr eaLnBrk="1" hangingPunct="1">
              <a:spcBef>
                <a:spcPct val="0"/>
              </a:spcBef>
              <a:buFontTx/>
              <a:buNone/>
            </a:pPr>
            <a:r>
              <a:rPr lang="en-US" altLang="ko-KR" sz="900">
                <a:latin typeface="Times New Roman" pitchFamily="18" charset="0"/>
                <a:ea typeface="돋움" pitchFamily="50" charset="-127"/>
              </a:rPr>
              <a:t>  ③ Chất phụ gia</a:t>
            </a:r>
          </a:p>
          <a:p>
            <a:pPr eaLnBrk="1" hangingPunct="1">
              <a:spcBef>
                <a:spcPct val="0"/>
              </a:spcBef>
              <a:buFontTx/>
              <a:buNone/>
            </a:pPr>
            <a:r>
              <a:rPr lang="vi-VN" altLang="ko-KR" sz="900">
                <a:latin typeface="Times New Roman" pitchFamily="18" charset="0"/>
                <a:ea typeface="돋움" pitchFamily="50" charset="-127"/>
              </a:rPr>
              <a:t>  ④ Dầu cơ bản</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79. Trong </a:t>
            </a:r>
            <a:r>
              <a:rPr lang="en-US" altLang="ko-KR" sz="900">
                <a:latin typeface="Times New Roman" pitchFamily="18" charset="0"/>
                <a:ea typeface="돋움" pitchFamily="50" charset="-127"/>
              </a:rPr>
              <a:t>vẽ kỹ thuật</a:t>
            </a:r>
            <a:r>
              <a:rPr lang="vi-VN" altLang="ko-KR" sz="900">
                <a:latin typeface="Times New Roman" pitchFamily="18" charset="0"/>
                <a:ea typeface="돋움" pitchFamily="50" charset="-127"/>
              </a:rPr>
              <a:t>, </a:t>
            </a:r>
            <a:r>
              <a:rPr lang="en-US" altLang="ko-KR" sz="900">
                <a:latin typeface="Times New Roman" pitchFamily="18" charset="0"/>
                <a:cs typeface="Times New Roman" pitchFamily="18" charset="0"/>
              </a:rPr>
              <a:t>Đường vẽ nào được sử dụng ở đường quỹ đạo bước răng ghi trên răng của xích</a:t>
            </a:r>
            <a:r>
              <a:rPr lang="vi-VN" altLang="ko-KR" sz="900">
                <a:latin typeface="Times New Roman" pitchFamily="18" charset="0"/>
                <a:ea typeface="돋움" pitchFamily="50" charset="-127"/>
              </a:rPr>
              <a:t> v.v?</a:t>
            </a:r>
          </a:p>
          <a:p>
            <a:pPr eaLnBrk="1" hangingPunct="1">
              <a:spcBef>
                <a:spcPct val="0"/>
              </a:spcBef>
              <a:buFontTx/>
              <a:buNone/>
            </a:pPr>
            <a:r>
              <a:rPr lang="en-US" altLang="ko-KR" sz="900">
                <a:latin typeface="Times New Roman" pitchFamily="18" charset="0"/>
                <a:ea typeface="돋움" pitchFamily="50" charset="-127"/>
              </a:rPr>
              <a:t>   </a:t>
            </a:r>
          </a:p>
          <a:p>
            <a:pPr eaLnBrk="1" hangingPunct="1">
              <a:spcBef>
                <a:spcPct val="0"/>
              </a:spcBef>
              <a:buFontTx/>
              <a:buNone/>
            </a:pPr>
            <a:r>
              <a:rPr lang="en-US" altLang="ko-KR" sz="900">
                <a:latin typeface="Times New Roman" pitchFamily="18" charset="0"/>
                <a:ea typeface="돋움" pitchFamily="50" charset="-127"/>
              </a:rPr>
              <a:t>  ① Leader line         </a:t>
            </a:r>
            <a:r>
              <a:rPr lang="en-US" altLang="ko-KR" sz="900" b="1">
                <a:solidFill>
                  <a:srgbClr val="FF0000"/>
                </a:solidFill>
                <a:latin typeface="Times New Roman" pitchFamily="18" charset="0"/>
                <a:ea typeface="돋움" pitchFamily="50" charset="-127"/>
              </a:rPr>
              <a:t>② Pitch Line</a:t>
            </a:r>
          </a:p>
          <a:p>
            <a:pPr eaLnBrk="1" hangingPunct="1">
              <a:spcBef>
                <a:spcPct val="0"/>
              </a:spcBef>
              <a:buFontTx/>
              <a:buNone/>
            </a:pPr>
            <a:r>
              <a:rPr lang="vi-VN" altLang="ko-KR" sz="900">
                <a:latin typeface="Times New Roman" pitchFamily="18" charset="0"/>
                <a:ea typeface="돋움" pitchFamily="50" charset="-127"/>
              </a:rPr>
              <a:t>  ③ </a:t>
            </a:r>
            <a:r>
              <a:rPr lang="en-US" altLang="ko-KR" sz="900">
                <a:latin typeface="Times New Roman" pitchFamily="18" charset="0"/>
                <a:cs typeface="Times New Roman" pitchFamily="18" charset="0"/>
              </a:rPr>
              <a:t>Imaginary line  </a:t>
            </a:r>
            <a:r>
              <a:rPr lang="en-US" altLang="ko-KR" sz="900" b="1">
                <a:latin typeface="Times New Roman" pitchFamily="18" charset="0"/>
                <a:cs typeface="Times New Roman" pitchFamily="18" charset="0"/>
              </a:rPr>
              <a:t>  </a:t>
            </a:r>
            <a:r>
              <a:rPr lang="vi-VN" altLang="ko-KR" sz="900">
                <a:latin typeface="Times New Roman" pitchFamily="18" charset="0"/>
                <a:ea typeface="돋움" pitchFamily="50" charset="-127"/>
              </a:rPr>
              <a:t>④ </a:t>
            </a:r>
            <a:r>
              <a:rPr lang="en-US" altLang="ko-KR" sz="900">
                <a:latin typeface="Times New Roman" pitchFamily="18" charset="0"/>
                <a:ea typeface="돋움" pitchFamily="50" charset="-127"/>
              </a:rPr>
              <a:t>Cutting Plane Line</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80. Khi chia 1 </a:t>
            </a:r>
            <a:r>
              <a:rPr lang="en-US" altLang="ko-KR" sz="900">
                <a:latin typeface="Times New Roman" pitchFamily="18" charset="0"/>
                <a:ea typeface="돋움" pitchFamily="50" charset="-127"/>
              </a:rPr>
              <a:t>vạch lớn </a:t>
            </a:r>
            <a:r>
              <a:rPr lang="vi-VN" altLang="ko-KR" sz="900">
                <a:latin typeface="Times New Roman" pitchFamily="18" charset="0"/>
                <a:ea typeface="돋움" pitchFamily="50" charset="-127"/>
              </a:rPr>
              <a:t>thước cặp </a:t>
            </a:r>
            <a:r>
              <a:rPr lang="en-US" altLang="ko-KR" sz="900">
                <a:latin typeface="Times New Roman" pitchFamily="18" charset="0"/>
                <a:ea typeface="돋움" pitchFamily="50" charset="-127"/>
              </a:rPr>
              <a:t>V</a:t>
            </a:r>
            <a:r>
              <a:rPr lang="vi-VN" altLang="ko-KR" sz="900">
                <a:latin typeface="Times New Roman" pitchFamily="18" charset="0"/>
                <a:ea typeface="돋움" pitchFamily="50" charset="-127"/>
              </a:rPr>
              <a:t>ernier </a:t>
            </a:r>
            <a:r>
              <a:rPr lang="en-US" altLang="ko-KR" sz="900">
                <a:latin typeface="Times New Roman" pitchFamily="18" charset="0"/>
                <a:ea typeface="돋움" pitchFamily="50" charset="-127"/>
              </a:rPr>
              <a:t>Calipers</a:t>
            </a:r>
            <a:r>
              <a:rPr lang="vi-VN" altLang="ko-KR" sz="900">
                <a:latin typeface="Times New Roman" pitchFamily="18" charset="0"/>
                <a:ea typeface="돋움" pitchFamily="50" charset="-127"/>
              </a:rPr>
              <a:t> thành 20 phần bằng nhau.</a:t>
            </a:r>
            <a:r>
              <a:rPr lang="en-US" altLang="ko-KR" sz="900">
                <a:latin typeface="Times New Roman" pitchFamily="18" charset="0"/>
                <a:ea typeface="돋움" pitchFamily="50" charset="-127"/>
              </a:rPr>
              <a:t> </a:t>
            </a:r>
            <a:r>
              <a:rPr lang="vi-VN" altLang="ko-KR" sz="900">
                <a:latin typeface="Times New Roman" pitchFamily="18" charset="0"/>
                <a:ea typeface="돋움" pitchFamily="50" charset="-127"/>
              </a:rPr>
              <a:t>Giá trị đo tối thiểu</a:t>
            </a:r>
            <a:r>
              <a:rPr lang="en-US" altLang="ko-KR" sz="900">
                <a:latin typeface="Times New Roman" pitchFamily="18" charset="0"/>
                <a:ea typeface="돋움" pitchFamily="50" charset="-127"/>
              </a:rPr>
              <a:t> 1 vạch</a:t>
            </a:r>
            <a:r>
              <a:rPr lang="vi-VN" altLang="ko-KR" sz="900">
                <a:latin typeface="Times New Roman" pitchFamily="18" charset="0"/>
                <a:ea typeface="돋움" pitchFamily="50" charset="-127"/>
              </a:rPr>
              <a:t> </a:t>
            </a:r>
            <a:r>
              <a:rPr lang="en-US" altLang="ko-KR" sz="900">
                <a:latin typeface="Times New Roman" pitchFamily="18" charset="0"/>
                <a:ea typeface="돋움" pitchFamily="50" charset="-127"/>
              </a:rPr>
              <a:t>nhỏ </a:t>
            </a:r>
            <a:r>
              <a:rPr lang="vi-VN" altLang="ko-KR" sz="900">
                <a:latin typeface="Times New Roman" pitchFamily="18" charset="0"/>
                <a:ea typeface="돋움" pitchFamily="50" charset="-127"/>
              </a:rPr>
              <a:t>là bao nhiêu?</a:t>
            </a:r>
          </a:p>
          <a:p>
            <a:pPr eaLnBrk="1" hangingPunct="1">
              <a:spcBef>
                <a:spcPct val="0"/>
              </a:spcBef>
              <a:buFontTx/>
              <a:buNone/>
            </a:pPr>
            <a:r>
              <a:rPr lang="en-US" altLang="ko-KR" sz="900">
                <a:latin typeface="Times New Roman" pitchFamily="18" charset="0"/>
                <a:ea typeface="돋움" pitchFamily="50" charset="-127"/>
              </a:rPr>
              <a:t> </a:t>
            </a:r>
          </a:p>
          <a:p>
            <a:pPr eaLnBrk="1" hangingPunct="1">
              <a:spcBef>
                <a:spcPct val="0"/>
              </a:spcBef>
              <a:buFontTx/>
              <a:buNone/>
            </a:pPr>
            <a:r>
              <a:rPr lang="en-US" altLang="ko-KR" sz="900">
                <a:latin typeface="Times New Roman" pitchFamily="18" charset="0"/>
                <a:ea typeface="돋움" pitchFamily="50" charset="-127"/>
              </a:rPr>
              <a:t>  ① 0,01 ㎜</a:t>
            </a:r>
          </a:p>
          <a:p>
            <a:pPr eaLnBrk="1" hangingPunct="1">
              <a:spcBef>
                <a:spcPct val="0"/>
              </a:spcBef>
              <a:buFontTx/>
              <a:buNone/>
            </a:pPr>
            <a:r>
              <a:rPr lang="en-US" altLang="ko-KR" sz="900">
                <a:latin typeface="Times New Roman" pitchFamily="18" charset="0"/>
                <a:ea typeface="돋움" pitchFamily="50" charset="-127"/>
              </a:rPr>
              <a:t>  ② 0,02 ㎜</a:t>
            </a:r>
          </a:p>
          <a:p>
            <a:pPr eaLnBrk="1" hangingPunct="1">
              <a:spcBef>
                <a:spcPct val="0"/>
              </a:spcBef>
              <a:buFontTx/>
              <a:buNone/>
            </a:pPr>
            <a:r>
              <a:rPr lang="en-US" altLang="ko-KR" sz="900">
                <a:latin typeface="Times New Roman" pitchFamily="18" charset="0"/>
                <a:ea typeface="돋움" pitchFamily="50" charset="-127"/>
              </a:rPr>
              <a:t>  ③ 0,04 ㎜</a:t>
            </a:r>
          </a:p>
          <a:p>
            <a:pPr eaLnBrk="1" hangingPunct="1">
              <a:spcBef>
                <a:spcPct val="0"/>
              </a:spcBef>
              <a:buFontTx/>
              <a:buNone/>
            </a:pPr>
            <a:r>
              <a:rPr lang="en-US" altLang="ko-KR" sz="900">
                <a:latin typeface="Times New Roman" pitchFamily="18" charset="0"/>
                <a:ea typeface="돋움" pitchFamily="50" charset="-127"/>
              </a:rPr>
              <a:t>  </a:t>
            </a:r>
            <a:r>
              <a:rPr lang="en-US" altLang="ko-KR" sz="900" b="1">
                <a:solidFill>
                  <a:srgbClr val="FF0000"/>
                </a:solidFill>
                <a:latin typeface="Times New Roman" pitchFamily="18" charset="0"/>
                <a:ea typeface="돋움" pitchFamily="50" charset="-127"/>
              </a:rPr>
              <a:t>④ 0,05 ㎜</a:t>
            </a:r>
          </a:p>
        </p:txBody>
      </p:sp>
      <p:sp>
        <p:nvSpPr>
          <p:cNvPr id="9220" name="Rectangle 5"/>
          <p:cNvSpPr>
            <a:spLocks noChangeArrowheads="1"/>
          </p:cNvSpPr>
          <p:nvPr/>
        </p:nvSpPr>
        <p:spPr bwMode="auto">
          <a:xfrm>
            <a:off x="3459163" y="750278"/>
            <a:ext cx="3124200" cy="81856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6" name="Text Box 6"/>
          <p:cNvSpPr txBox="1">
            <a:spLocks noChangeArrowheads="1"/>
          </p:cNvSpPr>
          <p:nvPr/>
        </p:nvSpPr>
        <p:spPr bwMode="auto">
          <a:xfrm>
            <a:off x="123826" y="211016"/>
            <a:ext cx="10017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Máy</a:t>
            </a:r>
            <a:r>
              <a:rPr lang="ko-KR" altLang="en-US"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7" name="TextBox 6"/>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8</a:t>
            </a:r>
          </a:p>
        </p:txBody>
      </p:sp>
    </p:spTree>
    <p:extLst>
      <p:ext uri="{BB962C8B-B14F-4D97-AF65-F5344CB8AC3E}">
        <p14:creationId xmlns:p14="http://schemas.microsoft.com/office/powerpoint/2010/main" val="4083763273"/>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2" name="Rectangle 3"/>
          <p:cNvSpPr>
            <a:spLocks noChangeArrowheads="1"/>
          </p:cNvSpPr>
          <p:nvPr/>
        </p:nvSpPr>
        <p:spPr bwMode="auto">
          <a:xfrm>
            <a:off x="304800" y="716574"/>
            <a:ext cx="3124200" cy="830873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1. </a:t>
            </a:r>
            <a:r>
              <a:rPr lang="en-US" altLang="ko-KR" sz="900" smtClean="0">
                <a:latin typeface="Times New Roman" pitchFamily="18" charset="0"/>
                <a:ea typeface="돋움" pitchFamily="50" charset="-127"/>
                <a:cs typeface="Times New Roman" pitchFamily="18" charset="0"/>
              </a:rPr>
              <a:t>Đáp án sai khi nói về công thức của dòng điện (I) và điện áp (E)?</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I=E/R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I=T/Q</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E=W/Q</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E=IR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2</a:t>
            </a:r>
            <a:r>
              <a:rPr lang="vi-VN"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Độ lệch pha trong trường hợp 3 pha 220V 60Hz?</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90</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180</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③ </a:t>
            </a:r>
            <a:r>
              <a:rPr lang="en-US" altLang="ko-KR" sz="900" b="1" smtClean="0">
                <a:solidFill>
                  <a:srgbClr val="FF0000"/>
                </a:solidFill>
                <a:latin typeface="Times New Roman" pitchFamily="18" charset="0"/>
                <a:ea typeface="돋움" pitchFamily="50" charset="-127"/>
                <a:cs typeface="Times New Roman" pitchFamily="18" charset="0"/>
              </a:rPr>
              <a:t>120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240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 </a:t>
            </a:r>
            <a:r>
              <a:rPr lang="en-US" altLang="ko-KR" sz="900">
                <a:latin typeface="Times New Roman" pitchFamily="18" charset="0"/>
                <a:ea typeface="돋움" pitchFamily="50" charset="-127"/>
                <a:cs typeface="Times New Roman" pitchFamily="18" charset="0"/>
              </a:rPr>
              <a:t>Đâu không phải hạng mục chú ý khi sử dụng SSR (Solid State Relay)</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Cấm sử dụng tại nơi có chất GAS dễ cháy nổ</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Dù ở trạng thái OFF vẫn có dòng điện rò rỉ nhất định chạy qua phía đầu ra</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Chú ý về đường dây đầu ra đầu vào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Cấn có đối sách cho tỏa nhiệt theo lượng tổn hao điện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 </a:t>
            </a:r>
            <a:r>
              <a:rPr lang="en-US" altLang="ko-KR" sz="900" smtClean="0">
                <a:latin typeface="Times New Roman" pitchFamily="18" charset="0"/>
                <a:ea typeface="돋움" pitchFamily="50" charset="-127"/>
                <a:cs typeface="Times New Roman" pitchFamily="18" charset="0"/>
              </a:rPr>
              <a:t>Đáp án nào sai khi nói về đặc tính của cuộn cảm</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Đặc tính duy trì ổn định sự biến đổi dòng điện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Đặc tính khuếch đại</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Tác động cảm ứng tương hỗ</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Đặc tính nam châm điện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5. </a:t>
            </a:r>
            <a:r>
              <a:rPr lang="en-US" altLang="ko-KR" sz="900" smtClean="0">
                <a:latin typeface="Times New Roman" pitchFamily="18" charset="0"/>
                <a:ea typeface="돋움" pitchFamily="50" charset="-127"/>
                <a:cs typeface="Times New Roman" pitchFamily="18" charset="0"/>
              </a:rPr>
              <a:t>Đi ốt Si khoảng 0.7V, Đi ốt Ge khoảng 0.2V trở lên thì dòng điện tăng nhanh. Điện áp này được gọi là gì</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Điện áp quy phục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② </a:t>
            </a:r>
            <a:r>
              <a:rPr lang="en-US" altLang="ko-KR" sz="900" b="1" smtClean="0">
                <a:solidFill>
                  <a:srgbClr val="FF0000"/>
                </a:solidFill>
                <a:latin typeface="Times New Roman" pitchFamily="18" charset="0"/>
                <a:ea typeface="돋움" pitchFamily="50" charset="-127"/>
                <a:cs typeface="Times New Roman" pitchFamily="18" charset="0"/>
              </a:rPr>
              <a:t>Điện áp ngưỡng</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Điện áp ngược hướng</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Điện áp tiêu chuẩn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 </a:t>
            </a:r>
            <a:r>
              <a:rPr lang="en-US" altLang="ko-KR" sz="900" smtClean="0">
                <a:latin typeface="Times New Roman" pitchFamily="18" charset="0"/>
                <a:ea typeface="돋움" pitchFamily="50" charset="-127"/>
                <a:cs typeface="Times New Roman" pitchFamily="18" charset="0"/>
              </a:rPr>
              <a:t>Chu kỳ điện áp xoay chiều T là 2[ms]. Tần số là bao nhiêu</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100[Hz]</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300[Hz]</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500[Hz]</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700[Hz]</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 </a:t>
            </a:r>
            <a:r>
              <a:rPr lang="en-US" altLang="ko-KR" sz="900" smtClean="0">
                <a:latin typeface="Times New Roman" pitchFamily="18" charset="0"/>
                <a:ea typeface="돋움" pitchFamily="50" charset="-127"/>
                <a:cs typeface="Times New Roman" pitchFamily="18" charset="0"/>
              </a:rPr>
              <a:t>Điện áp chạy qua R trong đoạn mạch dưới đây là bao nhiêu</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12 [V]</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0.7 [V]</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11.3 [V]</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6.2 [V]</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8. </a:t>
            </a:r>
            <a:r>
              <a:rPr lang="en-US" altLang="ko-KR" sz="900" smtClean="0">
                <a:latin typeface="Times New Roman" pitchFamily="18" charset="0"/>
                <a:ea typeface="돋움" pitchFamily="50" charset="-127"/>
                <a:cs typeface="Times New Roman" pitchFamily="18" charset="0"/>
              </a:rPr>
              <a:t>Loại cuộn dây nào có tụ điện mắc song song trước?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l-GR" altLang="ko-KR" sz="900" b="1">
                <a:solidFill>
                  <a:srgbClr val="FF0000"/>
                </a:solidFill>
                <a:latin typeface="Times New Roman" pitchFamily="18" charset="0"/>
                <a:ea typeface="돋움" pitchFamily="50" charset="-127"/>
                <a:cs typeface="Times New Roman" pitchFamily="18" charset="0"/>
              </a:rPr>
              <a:t>  ① </a:t>
            </a:r>
            <a:r>
              <a:rPr lang="en-US" altLang="ko-KR" sz="900" b="1" smtClean="0">
                <a:solidFill>
                  <a:srgbClr val="FF0000"/>
                </a:solidFill>
                <a:latin typeface="Times New Roman" pitchFamily="18" charset="0"/>
                <a:ea typeface="돋움" pitchFamily="50" charset="-127"/>
                <a:cs typeface="Times New Roman" pitchFamily="18" charset="0"/>
              </a:rPr>
              <a:t>IFT</a:t>
            </a:r>
            <a:endParaRPr lang="el-GR"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l-GR"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FFC</a:t>
            </a:r>
            <a:endParaRPr lang="el-GR" altLang="ko-KR" sz="900">
              <a:latin typeface="Times New Roman" pitchFamily="18" charset="0"/>
              <a:ea typeface="돋움" pitchFamily="50" charset="-127"/>
              <a:cs typeface="Times New Roman" pitchFamily="18" charset="0"/>
            </a:endParaRPr>
          </a:p>
          <a:p>
            <a:pPr eaLnBrk="1" hangingPunct="1">
              <a:spcBef>
                <a:spcPct val="0"/>
              </a:spcBef>
              <a:buFontTx/>
              <a:buNone/>
            </a:pPr>
            <a:r>
              <a:rPr lang="el-GR"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RFC</a:t>
            </a:r>
            <a:endParaRPr lang="el-GR" altLang="ko-KR" sz="900">
              <a:latin typeface="Times New Roman" pitchFamily="18" charset="0"/>
              <a:ea typeface="돋움" pitchFamily="50" charset="-127"/>
              <a:cs typeface="Times New Roman" pitchFamily="18" charset="0"/>
            </a:endParaRPr>
          </a:p>
          <a:p>
            <a:pPr eaLnBrk="1" hangingPunct="1">
              <a:spcBef>
                <a:spcPct val="0"/>
              </a:spcBef>
              <a:buFontTx/>
              <a:buNone/>
            </a:pPr>
            <a:r>
              <a:rPr lang="el-GR"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FCZ</a:t>
            </a:r>
            <a:endParaRPr lang="el-GR" altLang="ko-KR" sz="900">
              <a:latin typeface="Times New Roman" pitchFamily="18" charset="0"/>
              <a:ea typeface="돋움" pitchFamily="50" charset="-127"/>
              <a:cs typeface="Times New Roman" pitchFamily="18" charset="0"/>
            </a:endParaRPr>
          </a:p>
        </p:txBody>
      </p:sp>
      <p:sp>
        <p:nvSpPr>
          <p:cNvPr id="2053" name="Rectangle 4"/>
          <p:cNvSpPr>
            <a:spLocks noChangeArrowheads="1"/>
          </p:cNvSpPr>
          <p:nvPr/>
        </p:nvSpPr>
        <p:spPr bwMode="auto">
          <a:xfrm>
            <a:off x="3429000" y="716574"/>
            <a:ext cx="3124200" cy="830873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9. </a:t>
            </a:r>
            <a:r>
              <a:rPr lang="en-US" altLang="ko-KR" sz="900" smtClean="0">
                <a:latin typeface="Times New Roman" pitchFamily="18" charset="0"/>
                <a:ea typeface="돋움" pitchFamily="50" charset="-127"/>
                <a:cs typeface="Times New Roman" pitchFamily="18" charset="0"/>
              </a:rPr>
              <a:t>Chọn cái khác trong các đáp án sau</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Số Notron</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Số Proton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③ Số hiệu nguyên tử</a:t>
            </a:r>
            <a:r>
              <a:rPr lang="en-US" altLang="ko-KR" sz="900" b="1">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Số Electron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10. </a:t>
            </a:r>
            <a:r>
              <a:rPr lang="en-US" altLang="ko-KR" sz="900" smtClean="0">
                <a:latin typeface="Times New Roman" pitchFamily="18" charset="0"/>
                <a:ea typeface="돋움" pitchFamily="50" charset="-127"/>
                <a:cs typeface="Times New Roman" pitchFamily="18" charset="0"/>
              </a:rPr>
              <a:t>Đáp án về số lượng Electron trên quỹ đạo theo nguyên lý Pauli</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Lớp K=2</a:t>
            </a:r>
            <a:r>
              <a:rPr lang="en-US" altLang="ko-KR" sz="90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a:t>
            </a:r>
            <a:r>
              <a:rPr lang="en-US" altLang="ko-KR" sz="900" b="1">
                <a:solidFill>
                  <a:srgbClr val="FF0000"/>
                </a:solidFill>
                <a:latin typeface="Times New Roman" pitchFamily="18" charset="0"/>
                <a:ea typeface="돋움" pitchFamily="50" charset="-127"/>
                <a:cs typeface="Times New Roman" pitchFamily="18" charset="0"/>
              </a:rPr>
              <a:t>Lớp </a:t>
            </a:r>
            <a:r>
              <a:rPr lang="en-US" altLang="ko-KR" sz="900" b="1" smtClean="0">
                <a:solidFill>
                  <a:srgbClr val="FF0000"/>
                </a:solidFill>
                <a:latin typeface="Times New Roman" pitchFamily="18" charset="0"/>
                <a:ea typeface="돋움" pitchFamily="50" charset="-127"/>
                <a:cs typeface="Times New Roman" pitchFamily="18" charset="0"/>
              </a:rPr>
              <a:t>M=16</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③ Lớp </a:t>
            </a:r>
            <a:r>
              <a:rPr lang="en-US" altLang="ko-KR" sz="900" smtClean="0">
                <a:latin typeface="Times New Roman" pitchFamily="18" charset="0"/>
                <a:ea typeface="돋움" pitchFamily="50" charset="-127"/>
                <a:cs typeface="Times New Roman" pitchFamily="18" charset="0"/>
              </a:rPr>
              <a:t>L=8</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Lớp </a:t>
            </a:r>
            <a:r>
              <a:rPr lang="en-US" altLang="ko-KR" sz="900" smtClean="0">
                <a:latin typeface="Times New Roman" pitchFamily="18" charset="0"/>
                <a:ea typeface="돋움" pitchFamily="50" charset="-127"/>
                <a:cs typeface="Times New Roman" pitchFamily="18" charset="0"/>
              </a:rPr>
              <a:t>N=32</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11. </a:t>
            </a:r>
            <a:r>
              <a:rPr lang="en-US" altLang="ko-KR" sz="900" smtClean="0">
                <a:latin typeface="Times New Roman" pitchFamily="18" charset="0"/>
                <a:ea typeface="돋움" pitchFamily="50" charset="-127"/>
                <a:cs typeface="Times New Roman" pitchFamily="18" charset="0"/>
              </a:rPr>
              <a:t>Đáp án nào không phải đặc tính của Photo Coupler</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Tốc độ phản hồi nhanh</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Dao động mạnh</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Độ tin cậy cao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Đầu vào và đầu ra được cách điện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12</a:t>
            </a:r>
            <a:r>
              <a:rPr lang="en-US" altLang="ko-KR" sz="900" smtClean="0">
                <a:latin typeface="Times New Roman" pitchFamily="18" charset="0"/>
                <a:ea typeface="돋움" pitchFamily="50" charset="-127"/>
                <a:cs typeface="Times New Roman" pitchFamily="18" charset="0"/>
              </a:rPr>
              <a:t>. Yếu tố nào không phải là yếu tố quyết định điện trở của vật liệu?</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Không đổi theo loại chất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Chiều dài</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Trọng lượng</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Diện tích mặt cắt ngang</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13. </a:t>
            </a:r>
            <a:r>
              <a:rPr lang="en-US" altLang="ko-KR" sz="900" smtClean="0">
                <a:latin typeface="Times New Roman" pitchFamily="18" charset="0"/>
                <a:ea typeface="돋움" pitchFamily="50" charset="-127"/>
                <a:cs typeface="Times New Roman" pitchFamily="18" charset="0"/>
              </a:rPr>
              <a:t>Điều gì không phải đặc tính của Thermistor</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① Không nhạy cảm với áp suất, từ tính và yếu tố khác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Cấu trúc đơn giản cho phép thu nhỏ</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Vượt trội trong sản xuất đại trà, cho phép cung cấp hàng loạt với giá cả ổn định</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④ </a:t>
            </a:r>
            <a:r>
              <a:rPr lang="en-US" altLang="ko-KR" sz="900" b="1" smtClean="0">
                <a:solidFill>
                  <a:srgbClr val="FF0000"/>
                </a:solidFill>
                <a:latin typeface="Times New Roman" pitchFamily="18" charset="0"/>
                <a:ea typeface="돋움" pitchFamily="50" charset="-127"/>
                <a:cs typeface="Times New Roman" pitchFamily="18" charset="0"/>
              </a:rPr>
              <a:t>Hệ số nhiệt độ của điện trở nhỏ do đó nhiệt độ vi mô và đo lường chính xác.</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14. </a:t>
            </a:r>
            <a:r>
              <a:rPr lang="en-US" altLang="ko-KR" sz="900" smtClean="0">
                <a:latin typeface="Times New Roman" pitchFamily="18" charset="0"/>
                <a:ea typeface="돋움" pitchFamily="50" charset="-127"/>
                <a:cs typeface="Times New Roman" pitchFamily="18" charset="0"/>
              </a:rPr>
              <a:t>Điện trở nào là loại phổ thông giá rẻ, không thích hợp để sử dụng cho độ chính xác vì giá trị điện trở thay đổi nhiều  do nhiệt độ</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Điện trở màng kim loại</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C0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Điện trở màng Cacbon nhỏ</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Điện trở SOLID</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Điện trở xi măng</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15. </a:t>
            </a:r>
            <a:r>
              <a:rPr lang="en-US" altLang="ko-KR" sz="900" smtClean="0">
                <a:latin typeface="Times New Roman" pitchFamily="18" charset="0"/>
                <a:ea typeface="돋움" pitchFamily="50" charset="-127"/>
                <a:cs typeface="Times New Roman" pitchFamily="18" charset="0"/>
              </a:rPr>
              <a:t>Đi ốt có cấu tạo tiếp nối PN đặc biệt, nó thể hiện được đặc tính đóng mở tốc độ cao nên nó được sử dụng trong đóng mở mạch cao tần</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Đi ốt Schooky Barrier</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Đi ốt Zener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Đi ốt PIN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Đi ốt để chỉnh lưu nguồn điện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16. </a:t>
            </a:r>
            <a:r>
              <a:rPr lang="en-US" altLang="ko-KR" sz="900" smtClean="0">
                <a:latin typeface="Times New Roman" pitchFamily="18" charset="0"/>
                <a:ea typeface="돋움" pitchFamily="50" charset="-127"/>
                <a:cs typeface="Times New Roman" pitchFamily="18" charset="0"/>
              </a:rPr>
              <a:t>Điện trở nào sử dụng tại mạch điện Analog thông thường cần thiết  cho độ chính xác cao</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Điện trở màng Cacbon nhỏ</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Điện trở xi măng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Điện trở màng kim loại (màng vỏ bọc)</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④ </a:t>
            </a:r>
            <a:r>
              <a:rPr lang="en-US" altLang="ko-KR" sz="900" b="1" smtClean="0">
                <a:solidFill>
                  <a:srgbClr val="FF0000"/>
                </a:solidFill>
                <a:latin typeface="Times New Roman" pitchFamily="18" charset="0"/>
                <a:ea typeface="돋움" pitchFamily="50" charset="-127"/>
                <a:cs typeface="Times New Roman" pitchFamily="18" charset="0"/>
              </a:rPr>
              <a:t>Điện trở màng kim loại (dạng sợi)</a:t>
            </a:r>
            <a:endParaRPr lang="en-US" altLang="ko-KR" sz="900" b="1">
              <a:solidFill>
                <a:srgbClr val="FF0000"/>
              </a:solidFill>
              <a:latin typeface="Times New Roman" pitchFamily="18" charset="0"/>
              <a:ea typeface="돋움" pitchFamily="50" charset="-127"/>
              <a:cs typeface="Times New Roman" pitchFamily="18" charset="0"/>
            </a:endParaRPr>
          </a:p>
        </p:txBody>
      </p:sp>
      <p:sp>
        <p:nvSpPr>
          <p:cNvPr id="2054" name="Text Box 6"/>
          <p:cNvSpPr txBox="1">
            <a:spLocks noChangeArrowheads="1"/>
          </p:cNvSpPr>
          <p:nvPr/>
        </p:nvSpPr>
        <p:spPr bwMode="auto">
          <a:xfrm>
            <a:off x="288925" y="698989"/>
            <a:ext cx="1742785" cy="24622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solidFill>
                  <a:srgbClr val="000000"/>
                </a:solidFill>
                <a:latin typeface="Times New Roman" pitchFamily="18" charset="0"/>
                <a:ea typeface="돋움" pitchFamily="50" charset="-127"/>
                <a:cs typeface="Times New Roman" pitchFamily="18" charset="0"/>
              </a:rPr>
              <a:t>※Điện – điện tử: Câu 1</a:t>
            </a:r>
            <a:r>
              <a:rPr lang="ko-KR" altLang="en-US" sz="1000" b="1">
                <a:solidFill>
                  <a:srgbClr val="000000"/>
                </a:solidFill>
                <a:latin typeface="Times New Roman" pitchFamily="18" charset="0"/>
                <a:ea typeface="돋움" pitchFamily="50" charset="-127"/>
                <a:cs typeface="Times New Roman" pitchFamily="18" charset="0"/>
              </a:rPr>
              <a:t> </a:t>
            </a:r>
            <a:r>
              <a:rPr lang="en-US" altLang="ko-KR" sz="1000" b="1">
                <a:solidFill>
                  <a:srgbClr val="000000"/>
                </a:solidFill>
                <a:latin typeface="Times New Roman" pitchFamily="18" charset="0"/>
                <a:ea typeface="돋움" pitchFamily="50" charset="-127"/>
                <a:cs typeface="Times New Roman" pitchFamily="18" charset="0"/>
              </a:rPr>
              <a:t>~ 20</a:t>
            </a:r>
            <a:endParaRPr lang="ko-KR" altLang="en-US" sz="1000" b="1">
              <a:solidFill>
                <a:srgbClr val="000000"/>
              </a:solidFill>
              <a:latin typeface="Times New Roman" pitchFamily="18" charset="0"/>
              <a:ea typeface="돋움" pitchFamily="50" charset="-127"/>
              <a:cs typeface="Times New Roman" pitchFamily="18" charset="0"/>
            </a:endParaRPr>
          </a:p>
        </p:txBody>
      </p:sp>
      <p:grpSp>
        <p:nvGrpSpPr>
          <p:cNvPr id="7" name="그룹 2"/>
          <p:cNvGrpSpPr>
            <a:grpSpLocks/>
          </p:cNvGrpSpPr>
          <p:nvPr/>
        </p:nvGrpSpPr>
        <p:grpSpPr bwMode="auto">
          <a:xfrm>
            <a:off x="1482434" y="7098476"/>
            <a:ext cx="1150522" cy="807427"/>
            <a:chOff x="1448888" y="3862786"/>
            <a:chExt cx="1149928" cy="874190"/>
          </a:xfrm>
          <a:solidFill>
            <a:schemeClr val="bg1"/>
          </a:solidFill>
        </p:grpSpPr>
        <p:sp>
          <p:nvSpPr>
            <p:cNvPr id="8" name="Line 75"/>
            <p:cNvSpPr>
              <a:spLocks noChangeShapeType="1"/>
            </p:cNvSpPr>
            <p:nvPr/>
          </p:nvSpPr>
          <p:spPr bwMode="auto">
            <a:xfrm>
              <a:off x="1854814" y="3862786"/>
              <a:ext cx="0" cy="424953"/>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 name="Line 76"/>
            <p:cNvSpPr>
              <a:spLocks noChangeShapeType="1"/>
            </p:cNvSpPr>
            <p:nvPr/>
          </p:nvSpPr>
          <p:spPr bwMode="auto">
            <a:xfrm>
              <a:off x="1848402" y="3862786"/>
              <a:ext cx="616575" cy="0"/>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0" name="Line 77"/>
            <p:cNvSpPr>
              <a:spLocks noChangeShapeType="1"/>
            </p:cNvSpPr>
            <p:nvPr/>
          </p:nvSpPr>
          <p:spPr bwMode="auto">
            <a:xfrm>
              <a:off x="2471388" y="3862786"/>
              <a:ext cx="0" cy="129510"/>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11" name="Group 78"/>
            <p:cNvGrpSpPr>
              <a:grpSpLocks/>
            </p:cNvGrpSpPr>
            <p:nvPr/>
          </p:nvGrpSpPr>
          <p:grpSpPr bwMode="auto">
            <a:xfrm>
              <a:off x="2409410" y="3992296"/>
              <a:ext cx="123956" cy="161887"/>
              <a:chOff x="1488" y="1152"/>
              <a:chExt cx="192" cy="336"/>
            </a:xfrm>
            <a:grpFill/>
          </p:grpSpPr>
          <p:sp>
            <p:nvSpPr>
              <p:cNvPr id="25" name="Line 79"/>
              <p:cNvSpPr>
                <a:spLocks noChangeShapeType="1"/>
              </p:cNvSpPr>
              <p:nvPr/>
            </p:nvSpPr>
            <p:spPr bwMode="auto">
              <a:xfrm>
                <a:off x="1584" y="1152"/>
                <a:ext cx="96"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6" name="Line 80"/>
              <p:cNvSpPr>
                <a:spLocks noChangeShapeType="1"/>
              </p:cNvSpPr>
              <p:nvPr/>
            </p:nvSpPr>
            <p:spPr bwMode="auto">
              <a:xfrm flipH="1">
                <a:off x="1488" y="1200"/>
                <a:ext cx="192"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7" name="Line 81"/>
              <p:cNvSpPr>
                <a:spLocks noChangeShapeType="1"/>
              </p:cNvSpPr>
              <p:nvPr/>
            </p:nvSpPr>
            <p:spPr bwMode="auto">
              <a:xfrm>
                <a:off x="1488" y="1248"/>
                <a:ext cx="192"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8" name="Line 82"/>
              <p:cNvSpPr>
                <a:spLocks noChangeShapeType="1"/>
              </p:cNvSpPr>
              <p:nvPr/>
            </p:nvSpPr>
            <p:spPr bwMode="auto">
              <a:xfrm flipH="1">
                <a:off x="1488" y="1296"/>
                <a:ext cx="192"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9" name="Line 83"/>
              <p:cNvSpPr>
                <a:spLocks noChangeShapeType="1"/>
              </p:cNvSpPr>
              <p:nvPr/>
            </p:nvSpPr>
            <p:spPr bwMode="auto">
              <a:xfrm>
                <a:off x="1488" y="1344"/>
                <a:ext cx="192"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 name="Line 84"/>
              <p:cNvSpPr>
                <a:spLocks noChangeShapeType="1"/>
              </p:cNvSpPr>
              <p:nvPr/>
            </p:nvSpPr>
            <p:spPr bwMode="auto">
              <a:xfrm flipH="1">
                <a:off x="1488" y="1392"/>
                <a:ext cx="192"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 name="Line 85"/>
              <p:cNvSpPr>
                <a:spLocks noChangeShapeType="1"/>
              </p:cNvSpPr>
              <p:nvPr/>
            </p:nvSpPr>
            <p:spPr bwMode="auto">
              <a:xfrm>
                <a:off x="1488" y="1440"/>
                <a:ext cx="96" cy="48"/>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12" name="Line 86"/>
            <p:cNvSpPr>
              <a:spLocks noChangeShapeType="1"/>
            </p:cNvSpPr>
            <p:nvPr/>
          </p:nvSpPr>
          <p:spPr bwMode="auto">
            <a:xfrm>
              <a:off x="2471388" y="4154183"/>
              <a:ext cx="0" cy="279255"/>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 name="AutoShape 87"/>
            <p:cNvSpPr>
              <a:spLocks noChangeArrowheads="1"/>
            </p:cNvSpPr>
            <p:nvPr/>
          </p:nvSpPr>
          <p:spPr bwMode="auto">
            <a:xfrm rot="10800000">
              <a:off x="2389107" y="4433438"/>
              <a:ext cx="164563" cy="80944"/>
            </a:xfrm>
            <a:prstGeom prst="triangle">
              <a:avLst>
                <a:gd name="adj" fmla="val 50000"/>
              </a:avLst>
            </a:prstGeom>
            <a:grp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14" name="Line 88"/>
            <p:cNvSpPr>
              <a:spLocks noChangeShapeType="1"/>
            </p:cNvSpPr>
            <p:nvPr/>
          </p:nvSpPr>
          <p:spPr bwMode="auto">
            <a:xfrm rot="10800000">
              <a:off x="2389107" y="4514381"/>
              <a:ext cx="164563" cy="0"/>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 name="Line 89"/>
            <p:cNvSpPr>
              <a:spLocks noChangeShapeType="1"/>
            </p:cNvSpPr>
            <p:nvPr/>
          </p:nvSpPr>
          <p:spPr bwMode="auto">
            <a:xfrm>
              <a:off x="1854814" y="4736976"/>
              <a:ext cx="616575" cy="0"/>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 name="Line 90"/>
            <p:cNvSpPr>
              <a:spLocks noChangeShapeType="1"/>
            </p:cNvSpPr>
            <p:nvPr/>
          </p:nvSpPr>
          <p:spPr bwMode="auto">
            <a:xfrm>
              <a:off x="2471388" y="4510334"/>
              <a:ext cx="0" cy="226642"/>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7" name="Text Box 91"/>
            <p:cNvSpPr txBox="1">
              <a:spLocks noChangeArrowheads="1"/>
            </p:cNvSpPr>
            <p:nvPr/>
          </p:nvSpPr>
          <p:spPr bwMode="auto">
            <a:xfrm>
              <a:off x="2035430" y="3895354"/>
              <a:ext cx="415283" cy="466515"/>
            </a:xfrm>
            <a:prstGeom prst="rect">
              <a:avLst/>
            </a:prstGeom>
            <a:grpFill/>
            <a:ln>
              <a:noFill/>
            </a:ln>
            <a:effectLst/>
            <a:extLs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r>
                <a:rPr lang="en-US" altLang="ko-KR" sz="1400" smtClean="0">
                  <a:latin typeface="Times New Roman" pitchFamily="18" charset="0"/>
                  <a:ea typeface="돋움" pitchFamily="50" charset="-127"/>
                </a:rPr>
                <a:t>R</a:t>
              </a:r>
            </a:p>
            <a:p>
              <a:pPr algn="ctr" eaLnBrk="1" hangingPunct="1">
                <a:spcBef>
                  <a:spcPct val="0"/>
                </a:spcBef>
                <a:buFontTx/>
                <a:buNone/>
              </a:pPr>
              <a:r>
                <a:rPr lang="en-US" altLang="ko-KR" sz="800" smtClean="0">
                  <a:latin typeface="Times New Roman" pitchFamily="18" charset="0"/>
                  <a:ea typeface="돋움" pitchFamily="50" charset="-127"/>
                </a:rPr>
                <a:t>100</a:t>
              </a:r>
              <a:r>
                <a:rPr lang="el-GR" altLang="ko-KR" sz="800" smtClean="0">
                  <a:latin typeface="Times New Roman" pitchFamily="18" charset="0"/>
                  <a:ea typeface="돋움" pitchFamily="50" charset="-127"/>
                </a:rPr>
                <a:t>Ω</a:t>
              </a:r>
              <a:endParaRPr lang="en-US" altLang="ko-KR" sz="800">
                <a:latin typeface="Times New Roman" pitchFamily="18" charset="0"/>
                <a:ea typeface="돋움" pitchFamily="50" charset="-127"/>
              </a:endParaRPr>
            </a:p>
          </p:txBody>
        </p:sp>
        <p:sp>
          <p:nvSpPr>
            <p:cNvPr id="18" name="Line 92"/>
            <p:cNvSpPr>
              <a:spLocks noChangeShapeType="1"/>
            </p:cNvSpPr>
            <p:nvPr/>
          </p:nvSpPr>
          <p:spPr bwMode="auto">
            <a:xfrm flipV="1">
              <a:off x="1854814" y="4318093"/>
              <a:ext cx="0" cy="418883"/>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 name="Line 93"/>
            <p:cNvSpPr>
              <a:spLocks noChangeShapeType="1"/>
            </p:cNvSpPr>
            <p:nvPr/>
          </p:nvSpPr>
          <p:spPr bwMode="auto">
            <a:xfrm>
              <a:off x="1775738" y="4283692"/>
              <a:ext cx="160288" cy="0"/>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0" name="Line 94"/>
            <p:cNvSpPr>
              <a:spLocks noChangeShapeType="1"/>
            </p:cNvSpPr>
            <p:nvPr/>
          </p:nvSpPr>
          <p:spPr bwMode="auto">
            <a:xfrm>
              <a:off x="1801384" y="4314046"/>
              <a:ext cx="102584" cy="0"/>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1" name="Line 98"/>
            <p:cNvSpPr>
              <a:spLocks noChangeShapeType="1"/>
            </p:cNvSpPr>
            <p:nvPr/>
          </p:nvSpPr>
          <p:spPr bwMode="auto">
            <a:xfrm rot="10800000" flipH="1" flipV="1">
              <a:off x="2341172" y="4467992"/>
              <a:ext cx="51292" cy="48566"/>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2" name="Text Box 99"/>
            <p:cNvSpPr txBox="1">
              <a:spLocks noChangeArrowheads="1"/>
            </p:cNvSpPr>
            <p:nvPr/>
          </p:nvSpPr>
          <p:spPr bwMode="auto">
            <a:xfrm>
              <a:off x="1892908" y="4324164"/>
              <a:ext cx="454050" cy="399871"/>
            </a:xfrm>
            <a:prstGeom prst="rect">
              <a:avLst/>
            </a:prstGeom>
            <a:grpFill/>
            <a:ln>
              <a:noFill/>
            </a:ln>
            <a:effectLst/>
            <a:extLs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r>
                <a:rPr lang="en-US" altLang="ko-KR" sz="900">
                  <a:latin typeface="Times New Roman" pitchFamily="18" charset="0"/>
                  <a:ea typeface="돋움" pitchFamily="50" charset="-127"/>
                </a:rPr>
                <a:t>  </a:t>
              </a:r>
              <a:r>
                <a:rPr lang="en-US" altLang="ko-KR" sz="900" smtClean="0">
                  <a:latin typeface="Times New Roman" pitchFamily="18" charset="0"/>
                  <a:ea typeface="돋움" pitchFamily="50" charset="-127"/>
                </a:rPr>
                <a:t>ZD (SI)</a:t>
              </a:r>
              <a:endParaRPr lang="en-US" altLang="ko-KR" sz="900">
                <a:latin typeface="Times New Roman" pitchFamily="18" charset="0"/>
                <a:ea typeface="돋움" pitchFamily="50" charset="-127"/>
              </a:endParaRPr>
            </a:p>
            <a:p>
              <a:pPr algn="ctr" eaLnBrk="1" hangingPunct="1">
                <a:spcBef>
                  <a:spcPct val="0"/>
                </a:spcBef>
                <a:buFontTx/>
                <a:buNone/>
              </a:pPr>
              <a:r>
                <a:rPr lang="en-US" altLang="ko-KR" sz="900" smtClean="0">
                  <a:latin typeface="Times New Roman" pitchFamily="18" charset="0"/>
                  <a:ea typeface="돋움" pitchFamily="50" charset="-127"/>
                </a:rPr>
                <a:t>(6.2V</a:t>
              </a:r>
              <a:r>
                <a:rPr lang="en-US" altLang="ko-KR" sz="900">
                  <a:latin typeface="Times New Roman" pitchFamily="18" charset="0"/>
                  <a:ea typeface="돋움" pitchFamily="50" charset="-127"/>
                </a:rPr>
                <a:t>)</a:t>
              </a:r>
            </a:p>
          </p:txBody>
        </p:sp>
        <p:sp>
          <p:nvSpPr>
            <p:cNvPr id="23" name="Text Box 100"/>
            <p:cNvSpPr txBox="1">
              <a:spLocks noChangeArrowheads="1"/>
            </p:cNvSpPr>
            <p:nvPr/>
          </p:nvSpPr>
          <p:spPr bwMode="auto">
            <a:xfrm>
              <a:off x="1448888" y="4171317"/>
              <a:ext cx="314285" cy="249919"/>
            </a:xfrm>
            <a:prstGeom prst="rect">
              <a:avLst/>
            </a:prstGeom>
            <a:grpFill/>
            <a:ln>
              <a:noFill/>
            </a:ln>
            <a:effectLst/>
            <a:extLs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latin typeface="Times New Roman" pitchFamily="18" charset="0"/>
                  <a:ea typeface="돋움" pitchFamily="50" charset="-127"/>
                </a:rPr>
                <a:t>12[V]</a:t>
              </a:r>
            </a:p>
          </p:txBody>
        </p:sp>
        <p:sp>
          <p:nvSpPr>
            <p:cNvPr id="24" name="Line 98"/>
            <p:cNvSpPr>
              <a:spLocks noChangeShapeType="1"/>
            </p:cNvSpPr>
            <p:nvPr/>
          </p:nvSpPr>
          <p:spPr bwMode="auto">
            <a:xfrm rot="10800000" flipH="1" flipV="1">
              <a:off x="2547524" y="4514368"/>
              <a:ext cx="51292" cy="45666"/>
            </a:xfrm>
            <a:prstGeom prst="line">
              <a:avLst/>
            </a:prstGeom>
            <a:grpFill/>
            <a:ln w="158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2" name="Rectangle 1"/>
          <p:cNvSpPr/>
          <p:nvPr/>
        </p:nvSpPr>
        <p:spPr>
          <a:xfrm>
            <a:off x="1712840" y="7281717"/>
            <a:ext cx="242374" cy="215444"/>
          </a:xfrm>
          <a:prstGeom prst="rect">
            <a:avLst/>
          </a:prstGeom>
        </p:spPr>
        <p:txBody>
          <a:bodyPr wrap="none">
            <a:spAutoFit/>
          </a:bodyPr>
          <a:lstStyle/>
          <a:p>
            <a:r>
              <a:rPr lang="en-US" altLang="ko-KR" sz="800">
                <a:latin typeface="Times New Roman" pitchFamily="18" charset="0"/>
                <a:cs typeface="Times New Roman" pitchFamily="18" charset="0"/>
              </a:rPr>
              <a:t>+</a:t>
            </a:r>
          </a:p>
        </p:txBody>
      </p:sp>
    </p:spTree>
    <p:extLst>
      <p:ext uri="{BB962C8B-B14F-4D97-AF65-F5344CB8AC3E}">
        <p14:creationId xmlns:p14="http://schemas.microsoft.com/office/powerpoint/2010/main" val="4256974562"/>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07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p>
            <a:pPr>
              <a:defRPr/>
            </a:pPr>
            <a:r>
              <a:rPr lang="vi-VN" sz="900">
                <a:latin typeface="Times New Roman" panose="02020603050405020304" pitchFamily="18" charset="0"/>
                <a:cs typeface="Times New Roman" panose="02020603050405020304" pitchFamily="18" charset="0"/>
              </a:rPr>
              <a:t>17. </a:t>
            </a:r>
            <a:r>
              <a:rPr lang="en-US" sz="900" smtClean="0">
                <a:latin typeface="Times New Roman" panose="02020603050405020304" pitchFamily="18" charset="0"/>
                <a:cs typeface="Times New Roman" panose="02020603050405020304" pitchFamily="18" charset="0"/>
              </a:rPr>
              <a:t>Chọn đáp án đúng khi nói về đặc tính của thiết bị điện có ký hiệu dưới đây</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a:defRPr/>
            </a:pPr>
            <a:endParaRPr lang="en-US" sz="900" smtClean="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smtClean="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b="1">
                <a:solidFill>
                  <a:srgbClr val="FF0000"/>
                </a:solidFill>
                <a:latin typeface="Times New Roman" panose="02020603050405020304" pitchFamily="18" charset="0"/>
                <a:cs typeface="Times New Roman" panose="02020603050405020304" pitchFamily="18" charset="0"/>
              </a:rPr>
              <a:t>① </a:t>
            </a:r>
            <a:r>
              <a:rPr lang="en-US" sz="900" b="1" smtClean="0">
                <a:solidFill>
                  <a:srgbClr val="FF0000"/>
                </a:solidFill>
                <a:latin typeface="Times New Roman" panose="02020603050405020304" pitchFamily="18" charset="0"/>
                <a:cs typeface="Times New Roman" panose="02020603050405020304" pitchFamily="18" charset="0"/>
              </a:rPr>
              <a:t>Sau khi cấp dòng điện vào cổng, ngay cả khi dòng điện cổng bị ngắt vẫn duy trì trạng thái dẫn</a:t>
            </a:r>
            <a:r>
              <a:rPr lang="en-US" altLang="ko-KR" sz="900" b="1" smtClean="0">
                <a:solidFill>
                  <a:srgbClr val="FF0000"/>
                </a:solidFill>
                <a:latin typeface="Times New Roman" pitchFamily="18" charset="0"/>
                <a:cs typeface="Times New Roman" pitchFamily="18" charset="0"/>
              </a:rPr>
              <a:t>.</a:t>
            </a:r>
            <a:endParaRPr lang="en-US" altLang="ko-KR" sz="900" b="1">
              <a:solidFill>
                <a:srgbClr val="FF0000"/>
              </a:solidFill>
              <a:latin typeface="Times New Roman" pitchFamily="18" charset="0"/>
              <a:cs typeface="Times New Roman" pitchFamily="18" charset="0"/>
            </a:endParaRPr>
          </a:p>
          <a:p>
            <a:pPr>
              <a:defRPr/>
            </a:pPr>
            <a:r>
              <a:rPr lang="vi-VN"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Có thể điều khiển dòng điện xả bằng dòng điện cổng</a:t>
            </a:r>
            <a:endParaRPr lang="vi-VN"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Có đặc tính hiệu ứng điện trường</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④ </a:t>
            </a:r>
            <a:r>
              <a:rPr lang="en-US" altLang="ko-KR" sz="900" smtClean="0">
                <a:latin typeface="Times New Roman" pitchFamily="18" charset="0"/>
                <a:cs typeface="Times New Roman" pitchFamily="18" charset="0"/>
              </a:rPr>
              <a:t>Khi dòng điện cổng bị ngắt, dòng  điện cực dượng bị ngắt</a:t>
            </a:r>
            <a:endParaRPr lang="en-US" altLang="ko-KR"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vi-VN" sz="900">
                <a:latin typeface="Times New Roman" panose="02020603050405020304" pitchFamily="18" charset="0"/>
                <a:cs typeface="Times New Roman" panose="02020603050405020304" pitchFamily="18" charset="0"/>
              </a:rPr>
              <a:t>18. </a:t>
            </a:r>
            <a:r>
              <a:rPr lang="en-US" sz="900" smtClean="0">
                <a:latin typeface="Times New Roman" panose="02020603050405020304" pitchFamily="18" charset="0"/>
                <a:cs typeface="Times New Roman" panose="02020603050405020304" pitchFamily="18" charset="0"/>
              </a:rPr>
              <a:t>Hình thức chiếu ánh sáng vào đối tượng phát hiện và nhận    ánh sáng phản xạ từ đối tượng phát hiện là gì?</a:t>
            </a:r>
            <a:endParaRPr lang="vi-VN"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smtClean="0">
                <a:latin typeface="Times New Roman" panose="02020603050405020304" pitchFamily="18" charset="0"/>
                <a:cs typeface="Times New Roman" panose="02020603050405020304" pitchFamily="18" charset="0"/>
              </a:rPr>
              <a:t>① Loại hình thông qua</a:t>
            </a:r>
          </a:p>
          <a:p>
            <a:pPr>
              <a:defRPr/>
            </a:pPr>
            <a:r>
              <a:rPr lang="en-US" sz="900" smtClean="0">
                <a:latin typeface="Times New Roman" panose="02020603050405020304" pitchFamily="18" charset="0"/>
                <a:cs typeface="Times New Roman" panose="02020603050405020304" pitchFamily="18" charset="0"/>
              </a:rPr>
              <a:t>② Loại phản xạ hồi quy</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Loại dao  động tần số cao</a:t>
            </a:r>
            <a:endParaRPr lang="en-US" sz="900">
              <a:latin typeface="Times New Roman" panose="02020603050405020304" pitchFamily="18" charset="0"/>
              <a:cs typeface="Times New Roman" panose="02020603050405020304" pitchFamily="18" charset="0"/>
            </a:endParaRPr>
          </a:p>
          <a:p>
            <a:pPr>
              <a:defRPr/>
            </a:pPr>
            <a:r>
              <a:rPr lang="en-US" sz="900" b="1">
                <a:solidFill>
                  <a:srgbClr val="FF0000"/>
                </a:solidFill>
                <a:latin typeface="Times New Roman" panose="02020603050405020304" pitchFamily="18" charset="0"/>
                <a:cs typeface="Times New Roman" panose="02020603050405020304" pitchFamily="18" charset="0"/>
              </a:rPr>
              <a:t>④ </a:t>
            </a:r>
            <a:r>
              <a:rPr lang="en-US" sz="900" b="1" smtClean="0">
                <a:solidFill>
                  <a:srgbClr val="FF0000"/>
                </a:solidFill>
                <a:latin typeface="Times New Roman" panose="02020603050405020304" pitchFamily="18" charset="0"/>
                <a:cs typeface="Times New Roman" panose="02020603050405020304" pitchFamily="18" charset="0"/>
              </a:rPr>
              <a:t>Loại phản xạ khuếch tán</a:t>
            </a:r>
            <a:endParaRPr lang="en-US"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19. </a:t>
            </a:r>
            <a:r>
              <a:rPr lang="en-US" sz="900" smtClean="0">
                <a:latin typeface="Times New Roman" panose="02020603050405020304" pitchFamily="18" charset="0"/>
                <a:cs typeface="Times New Roman" panose="02020603050405020304" pitchFamily="18" charset="0"/>
              </a:rPr>
              <a:t>Đâu không phải mục đích của việc tiếp địa?</a:t>
            </a:r>
            <a:endParaRPr lang="vi-VN"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a:t>
            </a:r>
            <a:r>
              <a:rPr lang="en-US" sz="900" smtClean="0">
                <a:latin typeface="Times New Roman" panose="02020603050405020304" pitchFamily="18" charset="0"/>
                <a:cs typeface="Times New Roman" panose="02020603050405020304" pitchFamily="18" charset="0"/>
              </a:rPr>
              <a:t>Phòng tránh sự cố an toàn cho con người (điện giật)</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Bảo vệ thiết bị</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Cung cấp điện thế tiêu chuẩn</a:t>
            </a:r>
            <a:endParaRPr lang="en-US" sz="900">
              <a:latin typeface="Times New Roman" panose="02020603050405020304" pitchFamily="18" charset="0"/>
              <a:cs typeface="Times New Roman" panose="02020603050405020304" pitchFamily="18" charset="0"/>
            </a:endParaRPr>
          </a:p>
          <a:p>
            <a:pPr>
              <a:defRPr/>
            </a:pPr>
            <a:r>
              <a:rPr lang="en-US" sz="900" b="1">
                <a:solidFill>
                  <a:srgbClr val="FF0000"/>
                </a:solidFill>
                <a:latin typeface="Times New Roman" panose="02020603050405020304" pitchFamily="18" charset="0"/>
                <a:cs typeface="Times New Roman" panose="02020603050405020304" pitchFamily="18" charset="0"/>
              </a:rPr>
              <a:t>④ </a:t>
            </a:r>
            <a:r>
              <a:rPr lang="en-US" sz="900" b="1" smtClean="0">
                <a:solidFill>
                  <a:srgbClr val="FF0000"/>
                </a:solidFill>
                <a:latin typeface="Times New Roman" panose="02020603050405020304" pitchFamily="18" charset="0"/>
                <a:cs typeface="Times New Roman" panose="02020603050405020304" pitchFamily="18" charset="0"/>
              </a:rPr>
              <a:t>Cung cấp của nguồn điện</a:t>
            </a:r>
            <a:endParaRPr lang="en-US"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20. Tần số của dạng sóng </a:t>
            </a:r>
            <a:r>
              <a:rPr lang="en-US" sz="900" smtClean="0">
                <a:latin typeface="Times New Roman" panose="02020603050405020304" pitchFamily="18" charset="0"/>
                <a:cs typeface="Times New Roman" panose="02020603050405020304" pitchFamily="18" charset="0"/>
              </a:rPr>
              <a:t>sin </a:t>
            </a:r>
            <a:r>
              <a:rPr lang="en-US" sz="900">
                <a:latin typeface="Times New Roman" panose="02020603050405020304" pitchFamily="18" charset="0"/>
                <a:cs typeface="Times New Roman" panose="02020603050405020304" pitchFamily="18" charset="0"/>
              </a:rPr>
              <a:t>dưới </a:t>
            </a:r>
            <a:r>
              <a:rPr lang="en-US" sz="900" smtClean="0">
                <a:latin typeface="Times New Roman" panose="02020603050405020304" pitchFamily="18" charset="0"/>
                <a:cs typeface="Times New Roman" panose="02020603050405020304" pitchFamily="18" charset="0"/>
              </a:rPr>
              <a:t>đây là </a:t>
            </a:r>
            <a:r>
              <a:rPr lang="en-US" sz="900">
                <a:latin typeface="Times New Roman" panose="02020603050405020304" pitchFamily="18" charset="0"/>
                <a:cs typeface="Times New Roman" panose="02020603050405020304" pitchFamily="18" charset="0"/>
              </a:rPr>
              <a:t>bao nhiêu?</a:t>
            </a:r>
          </a:p>
          <a:p>
            <a:pPr>
              <a:defRPr/>
            </a:pPr>
            <a:endParaRPr lang="en-US"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marL="457200" indent="-457200">
              <a:defRPr/>
            </a:pPr>
            <a:r>
              <a:rPr lang="ko-KR" altLang="ko-KR" sz="900">
                <a:latin typeface="Times New Roman" panose="02020603050405020304" pitchFamily="18" charset="0"/>
                <a:cs typeface="Times New Roman" panose="02020603050405020304" pitchFamily="18" charset="0"/>
              </a:rPr>
              <a:t>① 200 hz</a:t>
            </a:r>
          </a:p>
          <a:p>
            <a:pPr marL="457200" indent="-457200">
              <a:defRPr/>
            </a:pPr>
            <a:r>
              <a:rPr lang="ko-KR" altLang="ko-KR" sz="900">
                <a:latin typeface="Times New Roman" panose="02020603050405020304" pitchFamily="18" charset="0"/>
                <a:cs typeface="Times New Roman" panose="02020603050405020304" pitchFamily="18" charset="0"/>
              </a:rPr>
              <a:t>② 250 hz</a:t>
            </a:r>
          </a:p>
          <a:p>
            <a:pPr marL="457200" indent="-457200">
              <a:defRPr/>
            </a:pPr>
            <a:r>
              <a:rPr lang="ko-KR" altLang="ko-KR" sz="900" b="1">
                <a:solidFill>
                  <a:srgbClr val="FF0000"/>
                </a:solidFill>
                <a:latin typeface="Times New Roman" panose="02020603050405020304" pitchFamily="18" charset="0"/>
                <a:cs typeface="Times New Roman" panose="02020603050405020304" pitchFamily="18" charset="0"/>
              </a:rPr>
              <a:t>③ 500 hz</a:t>
            </a:r>
          </a:p>
          <a:p>
            <a:pPr marL="457200" indent="-457200">
              <a:defRPr/>
            </a:pPr>
            <a:r>
              <a:rPr lang="ko-KR" altLang="ko-KR" sz="900">
                <a:latin typeface="Times New Roman" panose="02020603050405020304" pitchFamily="18" charset="0"/>
                <a:cs typeface="Times New Roman" panose="02020603050405020304" pitchFamily="18" charset="0"/>
              </a:rPr>
              <a:t>④ </a:t>
            </a:r>
            <a:r>
              <a:rPr lang="ko-KR" altLang="ko-KR" sz="900" smtClean="0">
                <a:latin typeface="Times New Roman" panose="02020603050405020304" pitchFamily="18" charset="0"/>
                <a:cs typeface="Times New Roman" panose="02020603050405020304" pitchFamily="18" charset="0"/>
              </a:rPr>
              <a:t>1</a:t>
            </a:r>
            <a:r>
              <a:rPr lang="en-US" altLang="ko-KR" sz="900" smtClean="0">
                <a:latin typeface="Times New Roman" panose="02020603050405020304" pitchFamily="18" charset="0"/>
                <a:cs typeface="Times New Roman" panose="02020603050405020304" pitchFamily="18" charset="0"/>
              </a:rPr>
              <a:t>000 </a:t>
            </a:r>
            <a:r>
              <a:rPr lang="ko-KR" altLang="ko-KR" sz="900" smtClean="0">
                <a:latin typeface="Times New Roman" panose="02020603050405020304" pitchFamily="18" charset="0"/>
                <a:cs typeface="Times New Roman" panose="02020603050405020304" pitchFamily="18" charset="0"/>
              </a:rPr>
              <a:t>hz</a:t>
            </a:r>
            <a:endParaRPr lang="ko-KR" altLang="ko-KR"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p:txBody>
      </p:sp>
      <p:sp>
        <p:nvSpPr>
          <p:cNvPr id="2"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grpSp>
        <p:nvGrpSpPr>
          <p:cNvPr id="3079" name="그룹 185"/>
          <p:cNvGrpSpPr>
            <a:grpSpLocks/>
          </p:cNvGrpSpPr>
          <p:nvPr/>
        </p:nvGrpSpPr>
        <p:grpSpPr bwMode="auto">
          <a:xfrm>
            <a:off x="403429" y="5487103"/>
            <a:ext cx="2657271" cy="1599497"/>
            <a:chOff x="403873" y="4615820"/>
            <a:chExt cx="2657314" cy="1732587"/>
          </a:xfrm>
        </p:grpSpPr>
        <p:grpSp>
          <p:nvGrpSpPr>
            <p:cNvPr id="3081" name="Group 45"/>
            <p:cNvGrpSpPr>
              <a:grpSpLocks/>
            </p:cNvGrpSpPr>
            <p:nvPr/>
          </p:nvGrpSpPr>
          <p:grpSpPr bwMode="auto">
            <a:xfrm>
              <a:off x="694412" y="4615820"/>
              <a:ext cx="2366775" cy="1489977"/>
              <a:chOff x="815" y="998"/>
              <a:chExt cx="2305" cy="1760"/>
            </a:xfrm>
          </p:grpSpPr>
          <p:sp>
            <p:nvSpPr>
              <p:cNvPr id="3084" name="Rectangle 46"/>
              <p:cNvSpPr>
                <a:spLocks noChangeArrowheads="1"/>
              </p:cNvSpPr>
              <p:nvPr/>
            </p:nvSpPr>
            <p:spPr bwMode="auto">
              <a:xfrm>
                <a:off x="2890"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85" name="Rectangle 47"/>
              <p:cNvSpPr>
                <a:spLocks noChangeArrowheads="1"/>
              </p:cNvSpPr>
              <p:nvPr/>
            </p:nvSpPr>
            <p:spPr bwMode="auto">
              <a:xfrm>
                <a:off x="2659"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86" name="Rectangle 48"/>
              <p:cNvSpPr>
                <a:spLocks noChangeArrowheads="1"/>
              </p:cNvSpPr>
              <p:nvPr/>
            </p:nvSpPr>
            <p:spPr bwMode="auto">
              <a:xfrm>
                <a:off x="2429"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87" name="Rectangle 49"/>
              <p:cNvSpPr>
                <a:spLocks noChangeArrowheads="1"/>
              </p:cNvSpPr>
              <p:nvPr/>
            </p:nvSpPr>
            <p:spPr bwMode="auto">
              <a:xfrm>
                <a:off x="2198"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88" name="Rectangle 50"/>
              <p:cNvSpPr>
                <a:spLocks noChangeArrowheads="1"/>
              </p:cNvSpPr>
              <p:nvPr/>
            </p:nvSpPr>
            <p:spPr bwMode="auto">
              <a:xfrm>
                <a:off x="1968"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89" name="Rectangle 51"/>
              <p:cNvSpPr>
                <a:spLocks noChangeArrowheads="1"/>
              </p:cNvSpPr>
              <p:nvPr/>
            </p:nvSpPr>
            <p:spPr bwMode="auto">
              <a:xfrm>
                <a:off x="1738"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0" name="Rectangle 52"/>
              <p:cNvSpPr>
                <a:spLocks noChangeArrowheads="1"/>
              </p:cNvSpPr>
              <p:nvPr/>
            </p:nvSpPr>
            <p:spPr bwMode="auto">
              <a:xfrm>
                <a:off x="1507"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1" name="Rectangle 53"/>
              <p:cNvSpPr>
                <a:spLocks noChangeArrowheads="1"/>
              </p:cNvSpPr>
              <p:nvPr/>
            </p:nvSpPr>
            <p:spPr bwMode="auto">
              <a:xfrm>
                <a:off x="1277"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2" name="Rectangle 54"/>
              <p:cNvSpPr>
                <a:spLocks noChangeArrowheads="1"/>
              </p:cNvSpPr>
              <p:nvPr/>
            </p:nvSpPr>
            <p:spPr bwMode="auto">
              <a:xfrm>
                <a:off x="1046"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3" name="Rectangle 55"/>
              <p:cNvSpPr>
                <a:spLocks noChangeArrowheads="1"/>
              </p:cNvSpPr>
              <p:nvPr/>
            </p:nvSpPr>
            <p:spPr bwMode="auto">
              <a:xfrm>
                <a:off x="816"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4" name="Rectangle 56"/>
              <p:cNvSpPr>
                <a:spLocks noChangeArrowheads="1"/>
              </p:cNvSpPr>
              <p:nvPr/>
            </p:nvSpPr>
            <p:spPr bwMode="auto">
              <a:xfrm>
                <a:off x="2890"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5" name="Rectangle 57"/>
              <p:cNvSpPr>
                <a:spLocks noChangeArrowheads="1"/>
              </p:cNvSpPr>
              <p:nvPr/>
            </p:nvSpPr>
            <p:spPr bwMode="auto">
              <a:xfrm>
                <a:off x="2659"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6" name="Rectangle 58"/>
              <p:cNvSpPr>
                <a:spLocks noChangeArrowheads="1"/>
              </p:cNvSpPr>
              <p:nvPr/>
            </p:nvSpPr>
            <p:spPr bwMode="auto">
              <a:xfrm>
                <a:off x="2429"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7" name="Rectangle 59"/>
              <p:cNvSpPr>
                <a:spLocks noChangeArrowheads="1"/>
              </p:cNvSpPr>
              <p:nvPr/>
            </p:nvSpPr>
            <p:spPr bwMode="auto">
              <a:xfrm>
                <a:off x="2198"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8" name="Rectangle 60"/>
              <p:cNvSpPr>
                <a:spLocks noChangeArrowheads="1"/>
              </p:cNvSpPr>
              <p:nvPr/>
            </p:nvSpPr>
            <p:spPr bwMode="auto">
              <a:xfrm>
                <a:off x="1968"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099" name="Rectangle 61"/>
              <p:cNvSpPr>
                <a:spLocks noChangeArrowheads="1"/>
              </p:cNvSpPr>
              <p:nvPr/>
            </p:nvSpPr>
            <p:spPr bwMode="auto">
              <a:xfrm>
                <a:off x="1738"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0" name="Rectangle 62"/>
              <p:cNvSpPr>
                <a:spLocks noChangeArrowheads="1"/>
              </p:cNvSpPr>
              <p:nvPr/>
            </p:nvSpPr>
            <p:spPr bwMode="auto">
              <a:xfrm>
                <a:off x="1507"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1" name="Rectangle 63"/>
              <p:cNvSpPr>
                <a:spLocks noChangeArrowheads="1"/>
              </p:cNvSpPr>
              <p:nvPr/>
            </p:nvSpPr>
            <p:spPr bwMode="auto">
              <a:xfrm>
                <a:off x="1277"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2" name="Rectangle 64"/>
              <p:cNvSpPr>
                <a:spLocks noChangeArrowheads="1"/>
              </p:cNvSpPr>
              <p:nvPr/>
            </p:nvSpPr>
            <p:spPr bwMode="auto">
              <a:xfrm>
                <a:off x="1046"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3" name="Rectangle 65"/>
              <p:cNvSpPr>
                <a:spLocks noChangeArrowheads="1"/>
              </p:cNvSpPr>
              <p:nvPr/>
            </p:nvSpPr>
            <p:spPr bwMode="auto">
              <a:xfrm>
                <a:off x="816"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4" name="Rectangle 66"/>
              <p:cNvSpPr>
                <a:spLocks noChangeArrowheads="1"/>
              </p:cNvSpPr>
              <p:nvPr/>
            </p:nvSpPr>
            <p:spPr bwMode="auto">
              <a:xfrm>
                <a:off x="2890"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5" name="Rectangle 67"/>
              <p:cNvSpPr>
                <a:spLocks noChangeArrowheads="1"/>
              </p:cNvSpPr>
              <p:nvPr/>
            </p:nvSpPr>
            <p:spPr bwMode="auto">
              <a:xfrm>
                <a:off x="2659"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6" name="Rectangle 68"/>
              <p:cNvSpPr>
                <a:spLocks noChangeArrowheads="1"/>
              </p:cNvSpPr>
              <p:nvPr/>
            </p:nvSpPr>
            <p:spPr bwMode="auto">
              <a:xfrm>
                <a:off x="2429"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7" name="Rectangle 69"/>
              <p:cNvSpPr>
                <a:spLocks noChangeArrowheads="1"/>
              </p:cNvSpPr>
              <p:nvPr/>
            </p:nvSpPr>
            <p:spPr bwMode="auto">
              <a:xfrm>
                <a:off x="2198"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8" name="Rectangle 70"/>
              <p:cNvSpPr>
                <a:spLocks noChangeArrowheads="1"/>
              </p:cNvSpPr>
              <p:nvPr/>
            </p:nvSpPr>
            <p:spPr bwMode="auto">
              <a:xfrm>
                <a:off x="1968"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09" name="Rectangle 71"/>
              <p:cNvSpPr>
                <a:spLocks noChangeArrowheads="1"/>
              </p:cNvSpPr>
              <p:nvPr/>
            </p:nvSpPr>
            <p:spPr bwMode="auto">
              <a:xfrm>
                <a:off x="1738"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0" name="Rectangle 72"/>
              <p:cNvSpPr>
                <a:spLocks noChangeArrowheads="1"/>
              </p:cNvSpPr>
              <p:nvPr/>
            </p:nvSpPr>
            <p:spPr bwMode="auto">
              <a:xfrm>
                <a:off x="1507"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1" name="Rectangle 73"/>
              <p:cNvSpPr>
                <a:spLocks noChangeArrowheads="1"/>
              </p:cNvSpPr>
              <p:nvPr/>
            </p:nvSpPr>
            <p:spPr bwMode="auto">
              <a:xfrm>
                <a:off x="1277"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2" name="Rectangle 74"/>
              <p:cNvSpPr>
                <a:spLocks noChangeArrowheads="1"/>
              </p:cNvSpPr>
              <p:nvPr/>
            </p:nvSpPr>
            <p:spPr bwMode="auto">
              <a:xfrm>
                <a:off x="1046"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3" name="Rectangle 75"/>
              <p:cNvSpPr>
                <a:spLocks noChangeArrowheads="1"/>
              </p:cNvSpPr>
              <p:nvPr/>
            </p:nvSpPr>
            <p:spPr bwMode="auto">
              <a:xfrm>
                <a:off x="816"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4" name="Rectangle 76"/>
              <p:cNvSpPr>
                <a:spLocks noChangeArrowheads="1"/>
              </p:cNvSpPr>
              <p:nvPr/>
            </p:nvSpPr>
            <p:spPr bwMode="auto">
              <a:xfrm>
                <a:off x="2890"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5" name="Rectangle 77"/>
              <p:cNvSpPr>
                <a:spLocks noChangeArrowheads="1"/>
              </p:cNvSpPr>
              <p:nvPr/>
            </p:nvSpPr>
            <p:spPr bwMode="auto">
              <a:xfrm>
                <a:off x="2659"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6" name="Rectangle 78"/>
              <p:cNvSpPr>
                <a:spLocks noChangeArrowheads="1"/>
              </p:cNvSpPr>
              <p:nvPr/>
            </p:nvSpPr>
            <p:spPr bwMode="auto">
              <a:xfrm>
                <a:off x="2429"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7" name="Rectangle 79"/>
              <p:cNvSpPr>
                <a:spLocks noChangeArrowheads="1"/>
              </p:cNvSpPr>
              <p:nvPr/>
            </p:nvSpPr>
            <p:spPr bwMode="auto">
              <a:xfrm>
                <a:off x="2198"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8" name="Rectangle 80"/>
              <p:cNvSpPr>
                <a:spLocks noChangeArrowheads="1"/>
              </p:cNvSpPr>
              <p:nvPr/>
            </p:nvSpPr>
            <p:spPr bwMode="auto">
              <a:xfrm>
                <a:off x="1968"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19" name="Rectangle 81"/>
              <p:cNvSpPr>
                <a:spLocks noChangeArrowheads="1"/>
              </p:cNvSpPr>
              <p:nvPr/>
            </p:nvSpPr>
            <p:spPr bwMode="auto">
              <a:xfrm>
                <a:off x="1738"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0" name="Rectangle 82"/>
              <p:cNvSpPr>
                <a:spLocks noChangeArrowheads="1"/>
              </p:cNvSpPr>
              <p:nvPr/>
            </p:nvSpPr>
            <p:spPr bwMode="auto">
              <a:xfrm>
                <a:off x="1507"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1" name="Rectangle 83"/>
              <p:cNvSpPr>
                <a:spLocks noChangeArrowheads="1"/>
              </p:cNvSpPr>
              <p:nvPr/>
            </p:nvSpPr>
            <p:spPr bwMode="auto">
              <a:xfrm>
                <a:off x="1277"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2" name="Rectangle 84"/>
              <p:cNvSpPr>
                <a:spLocks noChangeArrowheads="1"/>
              </p:cNvSpPr>
              <p:nvPr/>
            </p:nvSpPr>
            <p:spPr bwMode="auto">
              <a:xfrm>
                <a:off x="1046"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3" name="Rectangle 85"/>
              <p:cNvSpPr>
                <a:spLocks noChangeArrowheads="1"/>
              </p:cNvSpPr>
              <p:nvPr/>
            </p:nvSpPr>
            <p:spPr bwMode="auto">
              <a:xfrm>
                <a:off x="816"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4" name="Rectangle 86"/>
              <p:cNvSpPr>
                <a:spLocks noChangeArrowheads="1"/>
              </p:cNvSpPr>
              <p:nvPr/>
            </p:nvSpPr>
            <p:spPr bwMode="auto">
              <a:xfrm>
                <a:off x="2890"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5" name="Rectangle 87"/>
              <p:cNvSpPr>
                <a:spLocks noChangeArrowheads="1"/>
              </p:cNvSpPr>
              <p:nvPr/>
            </p:nvSpPr>
            <p:spPr bwMode="auto">
              <a:xfrm>
                <a:off x="2659"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6" name="Rectangle 88"/>
              <p:cNvSpPr>
                <a:spLocks noChangeArrowheads="1"/>
              </p:cNvSpPr>
              <p:nvPr/>
            </p:nvSpPr>
            <p:spPr bwMode="auto">
              <a:xfrm>
                <a:off x="2429"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7" name="Rectangle 89"/>
              <p:cNvSpPr>
                <a:spLocks noChangeArrowheads="1"/>
              </p:cNvSpPr>
              <p:nvPr/>
            </p:nvSpPr>
            <p:spPr bwMode="auto">
              <a:xfrm>
                <a:off x="2198"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8" name="Rectangle 90"/>
              <p:cNvSpPr>
                <a:spLocks noChangeArrowheads="1"/>
              </p:cNvSpPr>
              <p:nvPr/>
            </p:nvSpPr>
            <p:spPr bwMode="auto">
              <a:xfrm>
                <a:off x="1968"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29" name="Rectangle 91"/>
              <p:cNvSpPr>
                <a:spLocks noChangeArrowheads="1"/>
              </p:cNvSpPr>
              <p:nvPr/>
            </p:nvSpPr>
            <p:spPr bwMode="auto">
              <a:xfrm>
                <a:off x="1738"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0" name="Rectangle 92"/>
              <p:cNvSpPr>
                <a:spLocks noChangeArrowheads="1"/>
              </p:cNvSpPr>
              <p:nvPr/>
            </p:nvSpPr>
            <p:spPr bwMode="auto">
              <a:xfrm>
                <a:off x="1507"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1" name="Rectangle 93"/>
              <p:cNvSpPr>
                <a:spLocks noChangeArrowheads="1"/>
              </p:cNvSpPr>
              <p:nvPr/>
            </p:nvSpPr>
            <p:spPr bwMode="auto">
              <a:xfrm>
                <a:off x="1277"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2" name="Rectangle 94"/>
              <p:cNvSpPr>
                <a:spLocks noChangeArrowheads="1"/>
              </p:cNvSpPr>
              <p:nvPr/>
            </p:nvSpPr>
            <p:spPr bwMode="auto">
              <a:xfrm>
                <a:off x="1046"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3" name="Rectangle 95"/>
              <p:cNvSpPr>
                <a:spLocks noChangeArrowheads="1"/>
              </p:cNvSpPr>
              <p:nvPr/>
            </p:nvSpPr>
            <p:spPr bwMode="auto">
              <a:xfrm>
                <a:off x="816"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4" name="Rectangle 96"/>
              <p:cNvSpPr>
                <a:spLocks noChangeArrowheads="1"/>
              </p:cNvSpPr>
              <p:nvPr/>
            </p:nvSpPr>
            <p:spPr bwMode="auto">
              <a:xfrm>
                <a:off x="2890"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5" name="Rectangle 97"/>
              <p:cNvSpPr>
                <a:spLocks noChangeArrowheads="1"/>
              </p:cNvSpPr>
              <p:nvPr/>
            </p:nvSpPr>
            <p:spPr bwMode="auto">
              <a:xfrm>
                <a:off x="2659"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6" name="Rectangle 98"/>
              <p:cNvSpPr>
                <a:spLocks noChangeArrowheads="1"/>
              </p:cNvSpPr>
              <p:nvPr/>
            </p:nvSpPr>
            <p:spPr bwMode="auto">
              <a:xfrm>
                <a:off x="2429"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7" name="Rectangle 99"/>
              <p:cNvSpPr>
                <a:spLocks noChangeArrowheads="1"/>
              </p:cNvSpPr>
              <p:nvPr/>
            </p:nvSpPr>
            <p:spPr bwMode="auto">
              <a:xfrm>
                <a:off x="2198"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8" name="Rectangle 100"/>
              <p:cNvSpPr>
                <a:spLocks noChangeArrowheads="1"/>
              </p:cNvSpPr>
              <p:nvPr/>
            </p:nvSpPr>
            <p:spPr bwMode="auto">
              <a:xfrm>
                <a:off x="1968"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39" name="Rectangle 101"/>
              <p:cNvSpPr>
                <a:spLocks noChangeArrowheads="1"/>
              </p:cNvSpPr>
              <p:nvPr/>
            </p:nvSpPr>
            <p:spPr bwMode="auto">
              <a:xfrm>
                <a:off x="1738"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0" name="Rectangle 102"/>
              <p:cNvSpPr>
                <a:spLocks noChangeArrowheads="1"/>
              </p:cNvSpPr>
              <p:nvPr/>
            </p:nvSpPr>
            <p:spPr bwMode="auto">
              <a:xfrm>
                <a:off x="1507"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1" name="Rectangle 103"/>
              <p:cNvSpPr>
                <a:spLocks noChangeArrowheads="1"/>
              </p:cNvSpPr>
              <p:nvPr/>
            </p:nvSpPr>
            <p:spPr bwMode="auto">
              <a:xfrm>
                <a:off x="1277"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2" name="Rectangle 104"/>
              <p:cNvSpPr>
                <a:spLocks noChangeArrowheads="1"/>
              </p:cNvSpPr>
              <p:nvPr/>
            </p:nvSpPr>
            <p:spPr bwMode="auto">
              <a:xfrm>
                <a:off x="1046"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3" name="Rectangle 105"/>
              <p:cNvSpPr>
                <a:spLocks noChangeArrowheads="1"/>
              </p:cNvSpPr>
              <p:nvPr/>
            </p:nvSpPr>
            <p:spPr bwMode="auto">
              <a:xfrm>
                <a:off x="816"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4" name="Rectangle 106"/>
              <p:cNvSpPr>
                <a:spLocks noChangeArrowheads="1"/>
              </p:cNvSpPr>
              <p:nvPr/>
            </p:nvSpPr>
            <p:spPr bwMode="auto">
              <a:xfrm>
                <a:off x="2890"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5" name="Rectangle 107"/>
              <p:cNvSpPr>
                <a:spLocks noChangeArrowheads="1"/>
              </p:cNvSpPr>
              <p:nvPr/>
            </p:nvSpPr>
            <p:spPr bwMode="auto">
              <a:xfrm>
                <a:off x="2659"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6" name="Rectangle 108"/>
              <p:cNvSpPr>
                <a:spLocks noChangeArrowheads="1"/>
              </p:cNvSpPr>
              <p:nvPr/>
            </p:nvSpPr>
            <p:spPr bwMode="auto">
              <a:xfrm>
                <a:off x="2429"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7" name="Rectangle 109"/>
              <p:cNvSpPr>
                <a:spLocks noChangeArrowheads="1"/>
              </p:cNvSpPr>
              <p:nvPr/>
            </p:nvSpPr>
            <p:spPr bwMode="auto">
              <a:xfrm>
                <a:off x="2198"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8" name="Rectangle 110"/>
              <p:cNvSpPr>
                <a:spLocks noChangeArrowheads="1"/>
              </p:cNvSpPr>
              <p:nvPr/>
            </p:nvSpPr>
            <p:spPr bwMode="auto">
              <a:xfrm>
                <a:off x="1968"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49" name="Rectangle 111"/>
              <p:cNvSpPr>
                <a:spLocks noChangeArrowheads="1"/>
              </p:cNvSpPr>
              <p:nvPr/>
            </p:nvSpPr>
            <p:spPr bwMode="auto">
              <a:xfrm>
                <a:off x="1738"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0" name="Rectangle 112"/>
              <p:cNvSpPr>
                <a:spLocks noChangeArrowheads="1"/>
              </p:cNvSpPr>
              <p:nvPr/>
            </p:nvSpPr>
            <p:spPr bwMode="auto">
              <a:xfrm>
                <a:off x="1507"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1" name="Rectangle 113"/>
              <p:cNvSpPr>
                <a:spLocks noChangeArrowheads="1"/>
              </p:cNvSpPr>
              <p:nvPr/>
            </p:nvSpPr>
            <p:spPr bwMode="auto">
              <a:xfrm>
                <a:off x="1277"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2" name="Rectangle 114"/>
              <p:cNvSpPr>
                <a:spLocks noChangeArrowheads="1"/>
              </p:cNvSpPr>
              <p:nvPr/>
            </p:nvSpPr>
            <p:spPr bwMode="auto">
              <a:xfrm>
                <a:off x="1046"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3" name="Rectangle 115"/>
              <p:cNvSpPr>
                <a:spLocks noChangeArrowheads="1"/>
              </p:cNvSpPr>
              <p:nvPr/>
            </p:nvSpPr>
            <p:spPr bwMode="auto">
              <a:xfrm>
                <a:off x="816"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4" name="Rectangle 116"/>
              <p:cNvSpPr>
                <a:spLocks noChangeArrowheads="1"/>
              </p:cNvSpPr>
              <p:nvPr/>
            </p:nvSpPr>
            <p:spPr bwMode="auto">
              <a:xfrm>
                <a:off x="2890"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5" name="Rectangle 117"/>
              <p:cNvSpPr>
                <a:spLocks noChangeArrowheads="1"/>
              </p:cNvSpPr>
              <p:nvPr/>
            </p:nvSpPr>
            <p:spPr bwMode="auto">
              <a:xfrm>
                <a:off x="2659"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6" name="Rectangle 118"/>
              <p:cNvSpPr>
                <a:spLocks noChangeArrowheads="1"/>
              </p:cNvSpPr>
              <p:nvPr/>
            </p:nvSpPr>
            <p:spPr bwMode="auto">
              <a:xfrm>
                <a:off x="2429"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7" name="Rectangle 119"/>
              <p:cNvSpPr>
                <a:spLocks noChangeArrowheads="1"/>
              </p:cNvSpPr>
              <p:nvPr/>
            </p:nvSpPr>
            <p:spPr bwMode="auto">
              <a:xfrm>
                <a:off x="2198"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8" name="Rectangle 120"/>
              <p:cNvSpPr>
                <a:spLocks noChangeArrowheads="1"/>
              </p:cNvSpPr>
              <p:nvPr/>
            </p:nvSpPr>
            <p:spPr bwMode="auto">
              <a:xfrm>
                <a:off x="1968"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59" name="Rectangle 121"/>
              <p:cNvSpPr>
                <a:spLocks noChangeArrowheads="1"/>
              </p:cNvSpPr>
              <p:nvPr/>
            </p:nvSpPr>
            <p:spPr bwMode="auto">
              <a:xfrm>
                <a:off x="1738"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60" name="Rectangle 122"/>
              <p:cNvSpPr>
                <a:spLocks noChangeArrowheads="1"/>
              </p:cNvSpPr>
              <p:nvPr/>
            </p:nvSpPr>
            <p:spPr bwMode="auto">
              <a:xfrm>
                <a:off x="1507"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61" name="Rectangle 123"/>
              <p:cNvSpPr>
                <a:spLocks noChangeArrowheads="1"/>
              </p:cNvSpPr>
              <p:nvPr/>
            </p:nvSpPr>
            <p:spPr bwMode="auto">
              <a:xfrm>
                <a:off x="1277"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62" name="Rectangle 124"/>
              <p:cNvSpPr>
                <a:spLocks noChangeArrowheads="1"/>
              </p:cNvSpPr>
              <p:nvPr/>
            </p:nvSpPr>
            <p:spPr bwMode="auto">
              <a:xfrm>
                <a:off x="1046"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63" name="Rectangle 125"/>
              <p:cNvSpPr>
                <a:spLocks noChangeArrowheads="1"/>
              </p:cNvSpPr>
              <p:nvPr/>
            </p:nvSpPr>
            <p:spPr bwMode="auto">
              <a:xfrm>
                <a:off x="816"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endParaRPr lang="ko-KR" altLang="en-US" sz="1200"/>
              </a:p>
            </p:txBody>
          </p:sp>
          <p:sp>
            <p:nvSpPr>
              <p:cNvPr id="3164" name="Line 126"/>
              <p:cNvSpPr>
                <a:spLocks noChangeShapeType="1"/>
              </p:cNvSpPr>
              <p:nvPr/>
            </p:nvSpPr>
            <p:spPr bwMode="auto">
              <a:xfrm>
                <a:off x="816" y="99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65" name="Line 127"/>
              <p:cNvSpPr>
                <a:spLocks noChangeShapeType="1"/>
              </p:cNvSpPr>
              <p:nvPr/>
            </p:nvSpPr>
            <p:spPr bwMode="auto">
              <a:xfrm>
                <a:off x="816" y="121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66" name="Line 128"/>
              <p:cNvSpPr>
                <a:spLocks noChangeShapeType="1"/>
              </p:cNvSpPr>
              <p:nvPr/>
            </p:nvSpPr>
            <p:spPr bwMode="auto">
              <a:xfrm>
                <a:off x="816" y="143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67" name="Line 129"/>
              <p:cNvSpPr>
                <a:spLocks noChangeShapeType="1"/>
              </p:cNvSpPr>
              <p:nvPr/>
            </p:nvSpPr>
            <p:spPr bwMode="auto">
              <a:xfrm>
                <a:off x="816" y="1878"/>
                <a:ext cx="2304"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68" name="Line 130"/>
              <p:cNvSpPr>
                <a:spLocks noChangeShapeType="1"/>
              </p:cNvSpPr>
              <p:nvPr/>
            </p:nvSpPr>
            <p:spPr bwMode="auto">
              <a:xfrm>
                <a:off x="816" y="231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69" name="Line 131"/>
              <p:cNvSpPr>
                <a:spLocks noChangeShapeType="1"/>
              </p:cNvSpPr>
              <p:nvPr/>
            </p:nvSpPr>
            <p:spPr bwMode="auto">
              <a:xfrm>
                <a:off x="816" y="253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0" name="Line 132"/>
              <p:cNvSpPr>
                <a:spLocks noChangeShapeType="1"/>
              </p:cNvSpPr>
              <p:nvPr/>
            </p:nvSpPr>
            <p:spPr bwMode="auto">
              <a:xfrm>
                <a:off x="816" y="275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1" name="Line 133"/>
              <p:cNvSpPr>
                <a:spLocks noChangeShapeType="1"/>
              </p:cNvSpPr>
              <p:nvPr/>
            </p:nvSpPr>
            <p:spPr bwMode="auto">
              <a:xfrm>
                <a:off x="816"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2" name="Line 134"/>
              <p:cNvSpPr>
                <a:spLocks noChangeShapeType="1"/>
              </p:cNvSpPr>
              <p:nvPr/>
            </p:nvSpPr>
            <p:spPr bwMode="auto">
              <a:xfrm>
                <a:off x="1046"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3" name="Line 135"/>
              <p:cNvSpPr>
                <a:spLocks noChangeShapeType="1"/>
              </p:cNvSpPr>
              <p:nvPr/>
            </p:nvSpPr>
            <p:spPr bwMode="auto">
              <a:xfrm>
                <a:off x="1277"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4" name="Line 136"/>
              <p:cNvSpPr>
                <a:spLocks noChangeShapeType="1"/>
              </p:cNvSpPr>
              <p:nvPr/>
            </p:nvSpPr>
            <p:spPr bwMode="auto">
              <a:xfrm>
                <a:off x="1507"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5" name="Line 137"/>
              <p:cNvSpPr>
                <a:spLocks noChangeShapeType="1"/>
              </p:cNvSpPr>
              <p:nvPr/>
            </p:nvSpPr>
            <p:spPr bwMode="auto">
              <a:xfrm>
                <a:off x="1968" y="998"/>
                <a:ext cx="0" cy="17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6" name="Line 138"/>
              <p:cNvSpPr>
                <a:spLocks noChangeShapeType="1"/>
              </p:cNvSpPr>
              <p:nvPr/>
            </p:nvSpPr>
            <p:spPr bwMode="auto">
              <a:xfrm>
                <a:off x="2429"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7" name="Line 139"/>
              <p:cNvSpPr>
                <a:spLocks noChangeShapeType="1"/>
              </p:cNvSpPr>
              <p:nvPr/>
            </p:nvSpPr>
            <p:spPr bwMode="auto">
              <a:xfrm>
                <a:off x="2659"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8" name="Line 140"/>
              <p:cNvSpPr>
                <a:spLocks noChangeShapeType="1"/>
              </p:cNvSpPr>
              <p:nvPr/>
            </p:nvSpPr>
            <p:spPr bwMode="auto">
              <a:xfrm>
                <a:off x="2890"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79" name="Line 141"/>
              <p:cNvSpPr>
                <a:spLocks noChangeShapeType="1"/>
              </p:cNvSpPr>
              <p:nvPr/>
            </p:nvSpPr>
            <p:spPr bwMode="auto">
              <a:xfrm>
                <a:off x="3120"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80" name="Line 142"/>
              <p:cNvSpPr>
                <a:spLocks noChangeShapeType="1"/>
              </p:cNvSpPr>
              <p:nvPr/>
            </p:nvSpPr>
            <p:spPr bwMode="auto">
              <a:xfrm>
                <a:off x="816" y="165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81" name="Line 143"/>
              <p:cNvSpPr>
                <a:spLocks noChangeShapeType="1"/>
              </p:cNvSpPr>
              <p:nvPr/>
            </p:nvSpPr>
            <p:spPr bwMode="auto">
              <a:xfrm>
                <a:off x="816" y="209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82" name="Line 144"/>
              <p:cNvSpPr>
                <a:spLocks noChangeShapeType="1"/>
              </p:cNvSpPr>
              <p:nvPr/>
            </p:nvSpPr>
            <p:spPr bwMode="auto">
              <a:xfrm>
                <a:off x="1738"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83" name="Line 145"/>
              <p:cNvSpPr>
                <a:spLocks noChangeShapeType="1"/>
              </p:cNvSpPr>
              <p:nvPr/>
            </p:nvSpPr>
            <p:spPr bwMode="auto">
              <a:xfrm>
                <a:off x="2198"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3184" name="Freeform 146"/>
              <p:cNvSpPr>
                <a:spLocks/>
              </p:cNvSpPr>
              <p:nvPr/>
            </p:nvSpPr>
            <p:spPr bwMode="auto">
              <a:xfrm>
                <a:off x="815" y="1116"/>
                <a:ext cx="2305" cy="1418"/>
              </a:xfrm>
              <a:custGeom>
                <a:avLst/>
                <a:gdLst>
                  <a:gd name="T0" fmla="*/ 0 w 2305"/>
                  <a:gd name="T1" fmla="*/ 9 h 1910"/>
                  <a:gd name="T2" fmla="*/ 270 w 2305"/>
                  <a:gd name="T3" fmla="*/ 1 h 1910"/>
                  <a:gd name="T4" fmla="*/ 696 w 2305"/>
                  <a:gd name="T5" fmla="*/ 16 h 1910"/>
                  <a:gd name="T6" fmla="*/ 1160 w 2305"/>
                  <a:gd name="T7" fmla="*/ 1 h 1910"/>
                  <a:gd name="T8" fmla="*/ 1609 w 2305"/>
                  <a:gd name="T9" fmla="*/ 16 h 1910"/>
                  <a:gd name="T10" fmla="*/ 2035 w 2305"/>
                  <a:gd name="T11" fmla="*/ 1 h 1910"/>
                  <a:gd name="T12" fmla="*/ 2305 w 2305"/>
                  <a:gd name="T13" fmla="*/ 9 h 1910"/>
                  <a:gd name="T14" fmla="*/ 0 60000 65536"/>
                  <a:gd name="T15" fmla="*/ 0 60000 65536"/>
                  <a:gd name="T16" fmla="*/ 0 60000 65536"/>
                  <a:gd name="T17" fmla="*/ 0 60000 65536"/>
                  <a:gd name="T18" fmla="*/ 0 60000 65536"/>
                  <a:gd name="T19" fmla="*/ 0 60000 65536"/>
                  <a:gd name="T20" fmla="*/ 0 60000 65536"/>
                  <a:gd name="T21" fmla="*/ 0 w 2305"/>
                  <a:gd name="T22" fmla="*/ 0 h 1910"/>
                  <a:gd name="T23" fmla="*/ 2305 w 2305"/>
                  <a:gd name="T24" fmla="*/ 1910 h 19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5" h="1910">
                    <a:moveTo>
                      <a:pt x="0" y="1006"/>
                    </a:moveTo>
                    <a:cubicBezTo>
                      <a:pt x="45" y="864"/>
                      <a:pt x="154" y="0"/>
                      <a:pt x="270" y="151"/>
                    </a:cubicBezTo>
                    <a:cubicBezTo>
                      <a:pt x="386" y="302"/>
                      <a:pt x="548" y="1910"/>
                      <a:pt x="696" y="1909"/>
                    </a:cubicBezTo>
                    <a:cubicBezTo>
                      <a:pt x="844" y="1908"/>
                      <a:pt x="1008" y="145"/>
                      <a:pt x="1160" y="143"/>
                    </a:cubicBezTo>
                    <a:cubicBezTo>
                      <a:pt x="1312" y="141"/>
                      <a:pt x="1463" y="1892"/>
                      <a:pt x="1609" y="1894"/>
                    </a:cubicBezTo>
                    <a:cubicBezTo>
                      <a:pt x="1755" y="1896"/>
                      <a:pt x="1919" y="301"/>
                      <a:pt x="2035" y="158"/>
                    </a:cubicBezTo>
                    <a:cubicBezTo>
                      <a:pt x="2151" y="15"/>
                      <a:pt x="2249" y="851"/>
                      <a:pt x="2305" y="1033"/>
                    </a:cubicBez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ko-KR" altLang="en-US"/>
              </a:p>
            </p:txBody>
          </p:sp>
        </p:grpSp>
        <p:sp>
          <p:nvSpPr>
            <p:cNvPr id="3082" name="Text Box 147"/>
            <p:cNvSpPr txBox="1">
              <a:spLocks noChangeArrowheads="1"/>
            </p:cNvSpPr>
            <p:nvPr/>
          </p:nvSpPr>
          <p:spPr bwMode="auto">
            <a:xfrm>
              <a:off x="403873" y="6048360"/>
              <a:ext cx="790614" cy="3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r>
                <a:rPr lang="en-US" altLang="ko-KR" sz="1000" b="1">
                  <a:latin typeface="Times New Roman" pitchFamily="18" charset="0"/>
                  <a:cs typeface="Times New Roman" pitchFamily="18" charset="0"/>
                </a:rPr>
                <a:t>CH1 2.00V</a:t>
              </a:r>
            </a:p>
          </p:txBody>
        </p:sp>
        <p:sp>
          <p:nvSpPr>
            <p:cNvPr id="3083" name="Text Box 148"/>
            <p:cNvSpPr txBox="1">
              <a:spLocks noChangeArrowheads="1"/>
            </p:cNvSpPr>
            <p:nvPr/>
          </p:nvSpPr>
          <p:spPr bwMode="auto">
            <a:xfrm>
              <a:off x="1557838" y="6048172"/>
              <a:ext cx="652754" cy="3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r" eaLnBrk="1" latinLnBrk="0" hangingPunct="1">
                <a:lnSpc>
                  <a:spcPct val="120000"/>
                </a:lnSpc>
                <a:spcBef>
                  <a:spcPct val="0"/>
                </a:spcBef>
                <a:buFontTx/>
                <a:buNone/>
              </a:pPr>
              <a:r>
                <a:rPr lang="en-US" altLang="ko-KR" sz="1000" b="1">
                  <a:latin typeface="Times New Roman" pitchFamily="18" charset="0"/>
                  <a:cs typeface="Times New Roman" pitchFamily="18" charset="0"/>
                </a:rPr>
                <a:t>M 500μs</a:t>
              </a:r>
            </a:p>
          </p:txBody>
        </p:sp>
      </p:grpSp>
      <p:grpSp>
        <p:nvGrpSpPr>
          <p:cNvPr id="11" name="Group 10"/>
          <p:cNvGrpSpPr/>
          <p:nvPr/>
        </p:nvGrpSpPr>
        <p:grpSpPr>
          <a:xfrm>
            <a:off x="1556792" y="1022138"/>
            <a:ext cx="978484" cy="449253"/>
            <a:chOff x="2025415" y="2100684"/>
            <a:chExt cx="978484" cy="486691"/>
          </a:xfrm>
        </p:grpSpPr>
        <p:grpSp>
          <p:nvGrpSpPr>
            <p:cNvPr id="9" name="Group 8"/>
            <p:cNvGrpSpPr/>
            <p:nvPr/>
          </p:nvGrpSpPr>
          <p:grpSpPr>
            <a:xfrm>
              <a:off x="2094452" y="2100684"/>
              <a:ext cx="739510" cy="411359"/>
              <a:chOff x="2094452" y="2100684"/>
              <a:chExt cx="739510" cy="411359"/>
            </a:xfrm>
          </p:grpSpPr>
          <p:sp>
            <p:nvSpPr>
              <p:cNvPr id="162" name="AutoShape 87"/>
              <p:cNvSpPr>
                <a:spLocks noChangeArrowheads="1"/>
              </p:cNvSpPr>
              <p:nvPr/>
            </p:nvSpPr>
            <p:spPr bwMode="auto">
              <a:xfrm rot="5400000">
                <a:off x="2388921" y="2144688"/>
                <a:ext cx="164648" cy="80992"/>
              </a:xfrm>
              <a:prstGeom prst="triangle">
                <a:avLst>
                  <a:gd name="adj" fmla="val 50000"/>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163" name="Line 75"/>
              <p:cNvSpPr>
                <a:spLocks noChangeShapeType="1"/>
              </p:cNvSpPr>
              <p:nvPr/>
            </p:nvSpPr>
            <p:spPr bwMode="auto">
              <a:xfrm rot="16200000" flipV="1">
                <a:off x="2435461" y="2180064"/>
                <a:ext cx="15876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7" name="Line 86"/>
              <p:cNvSpPr>
                <a:spLocks noChangeShapeType="1"/>
              </p:cNvSpPr>
              <p:nvPr/>
            </p:nvSpPr>
            <p:spPr bwMode="auto">
              <a:xfrm rot="5400000">
                <a:off x="2654705" y="2046806"/>
                <a:ext cx="0" cy="279422"/>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8" name="Line 86"/>
              <p:cNvSpPr>
                <a:spLocks noChangeShapeType="1"/>
              </p:cNvSpPr>
              <p:nvPr/>
            </p:nvSpPr>
            <p:spPr bwMode="auto">
              <a:xfrm rot="5400000">
                <a:off x="2281177" y="2047725"/>
                <a:ext cx="0" cy="279422"/>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7" name="Oval 6"/>
              <p:cNvSpPr/>
              <p:nvPr/>
            </p:nvSpPr>
            <p:spPr bwMode="auto">
              <a:xfrm>
                <a:off x="2788243" y="2156347"/>
                <a:ext cx="45719" cy="45719"/>
              </a:xfrm>
              <a:prstGeom prst="ellipse">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70" name="Oval 169"/>
              <p:cNvSpPr/>
              <p:nvPr/>
            </p:nvSpPr>
            <p:spPr bwMode="auto">
              <a:xfrm>
                <a:off x="2094452" y="2159318"/>
                <a:ext cx="45719" cy="45719"/>
              </a:xfrm>
              <a:prstGeom prst="ellipse">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8" name="Freeform 7"/>
              <p:cNvSpPr/>
              <p:nvPr/>
            </p:nvSpPr>
            <p:spPr bwMode="auto">
              <a:xfrm>
                <a:off x="2516429" y="2187245"/>
                <a:ext cx="117043" cy="285293"/>
              </a:xfrm>
              <a:custGeom>
                <a:avLst/>
                <a:gdLst>
                  <a:gd name="connsiteX0" fmla="*/ 0 w 117043"/>
                  <a:gd name="connsiteY0" fmla="*/ 0 h 285293"/>
                  <a:gd name="connsiteX1" fmla="*/ 117043 w 117043"/>
                  <a:gd name="connsiteY1" fmla="*/ 109728 h 285293"/>
                  <a:gd name="connsiteX2" fmla="*/ 117043 w 117043"/>
                  <a:gd name="connsiteY2" fmla="*/ 285293 h 285293"/>
                </a:gdLst>
                <a:ahLst/>
                <a:cxnLst>
                  <a:cxn ang="0">
                    <a:pos x="connsiteX0" y="connsiteY0"/>
                  </a:cxn>
                  <a:cxn ang="0">
                    <a:pos x="connsiteX1" y="connsiteY1"/>
                  </a:cxn>
                  <a:cxn ang="0">
                    <a:pos x="connsiteX2" y="connsiteY2"/>
                  </a:cxn>
                </a:cxnLst>
                <a:rect l="l" t="t" r="r" b="b"/>
                <a:pathLst>
                  <a:path w="117043" h="285293">
                    <a:moveTo>
                      <a:pt x="0" y="0"/>
                    </a:moveTo>
                    <a:lnTo>
                      <a:pt x="117043" y="109728"/>
                    </a:lnTo>
                    <a:lnTo>
                      <a:pt x="117043" y="285293"/>
                    </a:lnTo>
                  </a:path>
                </a:pathLst>
              </a:custGeom>
              <a:no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72" name="Oval 171"/>
              <p:cNvSpPr/>
              <p:nvPr/>
            </p:nvSpPr>
            <p:spPr bwMode="auto">
              <a:xfrm>
                <a:off x="2607652" y="2466324"/>
                <a:ext cx="45719" cy="45719"/>
              </a:xfrm>
              <a:prstGeom prst="ellipse">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grpSp>
        <p:sp>
          <p:nvSpPr>
            <p:cNvPr id="10" name="Rectangle 9"/>
            <p:cNvSpPr/>
            <p:nvPr/>
          </p:nvSpPr>
          <p:spPr>
            <a:xfrm>
              <a:off x="2025415" y="2165491"/>
              <a:ext cx="258404" cy="233398"/>
            </a:xfrm>
            <a:prstGeom prst="rect">
              <a:avLst/>
            </a:prstGeom>
          </p:spPr>
          <p:txBody>
            <a:bodyPr wrap="none">
              <a:spAutoFit/>
            </a:bodyPr>
            <a:lstStyle/>
            <a:p>
              <a:pPr>
                <a:defRPr/>
              </a:pPr>
              <a:r>
                <a:rPr lang="en-US" sz="800">
                  <a:latin typeface="Times New Roman" panose="02020603050405020304" pitchFamily="18" charset="0"/>
                  <a:cs typeface="Times New Roman" panose="02020603050405020304" pitchFamily="18" charset="0"/>
                </a:rPr>
                <a:t>A</a:t>
              </a:r>
            </a:p>
          </p:txBody>
        </p:sp>
        <p:sp>
          <p:nvSpPr>
            <p:cNvPr id="175" name="Rectangle 174"/>
            <p:cNvSpPr/>
            <p:nvPr/>
          </p:nvSpPr>
          <p:spPr>
            <a:xfrm>
              <a:off x="2607836" y="2353977"/>
              <a:ext cx="258404" cy="233398"/>
            </a:xfrm>
            <a:prstGeom prst="rect">
              <a:avLst/>
            </a:prstGeom>
          </p:spPr>
          <p:txBody>
            <a:bodyPr wrap="none">
              <a:spAutoFit/>
            </a:bodyPr>
            <a:lstStyle/>
            <a:p>
              <a:pPr>
                <a:defRPr/>
              </a:pPr>
              <a:r>
                <a:rPr lang="en-US" sz="800" smtClean="0">
                  <a:latin typeface="Times New Roman" panose="02020603050405020304" pitchFamily="18" charset="0"/>
                  <a:cs typeface="Times New Roman" panose="02020603050405020304" pitchFamily="18" charset="0"/>
                </a:rPr>
                <a:t>G</a:t>
              </a:r>
              <a:endParaRPr lang="en-US" sz="800">
                <a:latin typeface="Times New Roman" panose="02020603050405020304" pitchFamily="18" charset="0"/>
                <a:cs typeface="Times New Roman" panose="02020603050405020304" pitchFamily="18" charset="0"/>
              </a:endParaRPr>
            </a:p>
          </p:txBody>
        </p:sp>
        <p:sp>
          <p:nvSpPr>
            <p:cNvPr id="176" name="Rectangle 175"/>
            <p:cNvSpPr/>
            <p:nvPr/>
          </p:nvSpPr>
          <p:spPr>
            <a:xfrm>
              <a:off x="2745495" y="2165231"/>
              <a:ext cx="258404" cy="233398"/>
            </a:xfrm>
            <a:prstGeom prst="rect">
              <a:avLst/>
            </a:prstGeom>
          </p:spPr>
          <p:txBody>
            <a:bodyPr wrap="none">
              <a:spAutoFit/>
            </a:bodyPr>
            <a:lstStyle/>
            <a:p>
              <a:pPr>
                <a:defRPr/>
              </a:pPr>
              <a:r>
                <a:rPr lang="en-US" sz="800" smtClean="0">
                  <a:latin typeface="Times New Roman" panose="02020603050405020304" pitchFamily="18" charset="0"/>
                  <a:cs typeface="Times New Roman" panose="02020603050405020304" pitchFamily="18" charset="0"/>
                </a:rPr>
                <a:t>K</a:t>
              </a:r>
              <a:endParaRPr lang="en-US" sz="800">
                <a:latin typeface="Times New Roman" panose="02020603050405020304" pitchFamily="18" charset="0"/>
                <a:cs typeface="Times New Roman" panose="02020603050405020304" pitchFamily="18" charset="0"/>
              </a:endParaRPr>
            </a:p>
          </p:txBody>
        </p:sp>
      </p:grpSp>
      <p:sp>
        <p:nvSpPr>
          <p:cNvPr id="123" name="TextBox 122"/>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2</a:t>
            </a:r>
          </a:p>
        </p:txBody>
      </p:sp>
    </p:spTree>
    <p:extLst>
      <p:ext uri="{BB962C8B-B14F-4D97-AF65-F5344CB8AC3E}">
        <p14:creationId xmlns:p14="http://schemas.microsoft.com/office/powerpoint/2010/main" val="770913086"/>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55" name="Text Box 6"/>
          <p:cNvSpPr txBox="1">
            <a:spLocks noChangeArrowheads="1"/>
          </p:cNvSpPr>
          <p:nvPr/>
        </p:nvSpPr>
        <p:spPr bwMode="auto">
          <a:xfrm>
            <a:off x="123825" y="211016"/>
            <a:ext cx="644728"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latin typeface="Times New Roman" pitchFamily="18" charset="0"/>
                <a:cs typeface="Times New Roman" pitchFamily="18" charset="0"/>
              </a:rPr>
              <a:t>PLC </a:t>
            </a:r>
            <a:endParaRPr lang="ko-KR" altLang="en-US" sz="1600" b="1" dirty="0">
              <a:effectLst>
                <a:outerShdw blurRad="38100" dist="38100" dir="2700000" algn="tl">
                  <a:srgbClr val="C0C0C0"/>
                </a:outerShdw>
              </a:effectLst>
              <a:latin typeface="Times New Roman" pitchFamily="18" charset="0"/>
              <a:cs typeface="Times New Roman" pitchFamily="18" charset="0"/>
            </a:endParaRPr>
          </a:p>
        </p:txBody>
      </p:sp>
      <p:sp>
        <p:nvSpPr>
          <p:cNvPr id="4100" name="Rectangle 4"/>
          <p:cNvSpPr>
            <a:spLocks noChangeArrowheads="1"/>
          </p:cNvSpPr>
          <p:nvPr/>
        </p:nvSpPr>
        <p:spPr bwMode="auto">
          <a:xfrm>
            <a:off x="3429000" y="650631"/>
            <a:ext cx="3124200" cy="828235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27. </a:t>
            </a:r>
            <a:r>
              <a:rPr lang="en-US" altLang="ko-KR" sz="900">
                <a:latin typeface="Times New Roman" pitchFamily="18" charset="0"/>
                <a:ea typeface="돋움" pitchFamily="50" charset="-127"/>
                <a:cs typeface="Times New Roman" pitchFamily="18" charset="0"/>
              </a:rPr>
              <a:t>Address cuối cùng để nhập (?) trong cấu hình PLC dưới đây là gì</a:t>
            </a:r>
            <a:r>
              <a:rPr lang="vi-VN" altLang="ko-KR" sz="90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14F        </a:t>
            </a:r>
            <a:r>
              <a:rPr lang="en-US" altLang="ko-KR" sz="900" b="1">
                <a:solidFill>
                  <a:srgbClr val="FF0000"/>
                </a:solidFill>
                <a:latin typeface="Times New Roman" pitchFamily="18" charset="0"/>
                <a:ea typeface="돋움" pitchFamily="50" charset="-127"/>
                <a:cs typeface="Times New Roman" pitchFamily="18" charset="0"/>
              </a:rPr>
              <a:t>② 13F         </a:t>
            </a:r>
            <a:r>
              <a:rPr lang="en-US" altLang="ko-KR" sz="900">
                <a:latin typeface="Times New Roman" pitchFamily="18" charset="0"/>
                <a:ea typeface="돋움" pitchFamily="50" charset="-127"/>
                <a:cs typeface="Times New Roman" pitchFamily="18" charset="0"/>
              </a:rPr>
              <a:t>③ 12F        ④ 10F</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28</a:t>
            </a:r>
            <a:r>
              <a:rPr lang="vi-VN" altLang="ko-KR" sz="900">
                <a:latin typeface="Times New Roman" pitchFamily="18" charset="0"/>
                <a:ea typeface="돋움" pitchFamily="50" charset="-127"/>
                <a:cs typeface="Times New Roman" pitchFamily="18" charset="0"/>
              </a:rPr>
              <a:t>.</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Cái nào sau đây là Relay bên trong dùng cho Data Link</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Z</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M</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③</a:t>
            </a:r>
            <a:r>
              <a:rPr lang="vi-VN" altLang="ko-KR" sz="900" b="1" smtClean="0">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B          </a:t>
            </a:r>
            <a:r>
              <a:rPr lang="vi-VN" altLang="ko-KR" sz="900" smtClean="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W</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29. </a:t>
            </a:r>
            <a:r>
              <a:rPr lang="en-US" altLang="ko-KR" sz="900" smtClean="0">
                <a:latin typeface="Times New Roman" pitchFamily="18" charset="0"/>
                <a:ea typeface="돋움" pitchFamily="50" charset="-127"/>
                <a:cs typeface="Times New Roman" pitchFamily="18" charset="0"/>
              </a:rPr>
              <a:t>Đáp án giải thích sai về COUNT</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① COUNT đếm khi tín hiệu đầu vào ON</a:t>
            </a:r>
          </a:p>
          <a:p>
            <a:pPr eaLnBrk="1" hangingPunct="1">
              <a:spcBef>
                <a:spcPct val="0"/>
              </a:spcBef>
              <a:buFontTx/>
              <a:buNone/>
            </a:pPr>
            <a:r>
              <a:rPr lang="vi-VN" altLang="ko-KR" sz="900" b="1" smtClean="0">
                <a:solidFill>
                  <a:srgbClr val="FF0000"/>
                </a:solidFill>
                <a:latin typeface="Times New Roman" pitchFamily="18" charset="0"/>
                <a:ea typeface="돋움" pitchFamily="50" charset="-127"/>
                <a:cs typeface="Times New Roman" pitchFamily="18" charset="0"/>
              </a:rPr>
              <a:t>②</a:t>
            </a:r>
            <a:r>
              <a:rPr lang="en-US" altLang="ko-KR" sz="900" b="1" smtClean="0">
                <a:solidFill>
                  <a:srgbClr val="FF0000"/>
                </a:solidFill>
                <a:latin typeface="Times New Roman" pitchFamily="18" charset="0"/>
                <a:ea typeface="돋움" pitchFamily="50" charset="-127"/>
                <a:cs typeface="Times New Roman" pitchFamily="18" charset="0"/>
              </a:rPr>
              <a:t> Ngay cả sau khi COUNT UP, khi có tín hiệu đầu vào sẽ COUNT</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Sau khi COUNT UP, giá trị hiện tại và trạng thái tiếp điểm sẽ không thay đổi cho đến khi lệnh RST được thực hiện</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④ Nếu lệnh RST được thực hiện trước khi COUNT UP thì giá trị hiện tại sẽ trở thành 0.</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30. </a:t>
            </a:r>
            <a:r>
              <a:rPr lang="en-US" altLang="ko-KR" sz="900" smtClean="0">
                <a:latin typeface="Times New Roman" pitchFamily="18" charset="0"/>
                <a:ea typeface="돋움" pitchFamily="50" charset="-127"/>
                <a:cs typeface="Times New Roman" pitchFamily="18" charset="0"/>
              </a:rPr>
              <a:t>Điều gì đúng khi giải thích đầu ra DEVICE “Y”?</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Nó là DEVICE lưu trữ / xuất DATA truyền kết quả tính toàn đến thiết bị đầu ra được kết nối với UNIT đầu ra PLC.  </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② Lưu trữ kết quả được tạo trong quá trình hoạt động của chương trình MAIN tại vùng đầu ra.    </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③ Y không có khả năng sử dụng bởi tiếp điểm tại PROGRAM    </a:t>
            </a:r>
          </a:p>
          <a:p>
            <a:pPr eaLnBrk="1" hangingPunct="1">
              <a:spcBef>
                <a:spcPct val="0"/>
              </a:spcBef>
              <a:buFontTx/>
              <a:buNone/>
            </a:pPr>
            <a:r>
              <a:rPr lang="en-US" altLang="ko-KR" sz="900" b="1" smtClean="0">
                <a:solidFill>
                  <a:srgbClr val="FF0000"/>
                </a:solidFill>
                <a:latin typeface="Times New Roman" pitchFamily="18" charset="0"/>
                <a:ea typeface="돋움" pitchFamily="50" charset="-127"/>
                <a:cs typeface="Times New Roman" pitchFamily="18" charset="0"/>
              </a:rPr>
              <a:t>④ Khi sử dụng bằng Relay M bên trong thì Y có tính năng duy trì sự mất điện</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31. </a:t>
            </a:r>
            <a:r>
              <a:rPr lang="en-US" altLang="ko-KR" sz="900" smtClean="0">
                <a:latin typeface="Times New Roman" pitchFamily="18" charset="0"/>
                <a:ea typeface="돋움" pitchFamily="50" charset="-127"/>
                <a:cs typeface="Times New Roman" pitchFamily="18" charset="0"/>
              </a:rPr>
              <a:t>Nếu ON X5 điều kiện đầu vào như thể hiện ở biểu đồ bên dưới sẽ nhận được kết quả đầu ra bên trong M0.</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Chọn kết quả giá trị đầu ra khác?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r>
              <a:rPr lang="en-US" altLang="ko-KR" sz="900" smtClean="0">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② </a:t>
            </a:r>
          </a:p>
          <a:p>
            <a:pPr marL="228600" indent="-228600" eaLnBrk="1" hangingPunct="1">
              <a:spcBef>
                <a:spcPct val="0"/>
              </a:spcBef>
              <a:buFontTx/>
              <a:buAutoNum type="circleNumDbPlain"/>
            </a:pPr>
            <a:endParaRPr lang="en-US" altLang="ko-KR" sz="90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smtClean="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a:solidFill>
                <a:srgbClr val="FF0000"/>
              </a:solidFill>
              <a:latin typeface="Times New Roman" pitchFamily="18" charset="0"/>
              <a:ea typeface="돋움" pitchFamily="50" charset="-127"/>
              <a:cs typeface="Times New Roman" pitchFamily="18" charset="0"/>
            </a:endParaRPr>
          </a:p>
          <a:p>
            <a:pPr eaLnBrk="1" hangingPunct="1">
              <a:spcBef>
                <a:spcPct val="0"/>
              </a:spcBef>
              <a:buNone/>
            </a:pPr>
            <a:endParaRPr lang="en-US" altLang="ko-KR" sz="900">
              <a:solidFill>
                <a:srgbClr val="FF0000"/>
              </a:solidFill>
              <a:latin typeface="Times New Roman" pitchFamily="18" charset="0"/>
              <a:ea typeface="돋움" pitchFamily="50" charset="-127"/>
              <a:cs typeface="Times New Roman" pitchFamily="18" charset="0"/>
            </a:endParaRPr>
          </a:p>
          <a:p>
            <a:pPr eaLnBrk="1" hangingPunct="1">
              <a:spcBef>
                <a:spcPct val="0"/>
              </a:spcBef>
              <a:buNone/>
            </a:pPr>
            <a:r>
              <a:rPr lang="en-US" altLang="ko-KR" sz="900" smtClean="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④ </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p:txBody>
      </p:sp>
      <p:sp>
        <p:nvSpPr>
          <p:cNvPr id="4101" name="Rectangle 3"/>
          <p:cNvSpPr>
            <a:spLocks noChangeArrowheads="1"/>
          </p:cNvSpPr>
          <p:nvPr/>
        </p:nvSpPr>
        <p:spPr bwMode="auto">
          <a:xfrm>
            <a:off x="304800" y="650631"/>
            <a:ext cx="3124200" cy="828235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21. </a:t>
            </a:r>
            <a:r>
              <a:rPr lang="en-US" altLang="ko-KR" sz="900" smtClean="0">
                <a:latin typeface="Times New Roman" pitchFamily="18" charset="0"/>
                <a:ea typeface="돋움" pitchFamily="50" charset="-127"/>
                <a:cs typeface="Times New Roman" pitchFamily="18" charset="0"/>
              </a:rPr>
              <a:t>Là nơi cài đặt thời gian Scan tối đa trong trường hợp thời gian Run Scan chậm hơn thời gian này thì sẽ phát sinh PLC ERROR. Tính năng này gọi là gì</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Constant Scan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Chức năng tự chuẩn đoán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WDT (Watch dog timer)</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System monitor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22. </a:t>
            </a:r>
            <a:r>
              <a:rPr lang="en-US" altLang="ko-KR" sz="900" smtClean="0">
                <a:solidFill>
                  <a:srgbClr val="404040"/>
                </a:solidFill>
                <a:latin typeface="Times New Roman" pitchFamily="18" charset="0"/>
                <a:ea typeface="돋움" pitchFamily="50" charset="-127"/>
                <a:cs typeface="Times New Roman" pitchFamily="18" charset="0"/>
              </a:rPr>
              <a:t>Program hoạt động đồng nhất với mạch điện dưới đây là</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a:t>
            </a:r>
            <a:endParaRPr lang="en-US" altLang="ko-KR" sz="90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smtClean="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smtClean="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a:pPr>
            <a:endParaRPr lang="en-US" altLang="ko-KR" sz="900" smtClean="0">
              <a:solidFill>
                <a:srgbClr val="FF0000"/>
              </a:solidFill>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④</a:t>
            </a:r>
            <a:endParaRPr lang="en-US" altLang="ko-KR" sz="900" smtClean="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endParaRPr lang="en-US" altLang="ko-KR" sz="90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endParaRPr lang="en-US" altLang="ko-KR" sz="900" smtClean="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endParaRPr lang="en-US" altLang="ko-KR" sz="90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endParaRPr lang="en-US" altLang="ko-KR" sz="900" smtClean="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endParaRPr lang="en-US" altLang="ko-KR" sz="900">
              <a:latin typeface="Times New Roman" pitchFamily="18" charset="0"/>
              <a:ea typeface="돋움" pitchFamily="50" charset="-127"/>
              <a:cs typeface="Times New Roman" pitchFamily="18" charset="0"/>
            </a:endParaRPr>
          </a:p>
          <a:p>
            <a:pPr marL="228600" indent="-228600" eaLnBrk="1" hangingPunct="1">
              <a:spcBef>
                <a:spcPct val="0"/>
              </a:spcBef>
              <a:buFontTx/>
              <a:buAutoNum type="circleNumDbPlain" startAt="3"/>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23. </a:t>
            </a:r>
            <a:r>
              <a:rPr lang="en-US" altLang="ko-KR" sz="900" smtClean="0">
                <a:latin typeface="Times New Roman" pitchFamily="18" charset="0"/>
                <a:ea typeface="돋움" pitchFamily="50" charset="-127"/>
                <a:cs typeface="Times New Roman" pitchFamily="18" charset="0"/>
              </a:rPr>
              <a:t>Thẻ QX40 đầu vào kỹ thuật số được lắp vào khe cắm Basic PLC. “0” có ý nghĩa gì trong QX40</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Số lượng sở hữu                  </a:t>
            </a:r>
            <a:r>
              <a:rPr lang="en-US"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Điện áp đầu vào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Module đầu vào                   ④ Module đặc biệt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24. </a:t>
            </a:r>
            <a:r>
              <a:rPr lang="en-US" altLang="ko-KR" sz="900" smtClean="0">
                <a:latin typeface="Times New Roman" pitchFamily="18" charset="0"/>
                <a:ea typeface="돋움" pitchFamily="50" charset="-127"/>
                <a:cs typeface="Times New Roman" pitchFamily="18" charset="0"/>
              </a:rPr>
              <a:t>Chọn câu sai khi giải thích về bảng điều khiển PLC?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Không tiếp điểm (độ tin cậy  cao, tuổi thọ cao, điều khiển tốc độ cao)</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Khó có thể mở rộng System.</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Dễ dàng sửa chữa, bảo trì độ tin cậy cao.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Có tính năng thu nhỏ.</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25. </a:t>
            </a:r>
            <a:r>
              <a:rPr lang="en-US" altLang="ko-KR" sz="900" smtClean="0">
                <a:latin typeface="Times New Roman" pitchFamily="18" charset="0"/>
                <a:ea typeface="돋움" pitchFamily="50" charset="-127"/>
                <a:cs typeface="Times New Roman" pitchFamily="18" charset="0"/>
              </a:rPr>
              <a:t>Unit đóng vai trò truyền tín hiệu Bit từ thiết bị bên ngoài đến phần hoạt động  tính toán của CPU</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Unit Digital đầu vào</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② Unit Digital đầu </a:t>
            </a:r>
            <a:r>
              <a:rPr lang="en-US" altLang="ko-KR" sz="900" smtClean="0">
                <a:latin typeface="Times New Roman" pitchFamily="18" charset="0"/>
                <a:ea typeface="돋움" pitchFamily="50" charset="-127"/>
                <a:cs typeface="Times New Roman" pitchFamily="18" charset="0"/>
              </a:rPr>
              <a:t>ra</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Unit </a:t>
            </a:r>
            <a:r>
              <a:rPr lang="en-US" altLang="ko-KR" sz="900" smtClean="0">
                <a:latin typeface="Times New Roman" pitchFamily="18" charset="0"/>
                <a:ea typeface="돋움" pitchFamily="50" charset="-127"/>
                <a:cs typeface="Times New Roman" pitchFamily="18" charset="0"/>
              </a:rPr>
              <a:t>Analog </a:t>
            </a:r>
            <a:r>
              <a:rPr lang="en-US" altLang="ko-KR" sz="900">
                <a:latin typeface="Times New Roman" pitchFamily="18" charset="0"/>
                <a:ea typeface="돋움" pitchFamily="50" charset="-127"/>
                <a:cs typeface="Times New Roman" pitchFamily="18" charset="0"/>
              </a:rPr>
              <a:t>đầu vào</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Unit Analog đầu </a:t>
            </a:r>
            <a:r>
              <a:rPr lang="en-US" altLang="ko-KR" sz="900" smtClean="0">
                <a:latin typeface="Times New Roman" pitchFamily="18" charset="0"/>
                <a:ea typeface="돋움" pitchFamily="50" charset="-127"/>
                <a:cs typeface="Times New Roman" pitchFamily="18" charset="0"/>
              </a:rPr>
              <a:t>ra</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26. </a:t>
            </a:r>
            <a:r>
              <a:rPr lang="en-US" altLang="ko-KR" sz="900" smtClean="0">
                <a:latin typeface="Times New Roman" pitchFamily="18" charset="0"/>
                <a:ea typeface="돋움" pitchFamily="50" charset="-127"/>
                <a:cs typeface="Times New Roman" pitchFamily="18" charset="0"/>
              </a:rPr>
              <a:t>Unit điều khiển vận hành tăng giảm tốc độ, duy trì tốc độ của Motor là gì?</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Unit quyết định vị trí</a:t>
            </a:r>
            <a:r>
              <a:rPr lang="vi-VN" altLang="ko-KR" sz="900" b="1" smtClean="0">
                <a:solidFill>
                  <a:srgbClr val="FF0000"/>
                </a:solidFill>
                <a:latin typeface="Times New Roman" pitchFamily="18" charset="0"/>
                <a:ea typeface="돋움" pitchFamily="50" charset="-127"/>
                <a:cs typeface="Times New Roman" pitchFamily="18" charset="0"/>
              </a:rPr>
              <a:t>.</a:t>
            </a:r>
            <a:r>
              <a:rPr lang="en-US" altLang="ko-KR" sz="900" b="1">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Count Unit tốc độ cao.</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Unit chuyển đổi AD.</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Unit chuyển đổi DA.</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p:txBody>
      </p:sp>
      <p:sp>
        <p:nvSpPr>
          <p:cNvPr id="4102" name="Text Box 6"/>
          <p:cNvSpPr txBox="1">
            <a:spLocks noChangeArrowheads="1"/>
          </p:cNvSpPr>
          <p:nvPr/>
        </p:nvSpPr>
        <p:spPr bwMode="auto">
          <a:xfrm>
            <a:off x="285750" y="622789"/>
            <a:ext cx="1356462" cy="24622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solidFill>
                  <a:srgbClr val="000000"/>
                </a:solidFill>
                <a:latin typeface="Times New Roman" pitchFamily="18" charset="0"/>
                <a:ea typeface="돋움" pitchFamily="50" charset="-127"/>
                <a:cs typeface="Times New Roman" pitchFamily="18" charset="0"/>
              </a:rPr>
              <a:t>※ PLC : Câu 21</a:t>
            </a:r>
            <a:r>
              <a:rPr lang="ko-KR" altLang="en-US" sz="1000" b="1">
                <a:solidFill>
                  <a:srgbClr val="000000"/>
                </a:solidFill>
                <a:latin typeface="Times New Roman" pitchFamily="18" charset="0"/>
                <a:ea typeface="돋움" pitchFamily="50" charset="-127"/>
                <a:cs typeface="Times New Roman" pitchFamily="18" charset="0"/>
              </a:rPr>
              <a:t> </a:t>
            </a:r>
            <a:r>
              <a:rPr lang="en-US" altLang="ko-KR" sz="1000" b="1">
                <a:solidFill>
                  <a:srgbClr val="000000"/>
                </a:solidFill>
                <a:latin typeface="Times New Roman" pitchFamily="18" charset="0"/>
                <a:ea typeface="돋움" pitchFamily="50" charset="-127"/>
                <a:cs typeface="Times New Roman" pitchFamily="18" charset="0"/>
              </a:rPr>
              <a:t>~ 40</a:t>
            </a:r>
            <a:endParaRPr lang="ko-KR" altLang="en-US" sz="1000" b="1">
              <a:solidFill>
                <a:srgbClr val="000000"/>
              </a:solidFill>
              <a:latin typeface="Times New Roman" pitchFamily="18" charset="0"/>
              <a:ea typeface="돋움" pitchFamily="50" charset="-127"/>
              <a:cs typeface="Times New Roman" pitchFamily="18" charset="0"/>
            </a:endParaRPr>
          </a:p>
        </p:txBody>
      </p:sp>
      <p:grpSp>
        <p:nvGrpSpPr>
          <p:cNvPr id="2" name="Group 1"/>
          <p:cNvGrpSpPr/>
          <p:nvPr/>
        </p:nvGrpSpPr>
        <p:grpSpPr>
          <a:xfrm>
            <a:off x="570924" y="2297380"/>
            <a:ext cx="2570045" cy="598220"/>
            <a:chOff x="416597" y="2360712"/>
            <a:chExt cx="2570045" cy="781050"/>
          </a:xfrm>
        </p:grpSpPr>
        <p:pic>
          <p:nvPicPr>
            <p:cNvPr id="1026"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r="78905"/>
            <a:stretch/>
          </p:blipFill>
          <p:spPr bwMode="auto">
            <a:xfrm>
              <a:off x="416597" y="2360712"/>
              <a:ext cx="919415"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59630"/>
            <a:stretch/>
          </p:blipFill>
          <p:spPr bwMode="auto">
            <a:xfrm>
              <a:off x="1227147" y="2360712"/>
              <a:ext cx="1759495"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585979" y="3174231"/>
            <a:ext cx="1300095" cy="461248"/>
            <a:chOff x="-1869131" y="2691529"/>
            <a:chExt cx="2497777" cy="809625"/>
          </a:xfrm>
        </p:grpSpPr>
        <p:pic>
          <p:nvPicPr>
            <p:cNvPr id="102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r="75056"/>
            <a:stretch/>
          </p:blipFill>
          <p:spPr bwMode="auto">
            <a:xfrm>
              <a:off x="-1869131" y="2691529"/>
              <a:ext cx="1525317" cy="80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83974"/>
            <a:stretch/>
          </p:blipFill>
          <p:spPr bwMode="auto">
            <a:xfrm>
              <a:off x="-351335" y="2691529"/>
              <a:ext cx="979981" cy="80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 name="Group 3"/>
          <p:cNvGrpSpPr/>
          <p:nvPr/>
        </p:nvGrpSpPr>
        <p:grpSpPr>
          <a:xfrm>
            <a:off x="2165660" y="3159828"/>
            <a:ext cx="1220033" cy="494853"/>
            <a:chOff x="-1971600" y="3296816"/>
            <a:chExt cx="2160877" cy="828675"/>
          </a:xfrm>
        </p:grpSpPr>
        <p:pic>
          <p:nvPicPr>
            <p:cNvPr id="1028"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r="80080"/>
            <a:stretch/>
          </p:blipFill>
          <p:spPr bwMode="auto">
            <a:xfrm>
              <a:off x="-1971600" y="3296816"/>
              <a:ext cx="1218134"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l="84129"/>
            <a:stretch/>
          </p:blipFill>
          <p:spPr bwMode="auto">
            <a:xfrm>
              <a:off x="-781279" y="3296816"/>
              <a:ext cx="970556"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 name="Group 4"/>
          <p:cNvGrpSpPr/>
          <p:nvPr/>
        </p:nvGrpSpPr>
        <p:grpSpPr>
          <a:xfrm>
            <a:off x="603180" y="3902063"/>
            <a:ext cx="1263720" cy="531042"/>
            <a:chOff x="366713" y="4524375"/>
            <a:chExt cx="2234347" cy="857827"/>
          </a:xfrm>
        </p:grpSpPr>
        <p:pic>
          <p:nvPicPr>
            <p:cNvPr id="1029" name="Picture 5"/>
            <p:cNvPicPr>
              <a:picLocks noChangeAspect="1" noChangeArrowheads="1"/>
            </p:cNvPicPr>
            <p:nvPr/>
          </p:nvPicPr>
          <p:blipFill rotWithShape="1">
            <a:blip r:embed="rId6">
              <a:extLst>
                <a:ext uri="{28A0092B-C50C-407E-A947-70E740481C1C}">
                  <a14:useLocalDpi xmlns:a14="http://schemas.microsoft.com/office/drawing/2010/main" val="0"/>
                </a:ext>
              </a:extLst>
            </a:blip>
            <a:srcRect r="77323"/>
            <a:stretch/>
          </p:blipFill>
          <p:spPr bwMode="auto">
            <a:xfrm>
              <a:off x="366713" y="4524375"/>
              <a:ext cx="1388843"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5"/>
            <p:cNvPicPr>
              <a:picLocks noChangeAspect="1" noChangeArrowheads="1"/>
            </p:cNvPicPr>
            <p:nvPr/>
          </p:nvPicPr>
          <p:blipFill rotWithShape="1">
            <a:blip r:embed="rId6">
              <a:extLst>
                <a:ext uri="{28A0092B-C50C-407E-A947-70E740481C1C}">
                  <a14:useLocalDpi xmlns:a14="http://schemas.microsoft.com/office/drawing/2010/main" val="0"/>
                </a:ext>
              </a:extLst>
            </a:blip>
            <a:srcRect l="84405"/>
            <a:stretch/>
          </p:blipFill>
          <p:spPr bwMode="auto">
            <a:xfrm>
              <a:off x="1645920" y="4524952"/>
              <a:ext cx="955140"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 name="Group 5"/>
          <p:cNvGrpSpPr/>
          <p:nvPr/>
        </p:nvGrpSpPr>
        <p:grpSpPr>
          <a:xfrm>
            <a:off x="2158417" y="3916774"/>
            <a:ext cx="1194384" cy="449862"/>
            <a:chOff x="371475" y="4528750"/>
            <a:chExt cx="2381597" cy="848113"/>
          </a:xfrm>
        </p:grpSpPr>
        <p:pic>
          <p:nvPicPr>
            <p:cNvPr id="1030" name="Picture 6"/>
            <p:cNvPicPr>
              <a:picLocks noChangeAspect="1" noChangeArrowheads="1"/>
            </p:cNvPicPr>
            <p:nvPr/>
          </p:nvPicPr>
          <p:blipFill rotWithShape="1">
            <a:blip r:embed="rId7">
              <a:extLst>
                <a:ext uri="{28A0092B-C50C-407E-A947-70E740481C1C}">
                  <a14:useLocalDpi xmlns:a14="http://schemas.microsoft.com/office/drawing/2010/main" val="0"/>
                </a:ext>
              </a:extLst>
            </a:blip>
            <a:srcRect r="77366"/>
            <a:stretch/>
          </p:blipFill>
          <p:spPr bwMode="auto">
            <a:xfrm>
              <a:off x="371475" y="4529138"/>
              <a:ext cx="1384081"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6"/>
            <p:cNvPicPr>
              <a:picLocks noChangeAspect="1" noChangeArrowheads="1"/>
            </p:cNvPicPr>
            <p:nvPr/>
          </p:nvPicPr>
          <p:blipFill rotWithShape="1">
            <a:blip r:embed="rId7">
              <a:extLst>
                <a:ext uri="{28A0092B-C50C-407E-A947-70E740481C1C}">
                  <a14:useLocalDpi xmlns:a14="http://schemas.microsoft.com/office/drawing/2010/main" val="0"/>
                </a:ext>
              </a:extLst>
            </a:blip>
            <a:srcRect l="83545"/>
            <a:stretch/>
          </p:blipFill>
          <p:spPr bwMode="auto">
            <a:xfrm>
              <a:off x="1746851" y="4528750"/>
              <a:ext cx="1006221"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 name="Group 14"/>
          <p:cNvGrpSpPr/>
          <p:nvPr/>
        </p:nvGrpSpPr>
        <p:grpSpPr>
          <a:xfrm>
            <a:off x="3663113" y="6694718"/>
            <a:ext cx="2856117" cy="1968113"/>
            <a:chOff x="3527621" y="4549070"/>
            <a:chExt cx="2925715" cy="2132122"/>
          </a:xfrm>
        </p:grpSpPr>
        <p:grpSp>
          <p:nvGrpSpPr>
            <p:cNvPr id="7" name="Group 6"/>
            <p:cNvGrpSpPr/>
            <p:nvPr/>
          </p:nvGrpSpPr>
          <p:grpSpPr>
            <a:xfrm>
              <a:off x="3558372" y="5638266"/>
              <a:ext cx="1310788" cy="352106"/>
              <a:chOff x="376238" y="4743063"/>
              <a:chExt cx="2012790" cy="419487"/>
            </a:xfrm>
          </p:grpSpPr>
          <p:pic>
            <p:nvPicPr>
              <p:cNvPr id="1031" name="Picture 7"/>
              <p:cNvPicPr>
                <a:picLocks noChangeAspect="1" noChangeArrowheads="1"/>
              </p:cNvPicPr>
              <p:nvPr/>
            </p:nvPicPr>
            <p:blipFill rotWithShape="1">
              <a:blip r:embed="rId8">
                <a:extLst>
                  <a:ext uri="{28A0092B-C50C-407E-A947-70E740481C1C}">
                    <a14:useLocalDpi xmlns:a14="http://schemas.microsoft.com/office/drawing/2010/main" val="0"/>
                  </a:ext>
                </a:extLst>
              </a:blip>
              <a:srcRect r="83887"/>
              <a:stretch/>
            </p:blipFill>
            <p:spPr bwMode="auto">
              <a:xfrm>
                <a:off x="376238" y="4743450"/>
                <a:ext cx="983789" cy="41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7"/>
              <p:cNvPicPr>
                <a:picLocks noChangeAspect="1" noChangeArrowheads="1"/>
              </p:cNvPicPr>
              <p:nvPr/>
            </p:nvPicPr>
            <p:blipFill rotWithShape="1">
              <a:blip r:embed="rId8">
                <a:extLst>
                  <a:ext uri="{28A0092B-C50C-407E-A947-70E740481C1C}">
                    <a14:useLocalDpi xmlns:a14="http://schemas.microsoft.com/office/drawing/2010/main" val="0"/>
                  </a:ext>
                </a:extLst>
              </a:blip>
              <a:srcRect l="76888"/>
              <a:stretch/>
            </p:blipFill>
            <p:spPr bwMode="auto">
              <a:xfrm>
                <a:off x="977918" y="4743063"/>
                <a:ext cx="1411110" cy="41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 name="Group 7"/>
            <p:cNvGrpSpPr/>
            <p:nvPr/>
          </p:nvGrpSpPr>
          <p:grpSpPr>
            <a:xfrm>
              <a:off x="5048337" y="5648343"/>
              <a:ext cx="1404999" cy="277336"/>
              <a:chOff x="4509120" y="4888771"/>
              <a:chExt cx="2026675" cy="400050"/>
            </a:xfrm>
          </p:grpSpPr>
          <p:pic>
            <p:nvPicPr>
              <p:cNvPr id="1032" name="Picture 8"/>
              <p:cNvPicPr>
                <a:picLocks noChangeAspect="1" noChangeArrowheads="1"/>
              </p:cNvPicPr>
              <p:nvPr/>
            </p:nvPicPr>
            <p:blipFill rotWithShape="1">
              <a:blip r:embed="rId9">
                <a:extLst>
                  <a:ext uri="{28A0092B-C50C-407E-A947-70E740481C1C}">
                    <a14:useLocalDpi xmlns:a14="http://schemas.microsoft.com/office/drawing/2010/main" val="0"/>
                  </a:ext>
                </a:extLst>
              </a:blip>
              <a:srcRect r="78278"/>
              <a:stretch/>
            </p:blipFill>
            <p:spPr bwMode="auto">
              <a:xfrm>
                <a:off x="4509120" y="4888771"/>
                <a:ext cx="1328283"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8"/>
              <p:cNvPicPr>
                <a:picLocks noChangeAspect="1" noChangeArrowheads="1"/>
              </p:cNvPicPr>
              <p:nvPr/>
            </p:nvPicPr>
            <p:blipFill rotWithShape="1">
              <a:blip r:embed="rId9">
                <a:extLst>
                  <a:ext uri="{28A0092B-C50C-407E-A947-70E740481C1C}">
                    <a14:useLocalDpi xmlns:a14="http://schemas.microsoft.com/office/drawing/2010/main" val="0"/>
                  </a:ext>
                </a:extLst>
              </a:blip>
              <a:srcRect l="85698"/>
              <a:stretch/>
            </p:blipFill>
            <p:spPr bwMode="auto">
              <a:xfrm>
                <a:off x="5661248" y="4888771"/>
                <a:ext cx="87454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 name="Group 8"/>
            <p:cNvGrpSpPr/>
            <p:nvPr/>
          </p:nvGrpSpPr>
          <p:grpSpPr>
            <a:xfrm>
              <a:off x="3539759" y="6318101"/>
              <a:ext cx="1357519" cy="363091"/>
              <a:chOff x="371475" y="4733925"/>
              <a:chExt cx="1546189" cy="438150"/>
            </a:xfrm>
          </p:grpSpPr>
          <p:pic>
            <p:nvPicPr>
              <p:cNvPr id="1033" name="Picture 9"/>
              <p:cNvPicPr>
                <a:picLocks noChangeAspect="1" noChangeArrowheads="1"/>
              </p:cNvPicPr>
              <p:nvPr/>
            </p:nvPicPr>
            <p:blipFill rotWithShape="1">
              <a:blip r:embed="rId10">
                <a:extLst>
                  <a:ext uri="{28A0092B-C50C-407E-A947-70E740481C1C}">
                    <a14:useLocalDpi xmlns:a14="http://schemas.microsoft.com/office/drawing/2010/main" val="0"/>
                  </a:ext>
                </a:extLst>
              </a:blip>
              <a:srcRect r="89193"/>
              <a:stretch/>
            </p:blipFill>
            <p:spPr bwMode="auto">
              <a:xfrm>
                <a:off x="371475" y="4733925"/>
                <a:ext cx="660827"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9"/>
              <p:cNvPicPr>
                <a:picLocks noChangeAspect="1" noChangeArrowheads="1"/>
              </p:cNvPicPr>
              <p:nvPr/>
            </p:nvPicPr>
            <p:blipFill rotWithShape="1">
              <a:blip r:embed="rId10">
                <a:extLst>
                  <a:ext uri="{28A0092B-C50C-407E-A947-70E740481C1C}">
                    <a14:useLocalDpi xmlns:a14="http://schemas.microsoft.com/office/drawing/2010/main" val="0"/>
                  </a:ext>
                </a:extLst>
              </a:blip>
              <a:srcRect l="84981"/>
              <a:stretch/>
            </p:blipFill>
            <p:spPr bwMode="auto">
              <a:xfrm>
                <a:off x="999226" y="4733925"/>
                <a:ext cx="918438"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0" name="Group 9"/>
            <p:cNvGrpSpPr/>
            <p:nvPr/>
          </p:nvGrpSpPr>
          <p:grpSpPr>
            <a:xfrm>
              <a:off x="5034990" y="6349012"/>
              <a:ext cx="1408988" cy="299798"/>
              <a:chOff x="366713" y="4748213"/>
              <a:chExt cx="1924916" cy="409575"/>
            </a:xfrm>
          </p:grpSpPr>
          <p:pic>
            <p:nvPicPr>
              <p:cNvPr id="1034" name="Picture 10"/>
              <p:cNvPicPr>
                <a:picLocks noChangeAspect="1" noChangeArrowheads="1"/>
              </p:cNvPicPr>
              <p:nvPr/>
            </p:nvPicPr>
            <p:blipFill rotWithShape="1">
              <a:blip r:embed="rId11">
                <a:extLst>
                  <a:ext uri="{28A0092B-C50C-407E-A947-70E740481C1C}">
                    <a14:useLocalDpi xmlns:a14="http://schemas.microsoft.com/office/drawing/2010/main" val="0"/>
                  </a:ext>
                </a:extLst>
              </a:blip>
              <a:srcRect r="72711"/>
              <a:stretch/>
            </p:blipFill>
            <p:spPr bwMode="auto">
              <a:xfrm>
                <a:off x="366713" y="4748213"/>
                <a:ext cx="1671365"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10"/>
              <p:cNvPicPr>
                <a:picLocks noChangeAspect="1" noChangeArrowheads="1"/>
              </p:cNvPicPr>
              <p:nvPr/>
            </p:nvPicPr>
            <p:blipFill rotWithShape="1">
              <a:blip r:embed="rId11">
                <a:extLst>
                  <a:ext uri="{28A0092B-C50C-407E-A947-70E740481C1C}">
                    <a14:useLocalDpi xmlns:a14="http://schemas.microsoft.com/office/drawing/2010/main" val="0"/>
                  </a:ext>
                </a:extLst>
              </a:blip>
              <a:srcRect l="86732" t="1984"/>
              <a:stretch/>
            </p:blipFill>
            <p:spPr bwMode="auto">
              <a:xfrm>
                <a:off x="1478999" y="4755951"/>
                <a:ext cx="812630" cy="401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1" name="Freeform 10"/>
            <p:cNvSpPr/>
            <p:nvPr/>
          </p:nvSpPr>
          <p:spPr bwMode="auto">
            <a:xfrm>
              <a:off x="4033179" y="4732934"/>
              <a:ext cx="2348149" cy="190196"/>
            </a:xfrm>
            <a:custGeom>
              <a:avLst/>
              <a:gdLst>
                <a:gd name="connsiteX0" fmla="*/ 0 w 1901952"/>
                <a:gd name="connsiteY0" fmla="*/ 190196 h 190196"/>
                <a:gd name="connsiteX1" fmla="*/ 438912 w 1901952"/>
                <a:gd name="connsiteY1" fmla="*/ 190196 h 190196"/>
                <a:gd name="connsiteX2" fmla="*/ 438912 w 1901952"/>
                <a:gd name="connsiteY2" fmla="*/ 0 h 190196"/>
                <a:gd name="connsiteX3" fmla="*/ 1133856 w 1901952"/>
                <a:gd name="connsiteY3" fmla="*/ 0 h 190196"/>
                <a:gd name="connsiteX4" fmla="*/ 1133856 w 1901952"/>
                <a:gd name="connsiteY4" fmla="*/ 190196 h 190196"/>
                <a:gd name="connsiteX5" fmla="*/ 1404518 w 1901952"/>
                <a:gd name="connsiteY5" fmla="*/ 190196 h 190196"/>
                <a:gd name="connsiteX6" fmla="*/ 1404518 w 1901952"/>
                <a:gd name="connsiteY6" fmla="*/ 7316 h 190196"/>
                <a:gd name="connsiteX7" fmla="*/ 1901952 w 1901952"/>
                <a:gd name="connsiteY7" fmla="*/ 7316 h 190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1952" h="190196">
                  <a:moveTo>
                    <a:pt x="0" y="190196"/>
                  </a:moveTo>
                  <a:lnTo>
                    <a:pt x="438912" y="190196"/>
                  </a:lnTo>
                  <a:lnTo>
                    <a:pt x="438912" y="0"/>
                  </a:lnTo>
                  <a:lnTo>
                    <a:pt x="1133856" y="0"/>
                  </a:lnTo>
                  <a:lnTo>
                    <a:pt x="1133856" y="190196"/>
                  </a:lnTo>
                  <a:lnTo>
                    <a:pt x="1404518" y="190196"/>
                  </a:lnTo>
                  <a:lnTo>
                    <a:pt x="1404518" y="7316"/>
                  </a:lnTo>
                  <a:lnTo>
                    <a:pt x="1901952" y="7316"/>
                  </a:lnTo>
                </a:path>
              </a:pathLst>
            </a:custGeom>
            <a:no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3" name="Freeform 12"/>
            <p:cNvSpPr/>
            <p:nvPr/>
          </p:nvSpPr>
          <p:spPr bwMode="auto">
            <a:xfrm>
              <a:off x="4033180" y="5097016"/>
              <a:ext cx="2340864" cy="146304"/>
            </a:xfrm>
            <a:custGeom>
              <a:avLst/>
              <a:gdLst>
                <a:gd name="connsiteX0" fmla="*/ 0 w 2340864"/>
                <a:gd name="connsiteY0" fmla="*/ 131673 h 146304"/>
                <a:gd name="connsiteX1" fmla="*/ 548640 w 2340864"/>
                <a:gd name="connsiteY1" fmla="*/ 131673 h 146304"/>
                <a:gd name="connsiteX2" fmla="*/ 548640 w 2340864"/>
                <a:gd name="connsiteY2" fmla="*/ 0 h 146304"/>
                <a:gd name="connsiteX3" fmla="*/ 687629 w 2340864"/>
                <a:gd name="connsiteY3" fmla="*/ 0 h 146304"/>
                <a:gd name="connsiteX4" fmla="*/ 687629 w 2340864"/>
                <a:gd name="connsiteY4" fmla="*/ 138988 h 146304"/>
                <a:gd name="connsiteX5" fmla="*/ 1748333 w 2340864"/>
                <a:gd name="connsiteY5" fmla="*/ 138988 h 146304"/>
                <a:gd name="connsiteX6" fmla="*/ 1748333 w 2340864"/>
                <a:gd name="connsiteY6" fmla="*/ 21945 h 146304"/>
                <a:gd name="connsiteX7" fmla="*/ 1901952 w 2340864"/>
                <a:gd name="connsiteY7" fmla="*/ 21945 h 146304"/>
                <a:gd name="connsiteX8" fmla="*/ 1901952 w 2340864"/>
                <a:gd name="connsiteY8" fmla="*/ 146304 h 146304"/>
                <a:gd name="connsiteX9" fmla="*/ 2340864 w 2340864"/>
                <a:gd name="connsiteY9" fmla="*/ 146304 h 146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864" h="146304">
                  <a:moveTo>
                    <a:pt x="0" y="131673"/>
                  </a:moveTo>
                  <a:lnTo>
                    <a:pt x="548640" y="131673"/>
                  </a:lnTo>
                  <a:lnTo>
                    <a:pt x="548640" y="0"/>
                  </a:lnTo>
                  <a:lnTo>
                    <a:pt x="687629" y="0"/>
                  </a:lnTo>
                  <a:lnTo>
                    <a:pt x="687629" y="138988"/>
                  </a:lnTo>
                  <a:lnTo>
                    <a:pt x="1748333" y="138988"/>
                  </a:lnTo>
                  <a:lnTo>
                    <a:pt x="1748333" y="21945"/>
                  </a:lnTo>
                  <a:lnTo>
                    <a:pt x="1901952" y="21945"/>
                  </a:lnTo>
                  <a:lnTo>
                    <a:pt x="1901952" y="146304"/>
                  </a:lnTo>
                  <a:lnTo>
                    <a:pt x="2340864" y="146304"/>
                  </a:lnTo>
                </a:path>
              </a:pathLst>
            </a:custGeom>
            <a:no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4" name="Rectangle 13"/>
            <p:cNvSpPr/>
            <p:nvPr/>
          </p:nvSpPr>
          <p:spPr>
            <a:xfrm>
              <a:off x="4467063" y="4910832"/>
              <a:ext cx="332142" cy="233398"/>
            </a:xfrm>
            <a:prstGeom prst="rect">
              <a:avLst/>
            </a:prstGeom>
          </p:spPr>
          <p:txBody>
            <a:bodyPr wrap="none">
              <a:spAutoFit/>
            </a:bodyPr>
            <a:lstStyle/>
            <a:p>
              <a:r>
                <a:rPr lang="en-US" altLang="ko-KR" sz="800">
                  <a:latin typeface="Times New Roman" pitchFamily="18" charset="0"/>
                  <a:cs typeface="Times New Roman" pitchFamily="18" charset="0"/>
                </a:rPr>
                <a:t>ON</a:t>
              </a:r>
              <a:endParaRPr lang="en-US" sz="800"/>
            </a:p>
          </p:txBody>
        </p:sp>
        <p:sp>
          <p:nvSpPr>
            <p:cNvPr id="69" name="Rectangle 68"/>
            <p:cNvSpPr/>
            <p:nvPr/>
          </p:nvSpPr>
          <p:spPr>
            <a:xfrm>
              <a:off x="4459968" y="4549070"/>
              <a:ext cx="332142" cy="233398"/>
            </a:xfrm>
            <a:prstGeom prst="rect">
              <a:avLst/>
            </a:prstGeom>
          </p:spPr>
          <p:txBody>
            <a:bodyPr wrap="none">
              <a:spAutoFit/>
            </a:bodyPr>
            <a:lstStyle/>
            <a:p>
              <a:r>
                <a:rPr lang="en-US" altLang="ko-KR" sz="800">
                  <a:latin typeface="Times New Roman" pitchFamily="18" charset="0"/>
                  <a:cs typeface="Times New Roman" pitchFamily="18" charset="0"/>
                </a:rPr>
                <a:t>ON</a:t>
              </a:r>
              <a:endParaRPr lang="en-US" sz="800"/>
            </a:p>
          </p:txBody>
        </p:sp>
        <p:sp>
          <p:nvSpPr>
            <p:cNvPr id="70" name="Rectangle 69"/>
            <p:cNvSpPr/>
            <p:nvPr/>
          </p:nvSpPr>
          <p:spPr>
            <a:xfrm>
              <a:off x="3552569" y="4758921"/>
              <a:ext cx="524503" cy="233398"/>
            </a:xfrm>
            <a:prstGeom prst="rect">
              <a:avLst/>
            </a:prstGeom>
          </p:spPr>
          <p:txBody>
            <a:bodyPr wrap="none">
              <a:spAutoFit/>
            </a:bodyPr>
            <a:lstStyle/>
            <a:p>
              <a:r>
                <a:rPr lang="en-US" sz="800" smtClean="0">
                  <a:latin typeface="Times New Roman" pitchFamily="18" charset="0"/>
                  <a:cs typeface="Times New Roman" pitchFamily="18" charset="0"/>
                </a:rPr>
                <a:t>X0 OFF</a:t>
              </a:r>
              <a:endParaRPr lang="en-US" sz="800"/>
            </a:p>
          </p:txBody>
        </p:sp>
        <p:sp>
          <p:nvSpPr>
            <p:cNvPr id="71" name="Rectangle 70"/>
            <p:cNvSpPr/>
            <p:nvPr/>
          </p:nvSpPr>
          <p:spPr>
            <a:xfrm>
              <a:off x="3527621" y="5069478"/>
              <a:ext cx="542136" cy="233398"/>
            </a:xfrm>
            <a:prstGeom prst="rect">
              <a:avLst/>
            </a:prstGeom>
          </p:spPr>
          <p:txBody>
            <a:bodyPr wrap="none">
              <a:spAutoFit/>
            </a:bodyPr>
            <a:lstStyle/>
            <a:p>
              <a:r>
                <a:rPr lang="en-US" sz="800">
                  <a:latin typeface="Times New Roman" pitchFamily="18" charset="0"/>
                  <a:cs typeface="Times New Roman" pitchFamily="18" charset="0"/>
                </a:rPr>
                <a:t>M</a:t>
              </a:r>
              <a:r>
                <a:rPr lang="en-US" sz="800" smtClean="0">
                  <a:latin typeface="Times New Roman" pitchFamily="18" charset="0"/>
                  <a:cs typeface="Times New Roman" pitchFamily="18" charset="0"/>
                </a:rPr>
                <a:t>0 OFF</a:t>
              </a:r>
              <a:endParaRPr lang="en-US" sz="800"/>
            </a:p>
          </p:txBody>
        </p:sp>
        <p:sp>
          <p:nvSpPr>
            <p:cNvPr id="72" name="Rectangle 71"/>
            <p:cNvSpPr/>
            <p:nvPr/>
          </p:nvSpPr>
          <p:spPr>
            <a:xfrm>
              <a:off x="4480786" y="5221878"/>
              <a:ext cx="460382" cy="233398"/>
            </a:xfrm>
            <a:prstGeom prst="rect">
              <a:avLst/>
            </a:prstGeom>
          </p:spPr>
          <p:txBody>
            <a:bodyPr wrap="none">
              <a:spAutoFit/>
            </a:bodyPr>
            <a:lstStyle/>
            <a:p>
              <a:r>
                <a:rPr lang="en-US" sz="800" smtClean="0">
                  <a:latin typeface="Times New Roman" pitchFamily="18" charset="0"/>
                  <a:cs typeface="Times New Roman" pitchFamily="18" charset="0"/>
                </a:rPr>
                <a:t>1 Scan</a:t>
              </a:r>
              <a:endParaRPr lang="en-US" sz="800"/>
            </a:p>
          </p:txBody>
        </p:sp>
        <p:sp>
          <p:nvSpPr>
            <p:cNvPr id="73" name="Rectangle 72"/>
            <p:cNvSpPr/>
            <p:nvPr/>
          </p:nvSpPr>
          <p:spPr>
            <a:xfrm>
              <a:off x="5689150" y="5219087"/>
              <a:ext cx="460382" cy="233398"/>
            </a:xfrm>
            <a:prstGeom prst="rect">
              <a:avLst/>
            </a:prstGeom>
          </p:spPr>
          <p:txBody>
            <a:bodyPr wrap="none">
              <a:spAutoFit/>
            </a:bodyPr>
            <a:lstStyle/>
            <a:p>
              <a:r>
                <a:rPr lang="en-US" sz="800" smtClean="0">
                  <a:latin typeface="Times New Roman" pitchFamily="18" charset="0"/>
                  <a:cs typeface="Times New Roman" pitchFamily="18" charset="0"/>
                </a:rPr>
                <a:t>1 Scan</a:t>
              </a:r>
              <a:endParaRPr lang="en-US" sz="800"/>
            </a:p>
          </p:txBody>
        </p:sp>
      </p:grpSp>
      <p:grpSp>
        <p:nvGrpSpPr>
          <p:cNvPr id="74" name="Group 73"/>
          <p:cNvGrpSpPr/>
          <p:nvPr/>
        </p:nvGrpSpPr>
        <p:grpSpPr>
          <a:xfrm>
            <a:off x="3429000" y="1248554"/>
            <a:ext cx="3180484" cy="985288"/>
            <a:chOff x="3429000" y="2072680"/>
            <a:chExt cx="3565340" cy="1067395"/>
          </a:xfrm>
        </p:grpSpPr>
        <p:grpSp>
          <p:nvGrpSpPr>
            <p:cNvPr id="75" name="Group 75"/>
            <p:cNvGrpSpPr>
              <a:grpSpLocks/>
            </p:cNvGrpSpPr>
            <p:nvPr/>
          </p:nvGrpSpPr>
          <p:grpSpPr bwMode="auto">
            <a:xfrm>
              <a:off x="3429000" y="2073275"/>
              <a:ext cx="3087905" cy="1066800"/>
              <a:chOff x="0" y="0"/>
              <a:chExt cx="1950" cy="672"/>
            </a:xfrm>
          </p:grpSpPr>
          <p:sp>
            <p:nvSpPr>
              <p:cNvPr id="79" name="Rectangle 76"/>
              <p:cNvSpPr>
                <a:spLocks noChangeArrowheads="1"/>
              </p:cNvSpPr>
              <p:nvPr/>
            </p:nvSpPr>
            <p:spPr bwMode="auto">
              <a:xfrm>
                <a:off x="27" y="0"/>
                <a:ext cx="1923" cy="67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endParaRPr lang="ko-KR" altLang="en-US" sz="800">
                  <a:solidFill>
                    <a:srgbClr val="000000"/>
                  </a:solidFill>
                  <a:latin typeface="돋움" pitchFamily="50" charset="-127"/>
                  <a:ea typeface="돋움" pitchFamily="50" charset="-127"/>
                </a:endParaRPr>
              </a:p>
              <a:p>
                <a:pPr algn="ctr" eaLnBrk="1" hangingPunct="1">
                  <a:spcBef>
                    <a:spcPct val="0"/>
                  </a:spcBef>
                  <a:buFontTx/>
                  <a:buNone/>
                </a:pPr>
                <a:endParaRPr lang="ko-KR" altLang="en-US" sz="800">
                  <a:solidFill>
                    <a:srgbClr val="000000"/>
                  </a:solidFill>
                  <a:latin typeface="돋움" pitchFamily="50" charset="-127"/>
                  <a:ea typeface="돋움" pitchFamily="50" charset="-127"/>
                </a:endParaRPr>
              </a:p>
            </p:txBody>
          </p:sp>
          <p:sp>
            <p:nvSpPr>
              <p:cNvPr id="80" name="Line 77"/>
              <p:cNvSpPr>
                <a:spLocks noChangeShapeType="1"/>
              </p:cNvSpPr>
              <p:nvPr/>
            </p:nvSpPr>
            <p:spPr bwMode="auto">
              <a:xfrm>
                <a:off x="26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1" name="Line 78"/>
              <p:cNvSpPr>
                <a:spLocks noChangeShapeType="1"/>
              </p:cNvSpPr>
              <p:nvPr/>
            </p:nvSpPr>
            <p:spPr bwMode="auto">
              <a:xfrm>
                <a:off x="50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2" name="Line 79"/>
              <p:cNvSpPr>
                <a:spLocks noChangeShapeType="1"/>
              </p:cNvSpPr>
              <p:nvPr/>
            </p:nvSpPr>
            <p:spPr bwMode="auto">
              <a:xfrm>
                <a:off x="74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3" name="Line 80"/>
              <p:cNvSpPr>
                <a:spLocks noChangeShapeType="1"/>
              </p:cNvSpPr>
              <p:nvPr/>
            </p:nvSpPr>
            <p:spPr bwMode="auto">
              <a:xfrm>
                <a:off x="98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4" name="Line 81"/>
              <p:cNvSpPr>
                <a:spLocks noChangeShapeType="1"/>
              </p:cNvSpPr>
              <p:nvPr/>
            </p:nvSpPr>
            <p:spPr bwMode="auto">
              <a:xfrm>
                <a:off x="122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5" name="Line 82"/>
              <p:cNvSpPr>
                <a:spLocks noChangeShapeType="1"/>
              </p:cNvSpPr>
              <p:nvPr/>
            </p:nvSpPr>
            <p:spPr bwMode="auto">
              <a:xfrm>
                <a:off x="146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6" name="Line 83"/>
              <p:cNvSpPr>
                <a:spLocks noChangeShapeType="1"/>
              </p:cNvSpPr>
              <p:nvPr/>
            </p:nvSpPr>
            <p:spPr bwMode="auto">
              <a:xfrm>
                <a:off x="1708" y="0"/>
                <a:ext cx="0" cy="6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87" name="Text Box 84"/>
              <p:cNvSpPr txBox="1">
                <a:spLocks noChangeArrowheads="1"/>
              </p:cNvSpPr>
              <p:nvPr/>
            </p:nvSpPr>
            <p:spPr bwMode="auto">
              <a:xfrm>
                <a:off x="0" y="156"/>
                <a:ext cx="310"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smtClean="0">
                    <a:solidFill>
                      <a:srgbClr val="000000"/>
                    </a:solidFill>
                    <a:latin typeface="Times New Roman" pitchFamily="18" charset="0"/>
                    <a:ea typeface="돋움" pitchFamily="50" charset="-127"/>
                    <a:cs typeface="Times New Roman" pitchFamily="18" charset="0"/>
                  </a:rPr>
                  <a:t>Power</a:t>
                </a:r>
                <a:endParaRPr lang="ko-KR" altLang="en-US" sz="700">
                  <a:solidFill>
                    <a:srgbClr val="000000"/>
                  </a:solidFill>
                  <a:latin typeface="Times New Roman" pitchFamily="18" charset="0"/>
                  <a:ea typeface="돋움" pitchFamily="50" charset="-127"/>
                  <a:cs typeface="Times New Roman" pitchFamily="18" charset="0"/>
                </a:endParaRPr>
              </a:p>
              <a:p>
                <a:pPr algn="ctr" eaLnBrk="1" hangingPunct="1">
                  <a:lnSpc>
                    <a:spcPts val="900"/>
                  </a:lnSpc>
                  <a:spcBef>
                    <a:spcPct val="0"/>
                  </a:spcBef>
                  <a:buFontTx/>
                  <a:buNone/>
                </a:pPr>
                <a:r>
                  <a:rPr lang="en-US" altLang="ko-KR" sz="700">
                    <a:solidFill>
                      <a:srgbClr val="000000"/>
                    </a:solidFill>
                    <a:latin typeface="Times New Roman" pitchFamily="18" charset="0"/>
                    <a:ea typeface="돋움" pitchFamily="50" charset="-127"/>
                    <a:cs typeface="Times New Roman" pitchFamily="18" charset="0"/>
                  </a:rPr>
                  <a:t>UNIT</a:t>
                </a: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88" name="Text Box 86"/>
              <p:cNvSpPr txBox="1">
                <a:spLocks noChangeArrowheads="1"/>
              </p:cNvSpPr>
              <p:nvPr/>
            </p:nvSpPr>
            <p:spPr bwMode="auto">
              <a:xfrm>
                <a:off x="225" y="160"/>
                <a:ext cx="29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spcBef>
                    <a:spcPct val="0"/>
                  </a:spcBef>
                  <a:buFontTx/>
                  <a:buNone/>
                </a:pPr>
                <a:r>
                  <a:rPr lang="en-US" altLang="ko-KR" sz="700">
                    <a:solidFill>
                      <a:srgbClr val="000000"/>
                    </a:solidFill>
                    <a:latin typeface="Times New Roman" pitchFamily="18" charset="0"/>
                    <a:ea typeface="돋움" pitchFamily="50" charset="-127"/>
                    <a:cs typeface="Times New Roman" pitchFamily="18" charset="0"/>
                  </a:rPr>
                  <a:t> CPU</a:t>
                </a: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89" name="Text Box 87"/>
              <p:cNvSpPr txBox="1">
                <a:spLocks noChangeArrowheads="1"/>
              </p:cNvSpPr>
              <p:nvPr/>
            </p:nvSpPr>
            <p:spPr bwMode="auto">
              <a:xfrm>
                <a:off x="478" y="156"/>
                <a:ext cx="29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a:solidFill>
                      <a:srgbClr val="000000"/>
                    </a:solidFill>
                    <a:latin typeface="Times New Roman" pitchFamily="18" charset="0"/>
                    <a:ea typeface="돋움" pitchFamily="50" charset="-127"/>
                    <a:cs typeface="Times New Roman" pitchFamily="18" charset="0"/>
                  </a:rPr>
                  <a:t>QX42</a:t>
                </a:r>
              </a:p>
              <a:p>
                <a:pPr algn="ctr" eaLnBrk="1" hangingPunct="1">
                  <a:lnSpc>
                    <a:spcPts val="900"/>
                  </a:lnSpc>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90" name="Text Box 88"/>
              <p:cNvSpPr txBox="1">
                <a:spLocks noChangeArrowheads="1"/>
              </p:cNvSpPr>
              <p:nvPr/>
            </p:nvSpPr>
            <p:spPr bwMode="auto">
              <a:xfrm>
                <a:off x="731" y="156"/>
                <a:ext cx="29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a:solidFill>
                      <a:srgbClr val="000000"/>
                    </a:solidFill>
                    <a:latin typeface="Times New Roman" pitchFamily="18" charset="0"/>
                    <a:ea typeface="돋움" pitchFamily="50" charset="-127"/>
                    <a:cs typeface="Times New Roman" pitchFamily="18" charset="0"/>
                  </a:rPr>
                  <a:t>QY42</a:t>
                </a:r>
              </a:p>
              <a:p>
                <a:pPr algn="ctr" eaLnBrk="1" hangingPunct="1">
                  <a:lnSpc>
                    <a:spcPts val="900"/>
                  </a:lnSpc>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91" name="Text Box 89"/>
              <p:cNvSpPr txBox="1">
                <a:spLocks noChangeArrowheads="1"/>
              </p:cNvSpPr>
              <p:nvPr/>
            </p:nvSpPr>
            <p:spPr bwMode="auto">
              <a:xfrm>
                <a:off x="967" y="156"/>
                <a:ext cx="297"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smtClean="0">
                    <a:solidFill>
                      <a:srgbClr val="000000"/>
                    </a:solidFill>
                    <a:latin typeface="Times New Roman" pitchFamily="18" charset="0"/>
                    <a:ea typeface="돋움" pitchFamily="50" charset="-127"/>
                    <a:cs typeface="Times New Roman" pitchFamily="18" charset="0"/>
                  </a:rPr>
                  <a:t>QX41</a:t>
                </a: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92" name="Text Box 90"/>
              <p:cNvSpPr txBox="1">
                <a:spLocks noChangeArrowheads="1"/>
              </p:cNvSpPr>
              <p:nvPr/>
            </p:nvSpPr>
            <p:spPr bwMode="auto">
              <a:xfrm>
                <a:off x="1198" y="156"/>
                <a:ext cx="291"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a:solidFill>
                      <a:srgbClr val="000000"/>
                    </a:solidFill>
                    <a:latin typeface="Times New Roman" pitchFamily="18" charset="0"/>
                    <a:ea typeface="돋움" pitchFamily="50" charset="-127"/>
                    <a:cs typeface="Times New Roman" pitchFamily="18" charset="0"/>
                  </a:rPr>
                  <a:t>QY42</a:t>
                </a: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93" name="Text Box 91"/>
              <p:cNvSpPr txBox="1">
                <a:spLocks noChangeArrowheads="1"/>
              </p:cNvSpPr>
              <p:nvPr/>
            </p:nvSpPr>
            <p:spPr bwMode="auto">
              <a:xfrm>
                <a:off x="1406" y="156"/>
                <a:ext cx="35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a:solidFill>
                      <a:srgbClr val="000000"/>
                    </a:solidFill>
                    <a:latin typeface="Times New Roman" pitchFamily="18" charset="0"/>
                    <a:ea typeface="돋움" pitchFamily="50" charset="-127"/>
                    <a:cs typeface="Times New Roman" pitchFamily="18" charset="0"/>
                  </a:rPr>
                  <a:t>Q64AD</a:t>
                </a: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grpSp>
        <p:sp>
          <p:nvSpPr>
            <p:cNvPr id="76" name="Rectangle 75"/>
            <p:cNvSpPr/>
            <p:nvPr/>
          </p:nvSpPr>
          <p:spPr bwMode="auto">
            <a:xfrm>
              <a:off x="6513115" y="2072680"/>
              <a:ext cx="380050" cy="1066800"/>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77" name="Text Box 92"/>
            <p:cNvSpPr txBox="1">
              <a:spLocks noChangeArrowheads="1"/>
            </p:cNvSpPr>
            <p:nvPr/>
          </p:nvSpPr>
          <p:spPr bwMode="auto">
            <a:xfrm>
              <a:off x="6436934" y="2326581"/>
              <a:ext cx="557406"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smtClean="0">
                  <a:solidFill>
                    <a:srgbClr val="000000"/>
                  </a:solidFill>
                  <a:latin typeface="Times New Roman" pitchFamily="18" charset="0"/>
                  <a:ea typeface="돋움" pitchFamily="50" charset="-127"/>
                  <a:cs typeface="Times New Roman" pitchFamily="18" charset="0"/>
                </a:rPr>
                <a:t>QX42</a:t>
              </a:r>
            </a:p>
            <a:p>
              <a:pPr algn="ctr" eaLnBrk="1" hangingPunct="1">
                <a:lnSpc>
                  <a:spcPts val="900"/>
                </a:lnSpc>
                <a:spcBef>
                  <a:spcPct val="0"/>
                </a:spcBef>
                <a:buNone/>
              </a:pPr>
              <a:r>
                <a:rPr lang="en-US" altLang="ko-KR" sz="700">
                  <a:solidFill>
                    <a:srgbClr val="000000"/>
                  </a:solidFill>
                  <a:latin typeface="Times New Roman" pitchFamily="18" charset="0"/>
                  <a:ea typeface="돋움" pitchFamily="50" charset="-127"/>
                  <a:cs typeface="Times New Roman" pitchFamily="18" charset="0"/>
                </a:rPr>
                <a:t>(   </a:t>
              </a:r>
              <a:r>
                <a:rPr lang="en-US" altLang="ko-KR" sz="700" smtClean="0">
                  <a:solidFill>
                    <a:srgbClr val="000000"/>
                  </a:solidFill>
                  <a:latin typeface="Times New Roman" pitchFamily="18" charset="0"/>
                  <a:ea typeface="돋움" pitchFamily="50" charset="-127"/>
                  <a:cs typeface="Times New Roman" pitchFamily="18" charset="0"/>
                </a:rPr>
                <a:t>?  </a:t>
              </a:r>
              <a:r>
                <a:rPr lang="en-US" altLang="ko-KR" sz="700">
                  <a:solidFill>
                    <a:srgbClr val="000000"/>
                  </a:solidFill>
                  <a:latin typeface="Times New Roman" pitchFamily="18" charset="0"/>
                  <a:ea typeface="돋움" pitchFamily="50" charset="-127"/>
                  <a:cs typeface="Times New Roman" pitchFamily="18" charset="0"/>
                </a:rPr>
                <a:t>)</a:t>
              </a:r>
            </a:p>
            <a:p>
              <a:pPr algn="ctr" eaLnBrk="1" hangingPunct="1">
                <a:lnSpc>
                  <a:spcPts val="900"/>
                </a:lnSpc>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lnSpc>
                  <a:spcPts val="900"/>
                </a:lnSpc>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sp>
          <p:nvSpPr>
            <p:cNvPr id="78" name="Text Box 92"/>
            <p:cNvSpPr txBox="1">
              <a:spLocks noChangeArrowheads="1"/>
            </p:cNvSpPr>
            <p:nvPr/>
          </p:nvSpPr>
          <p:spPr bwMode="auto">
            <a:xfrm>
              <a:off x="6039946" y="2286794"/>
              <a:ext cx="557406"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hangingPunct="1">
                <a:lnSpc>
                  <a:spcPts val="900"/>
                </a:lnSpc>
                <a:spcBef>
                  <a:spcPct val="0"/>
                </a:spcBef>
                <a:buFontTx/>
                <a:buNone/>
              </a:pPr>
              <a:r>
                <a:rPr lang="en-US" altLang="ko-KR" sz="700" smtClean="0">
                  <a:solidFill>
                    <a:srgbClr val="000000"/>
                  </a:solidFill>
                  <a:latin typeface="Times New Roman" pitchFamily="18" charset="0"/>
                  <a:ea typeface="돋움" pitchFamily="50" charset="-127"/>
                  <a:cs typeface="Times New Roman" pitchFamily="18" charset="0"/>
                </a:rPr>
                <a:t>Slot trống</a:t>
              </a: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lnSpc>
                  <a:spcPts val="900"/>
                </a:lnSpc>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lnSpc>
                  <a:spcPts val="900"/>
                </a:lnSpc>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a:p>
              <a:pPr algn="ctr" eaLnBrk="1" hangingPunct="1">
                <a:spcBef>
                  <a:spcPct val="0"/>
                </a:spcBef>
                <a:buFontTx/>
                <a:buNone/>
              </a:pPr>
              <a:endParaRPr lang="en-US" altLang="ko-KR" sz="700">
                <a:solidFill>
                  <a:srgbClr val="000000"/>
                </a:solidFill>
                <a:latin typeface="Times New Roman" pitchFamily="18" charset="0"/>
                <a:ea typeface="돋움" pitchFamily="50" charset="-127"/>
                <a:cs typeface="Times New Roman" pitchFamily="18" charset="0"/>
              </a:endParaRPr>
            </a:p>
          </p:txBody>
        </p:sp>
      </p:grpSp>
    </p:spTree>
    <p:extLst>
      <p:ext uri="{BB962C8B-B14F-4D97-AF65-F5344CB8AC3E}">
        <p14:creationId xmlns:p14="http://schemas.microsoft.com/office/powerpoint/2010/main" val="1247135120"/>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itchFamily="18" charset="0"/>
              <a:cs typeface="Times New Roman" pitchFamily="18" charset="0"/>
            </a:endParaRPr>
          </a:p>
        </p:txBody>
      </p:sp>
      <p:sp>
        <p:nvSpPr>
          <p:cNvPr id="5124" name="Rectangle 7"/>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0"/>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32. </a:t>
            </a:r>
            <a:r>
              <a:rPr lang="en-US" altLang="ko-KR" sz="900">
                <a:latin typeface="Times New Roman" pitchFamily="18" charset="0"/>
                <a:ea typeface="돋움" pitchFamily="50" charset="-127"/>
                <a:cs typeface="Times New Roman" pitchFamily="18" charset="0"/>
              </a:rPr>
              <a:t>Đâu không phải tín hiệu đầu vào Analog</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① Số lần quay Motor</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a:t>
            </a:r>
            <a:r>
              <a:rPr lang="en-US" altLang="ko-KR" sz="900">
                <a:latin typeface="Times New Roman" pitchFamily="18" charset="0"/>
                <a:ea typeface="돋움" pitchFamily="50" charset="-127"/>
                <a:cs typeface="Times New Roman" pitchFamily="18" charset="0"/>
              </a:rPr>
              <a:t>Nhiệt độ</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Lưu lượng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Điện áp</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33. </a:t>
            </a:r>
            <a:r>
              <a:rPr lang="en-US" altLang="ko-KR" sz="900">
                <a:latin typeface="Times New Roman" pitchFamily="18" charset="0"/>
                <a:ea typeface="돋움" pitchFamily="50" charset="-127"/>
                <a:cs typeface="Times New Roman" pitchFamily="18" charset="0"/>
              </a:rPr>
              <a:t>Chương trình nào được sử dụng trong trường hợp không cần thực hiện Scan sau mỗi lần, chẳng hạn như in từ máy in</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Program thực thi ban đầu</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a:t>
            </a:r>
            <a:r>
              <a:rPr lang="en-US" altLang="ko-KR" sz="900">
                <a:latin typeface="Times New Roman" pitchFamily="18" charset="0"/>
                <a:ea typeface="돋움" pitchFamily="50" charset="-127"/>
                <a:cs typeface="Times New Roman" pitchFamily="18" charset="0"/>
              </a:rPr>
              <a:t>Program thực thi Scan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Program thực thi tốc độ thấp</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Program dạng chờ</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34. </a:t>
            </a:r>
            <a:r>
              <a:rPr lang="en-US" altLang="ko-KR" sz="900">
                <a:latin typeface="Times New Roman" pitchFamily="18" charset="0"/>
                <a:ea typeface="돋움" pitchFamily="50" charset="-127"/>
                <a:cs typeface="Times New Roman" pitchFamily="18" charset="0"/>
              </a:rPr>
              <a:t>Câu nào giải thích sai về Unit đầu ra, đầu vào Analog</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Các đại lượng vật lý thay đổi liên tục như điện áp, dòng điện, nhiệt độ, áp suất, tốc độ dòng chảy…được gọi là giá trị Analog</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a:t>
            </a:r>
            <a:r>
              <a:rPr lang="en-US" altLang="ko-KR" sz="900">
                <a:latin typeface="Times New Roman" pitchFamily="18" charset="0"/>
                <a:ea typeface="돋움" pitchFamily="50" charset="-127"/>
                <a:cs typeface="Times New Roman" pitchFamily="18" charset="0"/>
              </a:rPr>
              <a:t> Để có đầu ra tín hiệu Analog đến thiết bị máy giống như Motor tín hiệu kỹ thuật số của CPU được chuyển đổi thành tín hiệu Analog và xuất ra.</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Giá trị Analog thay đổi liên tục theo thời gian.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④ Tín hiệu Analog có thể được đưa vào dưới dạng ON/OFF tới CPU của thiết bị kỹ thuật số giống như PLC.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35. Chọn đáp án đúng với điều kiện dưới đây.</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Chuyển đổi số thập lục phân A37 thành BCD (Số thập phân được mã hóa nhị phân)</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0011 0100 0011 1010    ② 0000 1001 0011 0111     </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③ 0010 0110 0001 0101    </a:t>
            </a:r>
            <a:r>
              <a:rPr lang="en-US" altLang="ko-KR" sz="900">
                <a:latin typeface="Times New Roman" pitchFamily="18" charset="0"/>
                <a:ea typeface="돋움" pitchFamily="50" charset="-127"/>
                <a:cs typeface="Times New Roman" pitchFamily="18" charset="0"/>
              </a:rPr>
              <a:t>④ 0001 1100 0110 0110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36</a:t>
            </a:r>
            <a:r>
              <a:rPr lang="vi-VN"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Chọn câu sai khi giải thích về tiếp điểm C</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① Là tiếp điểm có thể hoàn chuyển tiếp điểm khởi động giữa tiếp điểm A và tiếp điểm B                                                     </a:t>
            </a:r>
          </a:p>
          <a:p>
            <a:pPr eaLnBrk="1" hangingPunct="1">
              <a:spcBef>
                <a:spcPct val="0"/>
              </a:spcBef>
              <a:buFontTx/>
              <a:buNone/>
            </a:pPr>
            <a:r>
              <a:rPr lang="en-US" altLang="ko-KR" sz="900" b="1" smtClean="0">
                <a:solidFill>
                  <a:srgbClr val="FF0000"/>
                </a:solidFill>
                <a:latin typeface="Times New Roman" pitchFamily="18" charset="0"/>
                <a:ea typeface="돋움" pitchFamily="50" charset="-127"/>
                <a:cs typeface="Times New Roman" pitchFamily="18" charset="0"/>
              </a:rPr>
              <a:t>② Khi dòng điện chạy vào cuộn cảm của Relay điện tử, tiếp điểm cố định tách khỏi tiếp điểm B của tiếp điểm hoạt động và tiếp xúc với tiếp điểm A.</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③ Còn được gọi là Transfer Contact.                                                    </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④ Là cấu trúc đại diện của relay điện tử, tiếp điểm tiếp xúc với tiếp điểm B tiếp điểm hoạt động ban đầu</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37. </a:t>
            </a:r>
            <a:r>
              <a:rPr lang="en-US" altLang="ko-KR" sz="900" smtClean="0">
                <a:latin typeface="Times New Roman" pitchFamily="18" charset="0"/>
                <a:ea typeface="돋움" pitchFamily="50" charset="-127"/>
                <a:cs typeface="Times New Roman" pitchFamily="18" charset="0"/>
              </a:rPr>
              <a:t>X1 mà ON thì giá trị hiện tại của COUNT trước khi RST COUNT là bao nhiêu</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K4</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② K5               </a:t>
            </a:r>
            <a:r>
              <a:rPr lang="en-US" altLang="ko-KR" sz="900" smtClean="0">
                <a:latin typeface="Times New Roman" pitchFamily="18" charset="0"/>
                <a:ea typeface="돋움" pitchFamily="50" charset="-127"/>
                <a:cs typeface="Times New Roman" pitchFamily="18" charset="0"/>
              </a:rPr>
              <a:t>③ K6              ④ K7</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p:txBody>
      </p:sp>
      <p:sp>
        <p:nvSpPr>
          <p:cNvPr id="5125" name="Rectangle 8"/>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p:txBody>
      </p:sp>
      <p:grpSp>
        <p:nvGrpSpPr>
          <p:cNvPr id="2" name="Group 1"/>
          <p:cNvGrpSpPr/>
          <p:nvPr/>
        </p:nvGrpSpPr>
        <p:grpSpPr>
          <a:xfrm>
            <a:off x="533400" y="7696200"/>
            <a:ext cx="2445928" cy="796940"/>
            <a:chOff x="-243408" y="6249144"/>
            <a:chExt cx="3300504" cy="1295400"/>
          </a:xfrm>
        </p:grpSpPr>
        <p:pic>
          <p:nvPicPr>
            <p:cNvPr id="205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66255"/>
            <a:stretch/>
          </p:blipFill>
          <p:spPr bwMode="auto">
            <a:xfrm>
              <a:off x="980728" y="6249144"/>
              <a:ext cx="2076368"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r="78330"/>
            <a:stretch/>
          </p:blipFill>
          <p:spPr bwMode="auto">
            <a:xfrm>
              <a:off x="-243408" y="6249144"/>
              <a:ext cx="133337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 name="Rectangle 3"/>
          <p:cNvSpPr/>
          <p:nvPr/>
        </p:nvSpPr>
        <p:spPr>
          <a:xfrm>
            <a:off x="3456384" y="849740"/>
            <a:ext cx="3096816" cy="4939814"/>
          </a:xfrm>
          <a:prstGeom prst="rect">
            <a:avLst/>
          </a:prstGeom>
          <a:ln w="9525">
            <a:noFill/>
          </a:ln>
        </p:spPr>
        <p:txBody>
          <a:bodyPr wrap="square">
            <a:spAutoFit/>
          </a:bodyPr>
          <a:lstStyle/>
          <a:p>
            <a:r>
              <a:rPr lang="vi-VN" altLang="ko-KR" sz="900">
                <a:latin typeface="Times New Roman" pitchFamily="18" charset="0"/>
                <a:cs typeface="Times New Roman" pitchFamily="18" charset="0"/>
              </a:rPr>
              <a:t>38. </a:t>
            </a:r>
            <a:r>
              <a:rPr lang="en-US" altLang="ko-KR" sz="900">
                <a:latin typeface="Times New Roman" pitchFamily="18" charset="0"/>
                <a:cs typeface="Times New Roman" pitchFamily="18" charset="0"/>
              </a:rPr>
              <a:t>Chọn đáp án đúng về Time Chart hoạt động của mạch điện Ladder dưới đây?</a:t>
            </a: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r>
              <a:rPr lang="vi-VN" altLang="ko-KR" sz="900">
                <a:latin typeface="Times New Roman" pitchFamily="18" charset="0"/>
                <a:cs typeface="Times New Roman" pitchFamily="18" charset="0"/>
              </a:rPr>
              <a:t>① </a:t>
            </a:r>
            <a:r>
              <a:rPr lang="en-US" altLang="ko-KR" sz="900" smtClean="0">
                <a:latin typeface="Times New Roman" pitchFamily="18" charset="0"/>
                <a:cs typeface="Times New Roman" pitchFamily="18" charset="0"/>
              </a:rPr>
              <a:t>                                                  </a:t>
            </a:r>
            <a:r>
              <a:rPr lang="vi-VN" altLang="ko-KR" sz="900" smtClean="0">
                <a:latin typeface="Times New Roman" pitchFamily="18" charset="0"/>
                <a:cs typeface="Times New Roman" pitchFamily="18" charset="0"/>
              </a:rPr>
              <a:t>②</a:t>
            </a:r>
            <a:endParaRPr lang="en-US" altLang="ko-KR" sz="900" smtClean="0">
              <a:latin typeface="Times New Roman" pitchFamily="18" charset="0"/>
              <a:cs typeface="Times New Roman" pitchFamily="18" charset="0"/>
            </a:endParaRPr>
          </a:p>
          <a:p>
            <a:endParaRPr lang="en-US" altLang="ko-KR" sz="900" smtClean="0">
              <a:solidFill>
                <a:srgbClr val="FF0000"/>
              </a:solidFill>
              <a:latin typeface="Times New Roman" pitchFamily="18" charset="0"/>
              <a:cs typeface="Times New Roman" pitchFamily="18" charset="0"/>
            </a:endParaRPr>
          </a:p>
          <a:p>
            <a:endParaRPr lang="en-US" altLang="ko-KR" sz="900">
              <a:solidFill>
                <a:srgbClr val="FF0000"/>
              </a:solidFill>
              <a:latin typeface="Times New Roman" pitchFamily="18" charset="0"/>
              <a:cs typeface="Times New Roman" pitchFamily="18" charset="0"/>
            </a:endParaRPr>
          </a:p>
          <a:p>
            <a:endParaRPr lang="en-US" altLang="ko-KR" sz="900" smtClean="0">
              <a:solidFill>
                <a:srgbClr val="FF0000"/>
              </a:solidFill>
              <a:latin typeface="Times New Roman" pitchFamily="18" charset="0"/>
              <a:cs typeface="Times New Roman" pitchFamily="18" charset="0"/>
            </a:endParaRPr>
          </a:p>
          <a:p>
            <a:endParaRPr lang="en-US" altLang="ko-KR" sz="900">
              <a:solidFill>
                <a:srgbClr val="FF0000"/>
              </a:solidFill>
              <a:latin typeface="Times New Roman" pitchFamily="18" charset="0"/>
              <a:cs typeface="Times New Roman" pitchFamily="18" charset="0"/>
            </a:endParaRPr>
          </a:p>
          <a:p>
            <a:endParaRPr lang="en-US" altLang="ko-KR" sz="900" smtClean="0">
              <a:solidFill>
                <a:srgbClr val="FF0000"/>
              </a:solidFill>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r>
              <a:rPr lang="vi-VN" altLang="ko-KR" sz="900" smtClean="0">
                <a:latin typeface="Times New Roman" pitchFamily="18" charset="0"/>
                <a:cs typeface="Times New Roman" pitchFamily="18" charset="0"/>
              </a:rPr>
              <a:t>③</a:t>
            </a:r>
            <a:r>
              <a:rPr lang="en-US" altLang="ko-KR" sz="900" smtClean="0">
                <a:latin typeface="Times New Roman" pitchFamily="18" charset="0"/>
                <a:cs typeface="Times New Roman" pitchFamily="18" charset="0"/>
              </a:rPr>
              <a:t>                                                   </a:t>
            </a:r>
            <a:r>
              <a:rPr lang="vi-VN" altLang="ko-KR" sz="900" b="1" smtClean="0">
                <a:solidFill>
                  <a:srgbClr val="FF0000"/>
                </a:solidFill>
                <a:latin typeface="Times New Roman" pitchFamily="18" charset="0"/>
                <a:cs typeface="Times New Roman" pitchFamily="18" charset="0"/>
              </a:rPr>
              <a:t>④</a:t>
            </a:r>
            <a:endParaRPr lang="en-US" altLang="ko-KR" sz="900" b="1">
              <a:solidFill>
                <a:srgbClr val="FF0000"/>
              </a:solidFill>
              <a:latin typeface="Times New Roman" pitchFamily="18" charset="0"/>
              <a:cs typeface="Times New Roman" pitchFamily="18" charset="0"/>
            </a:endParaRP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endParaRPr lang="en-US" altLang="ko-KR" sz="900" smtClean="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r>
              <a:rPr lang="vi-VN" altLang="ko-KR" sz="900">
                <a:latin typeface="Times New Roman" pitchFamily="18" charset="0"/>
                <a:cs typeface="Times New Roman" pitchFamily="18" charset="0"/>
              </a:rPr>
              <a:t>39. </a:t>
            </a:r>
            <a:r>
              <a:rPr lang="en-US" altLang="ko-KR" sz="900">
                <a:latin typeface="Times New Roman" pitchFamily="18" charset="0"/>
                <a:cs typeface="Times New Roman" pitchFamily="18" charset="0"/>
              </a:rPr>
              <a:t>Khi điều kiện đầu vào ON-&gt;OFF, mệnh lệnh nào ở đầu ra được ON chỉ trong 1 SCAN time?</a:t>
            </a:r>
          </a:p>
          <a:p>
            <a:endParaRPr lang="en-US" altLang="ko-KR" sz="900">
              <a:latin typeface="Times New Roman" pitchFamily="18" charset="0"/>
              <a:cs typeface="Times New Roman" pitchFamily="18" charset="0"/>
            </a:endParaRPr>
          </a:p>
          <a:p>
            <a:r>
              <a:rPr lang="en-US" altLang="ko-KR" sz="900">
                <a:latin typeface="Times New Roman" pitchFamily="18" charset="0"/>
                <a:cs typeface="Times New Roman" pitchFamily="18" charset="0"/>
              </a:rPr>
              <a:t>① PLS   </a:t>
            </a:r>
            <a:r>
              <a:rPr lang="en-US" altLang="ko-KR" sz="900" b="1">
                <a:solidFill>
                  <a:srgbClr val="FF0000"/>
                </a:solidFill>
                <a:latin typeface="Times New Roman" pitchFamily="18" charset="0"/>
                <a:cs typeface="Times New Roman" pitchFamily="18" charset="0"/>
              </a:rPr>
              <a:t>② PLF   </a:t>
            </a:r>
            <a:r>
              <a:rPr lang="en-US" altLang="ko-KR" sz="900">
                <a:latin typeface="Times New Roman" pitchFamily="18" charset="0"/>
                <a:cs typeface="Times New Roman" pitchFamily="18" charset="0"/>
              </a:rPr>
              <a:t>③ FF   ④ SET</a:t>
            </a:r>
          </a:p>
          <a:p>
            <a:endParaRPr lang="en-US" altLang="ko-KR" sz="900">
              <a:latin typeface="Times New Roman" pitchFamily="18" charset="0"/>
              <a:cs typeface="Times New Roman" pitchFamily="18" charset="0"/>
            </a:endParaRPr>
          </a:p>
          <a:p>
            <a:endParaRPr lang="en-US" altLang="ko-KR" sz="900">
              <a:latin typeface="Times New Roman" pitchFamily="18" charset="0"/>
              <a:cs typeface="Times New Roman" pitchFamily="18" charset="0"/>
            </a:endParaRPr>
          </a:p>
          <a:p>
            <a:r>
              <a:rPr lang="pt-BR" altLang="ko-KR" sz="900">
                <a:latin typeface="Times New Roman" pitchFamily="18" charset="0"/>
                <a:cs typeface="Times New Roman" pitchFamily="18" charset="0"/>
              </a:rPr>
              <a:t>40. Dữ liệu nào không phải Word Device?</a:t>
            </a:r>
          </a:p>
          <a:p>
            <a:endParaRPr lang="pt-BR" altLang="ko-KR" sz="900">
              <a:latin typeface="Times New Roman" pitchFamily="18" charset="0"/>
              <a:cs typeface="Times New Roman" pitchFamily="18" charset="0"/>
            </a:endParaRPr>
          </a:p>
          <a:p>
            <a:r>
              <a:rPr lang="pt-BR" altLang="ko-KR" sz="900">
                <a:latin typeface="Times New Roman" pitchFamily="18" charset="0"/>
                <a:cs typeface="Times New Roman" pitchFamily="18" charset="0"/>
              </a:rPr>
              <a:t>① D          ② T          ③ R          </a:t>
            </a:r>
            <a:r>
              <a:rPr lang="pt-BR" altLang="ko-KR" sz="900" b="1">
                <a:solidFill>
                  <a:srgbClr val="FF0000"/>
                </a:solidFill>
                <a:latin typeface="Times New Roman" pitchFamily="18" charset="0"/>
                <a:cs typeface="Times New Roman" pitchFamily="18" charset="0"/>
              </a:rPr>
              <a:t>④ S</a:t>
            </a:r>
            <a:endParaRPr lang="en-US" altLang="ko-KR" sz="900" b="1">
              <a:solidFill>
                <a:srgbClr val="FF0000"/>
              </a:solidFill>
              <a:latin typeface="Times New Roman" pitchFamily="18" charset="0"/>
              <a:cs typeface="Times New Roman" pitchFamily="18" charset="0"/>
            </a:endParaRPr>
          </a:p>
        </p:txBody>
      </p:sp>
      <p:grpSp>
        <p:nvGrpSpPr>
          <p:cNvPr id="5" name="Group 4"/>
          <p:cNvGrpSpPr/>
          <p:nvPr/>
        </p:nvGrpSpPr>
        <p:grpSpPr>
          <a:xfrm>
            <a:off x="3789040" y="1248554"/>
            <a:ext cx="2448272" cy="877914"/>
            <a:chOff x="376238" y="4291013"/>
            <a:chExt cx="2674201" cy="1323975"/>
          </a:xfrm>
        </p:grpSpPr>
        <p:pic>
          <p:nvPicPr>
            <p:cNvPr id="2051"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r="78725"/>
            <a:stretch/>
          </p:blipFill>
          <p:spPr bwMode="auto">
            <a:xfrm>
              <a:off x="376238" y="4291013"/>
              <a:ext cx="1298943" cy="1323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77048" r="187"/>
            <a:stretch/>
          </p:blipFill>
          <p:spPr bwMode="auto">
            <a:xfrm>
              <a:off x="1660551" y="4291013"/>
              <a:ext cx="1389888" cy="1323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 name="Freeform 5"/>
          <p:cNvSpPr/>
          <p:nvPr/>
        </p:nvSpPr>
        <p:spPr bwMode="auto">
          <a:xfrm>
            <a:off x="3716122" y="2356620"/>
            <a:ext cx="1002182" cy="128298"/>
          </a:xfrm>
          <a:custGeom>
            <a:avLst/>
            <a:gdLst>
              <a:gd name="connsiteX0" fmla="*/ 0 w 1002182"/>
              <a:gd name="connsiteY0" fmla="*/ 131673 h 138989"/>
              <a:gd name="connsiteX1" fmla="*/ 299923 w 1002182"/>
              <a:gd name="connsiteY1" fmla="*/ 131673 h 138989"/>
              <a:gd name="connsiteX2" fmla="*/ 299923 w 1002182"/>
              <a:gd name="connsiteY2" fmla="*/ 0 h 138989"/>
              <a:gd name="connsiteX3" fmla="*/ 351129 w 1002182"/>
              <a:gd name="connsiteY3" fmla="*/ 0 h 138989"/>
              <a:gd name="connsiteX4" fmla="*/ 351129 w 1002182"/>
              <a:gd name="connsiteY4" fmla="*/ 138989 h 138989"/>
              <a:gd name="connsiteX5" fmla="*/ 1002182 w 1002182"/>
              <a:gd name="connsiteY5" fmla="*/ 138989 h 13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2182" h="138989">
                <a:moveTo>
                  <a:pt x="0" y="131673"/>
                </a:moveTo>
                <a:lnTo>
                  <a:pt x="299923" y="131673"/>
                </a:lnTo>
                <a:lnTo>
                  <a:pt x="299923" y="0"/>
                </a:lnTo>
                <a:lnTo>
                  <a:pt x="351129" y="0"/>
                </a:lnTo>
                <a:lnTo>
                  <a:pt x="351129" y="138989"/>
                </a:lnTo>
                <a:lnTo>
                  <a:pt x="1002182" y="138989"/>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8" name="Freeform 7"/>
          <p:cNvSpPr/>
          <p:nvPr/>
        </p:nvSpPr>
        <p:spPr bwMode="auto">
          <a:xfrm>
            <a:off x="3716123" y="2545690"/>
            <a:ext cx="994867" cy="94535"/>
          </a:xfrm>
          <a:custGeom>
            <a:avLst/>
            <a:gdLst>
              <a:gd name="connsiteX0" fmla="*/ 0 w 994867"/>
              <a:gd name="connsiteY0" fmla="*/ 102413 h 102413"/>
              <a:gd name="connsiteX1" fmla="*/ 299923 w 994867"/>
              <a:gd name="connsiteY1" fmla="*/ 102413 h 102413"/>
              <a:gd name="connsiteX2" fmla="*/ 299923 w 994867"/>
              <a:gd name="connsiteY2" fmla="*/ 0 h 102413"/>
              <a:gd name="connsiteX3" fmla="*/ 797356 w 994867"/>
              <a:gd name="connsiteY3" fmla="*/ 0 h 102413"/>
              <a:gd name="connsiteX4" fmla="*/ 797356 w 994867"/>
              <a:gd name="connsiteY4" fmla="*/ 102413 h 102413"/>
              <a:gd name="connsiteX5" fmla="*/ 994867 w 994867"/>
              <a:gd name="connsiteY5" fmla="*/ 102413 h 10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4867" h="102413">
                <a:moveTo>
                  <a:pt x="0" y="102413"/>
                </a:moveTo>
                <a:lnTo>
                  <a:pt x="299923" y="102413"/>
                </a:lnTo>
                <a:lnTo>
                  <a:pt x="299923" y="0"/>
                </a:lnTo>
                <a:lnTo>
                  <a:pt x="797356" y="0"/>
                </a:lnTo>
                <a:lnTo>
                  <a:pt x="797356" y="102413"/>
                </a:lnTo>
                <a:lnTo>
                  <a:pt x="994867" y="102413"/>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9" name="Freeform 8"/>
          <p:cNvSpPr/>
          <p:nvPr/>
        </p:nvSpPr>
        <p:spPr bwMode="auto">
          <a:xfrm>
            <a:off x="3708806" y="3146662"/>
            <a:ext cx="972922" cy="148555"/>
          </a:xfrm>
          <a:custGeom>
            <a:avLst/>
            <a:gdLst>
              <a:gd name="connsiteX0" fmla="*/ 0 w 972922"/>
              <a:gd name="connsiteY0" fmla="*/ 146304 h 160935"/>
              <a:gd name="connsiteX1" fmla="*/ 314554 w 972922"/>
              <a:gd name="connsiteY1" fmla="*/ 146304 h 160935"/>
              <a:gd name="connsiteX2" fmla="*/ 314554 w 972922"/>
              <a:gd name="connsiteY2" fmla="*/ 0 h 160935"/>
              <a:gd name="connsiteX3" fmla="*/ 373076 w 972922"/>
              <a:gd name="connsiteY3" fmla="*/ 0 h 160935"/>
              <a:gd name="connsiteX4" fmla="*/ 373076 w 972922"/>
              <a:gd name="connsiteY4" fmla="*/ 160935 h 160935"/>
              <a:gd name="connsiteX5" fmla="*/ 972922 w 972922"/>
              <a:gd name="connsiteY5" fmla="*/ 160935 h 16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922" h="160935">
                <a:moveTo>
                  <a:pt x="0" y="146304"/>
                </a:moveTo>
                <a:lnTo>
                  <a:pt x="314554" y="146304"/>
                </a:lnTo>
                <a:lnTo>
                  <a:pt x="314554" y="0"/>
                </a:lnTo>
                <a:lnTo>
                  <a:pt x="373076" y="0"/>
                </a:lnTo>
                <a:lnTo>
                  <a:pt x="373076" y="160935"/>
                </a:lnTo>
                <a:lnTo>
                  <a:pt x="972922" y="160935"/>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0" name="Freeform 9"/>
          <p:cNvSpPr/>
          <p:nvPr/>
        </p:nvSpPr>
        <p:spPr bwMode="auto">
          <a:xfrm>
            <a:off x="3701492" y="3342485"/>
            <a:ext cx="1002183" cy="141802"/>
          </a:xfrm>
          <a:custGeom>
            <a:avLst/>
            <a:gdLst>
              <a:gd name="connsiteX0" fmla="*/ 0 w 1002183"/>
              <a:gd name="connsiteY0" fmla="*/ 146304 h 153619"/>
              <a:gd name="connsiteX1" fmla="*/ 665683 w 1002183"/>
              <a:gd name="connsiteY1" fmla="*/ 146304 h 153619"/>
              <a:gd name="connsiteX2" fmla="*/ 665683 w 1002183"/>
              <a:gd name="connsiteY2" fmla="*/ 0 h 153619"/>
              <a:gd name="connsiteX3" fmla="*/ 1002183 w 1002183"/>
              <a:gd name="connsiteY3" fmla="*/ 0 h 153619"/>
              <a:gd name="connsiteX4" fmla="*/ 1002183 w 1002183"/>
              <a:gd name="connsiteY4" fmla="*/ 153619 h 15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183" h="153619">
                <a:moveTo>
                  <a:pt x="0" y="146304"/>
                </a:moveTo>
                <a:lnTo>
                  <a:pt x="665683" y="146304"/>
                </a:lnTo>
                <a:lnTo>
                  <a:pt x="665683" y="0"/>
                </a:lnTo>
                <a:lnTo>
                  <a:pt x="1002183" y="0"/>
                </a:lnTo>
                <a:lnTo>
                  <a:pt x="1002183" y="153619"/>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1" name="Freeform 10"/>
          <p:cNvSpPr/>
          <p:nvPr/>
        </p:nvSpPr>
        <p:spPr bwMode="auto">
          <a:xfrm>
            <a:off x="5230368" y="2363373"/>
            <a:ext cx="972922" cy="108040"/>
          </a:xfrm>
          <a:custGeom>
            <a:avLst/>
            <a:gdLst>
              <a:gd name="connsiteX0" fmla="*/ 0 w 972922"/>
              <a:gd name="connsiteY0" fmla="*/ 117043 h 117043"/>
              <a:gd name="connsiteX1" fmla="*/ 263347 w 972922"/>
              <a:gd name="connsiteY1" fmla="*/ 117043 h 117043"/>
              <a:gd name="connsiteX2" fmla="*/ 263347 w 972922"/>
              <a:gd name="connsiteY2" fmla="*/ 0 h 117043"/>
              <a:gd name="connsiteX3" fmla="*/ 329184 w 972922"/>
              <a:gd name="connsiteY3" fmla="*/ 0 h 117043"/>
              <a:gd name="connsiteX4" fmla="*/ 329184 w 972922"/>
              <a:gd name="connsiteY4" fmla="*/ 117043 h 117043"/>
              <a:gd name="connsiteX5" fmla="*/ 972922 w 972922"/>
              <a:gd name="connsiteY5" fmla="*/ 117043 h 1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922" h="117043">
                <a:moveTo>
                  <a:pt x="0" y="117043"/>
                </a:moveTo>
                <a:lnTo>
                  <a:pt x="263347" y="117043"/>
                </a:lnTo>
                <a:lnTo>
                  <a:pt x="263347" y="0"/>
                </a:lnTo>
                <a:lnTo>
                  <a:pt x="329184" y="0"/>
                </a:lnTo>
                <a:lnTo>
                  <a:pt x="329184" y="117043"/>
                </a:lnTo>
                <a:lnTo>
                  <a:pt x="972922" y="117043"/>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3" name="Freeform 12"/>
          <p:cNvSpPr/>
          <p:nvPr/>
        </p:nvSpPr>
        <p:spPr bwMode="auto">
          <a:xfrm>
            <a:off x="5230369" y="2518680"/>
            <a:ext cx="980237" cy="101287"/>
          </a:xfrm>
          <a:custGeom>
            <a:avLst/>
            <a:gdLst>
              <a:gd name="connsiteX0" fmla="*/ 0 w 980237"/>
              <a:gd name="connsiteY0" fmla="*/ 109728 h 109728"/>
              <a:gd name="connsiteX1" fmla="*/ 526694 w 980237"/>
              <a:gd name="connsiteY1" fmla="*/ 109728 h 109728"/>
              <a:gd name="connsiteX2" fmla="*/ 526694 w 980237"/>
              <a:gd name="connsiteY2" fmla="*/ 0 h 109728"/>
              <a:gd name="connsiteX3" fmla="*/ 980237 w 980237"/>
              <a:gd name="connsiteY3" fmla="*/ 0 h 109728"/>
            </a:gdLst>
            <a:ahLst/>
            <a:cxnLst>
              <a:cxn ang="0">
                <a:pos x="connsiteX0" y="connsiteY0"/>
              </a:cxn>
              <a:cxn ang="0">
                <a:pos x="connsiteX1" y="connsiteY1"/>
              </a:cxn>
              <a:cxn ang="0">
                <a:pos x="connsiteX2" y="connsiteY2"/>
              </a:cxn>
              <a:cxn ang="0">
                <a:pos x="connsiteX3" y="connsiteY3"/>
              </a:cxn>
            </a:cxnLst>
            <a:rect l="l" t="t" r="r" b="b"/>
            <a:pathLst>
              <a:path w="980237" h="109728">
                <a:moveTo>
                  <a:pt x="0" y="109728"/>
                </a:moveTo>
                <a:lnTo>
                  <a:pt x="526694" y="109728"/>
                </a:lnTo>
                <a:lnTo>
                  <a:pt x="526694" y="0"/>
                </a:lnTo>
                <a:lnTo>
                  <a:pt x="980237" y="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20" name="Freeform 19"/>
          <p:cNvSpPr/>
          <p:nvPr/>
        </p:nvSpPr>
        <p:spPr bwMode="auto">
          <a:xfrm>
            <a:off x="5264390" y="3175096"/>
            <a:ext cx="972922" cy="108040"/>
          </a:xfrm>
          <a:custGeom>
            <a:avLst/>
            <a:gdLst>
              <a:gd name="connsiteX0" fmla="*/ 0 w 972922"/>
              <a:gd name="connsiteY0" fmla="*/ 117043 h 117043"/>
              <a:gd name="connsiteX1" fmla="*/ 263347 w 972922"/>
              <a:gd name="connsiteY1" fmla="*/ 117043 h 117043"/>
              <a:gd name="connsiteX2" fmla="*/ 263347 w 972922"/>
              <a:gd name="connsiteY2" fmla="*/ 0 h 117043"/>
              <a:gd name="connsiteX3" fmla="*/ 329184 w 972922"/>
              <a:gd name="connsiteY3" fmla="*/ 0 h 117043"/>
              <a:gd name="connsiteX4" fmla="*/ 329184 w 972922"/>
              <a:gd name="connsiteY4" fmla="*/ 117043 h 117043"/>
              <a:gd name="connsiteX5" fmla="*/ 972922 w 972922"/>
              <a:gd name="connsiteY5" fmla="*/ 117043 h 1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922" h="117043">
                <a:moveTo>
                  <a:pt x="0" y="117043"/>
                </a:moveTo>
                <a:lnTo>
                  <a:pt x="263347" y="117043"/>
                </a:lnTo>
                <a:lnTo>
                  <a:pt x="263347" y="0"/>
                </a:lnTo>
                <a:lnTo>
                  <a:pt x="329184" y="0"/>
                </a:lnTo>
                <a:lnTo>
                  <a:pt x="329184" y="117043"/>
                </a:lnTo>
                <a:lnTo>
                  <a:pt x="972922" y="117043"/>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21" name="Freeform 20"/>
          <p:cNvSpPr/>
          <p:nvPr/>
        </p:nvSpPr>
        <p:spPr bwMode="auto">
          <a:xfrm>
            <a:off x="5242446" y="3333989"/>
            <a:ext cx="994867" cy="94535"/>
          </a:xfrm>
          <a:custGeom>
            <a:avLst/>
            <a:gdLst>
              <a:gd name="connsiteX0" fmla="*/ 0 w 994867"/>
              <a:gd name="connsiteY0" fmla="*/ 102413 h 102413"/>
              <a:gd name="connsiteX1" fmla="*/ 299923 w 994867"/>
              <a:gd name="connsiteY1" fmla="*/ 102413 h 102413"/>
              <a:gd name="connsiteX2" fmla="*/ 299923 w 994867"/>
              <a:gd name="connsiteY2" fmla="*/ 0 h 102413"/>
              <a:gd name="connsiteX3" fmla="*/ 797356 w 994867"/>
              <a:gd name="connsiteY3" fmla="*/ 0 h 102413"/>
              <a:gd name="connsiteX4" fmla="*/ 797356 w 994867"/>
              <a:gd name="connsiteY4" fmla="*/ 102413 h 102413"/>
              <a:gd name="connsiteX5" fmla="*/ 994867 w 994867"/>
              <a:gd name="connsiteY5" fmla="*/ 102413 h 10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4867" h="102413">
                <a:moveTo>
                  <a:pt x="0" y="102413"/>
                </a:moveTo>
                <a:lnTo>
                  <a:pt x="299923" y="102413"/>
                </a:lnTo>
                <a:lnTo>
                  <a:pt x="299923" y="0"/>
                </a:lnTo>
                <a:lnTo>
                  <a:pt x="797356" y="0"/>
                </a:lnTo>
                <a:lnTo>
                  <a:pt x="797356" y="102413"/>
                </a:lnTo>
                <a:lnTo>
                  <a:pt x="994867" y="102413"/>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22" name="Rectangle 21"/>
          <p:cNvSpPr/>
          <p:nvPr/>
        </p:nvSpPr>
        <p:spPr>
          <a:xfrm>
            <a:off x="3933056" y="2604942"/>
            <a:ext cx="327334" cy="215444"/>
          </a:xfrm>
          <a:prstGeom prst="rect">
            <a:avLst/>
          </a:prstGeom>
        </p:spPr>
        <p:txBody>
          <a:bodyPr wrap="none">
            <a:spAutoFit/>
          </a:bodyPr>
          <a:lstStyle/>
          <a:p>
            <a:r>
              <a:rPr lang="en-US" sz="800" smtClean="0">
                <a:latin typeface="Times New Roman" pitchFamily="18" charset="0"/>
                <a:cs typeface="Times New Roman" pitchFamily="18" charset="0"/>
              </a:rPr>
              <a:t>10s</a:t>
            </a:r>
            <a:endParaRPr lang="en-US" sz="800"/>
          </a:p>
        </p:txBody>
      </p:sp>
      <p:sp>
        <p:nvSpPr>
          <p:cNvPr id="24" name="Rectangle 23"/>
          <p:cNvSpPr/>
          <p:nvPr/>
        </p:nvSpPr>
        <p:spPr>
          <a:xfrm>
            <a:off x="5402476" y="2590383"/>
            <a:ext cx="276038" cy="215444"/>
          </a:xfrm>
          <a:prstGeom prst="rect">
            <a:avLst/>
          </a:prstGeom>
        </p:spPr>
        <p:txBody>
          <a:bodyPr wrap="none">
            <a:spAutoFit/>
          </a:bodyPr>
          <a:lstStyle/>
          <a:p>
            <a:r>
              <a:rPr lang="en-US" sz="800" smtClean="0">
                <a:latin typeface="Times New Roman" pitchFamily="18" charset="0"/>
                <a:cs typeface="Times New Roman" pitchFamily="18" charset="0"/>
              </a:rPr>
              <a:t>1s</a:t>
            </a:r>
            <a:endParaRPr lang="en-US" sz="800"/>
          </a:p>
        </p:txBody>
      </p:sp>
      <p:sp>
        <p:nvSpPr>
          <p:cNvPr id="25" name="Rectangle 24"/>
          <p:cNvSpPr/>
          <p:nvPr/>
        </p:nvSpPr>
        <p:spPr>
          <a:xfrm>
            <a:off x="5358586" y="3395817"/>
            <a:ext cx="276038" cy="215444"/>
          </a:xfrm>
          <a:prstGeom prst="rect">
            <a:avLst/>
          </a:prstGeom>
        </p:spPr>
        <p:txBody>
          <a:bodyPr wrap="none">
            <a:spAutoFit/>
          </a:bodyPr>
          <a:lstStyle/>
          <a:p>
            <a:r>
              <a:rPr lang="en-US" sz="800" smtClean="0">
                <a:latin typeface="Times New Roman" pitchFamily="18" charset="0"/>
                <a:cs typeface="Times New Roman" pitchFamily="18" charset="0"/>
              </a:rPr>
              <a:t>1s</a:t>
            </a:r>
            <a:endParaRPr lang="en-US" sz="800"/>
          </a:p>
        </p:txBody>
      </p:sp>
      <p:sp>
        <p:nvSpPr>
          <p:cNvPr id="26" name="Rectangle 25"/>
          <p:cNvSpPr/>
          <p:nvPr/>
        </p:nvSpPr>
        <p:spPr>
          <a:xfrm>
            <a:off x="4005064" y="3442029"/>
            <a:ext cx="327334" cy="215444"/>
          </a:xfrm>
          <a:prstGeom prst="rect">
            <a:avLst/>
          </a:prstGeom>
        </p:spPr>
        <p:txBody>
          <a:bodyPr wrap="none">
            <a:spAutoFit/>
          </a:bodyPr>
          <a:lstStyle/>
          <a:p>
            <a:r>
              <a:rPr lang="en-US" sz="800" smtClean="0">
                <a:latin typeface="Times New Roman" pitchFamily="18" charset="0"/>
                <a:cs typeface="Times New Roman" pitchFamily="18" charset="0"/>
              </a:rPr>
              <a:t>10s</a:t>
            </a:r>
            <a:endParaRPr lang="en-US" sz="800"/>
          </a:p>
        </p:txBody>
      </p:sp>
      <p:sp>
        <p:nvSpPr>
          <p:cNvPr id="27" name="TextBox 26"/>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4</a:t>
            </a:r>
          </a:p>
        </p:txBody>
      </p:sp>
    </p:spTree>
    <p:extLst>
      <p:ext uri="{BB962C8B-B14F-4D97-AF65-F5344CB8AC3E}">
        <p14:creationId xmlns:p14="http://schemas.microsoft.com/office/powerpoint/2010/main" val="1095504331"/>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6"/>
          <p:cNvSpPr>
            <a:spLocks noChangeShapeType="1"/>
          </p:cNvSpPr>
          <p:nvPr/>
        </p:nvSpPr>
        <p:spPr bwMode="auto">
          <a:xfrm>
            <a:off x="304800" y="561243"/>
            <a:ext cx="62484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50" name="Text Box 5"/>
          <p:cNvSpPr txBox="1">
            <a:spLocks noChangeArrowheads="1"/>
          </p:cNvSpPr>
          <p:nvPr/>
        </p:nvSpPr>
        <p:spPr bwMode="auto">
          <a:xfrm>
            <a:off x="174626" y="221274"/>
            <a:ext cx="88678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600" b="1">
                <a:effectLst>
                  <a:outerShdw blurRad="38100" dist="38100" dir="2700000" algn="tl">
                    <a:srgbClr val="C0C0C0"/>
                  </a:outerShdw>
                </a:effectLst>
                <a:latin typeface="Times New Roman" pitchFamily="18" charset="0"/>
                <a:cs typeface="Times New Roman" pitchFamily="18" charset="0"/>
              </a:rPr>
              <a:t>Khí nén</a:t>
            </a:r>
            <a:endParaRPr lang="ko-KR" altLang="en-US" sz="1600" b="1" dirty="0">
              <a:effectLst>
                <a:outerShdw blurRad="38100" dist="38100" dir="2700000" algn="tl">
                  <a:srgbClr val="C0C0C0"/>
                </a:outerShdw>
              </a:effectLst>
              <a:latin typeface="Times New Roman" pitchFamily="18" charset="0"/>
              <a:cs typeface="Times New Roman" pitchFamily="18" charset="0"/>
            </a:endParaRPr>
          </a:p>
        </p:txBody>
      </p:sp>
      <p:sp>
        <p:nvSpPr>
          <p:cNvPr id="6148"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Arial" charset="0"/>
              <a:ea typeface="돋움" pitchFamily="50" charset="-127"/>
            </a:endParaRPr>
          </a:p>
        </p:txBody>
      </p:sp>
      <p:sp>
        <p:nvSpPr>
          <p:cNvPr id="6149"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Arial" charset="0"/>
              <a:ea typeface="돋움" pitchFamily="50" charset="-127"/>
            </a:endParaRPr>
          </a:p>
        </p:txBody>
      </p:sp>
      <p:sp>
        <p:nvSpPr>
          <p:cNvPr id="6150" name="Text Box 6"/>
          <p:cNvSpPr txBox="1">
            <a:spLocks noChangeArrowheads="1"/>
          </p:cNvSpPr>
          <p:nvPr/>
        </p:nvSpPr>
        <p:spPr bwMode="auto">
          <a:xfrm>
            <a:off x="292100" y="754674"/>
            <a:ext cx="15359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Khí nén</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41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60</a:t>
            </a:r>
            <a:endParaRPr lang="ko-KR" altLang="en-US" sz="1000" b="1">
              <a:latin typeface="Times New Roman" pitchFamily="18" charset="0"/>
              <a:ea typeface="돋움" pitchFamily="50" charset="-127"/>
              <a:cs typeface="Times New Roman" pitchFamily="18" charset="0"/>
            </a:endParaRPr>
          </a:p>
        </p:txBody>
      </p:sp>
      <p:sp>
        <p:nvSpPr>
          <p:cNvPr id="6155" name="Text Box 44"/>
          <p:cNvSpPr txBox="1">
            <a:spLocks noChangeArrowheads="1"/>
          </p:cNvSpPr>
          <p:nvPr/>
        </p:nvSpPr>
        <p:spPr bwMode="auto">
          <a:xfrm>
            <a:off x="3400425" y="1115616"/>
            <a:ext cx="3162300" cy="6601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cs typeface="Times New Roman" pitchFamily="18" charset="0"/>
              </a:rPr>
              <a:t>48. </a:t>
            </a:r>
            <a:r>
              <a:rPr lang="en-US" altLang="ko-KR" sz="900" smtClean="0">
                <a:latin typeface="Times New Roman" pitchFamily="18" charset="0"/>
                <a:cs typeface="Times New Roman" pitchFamily="18" charset="0"/>
              </a:rPr>
              <a:t>Cơ cấu truyền động nào có ưu điểm là giảm thiểu diện tích lắp đặt bằng cách chuyển động thẳng Table thông qua Yoke, nam châm, dây xích… đối với chuyển động của Pit-Tông</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FF0000"/>
                </a:solidFill>
                <a:latin typeface="Times New Roman" pitchFamily="18" charset="0"/>
                <a:cs typeface="Times New Roman" pitchFamily="18" charset="0"/>
              </a:rPr>
              <a:t>① </a:t>
            </a:r>
            <a:r>
              <a:rPr lang="en-US" altLang="ko-KR" sz="900" b="1" smtClean="0">
                <a:solidFill>
                  <a:srgbClr val="FF0000"/>
                </a:solidFill>
                <a:latin typeface="Times New Roman" pitchFamily="18" charset="0"/>
                <a:cs typeface="Times New Roman" pitchFamily="18" charset="0"/>
              </a:rPr>
              <a:t>Xylanh không cần</a:t>
            </a:r>
            <a:endParaRPr lang="vi-VN" altLang="ko-KR" sz="900" b="1">
              <a:solidFill>
                <a:srgbClr val="FF0000"/>
              </a:solidFill>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② </a:t>
            </a:r>
            <a:r>
              <a:rPr lang="en-US" altLang="ko-KR" sz="900" smtClean="0">
                <a:latin typeface="Times New Roman" pitchFamily="18" charset="0"/>
                <a:cs typeface="Times New Roman" pitchFamily="18" charset="0"/>
              </a:rPr>
              <a:t>Xylanh loại cần kép</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Bộ truyền động kiểu xả</a:t>
            </a:r>
            <a:endParaRPr lang="en-US"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④ </a:t>
            </a:r>
            <a:r>
              <a:rPr lang="en-US" altLang="ko-KR" sz="900" smtClean="0">
                <a:latin typeface="Times New Roman" pitchFamily="18" charset="0"/>
                <a:cs typeface="Times New Roman" pitchFamily="18" charset="0"/>
              </a:rPr>
              <a:t>Bộ truyền động bánh rang giá đỡ.</a:t>
            </a: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r>
              <a:rPr lang="vi-VN" altLang="ko-KR" sz="900" smtClean="0">
                <a:latin typeface="Times New Roman" pitchFamily="18" charset="0"/>
                <a:cs typeface="Times New Roman" pitchFamily="18" charset="0"/>
              </a:rPr>
              <a:t>4</a:t>
            </a:r>
            <a:r>
              <a:rPr lang="en-US" altLang="ko-KR" sz="900" smtClean="0">
                <a:latin typeface="Times New Roman" pitchFamily="18" charset="0"/>
                <a:cs typeface="Times New Roman" pitchFamily="18" charset="0"/>
              </a:rPr>
              <a:t>9</a:t>
            </a:r>
            <a:r>
              <a:rPr lang="vi-VN" altLang="ko-KR" sz="900" smtClean="0">
                <a:latin typeface="Times New Roman" pitchFamily="18" charset="0"/>
                <a:cs typeface="Times New Roman" pitchFamily="18" charset="0"/>
              </a:rPr>
              <a:t>. </a:t>
            </a:r>
            <a:r>
              <a:rPr lang="en-US" altLang="ko-KR" sz="900" smtClean="0">
                <a:latin typeface="Times New Roman" pitchFamily="18" charset="0"/>
                <a:cs typeface="Times New Roman" pitchFamily="18" charset="0"/>
              </a:rPr>
              <a:t>Chọn đáp án không phải là đơn vị của áp lực</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① </a:t>
            </a:r>
            <a:r>
              <a:rPr lang="en-US" altLang="ko-KR" sz="900" smtClean="0">
                <a:latin typeface="Times New Roman" pitchFamily="18" charset="0"/>
                <a:cs typeface="Times New Roman" pitchFamily="18" charset="0"/>
              </a:rPr>
              <a:t>1013 bar</a:t>
            </a:r>
            <a:endParaRPr lang="vi-VN"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FF0000"/>
                </a:solidFill>
                <a:latin typeface="Times New Roman" pitchFamily="18" charset="0"/>
                <a:cs typeface="Times New Roman" pitchFamily="18" charset="0"/>
              </a:rPr>
              <a:t>② </a:t>
            </a:r>
            <a:r>
              <a:rPr lang="en-US" altLang="ko-KR" sz="900" b="1" smtClean="0">
                <a:solidFill>
                  <a:srgbClr val="FF0000"/>
                </a:solidFill>
                <a:latin typeface="Times New Roman" pitchFamily="18" charset="0"/>
                <a:cs typeface="Times New Roman" pitchFamily="18" charset="0"/>
              </a:rPr>
              <a:t>760 mmH2g</a:t>
            </a:r>
            <a:endParaRPr lang="vi-VN" altLang="ko-KR" sz="900" b="1">
              <a:solidFill>
                <a:srgbClr val="FF0000"/>
              </a:solidFill>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1.033 Kgf/cm²</a:t>
            </a:r>
            <a:endParaRPr lang="en-US"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④ </a:t>
            </a:r>
            <a:r>
              <a:rPr lang="en-US" altLang="ko-KR" sz="900" smtClean="0">
                <a:latin typeface="Times New Roman" pitchFamily="18" charset="0"/>
                <a:cs typeface="Times New Roman" pitchFamily="18" charset="0"/>
              </a:rPr>
              <a:t>0.1013 Pa</a:t>
            </a:r>
            <a:endParaRPr lang="vi-VN"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r>
              <a:rPr lang="en-US" altLang="ko-KR" sz="900" smtClean="0">
                <a:latin typeface="Times New Roman" pitchFamily="18" charset="0"/>
                <a:cs typeface="Times New Roman" pitchFamily="18" charset="0"/>
              </a:rPr>
              <a:t>50</a:t>
            </a:r>
            <a:r>
              <a:rPr lang="vi-VN" altLang="ko-KR" sz="900" smtClean="0">
                <a:latin typeface="Times New Roman" pitchFamily="18" charset="0"/>
                <a:cs typeface="Times New Roman" pitchFamily="18" charset="0"/>
              </a:rPr>
              <a:t>. </a:t>
            </a:r>
            <a:r>
              <a:rPr lang="en-US" altLang="ko-KR" sz="900" smtClean="0">
                <a:latin typeface="Times New Roman" pitchFamily="18" charset="0"/>
                <a:cs typeface="Times New Roman" pitchFamily="18" charset="0"/>
              </a:rPr>
              <a:t>Đâu không phải là ưu điểm của ống plastic</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① </a:t>
            </a:r>
            <a:r>
              <a:rPr lang="en-US" altLang="ko-KR" sz="900" smtClean="0">
                <a:latin typeface="Times New Roman" pitchFamily="18" charset="0"/>
                <a:cs typeface="Times New Roman" pitchFamily="18" charset="0"/>
              </a:rPr>
              <a:t>Đảm bảo tốc độ dòng chảy lớn so với tỷ lệ đường kính ngoài của ống.</a:t>
            </a:r>
            <a:endParaRPr lang="vi-VN" altLang="ko-KR" sz="900">
              <a:latin typeface="Times New Roman" pitchFamily="18" charset="0"/>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cs typeface="Times New Roman" pitchFamily="18" charset="0"/>
              </a:rPr>
              <a:t> ② </a:t>
            </a:r>
            <a:r>
              <a:rPr lang="en-US" altLang="ko-KR" sz="900" b="1" smtClean="0">
                <a:solidFill>
                  <a:srgbClr val="FF0000"/>
                </a:solidFill>
                <a:latin typeface="Times New Roman" pitchFamily="18" charset="0"/>
                <a:cs typeface="Times New Roman" pitchFamily="18" charset="0"/>
              </a:rPr>
              <a:t>Chi phí đường ống cao, bao gồm đường ống và vật liệu</a:t>
            </a:r>
            <a:endParaRPr lang="vi-VN" altLang="ko-KR" sz="900" b="1">
              <a:solidFill>
                <a:srgbClr val="FF0000"/>
              </a:solidFill>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Thao tác đường ống đơn giản và nhanh</a:t>
            </a:r>
            <a:endParaRPr lang="en-US"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④ </a:t>
            </a:r>
            <a:r>
              <a:rPr lang="en-US" altLang="ko-KR" sz="900" smtClean="0">
                <a:latin typeface="Times New Roman" pitchFamily="18" charset="0"/>
                <a:cs typeface="Times New Roman" pitchFamily="18" charset="0"/>
              </a:rPr>
              <a:t>Vì ống mềm và dẻo nên có thể sử dụng cho đường ống máy có chuyển động.</a:t>
            </a: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endParaRPr lang="vi-VN" altLang="ko-KR" sz="900">
              <a:latin typeface="Times New Roman" pitchFamily="18" charset="0"/>
              <a:cs typeface="Times New Roman" pitchFamily="18" charset="0"/>
            </a:endParaRPr>
          </a:p>
          <a:p>
            <a:pPr eaLnBrk="1" hangingPunct="1">
              <a:spcBef>
                <a:spcPct val="0"/>
              </a:spcBef>
              <a:buFontTx/>
              <a:buNone/>
            </a:pPr>
            <a:r>
              <a:rPr lang="en-US" altLang="ko-KR" sz="900" smtClean="0">
                <a:latin typeface="Times New Roman" pitchFamily="18" charset="0"/>
                <a:cs typeface="Times New Roman" pitchFamily="18" charset="0"/>
              </a:rPr>
              <a:t>51</a:t>
            </a:r>
            <a:r>
              <a:rPr lang="vi-VN" altLang="ko-KR" sz="900" smtClean="0">
                <a:latin typeface="Times New Roman" pitchFamily="18" charset="0"/>
                <a:cs typeface="Times New Roman" pitchFamily="18" charset="0"/>
              </a:rPr>
              <a:t>. </a:t>
            </a:r>
            <a:r>
              <a:rPr lang="en-US" altLang="ko-KR" sz="900" smtClean="0">
                <a:latin typeface="Times New Roman" pitchFamily="18" charset="0"/>
                <a:cs typeface="Times New Roman" pitchFamily="18" charset="0"/>
              </a:rPr>
              <a:t>Van nào điều chỉnh lò xo bằng tay, mở van -&gt; Không khí đi vào lần 1, tác động lên áp suất khí đối ứng với lực lò xo điều chỉnh ở Diaphragm và kiểm soát 1 phần đường đi của chất lỏng nhằm duy trì cân bằng giữa lực lò xo điều chỉnh và áp suất khí lần 2</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FF0000"/>
                </a:solidFill>
                <a:latin typeface="Times New Roman" pitchFamily="18" charset="0"/>
                <a:cs typeface="Times New Roman" pitchFamily="18" charset="0"/>
              </a:rPr>
              <a:t>① </a:t>
            </a:r>
            <a:r>
              <a:rPr lang="en-US" altLang="ko-KR" sz="900" b="1" smtClean="0">
                <a:solidFill>
                  <a:srgbClr val="FF0000"/>
                </a:solidFill>
                <a:latin typeface="Times New Roman" pitchFamily="18" charset="0"/>
                <a:cs typeface="Times New Roman" pitchFamily="18" charset="0"/>
              </a:rPr>
              <a:t>Van giảm áp tác động trực tiếp          </a:t>
            </a:r>
            <a:r>
              <a:rPr lang="vi-VN" altLang="ko-KR" sz="900" smtClean="0">
                <a:latin typeface="Times New Roman" pitchFamily="18" charset="0"/>
                <a:cs typeface="Times New Roman" pitchFamily="18" charset="0"/>
              </a:rPr>
              <a:t>② </a:t>
            </a:r>
            <a:r>
              <a:rPr lang="en-US" altLang="ko-KR" sz="900" smtClean="0">
                <a:latin typeface="Times New Roman" pitchFamily="18" charset="0"/>
                <a:cs typeface="Times New Roman" pitchFamily="18" charset="0"/>
              </a:rPr>
              <a:t>Van relief</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Van tuần tự                                            </a:t>
            </a:r>
            <a:r>
              <a:rPr lang="vi-VN" altLang="ko-KR" sz="900" smtClean="0">
                <a:latin typeface="Times New Roman" pitchFamily="18" charset="0"/>
                <a:cs typeface="Times New Roman" pitchFamily="18" charset="0"/>
              </a:rPr>
              <a:t>④ </a:t>
            </a:r>
            <a:r>
              <a:rPr lang="en-US" altLang="ko-KR" sz="900" smtClean="0">
                <a:latin typeface="Times New Roman" pitchFamily="18" charset="0"/>
                <a:cs typeface="Times New Roman" pitchFamily="18" charset="0"/>
              </a:rPr>
              <a:t>Van xả nhanh</a:t>
            </a:r>
            <a:endParaRPr lang="vi-VN"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smtClean="0">
                <a:latin typeface="Times New Roman" pitchFamily="18" charset="0"/>
                <a:cs typeface="Times New Roman" pitchFamily="18" charset="0"/>
              </a:rPr>
              <a:t>52</a:t>
            </a:r>
            <a:r>
              <a:rPr lang="vi-VN" altLang="ko-KR" sz="900" smtClean="0">
                <a:latin typeface="Times New Roman" pitchFamily="18" charset="0"/>
                <a:cs typeface="Times New Roman" pitchFamily="18" charset="0"/>
              </a:rPr>
              <a:t>. </a:t>
            </a:r>
            <a:r>
              <a:rPr lang="en-US" altLang="ko-KR" sz="900" smtClean="0">
                <a:latin typeface="Times New Roman" pitchFamily="18" charset="0"/>
                <a:cs typeface="Times New Roman" pitchFamily="18" charset="0"/>
              </a:rPr>
              <a:t>Điều gì không phải là loại hình dòng chảy tại vị trí trung lập của Van 5/3 Way</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 </a:t>
            </a:r>
            <a:endParaRPr lang="en-US"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① </a:t>
            </a:r>
            <a:r>
              <a:rPr lang="en-US" altLang="ko-KR" sz="900" smtClean="0">
                <a:latin typeface="Times New Roman" pitchFamily="18" charset="0"/>
                <a:cs typeface="Times New Roman" pitchFamily="18" charset="0"/>
              </a:rPr>
              <a:t>Loại all port block            </a:t>
            </a:r>
            <a:r>
              <a:rPr lang="vi-VN" altLang="ko-KR" sz="900" smtClean="0">
                <a:latin typeface="Times New Roman" pitchFamily="18" charset="0"/>
                <a:cs typeface="Times New Roman" pitchFamily="18" charset="0"/>
              </a:rPr>
              <a:t> </a:t>
            </a:r>
            <a:r>
              <a:rPr lang="vi-VN" altLang="ko-KR" sz="900">
                <a:latin typeface="Times New Roman" pitchFamily="18" charset="0"/>
                <a:cs typeface="Times New Roman" pitchFamily="18" charset="0"/>
              </a:rPr>
              <a:t>② </a:t>
            </a:r>
            <a:r>
              <a:rPr lang="en-US" altLang="ko-KR" sz="900" smtClean="0">
                <a:latin typeface="Times New Roman" pitchFamily="18" charset="0"/>
                <a:cs typeface="Times New Roman" pitchFamily="18" charset="0"/>
              </a:rPr>
              <a:t>Loại tiếp xúc PAB</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r>
              <a:rPr lang="en-US" altLang="ko-KR" sz="900" b="1">
                <a:solidFill>
                  <a:srgbClr val="FF0000"/>
                </a:solidFill>
                <a:latin typeface="Times New Roman" pitchFamily="18" charset="0"/>
                <a:cs typeface="Times New Roman" pitchFamily="18" charset="0"/>
              </a:rPr>
              <a:t>③ </a:t>
            </a:r>
            <a:r>
              <a:rPr lang="en-US" altLang="ko-KR" sz="900" b="1" smtClean="0">
                <a:solidFill>
                  <a:srgbClr val="FF0000"/>
                </a:solidFill>
                <a:latin typeface="Times New Roman" pitchFamily="18" charset="0"/>
                <a:cs typeface="Times New Roman" pitchFamily="18" charset="0"/>
              </a:rPr>
              <a:t>Loại tiếp xúc ABT           </a:t>
            </a:r>
            <a:r>
              <a:rPr lang="vi-VN" altLang="ko-KR" sz="900" smtClean="0">
                <a:latin typeface="Times New Roman" pitchFamily="18" charset="0"/>
                <a:cs typeface="Times New Roman" pitchFamily="18" charset="0"/>
              </a:rPr>
              <a:t>④ </a:t>
            </a:r>
            <a:r>
              <a:rPr lang="en-US" altLang="ko-KR" sz="900" smtClean="0">
                <a:latin typeface="Times New Roman" pitchFamily="18" charset="0"/>
                <a:cs typeface="Times New Roman" pitchFamily="18" charset="0"/>
              </a:rPr>
              <a:t>Loại tiếp xúc ABR.</a:t>
            </a:r>
            <a:endParaRPr lang="vi-VN" altLang="ko-KR" sz="900">
              <a:latin typeface="Times New Roman" pitchFamily="18" charset="0"/>
              <a:cs typeface="Times New Roman" pitchFamily="18" charset="0"/>
            </a:endParaRPr>
          </a:p>
          <a:p>
            <a:pPr eaLnBrk="1" hangingPunct="1">
              <a:spcBef>
                <a:spcPct val="0"/>
              </a:spcBef>
              <a:buFontTx/>
              <a:buNone/>
            </a:pPr>
            <a:endParaRPr lang="vi-VN" altLang="ko-KR" sz="900">
              <a:latin typeface="Times New Roman" pitchFamily="18" charset="0"/>
              <a:cs typeface="Times New Roman" pitchFamily="18" charset="0"/>
            </a:endParaRPr>
          </a:p>
        </p:txBody>
      </p:sp>
      <p:sp>
        <p:nvSpPr>
          <p:cNvPr id="6159" name="Rectangle 95"/>
          <p:cNvSpPr>
            <a:spLocks noChangeArrowheads="1"/>
          </p:cNvSpPr>
          <p:nvPr/>
        </p:nvSpPr>
        <p:spPr bwMode="auto">
          <a:xfrm>
            <a:off x="269876" y="1115159"/>
            <a:ext cx="3159125" cy="780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41. </a:t>
            </a:r>
            <a:r>
              <a:rPr lang="en-US" altLang="ko-KR" sz="900" smtClean="0">
                <a:latin typeface="Times New Roman" pitchFamily="18" charset="0"/>
                <a:ea typeface="돋움" pitchFamily="50" charset="-127"/>
                <a:cs typeface="Times New Roman" pitchFamily="18" charset="0"/>
              </a:rPr>
              <a:t>Khi áp suất không khí được tác động khác nhau thì áp suất thấp đi ra từ cửa ra nên cũng gọi là van ưu tiên áp suất thấp. Van này được gọi là gì</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Van 2 áp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Van shuttle</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Van stop            </a:t>
            </a:r>
            <a:r>
              <a:rPr lang="vi-VN" altLang="ko-KR" sz="900" smtClean="0">
                <a:latin typeface="Times New Roman" pitchFamily="18" charset="0"/>
                <a:ea typeface="돋움" pitchFamily="50" charset="-127"/>
                <a:cs typeface="Times New Roman" pitchFamily="18" charset="0"/>
              </a:rPr>
              <a:t>④ </a:t>
            </a:r>
            <a:r>
              <a:rPr lang="vi-VN" altLang="ko-KR" sz="900">
                <a:latin typeface="Times New Roman" pitchFamily="18" charset="0"/>
                <a:ea typeface="돋움" pitchFamily="50" charset="-127"/>
                <a:cs typeface="Times New Roman" pitchFamily="18" charset="0"/>
              </a:rPr>
              <a:t>Van </a:t>
            </a:r>
            <a:r>
              <a:rPr lang="en-US" altLang="ko-KR" sz="900" smtClean="0">
                <a:latin typeface="Times New Roman" pitchFamily="18" charset="0"/>
                <a:ea typeface="돋움" pitchFamily="50" charset="-127"/>
                <a:cs typeface="Times New Roman" pitchFamily="18" charset="0"/>
              </a:rPr>
              <a:t>trì hoãn thời gian</a:t>
            </a: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42. </a:t>
            </a:r>
            <a:r>
              <a:rPr lang="en-US" altLang="ko-KR" sz="900" smtClean="0">
                <a:latin typeface="Times New Roman" pitchFamily="18" charset="0"/>
                <a:ea typeface="돋움" pitchFamily="50" charset="-127"/>
                <a:cs typeface="Times New Roman" pitchFamily="18" charset="0"/>
              </a:rPr>
              <a:t>Đâu không phải ưu điểm của kỹ thuật khí nén?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Có thể nhận khí nén từ nguồn điện một cách đơn giản</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Không dễ bị hỏng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smtClean="0">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Điều khiển tốc độ đơn giản và hiệu quả cao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Tích lũy năng lượng dễ dàng và hiệu quả cao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43. </a:t>
            </a:r>
            <a:r>
              <a:rPr lang="en-US" altLang="ko-KR" sz="900" smtClean="0">
                <a:latin typeface="Times New Roman" pitchFamily="18" charset="0"/>
                <a:ea typeface="돋움" pitchFamily="50" charset="-127"/>
                <a:cs typeface="Times New Roman" pitchFamily="18" charset="0"/>
              </a:rPr>
              <a:t>Câu nào dưới đây không đúng khi nói về đặc tính loại hình truyền điện động gián tiếp của van điện từ</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Lượng tiêu thụ điện năng thấp.</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Không dễ bị hỏng</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Thời gian thay van nhanh.</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Tiếng ồn và lượng sinh nhiệt thấp</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44. </a:t>
            </a:r>
            <a:r>
              <a:rPr lang="en-US" altLang="ko-KR" sz="900" smtClean="0">
                <a:latin typeface="Times New Roman" pitchFamily="18" charset="0"/>
                <a:ea typeface="돋움" pitchFamily="50" charset="-127"/>
                <a:cs typeface="Times New Roman" pitchFamily="18" charset="0"/>
              </a:rPr>
              <a:t>Van dưới đây tên là gì</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5/2 Way</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② 4/2 Way</a:t>
            </a:r>
            <a:endParaRPr lang="en-US" altLang="ko-KR" sz="900" b="1">
              <a:solidFill>
                <a:srgbClr val="FF0000"/>
              </a:solidFill>
              <a:latin typeface="Times New Roman" pitchFamily="18" charset="0"/>
              <a:ea typeface="돋움" pitchFamily="50" charset="-127"/>
              <a:cs typeface="Times New Roman" pitchFamily="18" charset="0"/>
            </a:endParaRPr>
          </a:p>
          <a:p>
            <a:pPr>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4/3 Way                  </a:t>
            </a: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3/2 Way</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50000"/>
              </a:spcBef>
              <a:buFontTx/>
              <a:buNone/>
            </a:pPr>
            <a:r>
              <a:rPr lang="vi-VN" altLang="ko-KR" sz="900">
                <a:latin typeface="Times New Roman" pitchFamily="18" charset="0"/>
                <a:ea typeface="돋움" pitchFamily="50" charset="-127"/>
                <a:cs typeface="Times New Roman" pitchFamily="18" charset="0"/>
              </a:rPr>
              <a:t>45. </a:t>
            </a:r>
            <a:r>
              <a:rPr lang="en-US" altLang="ko-KR" sz="900" smtClean="0">
                <a:latin typeface="Times New Roman" pitchFamily="18" charset="0"/>
                <a:ea typeface="돋움" pitchFamily="50" charset="-127"/>
                <a:cs typeface="Times New Roman" pitchFamily="18" charset="0"/>
              </a:rPr>
              <a:t>Đâu không phải là hình thức của công tắc quang điện</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50000"/>
              </a:spcBef>
              <a:buFontTx/>
              <a:buNone/>
            </a:pP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Loại cảm ứng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Loại thông qua</a:t>
            </a:r>
            <a:endParaRPr lang="vi-VN" altLang="ko-KR" sz="900">
              <a:latin typeface="Times New Roman" pitchFamily="18" charset="0"/>
              <a:ea typeface="돋움" pitchFamily="50" charset="-127"/>
              <a:cs typeface="Times New Roman" pitchFamily="18" charset="0"/>
            </a:endParaRPr>
          </a:p>
          <a:p>
            <a:pPr eaLnBrk="1" hangingPunct="1">
              <a:spcBef>
                <a:spcPct val="50000"/>
              </a:spcBef>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Loại gương phản xạ            </a:t>
            </a: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Loại phản xạ  trực tiếp</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46. </a:t>
            </a:r>
            <a:r>
              <a:rPr lang="en-US" altLang="ko-KR" sz="900" smtClean="0">
                <a:latin typeface="Times New Roman" pitchFamily="18" charset="0"/>
                <a:ea typeface="돋움" pitchFamily="50" charset="-127"/>
                <a:cs typeface="Times New Roman" pitchFamily="18" charset="0"/>
              </a:rPr>
              <a:t>Ký hiệu điều khiển trong biểu thị Point của van điều khiển hướng là gì</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A,B,C (2,4)</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C0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P (1)</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R, S, T (3, 5)</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④ </a:t>
            </a:r>
            <a:r>
              <a:rPr lang="en-US" altLang="ko-KR" sz="900" b="1" smtClean="0">
                <a:solidFill>
                  <a:srgbClr val="FF0000"/>
                </a:solidFill>
                <a:latin typeface="Times New Roman" pitchFamily="18" charset="0"/>
                <a:ea typeface="돋움" pitchFamily="50" charset="-127"/>
                <a:cs typeface="Times New Roman" pitchFamily="18" charset="0"/>
              </a:rPr>
              <a:t>Z, X, Y (10, 12, 14)</a:t>
            </a:r>
            <a:r>
              <a:rPr lang="vi-VN" altLang="ko-KR" sz="900" b="1" smtClean="0">
                <a:solidFill>
                  <a:srgbClr val="FF0000"/>
                </a:solidFill>
                <a:latin typeface="Times New Roman" pitchFamily="18" charset="0"/>
                <a:ea typeface="돋움" pitchFamily="50" charset="-127"/>
                <a:cs typeface="Times New Roman" pitchFamily="18" charset="0"/>
              </a:rPr>
              <a:t>.</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47. </a:t>
            </a:r>
            <a:r>
              <a:rPr lang="en-US" altLang="ko-KR" sz="900" smtClean="0">
                <a:latin typeface="Times New Roman" pitchFamily="18" charset="0"/>
                <a:cs typeface="Times New Roman" pitchFamily="18" charset="0"/>
              </a:rPr>
              <a:t>Thiết bị nào sử dụng nguyên lý Venturi để chống mài mòn do ma sát và giảm khả năng chống nhiễu để tăng hiệu quả của thiết bị</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 </a:t>
            </a:r>
            <a:endParaRPr lang="en-US"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① </a:t>
            </a:r>
            <a:r>
              <a:rPr lang="en-US" altLang="ko-KR" sz="900" smtClean="0">
                <a:latin typeface="Times New Roman" pitchFamily="18" charset="0"/>
                <a:cs typeface="Times New Roman" pitchFamily="18" charset="0"/>
              </a:rPr>
              <a:t>Máy xả tự động             </a:t>
            </a:r>
            <a:r>
              <a:rPr lang="vi-VN" altLang="ko-KR" sz="900" b="1" smtClean="0">
                <a:solidFill>
                  <a:srgbClr val="FF0000"/>
                </a:solidFill>
                <a:latin typeface="Times New Roman" pitchFamily="18" charset="0"/>
                <a:cs typeface="Times New Roman" pitchFamily="18" charset="0"/>
              </a:rPr>
              <a:t>② </a:t>
            </a:r>
            <a:r>
              <a:rPr lang="en-US" altLang="ko-KR" sz="900" b="1" smtClean="0">
                <a:solidFill>
                  <a:srgbClr val="FF0000"/>
                </a:solidFill>
                <a:latin typeface="Times New Roman" pitchFamily="18" charset="0"/>
                <a:cs typeface="Times New Roman" pitchFamily="18" charset="0"/>
              </a:rPr>
              <a:t>Máy bôi trơn</a:t>
            </a:r>
            <a:endParaRPr lang="vi-VN" altLang="ko-KR" sz="900" b="1">
              <a:solidFill>
                <a:srgbClr val="FF0000"/>
              </a:solidFill>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Filter                              </a:t>
            </a:r>
            <a:r>
              <a:rPr lang="vi-VN" altLang="ko-KR" sz="900" smtClean="0">
                <a:latin typeface="Times New Roman" pitchFamily="18" charset="0"/>
                <a:cs typeface="Times New Roman" pitchFamily="18" charset="0"/>
              </a:rPr>
              <a:t>④ </a:t>
            </a:r>
            <a:r>
              <a:rPr lang="en-US" altLang="ko-KR" sz="900" smtClean="0">
                <a:latin typeface="Times New Roman" pitchFamily="18" charset="0"/>
                <a:cs typeface="Times New Roman" pitchFamily="18" charset="0"/>
              </a:rPr>
              <a:t>Van điều chỉnh áp lực</a:t>
            </a:r>
            <a:endParaRPr lang="vi-VN" altLang="ko-KR" sz="900">
              <a:latin typeface="Times New Roman" pitchFamily="18" charset="0"/>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p:txBody>
      </p:sp>
      <p:grpSp>
        <p:nvGrpSpPr>
          <p:cNvPr id="13" name="Group 12"/>
          <p:cNvGrpSpPr/>
          <p:nvPr/>
        </p:nvGrpSpPr>
        <p:grpSpPr>
          <a:xfrm>
            <a:off x="836713" y="4761744"/>
            <a:ext cx="916997" cy="662353"/>
            <a:chOff x="836712" y="4773551"/>
            <a:chExt cx="916997" cy="717549"/>
          </a:xfrm>
        </p:grpSpPr>
        <p:grpSp>
          <p:nvGrpSpPr>
            <p:cNvPr id="10" name="Group 9"/>
            <p:cNvGrpSpPr/>
            <p:nvPr/>
          </p:nvGrpSpPr>
          <p:grpSpPr>
            <a:xfrm>
              <a:off x="836712" y="4953000"/>
              <a:ext cx="864096" cy="301724"/>
              <a:chOff x="836712" y="4953000"/>
              <a:chExt cx="864096" cy="301724"/>
            </a:xfrm>
          </p:grpSpPr>
          <p:sp>
            <p:nvSpPr>
              <p:cNvPr id="2" name="Rectangle 1"/>
              <p:cNvSpPr/>
              <p:nvPr/>
            </p:nvSpPr>
            <p:spPr bwMode="auto">
              <a:xfrm>
                <a:off x="836712" y="4966692"/>
                <a:ext cx="432048" cy="288032"/>
              </a:xfrm>
              <a:prstGeom prst="rect">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sp>
            <p:nvSpPr>
              <p:cNvPr id="11" name="Rectangle 10"/>
              <p:cNvSpPr/>
              <p:nvPr/>
            </p:nvSpPr>
            <p:spPr bwMode="auto">
              <a:xfrm>
                <a:off x="1268760" y="4966692"/>
                <a:ext cx="432048" cy="288032"/>
              </a:xfrm>
              <a:prstGeom prst="rect">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en-US" sz="900" b="0" i="0" u="none" strike="noStrike" cap="none" normalizeH="0" baseline="0" smtClean="0">
                  <a:ln>
                    <a:noFill/>
                  </a:ln>
                  <a:solidFill>
                    <a:schemeClr val="tx1"/>
                  </a:solidFill>
                  <a:effectLst/>
                  <a:latin typeface="돋움" pitchFamily="50" charset="-127"/>
                  <a:ea typeface="돋움" pitchFamily="50" charset="-127"/>
                </a:endParaRPr>
              </a:p>
            </p:txBody>
          </p:sp>
          <p:cxnSp>
            <p:nvCxnSpPr>
              <p:cNvPr id="4" name="Straight Arrow Connector 3"/>
              <p:cNvCxnSpPr/>
              <p:nvPr/>
            </p:nvCxnSpPr>
            <p:spPr bwMode="auto">
              <a:xfrm flipV="1">
                <a:off x="951468" y="4966692"/>
                <a:ext cx="0" cy="288032"/>
              </a:xfrm>
              <a:prstGeom prst="straightConnector1">
                <a:avLst/>
              </a:prstGeom>
              <a:noFill/>
              <a:ln w="12700" cap="flat" cmpd="sng" algn="ctr">
                <a:solidFill>
                  <a:schemeClr val="tx1"/>
                </a:solidFill>
                <a:prstDash val="solid"/>
                <a:round/>
                <a:headEnd type="none" w="med" len="med"/>
                <a:tailEnd type="arrow"/>
              </a:ln>
              <a:effectLst/>
            </p:spPr>
          </p:cxnSp>
          <p:cxnSp>
            <p:nvCxnSpPr>
              <p:cNvPr id="15" name="Straight Arrow Connector 14"/>
              <p:cNvCxnSpPr/>
              <p:nvPr/>
            </p:nvCxnSpPr>
            <p:spPr bwMode="auto">
              <a:xfrm>
                <a:off x="1174807" y="4966692"/>
                <a:ext cx="0" cy="288032"/>
              </a:xfrm>
              <a:prstGeom prst="straightConnector1">
                <a:avLst/>
              </a:prstGeom>
              <a:noFill/>
              <a:ln w="12700" cap="flat" cmpd="sng" algn="ctr">
                <a:solidFill>
                  <a:schemeClr val="tx1"/>
                </a:solidFill>
                <a:prstDash val="solid"/>
                <a:round/>
                <a:headEnd type="none" w="med" len="med"/>
                <a:tailEnd type="arrow"/>
              </a:ln>
              <a:effectLst/>
            </p:spPr>
          </p:cxnSp>
          <p:cxnSp>
            <p:nvCxnSpPr>
              <p:cNvPr id="17" name="Straight Arrow Connector 16"/>
              <p:cNvCxnSpPr/>
              <p:nvPr/>
            </p:nvCxnSpPr>
            <p:spPr bwMode="auto">
              <a:xfrm>
                <a:off x="1340768" y="4966692"/>
                <a:ext cx="288032" cy="288032"/>
              </a:xfrm>
              <a:prstGeom prst="straightConnector1">
                <a:avLst/>
              </a:prstGeom>
              <a:noFill/>
              <a:ln w="12700" cap="flat" cmpd="sng" algn="ctr">
                <a:solidFill>
                  <a:schemeClr val="tx1"/>
                </a:solidFill>
                <a:prstDash val="solid"/>
                <a:round/>
                <a:headEnd type="none" w="med" len="med"/>
                <a:tailEnd type="arrow"/>
              </a:ln>
              <a:effectLst/>
            </p:spPr>
          </p:cxnSp>
          <p:cxnSp>
            <p:nvCxnSpPr>
              <p:cNvPr id="19" name="Straight Arrow Connector 18"/>
              <p:cNvCxnSpPr/>
              <p:nvPr/>
            </p:nvCxnSpPr>
            <p:spPr bwMode="auto">
              <a:xfrm flipV="1">
                <a:off x="1355167" y="4953000"/>
                <a:ext cx="273633" cy="301228"/>
              </a:xfrm>
              <a:prstGeom prst="straightConnector1">
                <a:avLst/>
              </a:prstGeom>
              <a:noFill/>
              <a:ln w="12700" cap="flat" cmpd="sng" algn="ctr">
                <a:solidFill>
                  <a:schemeClr val="tx1"/>
                </a:solidFill>
                <a:prstDash val="solid"/>
                <a:round/>
                <a:headEnd type="none" w="med" len="med"/>
                <a:tailEnd type="arrow"/>
              </a:ln>
              <a:effectLst/>
            </p:spPr>
          </p:cxnSp>
        </p:grpSp>
        <p:sp>
          <p:nvSpPr>
            <p:cNvPr id="12" name="Rectangle 11"/>
            <p:cNvSpPr/>
            <p:nvPr/>
          </p:nvSpPr>
          <p:spPr>
            <a:xfrm>
              <a:off x="1211382" y="4773551"/>
              <a:ext cx="268022" cy="250068"/>
            </a:xfrm>
            <a:prstGeom prst="rect">
              <a:avLst/>
            </a:prstGeom>
          </p:spPr>
          <p:txBody>
            <a:bodyPr wrap="none">
              <a:spAutoFit/>
            </a:bodyPr>
            <a:lstStyle/>
            <a:p>
              <a:r>
                <a:rPr lang="en-US" sz="900" smtClean="0">
                  <a:latin typeface="Times New Roman" pitchFamily="18" charset="0"/>
                  <a:cs typeface="Times New Roman" pitchFamily="18" charset="0"/>
                </a:rPr>
                <a:t>A</a:t>
              </a:r>
              <a:endParaRPr lang="en-US" sz="900"/>
            </a:p>
          </p:txBody>
        </p:sp>
        <p:sp>
          <p:nvSpPr>
            <p:cNvPr id="24" name="Rectangle 23"/>
            <p:cNvSpPr/>
            <p:nvPr/>
          </p:nvSpPr>
          <p:spPr>
            <a:xfrm>
              <a:off x="1490403" y="4773551"/>
              <a:ext cx="261610" cy="250068"/>
            </a:xfrm>
            <a:prstGeom prst="rect">
              <a:avLst/>
            </a:prstGeom>
          </p:spPr>
          <p:txBody>
            <a:bodyPr wrap="none">
              <a:spAutoFit/>
            </a:bodyPr>
            <a:lstStyle/>
            <a:p>
              <a:r>
                <a:rPr lang="en-US" sz="900">
                  <a:latin typeface="Times New Roman" pitchFamily="18" charset="0"/>
                  <a:cs typeface="Times New Roman" pitchFamily="18" charset="0"/>
                </a:rPr>
                <a:t>B</a:t>
              </a:r>
              <a:endParaRPr lang="en-US" sz="900"/>
            </a:p>
          </p:txBody>
        </p:sp>
        <p:sp>
          <p:nvSpPr>
            <p:cNvPr id="25" name="Rectangle 24"/>
            <p:cNvSpPr/>
            <p:nvPr/>
          </p:nvSpPr>
          <p:spPr>
            <a:xfrm>
              <a:off x="1235998" y="5241032"/>
              <a:ext cx="248786" cy="250068"/>
            </a:xfrm>
            <a:prstGeom prst="rect">
              <a:avLst/>
            </a:prstGeom>
          </p:spPr>
          <p:txBody>
            <a:bodyPr wrap="none">
              <a:spAutoFit/>
            </a:bodyPr>
            <a:lstStyle/>
            <a:p>
              <a:r>
                <a:rPr lang="en-US" sz="900" smtClean="0">
                  <a:latin typeface="Times New Roman" pitchFamily="18" charset="0"/>
                  <a:cs typeface="Times New Roman" pitchFamily="18" charset="0"/>
                </a:rPr>
                <a:t>P</a:t>
              </a:r>
              <a:endParaRPr lang="en-US" sz="900"/>
            </a:p>
          </p:txBody>
        </p:sp>
        <p:sp>
          <p:nvSpPr>
            <p:cNvPr id="26" name="Rectangle 25"/>
            <p:cNvSpPr/>
            <p:nvPr/>
          </p:nvSpPr>
          <p:spPr>
            <a:xfrm>
              <a:off x="1492099" y="5219087"/>
              <a:ext cx="261610" cy="250068"/>
            </a:xfrm>
            <a:prstGeom prst="rect">
              <a:avLst/>
            </a:prstGeom>
          </p:spPr>
          <p:txBody>
            <a:bodyPr wrap="none">
              <a:spAutoFit/>
            </a:bodyPr>
            <a:lstStyle/>
            <a:p>
              <a:r>
                <a:rPr lang="en-US" sz="900">
                  <a:latin typeface="Times New Roman" pitchFamily="18" charset="0"/>
                  <a:cs typeface="Times New Roman" pitchFamily="18" charset="0"/>
                </a:rPr>
                <a:t>R</a:t>
              </a:r>
              <a:endParaRPr lang="en-US" sz="900"/>
            </a:p>
          </p:txBody>
        </p:sp>
      </p:grpSp>
      <p:sp>
        <p:nvSpPr>
          <p:cNvPr id="21" name="TextBox 2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5</a:t>
            </a:r>
          </a:p>
        </p:txBody>
      </p:sp>
    </p:spTree>
    <p:extLst>
      <p:ext uri="{BB962C8B-B14F-4D97-AF65-F5344CB8AC3E}">
        <p14:creationId xmlns:p14="http://schemas.microsoft.com/office/powerpoint/2010/main" val="3829399421"/>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6"/>
          <p:cNvSpPr>
            <a:spLocks noChangeShapeType="1"/>
          </p:cNvSpPr>
          <p:nvPr/>
        </p:nvSpPr>
        <p:spPr bwMode="auto">
          <a:xfrm>
            <a:off x="304800" y="561243"/>
            <a:ext cx="62484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50" name="Text Box 5"/>
          <p:cNvSpPr txBox="1">
            <a:spLocks noChangeArrowheads="1"/>
          </p:cNvSpPr>
          <p:nvPr/>
        </p:nvSpPr>
        <p:spPr bwMode="auto">
          <a:xfrm>
            <a:off x="174626" y="221274"/>
            <a:ext cx="88678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600" b="1">
                <a:effectLst>
                  <a:outerShdw blurRad="38100" dist="38100" dir="2700000" algn="tl">
                    <a:srgbClr val="C0C0C0"/>
                  </a:outerShdw>
                </a:effectLst>
                <a:latin typeface="Times New Roman" pitchFamily="18" charset="0"/>
                <a:cs typeface="Times New Roman" pitchFamily="18" charset="0"/>
              </a:rPr>
              <a:t>Khí nén</a:t>
            </a:r>
            <a:endParaRPr lang="ko-KR" altLang="en-US" sz="1600" b="1" dirty="0">
              <a:effectLst>
                <a:outerShdw blurRad="38100" dist="38100" dir="2700000" algn="tl">
                  <a:srgbClr val="C0C0C0"/>
                </a:outerShdw>
              </a:effectLst>
              <a:latin typeface="Times New Roman" pitchFamily="18" charset="0"/>
              <a:cs typeface="Times New Roman" pitchFamily="18" charset="0"/>
            </a:endParaRPr>
          </a:p>
        </p:txBody>
      </p:sp>
      <p:sp>
        <p:nvSpPr>
          <p:cNvPr id="6148"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Arial" charset="0"/>
              <a:ea typeface="돋움" pitchFamily="50" charset="-127"/>
            </a:endParaRPr>
          </a:p>
        </p:txBody>
      </p:sp>
      <p:sp>
        <p:nvSpPr>
          <p:cNvPr id="6149"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solidFill>
                <a:srgbClr val="FF0000"/>
              </a:solidFill>
              <a:latin typeface="Arial" charset="0"/>
              <a:ea typeface="돋움" pitchFamily="50" charset="-127"/>
            </a:endParaRPr>
          </a:p>
        </p:txBody>
      </p:sp>
      <p:sp>
        <p:nvSpPr>
          <p:cNvPr id="6150" name="Text Box 6"/>
          <p:cNvSpPr txBox="1">
            <a:spLocks noChangeArrowheads="1"/>
          </p:cNvSpPr>
          <p:nvPr/>
        </p:nvSpPr>
        <p:spPr bwMode="auto">
          <a:xfrm>
            <a:off x="292100" y="754674"/>
            <a:ext cx="15359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Khí nén</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41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60</a:t>
            </a:r>
            <a:endParaRPr lang="ko-KR" altLang="en-US" sz="1000" b="1">
              <a:latin typeface="Times New Roman" pitchFamily="18" charset="0"/>
              <a:ea typeface="돋움" pitchFamily="50" charset="-127"/>
              <a:cs typeface="Times New Roman" pitchFamily="18" charset="0"/>
            </a:endParaRPr>
          </a:p>
        </p:txBody>
      </p:sp>
      <p:sp>
        <p:nvSpPr>
          <p:cNvPr id="6155" name="Text Box 44"/>
          <p:cNvSpPr txBox="1">
            <a:spLocks noChangeArrowheads="1"/>
          </p:cNvSpPr>
          <p:nvPr/>
        </p:nvSpPr>
        <p:spPr bwMode="auto">
          <a:xfrm>
            <a:off x="3400425" y="1115617"/>
            <a:ext cx="3162300"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latin typeface="Times New Roman" pitchFamily="18" charset="0"/>
                <a:cs typeface="Times New Roman" pitchFamily="18" charset="0"/>
              </a:rPr>
              <a:t>59</a:t>
            </a:r>
            <a:r>
              <a:rPr lang="vi-VN" altLang="ko-KR" sz="900">
                <a:latin typeface="Times New Roman" pitchFamily="18" charset="0"/>
                <a:cs typeface="Times New Roman" pitchFamily="18" charset="0"/>
              </a:rPr>
              <a:t>. </a:t>
            </a:r>
            <a:r>
              <a:rPr lang="en-US" altLang="ko-KR" sz="900">
                <a:latin typeface="Times New Roman" pitchFamily="18" charset="0"/>
                <a:cs typeface="Times New Roman" pitchFamily="18" charset="0"/>
              </a:rPr>
              <a:t>Điều gì sai khi nói về nhược điểm của công nghệ khí nén</a:t>
            </a:r>
            <a:r>
              <a:rPr lang="vi-VN" altLang="ko-KR" sz="900">
                <a:latin typeface="Times New Roman" pitchFamily="18" charset="0"/>
                <a:cs typeface="Times New Roman" pitchFamily="18" charset="0"/>
              </a:rPr>
              <a:t>?</a:t>
            </a: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FF0000"/>
                </a:solidFill>
                <a:latin typeface="Times New Roman" pitchFamily="18" charset="0"/>
                <a:cs typeface="Times New Roman" pitchFamily="18" charset="0"/>
              </a:rPr>
              <a:t>① </a:t>
            </a:r>
            <a:r>
              <a:rPr lang="en-US" altLang="ko-KR" sz="900" b="1">
                <a:solidFill>
                  <a:srgbClr val="FF0000"/>
                </a:solidFill>
                <a:latin typeface="Times New Roman" pitchFamily="18" charset="0"/>
                <a:cs typeface="Times New Roman" pitchFamily="18" charset="0"/>
              </a:rPr>
              <a:t>Không có lực đàn hồi</a:t>
            </a:r>
          </a:p>
          <a:p>
            <a:pPr eaLnBrk="1" hangingPunct="1">
              <a:spcBef>
                <a:spcPct val="0"/>
              </a:spcBef>
              <a:buFontTx/>
              <a:buNone/>
            </a:pPr>
            <a:r>
              <a:rPr lang="en-US" altLang="ko-KR" sz="900">
                <a:latin typeface="Times New Roman" pitchFamily="18" charset="0"/>
                <a:cs typeface="Times New Roman" pitchFamily="18" charset="0"/>
              </a:rPr>
              <a:t> </a:t>
            </a:r>
            <a:r>
              <a:rPr lang="vi-VN" altLang="ko-KR" sz="900">
                <a:latin typeface="Times New Roman" pitchFamily="18" charset="0"/>
                <a:cs typeface="Times New Roman" pitchFamily="18" charset="0"/>
              </a:rPr>
              <a:t>② </a:t>
            </a:r>
            <a:r>
              <a:rPr lang="en-US" altLang="ko-KR" sz="900">
                <a:latin typeface="Times New Roman" pitchFamily="18" charset="0"/>
                <a:cs typeface="Times New Roman" pitchFamily="18" charset="0"/>
              </a:rPr>
              <a:t>Khó kiểm soát tốc độ chính xác</a:t>
            </a:r>
            <a:endParaRPr lang="vi-VN"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③ </a:t>
            </a:r>
            <a:r>
              <a:rPr lang="en-US" altLang="ko-KR" sz="900">
                <a:latin typeface="Times New Roman" pitchFamily="18" charset="0"/>
                <a:cs typeface="Times New Roman" pitchFamily="18" charset="0"/>
              </a:rPr>
              <a:t>Hiệu quả kém                            </a:t>
            </a:r>
          </a:p>
          <a:p>
            <a:pPr eaLnBrk="1" hangingPunct="1">
              <a:spcBef>
                <a:spcPct val="0"/>
              </a:spcBef>
              <a:buFontTx/>
              <a:buNone/>
            </a:pPr>
            <a:r>
              <a:rPr lang="en-US" altLang="ko-KR" sz="900">
                <a:latin typeface="Times New Roman" pitchFamily="18" charset="0"/>
                <a:cs typeface="Times New Roman" pitchFamily="18" charset="0"/>
              </a:rPr>
              <a:t> </a:t>
            </a:r>
            <a:r>
              <a:rPr lang="vi-VN" altLang="ko-KR" sz="900">
                <a:latin typeface="Times New Roman" pitchFamily="18" charset="0"/>
                <a:cs typeface="Times New Roman" pitchFamily="18" charset="0"/>
              </a:rPr>
              <a:t>④ </a:t>
            </a:r>
            <a:r>
              <a:rPr lang="en-US" altLang="ko-KR" sz="900">
                <a:latin typeface="Times New Roman" pitchFamily="18" charset="0"/>
                <a:cs typeface="Times New Roman" pitchFamily="18" charset="0"/>
              </a:rPr>
              <a:t>Không thể nhận lực lớn</a:t>
            </a:r>
            <a:endParaRPr lang="vi-VN"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r>
              <a:rPr lang="en-US" altLang="ko-KR" sz="900" smtClean="0">
                <a:latin typeface="Times New Roman" pitchFamily="18" charset="0"/>
                <a:cs typeface="Times New Roman" pitchFamily="18" charset="0"/>
              </a:rPr>
              <a:t>60</a:t>
            </a:r>
            <a:r>
              <a:rPr lang="vi-VN" altLang="ko-KR" sz="900" smtClean="0">
                <a:latin typeface="Times New Roman" pitchFamily="18" charset="0"/>
                <a:cs typeface="Times New Roman" pitchFamily="18" charset="0"/>
              </a:rPr>
              <a:t>. </a:t>
            </a:r>
            <a:r>
              <a:rPr lang="en-US" altLang="ko-KR" sz="900" smtClean="0">
                <a:latin typeface="Times New Roman" pitchFamily="18" charset="0"/>
                <a:cs typeface="Times New Roman" pitchFamily="18" charset="0"/>
              </a:rPr>
              <a:t>Chọn đáp án sai về phương thức làm khô của Air Dryer</a:t>
            </a:r>
            <a:r>
              <a:rPr lang="vi-VN" altLang="ko-KR" sz="900" smtClean="0">
                <a:latin typeface="Times New Roman" pitchFamily="18" charset="0"/>
                <a:cs typeface="Times New Roman" pitchFamily="18" charset="0"/>
              </a:rPr>
              <a:t>?</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a:t>
            </a: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FF0000"/>
                </a:solidFill>
                <a:latin typeface="Times New Roman" pitchFamily="18" charset="0"/>
                <a:cs typeface="Times New Roman" pitchFamily="18" charset="0"/>
              </a:rPr>
              <a:t>① </a:t>
            </a:r>
            <a:r>
              <a:rPr lang="en-US" altLang="ko-KR" sz="900" b="1" smtClean="0">
                <a:solidFill>
                  <a:srgbClr val="FF0000"/>
                </a:solidFill>
                <a:latin typeface="Times New Roman" pitchFamily="18" charset="0"/>
                <a:cs typeface="Times New Roman" pitchFamily="18" charset="0"/>
              </a:rPr>
              <a:t>Air Dryer làm mát bằng nước</a:t>
            </a:r>
            <a:endParaRPr lang="vi-VN" altLang="ko-KR" sz="900" b="1">
              <a:solidFill>
                <a:srgbClr val="FF0000"/>
              </a:solidFill>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② </a:t>
            </a:r>
            <a:r>
              <a:rPr lang="en-US" altLang="ko-KR" sz="900">
                <a:latin typeface="Times New Roman" pitchFamily="18" charset="0"/>
                <a:cs typeface="Times New Roman" pitchFamily="18" charset="0"/>
              </a:rPr>
              <a:t>Air Dryer </a:t>
            </a:r>
            <a:r>
              <a:rPr lang="en-US" altLang="ko-KR" sz="900" smtClean="0">
                <a:latin typeface="Times New Roman" pitchFamily="18" charset="0"/>
                <a:cs typeface="Times New Roman" pitchFamily="18" charset="0"/>
              </a:rPr>
              <a:t>hấp thụ</a:t>
            </a:r>
            <a:endParaRPr lang="vi-VN" altLang="ko-KR" sz="900">
              <a:latin typeface="Times New Roman" pitchFamily="18" charset="0"/>
              <a:cs typeface="Times New Roman" pitchFamily="18" charset="0"/>
            </a:endParaRPr>
          </a:p>
          <a:p>
            <a:pPr eaLnBrk="1" hangingPunct="1">
              <a:spcBef>
                <a:spcPct val="0"/>
              </a:spcBef>
              <a:buFontTx/>
              <a:buNone/>
            </a:pP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③ Air Dryer </a:t>
            </a:r>
            <a:r>
              <a:rPr lang="en-US" altLang="ko-KR" sz="900" smtClean="0">
                <a:latin typeface="Times New Roman" pitchFamily="18" charset="0"/>
                <a:cs typeface="Times New Roman" pitchFamily="18" charset="0"/>
              </a:rPr>
              <a:t>loại làm mát</a:t>
            </a:r>
            <a:endParaRPr lang="vi-VN" altLang="ko-KR" sz="900">
              <a:latin typeface="Times New Roman" pitchFamily="18" charset="0"/>
              <a:cs typeface="Times New Roman" pitchFamily="18" charset="0"/>
            </a:endParaRPr>
          </a:p>
          <a:p>
            <a:pPr eaLnBrk="1" hangingPunct="1">
              <a:spcBef>
                <a:spcPct val="0"/>
              </a:spcBef>
              <a:buNone/>
            </a:pPr>
            <a:r>
              <a:rPr lang="vi-VN" altLang="ko-KR" sz="900" smtClean="0">
                <a:latin typeface="Times New Roman" pitchFamily="18" charset="0"/>
                <a:cs typeface="Times New Roman" pitchFamily="18" charset="0"/>
              </a:rPr>
              <a:t> </a:t>
            </a:r>
            <a:r>
              <a:rPr lang="vi-VN" altLang="ko-KR" sz="900">
                <a:latin typeface="Times New Roman" pitchFamily="18" charset="0"/>
                <a:cs typeface="Times New Roman" pitchFamily="18" charset="0"/>
              </a:rPr>
              <a:t>④ </a:t>
            </a:r>
            <a:r>
              <a:rPr lang="en-US" altLang="ko-KR" sz="900">
                <a:latin typeface="Times New Roman" pitchFamily="18" charset="0"/>
                <a:cs typeface="Times New Roman" pitchFamily="18" charset="0"/>
              </a:rPr>
              <a:t>Air Dryer </a:t>
            </a:r>
            <a:r>
              <a:rPr lang="en-US" altLang="ko-KR" sz="900" smtClean="0">
                <a:latin typeface="Times New Roman" pitchFamily="18" charset="0"/>
                <a:cs typeface="Times New Roman" pitchFamily="18" charset="0"/>
              </a:rPr>
              <a:t>hút ẩm</a:t>
            </a: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p:txBody>
      </p:sp>
      <p:sp>
        <p:nvSpPr>
          <p:cNvPr id="6159" name="Rectangle 95"/>
          <p:cNvSpPr>
            <a:spLocks noChangeArrowheads="1"/>
          </p:cNvSpPr>
          <p:nvPr/>
        </p:nvSpPr>
        <p:spPr bwMode="auto">
          <a:xfrm>
            <a:off x="269876" y="1115158"/>
            <a:ext cx="3159125" cy="8042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53</a:t>
            </a:r>
            <a:r>
              <a:rPr lang="vi-VN" altLang="ko-KR" sz="900" smtClean="0">
                <a:latin typeface="Times New Roman" pitchFamily="18" charset="0"/>
                <a:ea typeface="돋움" pitchFamily="50" charset="-127"/>
                <a:cs typeface="Times New Roman" pitchFamily="18" charset="0"/>
              </a:rPr>
              <a:t>. Đơn</a:t>
            </a:r>
            <a:r>
              <a:rPr lang="en-US" altLang="ko-KR" sz="900" smtClean="0">
                <a:latin typeface="Times New Roman" pitchFamily="18" charset="0"/>
                <a:ea typeface="돋움" pitchFamily="50" charset="-127"/>
                <a:cs typeface="Times New Roman" pitchFamily="18" charset="0"/>
              </a:rPr>
              <a:t> vị áp suất 1.03Kgf/cm² bằng 1.01 Bar. Nếu khi chuyển đổi sang Pascal (Pa), đơn vị đúng là</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0.1MPa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1.03Pa</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1.03KPa                       </a:t>
            </a: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10KPa</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54</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Định luật nào trong đó thể tích và nhiệt độ tỷ lệ thuận với nhau mà vẫn giữ cho áp suất không khí không đổi?</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Định luật Pascal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Định luật Charles-Boyle</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smtClean="0">
                <a:solidFill>
                  <a:srgbClr val="FF0000"/>
                </a:solidFill>
                <a:latin typeface="Times New Roman" pitchFamily="18" charset="0"/>
                <a:ea typeface="돋움" pitchFamily="50" charset="-127"/>
                <a:cs typeface="Times New Roman" pitchFamily="18" charset="0"/>
              </a:rPr>
              <a:t>③ </a:t>
            </a:r>
            <a:r>
              <a:rPr lang="en-US" altLang="ko-KR" sz="900" b="1">
                <a:solidFill>
                  <a:srgbClr val="FF0000"/>
                </a:solidFill>
                <a:latin typeface="Times New Roman" pitchFamily="18" charset="0"/>
                <a:ea typeface="돋움" pitchFamily="50" charset="-127"/>
                <a:cs typeface="Times New Roman" pitchFamily="18" charset="0"/>
              </a:rPr>
              <a:t>Định luật </a:t>
            </a:r>
            <a:r>
              <a:rPr lang="en-US" altLang="ko-KR" sz="900" b="1" smtClean="0">
                <a:solidFill>
                  <a:srgbClr val="FF0000"/>
                </a:solidFill>
                <a:latin typeface="Times New Roman" pitchFamily="18" charset="0"/>
                <a:ea typeface="돋움" pitchFamily="50" charset="-127"/>
                <a:cs typeface="Times New Roman" pitchFamily="18" charset="0"/>
              </a:rPr>
              <a:t>Charles                </a:t>
            </a:r>
            <a:r>
              <a:rPr lang="vi-VN" altLang="ko-KR" sz="900" smtClean="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Định luật </a:t>
            </a:r>
            <a:r>
              <a:rPr lang="en-US" altLang="ko-KR" sz="900" smtClean="0">
                <a:latin typeface="Times New Roman" pitchFamily="18" charset="0"/>
                <a:ea typeface="돋움" pitchFamily="50" charset="-127"/>
                <a:cs typeface="Times New Roman" pitchFamily="18" charset="0"/>
              </a:rPr>
              <a:t>Boyle</a:t>
            </a: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55</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Máy tạo chân không khí nén nào không thích hợp để sử dụng với Ejector</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Công tác áp lực.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Van điện từ</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Filter.                               </a:t>
            </a:r>
            <a:r>
              <a:rPr lang="vi-VN" altLang="ko-KR" sz="900" b="1" smtClean="0">
                <a:solidFill>
                  <a:srgbClr val="FF0000"/>
                </a:solidFill>
                <a:latin typeface="Times New Roman" pitchFamily="18" charset="0"/>
                <a:ea typeface="돋움" pitchFamily="50" charset="-127"/>
                <a:cs typeface="Times New Roman" pitchFamily="18" charset="0"/>
              </a:rPr>
              <a:t>④ </a:t>
            </a:r>
            <a:r>
              <a:rPr lang="en-US" altLang="ko-KR" sz="900" b="1" smtClean="0">
                <a:solidFill>
                  <a:srgbClr val="FF0000"/>
                </a:solidFill>
                <a:latin typeface="Times New Roman" pitchFamily="18" charset="0"/>
                <a:ea typeface="돋움" pitchFamily="50" charset="-127"/>
                <a:cs typeface="Times New Roman" pitchFamily="18" charset="0"/>
              </a:rPr>
              <a:t>Sensor tiếp cận</a:t>
            </a:r>
            <a:r>
              <a:rPr lang="vi-VN" altLang="ko-KR" sz="900" b="1" smtClean="0">
                <a:solidFill>
                  <a:srgbClr val="FF0000"/>
                </a:solidFill>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56</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Đâu không phải đặc tính của máy nén Screw nén không khí sử dụng nguyên lý thay đổi tối ưu</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Tiếng ồn tần số thấp dễ dàng loại bỏ</a:t>
            </a:r>
          </a:p>
          <a:p>
            <a:pPr eaLnBrk="1" hangingPunct="1">
              <a:spcBef>
                <a:spcPct val="0"/>
              </a:spcBef>
              <a:buFontTx/>
              <a:buNone/>
            </a:pPr>
            <a:r>
              <a:rPr lang="en-US" altLang="ko-KR" sz="900" b="1" smtClean="0">
                <a:solidFill>
                  <a:srgbClr val="FF0000"/>
                </a:solidFill>
                <a:latin typeface="Times New Roman" pitchFamily="18" charset="0"/>
                <a:ea typeface="돋움" pitchFamily="50" charset="-127"/>
                <a:cs typeface="Times New Roman" pitchFamily="18" charset="0"/>
              </a:rPr>
              <a:t>② Có thể tạo ra áp suất lớn và khả năng quay tốc độ cao</a:t>
            </a:r>
            <a:endParaRPr lang="en-US" altLang="ko-KR" sz="900" b="1">
              <a:solidFill>
                <a:srgbClr val="FF0000"/>
              </a:solidFill>
              <a:latin typeface="Times New Roman" pitchFamily="18" charset="0"/>
              <a:ea typeface="돋움" pitchFamily="50" charset="-127"/>
              <a:cs typeface="Times New Roman" pitchFamily="18" charset="0"/>
            </a:endParaRPr>
          </a:p>
          <a:p>
            <a:pPr>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Không rung và không cần Tank Air lớn</a:t>
            </a:r>
          </a:p>
          <a:p>
            <a:pPr>
              <a:buFontTx/>
              <a:buNone/>
            </a:pP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Bên trong máy nén có ít nhiễu loạn nên không cần bôi trơn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50000"/>
              </a:spcBef>
              <a:buFontTx/>
              <a:buNone/>
            </a:pPr>
            <a:r>
              <a:rPr lang="en-US" altLang="ko-KR" sz="900" smtClean="0">
                <a:latin typeface="Times New Roman" pitchFamily="18" charset="0"/>
                <a:ea typeface="돋움" pitchFamily="50" charset="-127"/>
                <a:cs typeface="Times New Roman" pitchFamily="18" charset="0"/>
              </a:rPr>
              <a:t>57</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Điều gì sai khi giải thích về ký hiệu dưới đây</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5000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5000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5000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50000"/>
              </a:spcBef>
              <a:buNone/>
            </a:pP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Là van hoạt động trực tiếp</a:t>
            </a:r>
          </a:p>
          <a:p>
            <a:pPr eaLnBrk="1" hangingPunct="1">
              <a:spcBef>
                <a:spcPct val="50000"/>
              </a:spcBef>
              <a:buNone/>
            </a:pPr>
            <a:r>
              <a:rPr lang="vi-VN" altLang="ko-KR" sz="900">
                <a:latin typeface="Times New Roman" pitchFamily="18" charset="0"/>
                <a:ea typeface="돋움" pitchFamily="50" charset="-127"/>
                <a:cs typeface="Times New Roman" pitchFamily="18" charset="0"/>
              </a:rPr>
              <a:t>② </a:t>
            </a:r>
            <a:r>
              <a:rPr lang="en-US" altLang="ko-KR" sz="900">
                <a:latin typeface="Times New Roman" pitchFamily="18" charset="0"/>
                <a:ea typeface="돋움" pitchFamily="50" charset="-127"/>
                <a:cs typeface="Times New Roman" pitchFamily="18" charset="0"/>
              </a:rPr>
              <a:t>Là van mang đặc tính bộ nhớ</a:t>
            </a:r>
          </a:p>
          <a:p>
            <a:pPr eaLnBrk="1" hangingPunct="1">
              <a:spcBef>
                <a:spcPct val="50000"/>
              </a:spcBef>
              <a:buNone/>
            </a:pPr>
            <a:r>
              <a:rPr lang="vi-VN" altLang="ko-KR" sz="900">
                <a:latin typeface="Times New Roman" pitchFamily="18" charset="0"/>
                <a:ea typeface="돋움" pitchFamily="50" charset="-127"/>
                <a:cs typeface="Times New Roman" pitchFamily="18" charset="0"/>
              </a:rPr>
              <a:t>③ </a:t>
            </a:r>
            <a:r>
              <a:rPr lang="en-US" altLang="ko-KR" sz="900">
                <a:latin typeface="Times New Roman" pitchFamily="18" charset="0"/>
                <a:ea typeface="돋움" pitchFamily="50" charset="-127"/>
                <a:cs typeface="Times New Roman" pitchFamily="18" charset="0"/>
              </a:rPr>
              <a:t>Là van có công tắc điều khiển bằng tay</a:t>
            </a:r>
          </a:p>
          <a:p>
            <a:pPr eaLnBrk="1" hangingPunct="1">
              <a:spcBef>
                <a:spcPct val="50000"/>
              </a:spcBef>
              <a:buNone/>
            </a:pPr>
            <a:r>
              <a:rPr lang="vi-VN" altLang="ko-KR"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Là van điện từ 2 vị trí 5 cửa</a:t>
            </a: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58</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Xem xét về cấu trúc của xylanh khí nén, bộ phận nào sử dụng với mục đích ngăn rò rỉ dầu bên trong và tránh thâm nhập dị vật từ bên ngoài</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①</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Buồng Piston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Rod Cover</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Vòng làm kín                </a:t>
            </a:r>
            <a:r>
              <a:rPr lang="vi-VN" altLang="ko-KR" sz="900" b="1" smtClean="0">
                <a:solidFill>
                  <a:srgbClr val="FF0000"/>
                </a:solidFill>
                <a:latin typeface="Times New Roman" pitchFamily="18" charset="0"/>
                <a:ea typeface="돋움" pitchFamily="50" charset="-127"/>
                <a:cs typeface="Times New Roman" pitchFamily="18" charset="0"/>
              </a:rPr>
              <a:t>④ </a:t>
            </a:r>
            <a:r>
              <a:rPr lang="en-US" altLang="ko-KR" sz="900" b="1" smtClean="0">
                <a:solidFill>
                  <a:srgbClr val="FF0000"/>
                </a:solidFill>
                <a:latin typeface="Times New Roman" pitchFamily="18" charset="0"/>
                <a:ea typeface="돋움" pitchFamily="50" charset="-127"/>
                <a:cs typeface="Times New Roman" pitchFamily="18" charset="0"/>
              </a:rPr>
              <a:t>Scrapping ring (buồng Wiper)</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p:txBody>
      </p:sp>
      <p:pic>
        <p:nvPicPr>
          <p:cNvPr id="1026"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5420" t="10996" r="2965" b="2267"/>
          <a:stretch/>
        </p:blipFill>
        <p:spPr bwMode="auto">
          <a:xfrm>
            <a:off x="381000" y="6858000"/>
            <a:ext cx="3032496" cy="1140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4848044"/>
            <a:ext cx="1990948" cy="573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6</a:t>
            </a:r>
          </a:p>
        </p:txBody>
      </p:sp>
    </p:spTree>
    <p:extLst>
      <p:ext uri="{BB962C8B-B14F-4D97-AF65-F5344CB8AC3E}">
        <p14:creationId xmlns:p14="http://schemas.microsoft.com/office/powerpoint/2010/main" val="1818799171"/>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178182" name="Text Box 6"/>
          <p:cNvSpPr txBox="1">
            <a:spLocks noChangeArrowheads="1"/>
          </p:cNvSpPr>
          <p:nvPr/>
        </p:nvSpPr>
        <p:spPr bwMode="auto">
          <a:xfrm>
            <a:off x="123826" y="211016"/>
            <a:ext cx="10017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Máy</a:t>
            </a:r>
            <a:r>
              <a:rPr lang="ko-KR" altLang="en-US"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8196" name="Rectangle 4"/>
          <p:cNvSpPr>
            <a:spLocks noChangeArrowheads="1"/>
          </p:cNvSpPr>
          <p:nvPr/>
        </p:nvSpPr>
        <p:spPr bwMode="auto">
          <a:xfrm>
            <a:off x="260350" y="716574"/>
            <a:ext cx="3124200"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r>
              <a:rPr lang="en-US" altLang="ko-KR" sz="900">
                <a:latin typeface="돋움" pitchFamily="50" charset="-127"/>
                <a:ea typeface="돋움" pitchFamily="50" charset="-127"/>
              </a:rPr>
              <a:t>    </a:t>
            </a: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r>
              <a:rPr lang="en-US" altLang="ko-KR" sz="900">
                <a:latin typeface="돋움" pitchFamily="50" charset="-127"/>
                <a:ea typeface="돋움" pitchFamily="50" charset="-127"/>
              </a:rPr>
              <a:t>   </a:t>
            </a:r>
          </a:p>
          <a:p>
            <a:pPr eaLnBrk="1" hangingPunct="1">
              <a:spcBef>
                <a:spcPct val="0"/>
              </a:spcBef>
              <a:buFontTx/>
              <a:buNone/>
            </a:pPr>
            <a:endParaRPr lang="en-US" altLang="ko-KR" sz="900">
              <a:latin typeface="돋움" pitchFamily="50" charset="-127"/>
              <a:ea typeface="돋움" pitchFamily="50" charset="-127"/>
            </a:endParaRPr>
          </a:p>
        </p:txBody>
      </p:sp>
      <p:sp>
        <p:nvSpPr>
          <p:cNvPr id="8197" name="Text Box 6"/>
          <p:cNvSpPr txBox="1">
            <a:spLocks noChangeArrowheads="1"/>
          </p:cNvSpPr>
          <p:nvPr/>
        </p:nvSpPr>
        <p:spPr bwMode="auto">
          <a:xfrm>
            <a:off x="292101" y="754674"/>
            <a:ext cx="151836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Đề máy</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61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80</a:t>
            </a:r>
            <a:endParaRPr lang="ko-KR" altLang="en-US" sz="1000" b="1">
              <a:latin typeface="Times New Roman" pitchFamily="18" charset="0"/>
              <a:ea typeface="돋움" pitchFamily="50" charset="-127"/>
              <a:cs typeface="Times New Roman" pitchFamily="18" charset="0"/>
            </a:endParaRPr>
          </a:p>
        </p:txBody>
      </p:sp>
      <p:sp>
        <p:nvSpPr>
          <p:cNvPr id="6" name="직사각형 1"/>
          <p:cNvSpPr>
            <a:spLocks noChangeArrowheads="1"/>
          </p:cNvSpPr>
          <p:nvPr/>
        </p:nvSpPr>
        <p:spPr bwMode="auto">
          <a:xfrm>
            <a:off x="225425" y="983274"/>
            <a:ext cx="3165475" cy="7765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marL="0" indent="0">
              <a:buFontTx/>
              <a:buNone/>
              <a:defRPr/>
            </a:pPr>
            <a:r>
              <a:rPr lang="en-US" sz="900">
                <a:latin typeface="Times New Roman" panose="02020603050405020304" pitchFamily="18" charset="0"/>
                <a:cs typeface="Times New Roman" panose="02020603050405020304" pitchFamily="18" charset="0"/>
              </a:rPr>
              <a:t>61. </a:t>
            </a:r>
            <a:r>
              <a:rPr lang="en-US" sz="900" smtClean="0">
                <a:latin typeface="Times New Roman" panose="02020603050405020304" pitchFamily="18" charset="0"/>
                <a:cs typeface="Times New Roman" panose="02020603050405020304" pitchFamily="18" charset="0"/>
              </a:rPr>
              <a:t>Câu nào sai khi giải thích về kỹ thuật của máy?</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① </a:t>
            </a:r>
            <a:r>
              <a:rPr lang="en-US" sz="900" smtClean="0">
                <a:latin typeface="Times New Roman" panose="02020603050405020304" pitchFamily="18" charset="0"/>
                <a:cs typeface="Times New Roman" panose="02020603050405020304" pitchFamily="18" charset="0"/>
              </a:rPr>
              <a:t>Dựa vào ngoại lực để tạo thành tổ hợp các vật thể có sự đối kháng nhau</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Các vật sau khi tổ hợp lại với nhau sẽ được vận hành thử nghiệm định sẵn</a:t>
            </a:r>
            <a:endParaRPr lang="vi-VN" sz="900" smtClean="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③ </a:t>
            </a:r>
            <a:r>
              <a:rPr lang="en-US" sz="900" smtClean="0">
                <a:latin typeface="Times New Roman" panose="02020603050405020304" pitchFamily="18" charset="0"/>
                <a:cs typeface="Times New Roman" panose="02020603050405020304" pitchFamily="18" charset="0"/>
              </a:rPr>
              <a:t>Là trang bị cho phép sự chuyển động phù hợp với mục đích</a:t>
            </a:r>
            <a:endParaRPr lang="en-US" altLang="ko-KR" sz="90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④ </a:t>
            </a:r>
            <a:r>
              <a:rPr lang="en-US" sz="900" smtClean="0">
                <a:latin typeface="Times New Roman" panose="02020603050405020304" pitchFamily="18" charset="0"/>
                <a:cs typeface="Times New Roman" panose="02020603050405020304" pitchFamily="18" charset="0"/>
              </a:rPr>
              <a:t>Chuyển đổi năng lượng được cung cấp bằng thực hiện công việc hiệu quả</a:t>
            </a:r>
            <a:endParaRPr lang="vi-VN"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62. </a:t>
            </a:r>
            <a:r>
              <a:rPr lang="en-US" sz="900" smtClean="0">
                <a:latin typeface="Times New Roman" panose="02020603050405020304" pitchFamily="18" charset="0"/>
                <a:cs typeface="Times New Roman" panose="02020603050405020304" pitchFamily="18" charset="0"/>
              </a:rPr>
              <a:t>Phân loại TRỤC (Shaft) nào sau đây là sai?</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r>
              <a:rPr lang="en-US" sz="900" b="1">
                <a:solidFill>
                  <a:srgbClr val="FF0000"/>
                </a:solidFill>
                <a:latin typeface="Times New Roman" panose="02020603050405020304" pitchFamily="18" charset="0"/>
                <a:cs typeface="Times New Roman" panose="02020603050405020304" pitchFamily="18" charset="0"/>
              </a:rPr>
              <a:t>① Phân loại theo chất liệu vật liệu</a:t>
            </a:r>
          </a:p>
          <a:p>
            <a:pPr marL="0" indent="0">
              <a:buFontTx/>
              <a:buNone/>
              <a:defRPr/>
            </a:pPr>
            <a:r>
              <a:rPr lang="vi-VN" sz="900">
                <a:latin typeface="Times New Roman" panose="02020603050405020304" pitchFamily="18" charset="0"/>
                <a:cs typeface="Times New Roman" panose="02020603050405020304" pitchFamily="18" charset="0"/>
              </a:rPr>
              <a:t>  ② Phân loại theo </a:t>
            </a:r>
            <a:r>
              <a:rPr lang="en-US" sz="900" smtClean="0">
                <a:latin typeface="Times New Roman" panose="02020603050405020304" pitchFamily="18" charset="0"/>
                <a:cs typeface="Times New Roman" panose="02020603050405020304" pitchFamily="18" charset="0"/>
              </a:rPr>
              <a:t>công dụng</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③ Phân loại theo hình dạng</a:t>
            </a:r>
          </a:p>
          <a:p>
            <a:pPr marL="0" indent="0">
              <a:buFontTx/>
              <a:buNone/>
              <a:defRPr/>
            </a:pPr>
            <a:r>
              <a:rPr lang="en-US" sz="900">
                <a:latin typeface="Times New Roman" panose="02020603050405020304" pitchFamily="18" charset="0"/>
                <a:cs typeface="Times New Roman" panose="02020603050405020304" pitchFamily="18" charset="0"/>
              </a:rPr>
              <a:t>  ④ Phân loại theo </a:t>
            </a:r>
            <a:r>
              <a:rPr lang="en-US" sz="900" smtClean="0">
                <a:latin typeface="Times New Roman" panose="02020603050405020304" pitchFamily="18" charset="0"/>
                <a:cs typeface="Times New Roman" panose="02020603050405020304" pitchFamily="18" charset="0"/>
              </a:rPr>
              <a:t>hình dạng bản vẽ</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63. </a:t>
            </a:r>
            <a:r>
              <a:rPr lang="en-US" sz="900" smtClean="0">
                <a:latin typeface="Times New Roman" panose="02020603050405020304" pitchFamily="18" charset="0"/>
                <a:cs typeface="Times New Roman" panose="02020603050405020304" pitchFamily="18" charset="0"/>
              </a:rPr>
              <a:t>Khớp nối</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nào sau đây được sử dụng </a:t>
            </a:r>
            <a:r>
              <a:rPr lang="en-US" sz="900" smtClean="0">
                <a:latin typeface="Times New Roman" panose="02020603050405020304" pitchFamily="18" charset="0"/>
                <a:cs typeface="Times New Roman" panose="02020603050405020304" pitchFamily="18" charset="0"/>
              </a:rPr>
              <a:t>để nối</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các trục </a:t>
            </a:r>
            <a:endParaRPr lang="en-US" sz="900" smtClean="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cắt n</a:t>
            </a:r>
            <a:r>
              <a:rPr lang="en-US" sz="900" smtClean="0">
                <a:latin typeface="Times New Roman" panose="02020603050405020304" pitchFamily="18" charset="0"/>
                <a:cs typeface="Times New Roman" panose="02020603050405020304" pitchFamily="18" charset="0"/>
              </a:rPr>
              <a:t>hau?</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① </a:t>
            </a:r>
            <a:r>
              <a:rPr lang="en-US" altLang="ko-KR" sz="900" b="1">
                <a:solidFill>
                  <a:srgbClr val="FF0000"/>
                </a:solidFill>
                <a:latin typeface="Times New Roman" panose="02020603050405020304" pitchFamily="18" charset="0"/>
                <a:cs typeface="Times New Roman" panose="02020603050405020304" pitchFamily="18" charset="0"/>
              </a:rPr>
              <a:t>Universal C</a:t>
            </a:r>
            <a:r>
              <a:rPr lang="en-US" altLang="ko-KR" sz="900" b="1" smtClean="0">
                <a:solidFill>
                  <a:srgbClr val="FF0000"/>
                </a:solidFill>
                <a:latin typeface="Times New Roman" panose="02020603050405020304" pitchFamily="18" charset="0"/>
                <a:cs typeface="Times New Roman" panose="02020603050405020304" pitchFamily="18" charset="0"/>
              </a:rPr>
              <a:t>oupling</a:t>
            </a:r>
            <a:r>
              <a:rPr lang="ko-KR" altLang="en-US" sz="900" b="1" smtClean="0">
                <a:solidFill>
                  <a:srgbClr val="FF0000"/>
                </a:solidFill>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Oldham</a:t>
            </a:r>
            <a:r>
              <a:rPr lang="en-US" sz="900" smtClean="0">
                <a:latin typeface="Times New Roman" panose="02020603050405020304" pitchFamily="18" charset="0"/>
                <a:cs typeface="Times New Roman" panose="02020603050405020304" pitchFamily="18" charset="0"/>
              </a:rPr>
              <a:t> Coupling</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③ </a:t>
            </a:r>
            <a:r>
              <a:rPr lang="en-US" altLang="ko-KR" sz="900">
                <a:latin typeface="Times New Roman" panose="02020603050405020304" pitchFamily="18" charset="0"/>
                <a:cs typeface="Times New Roman" panose="02020603050405020304" pitchFamily="18" charset="0"/>
              </a:rPr>
              <a:t>Flange C</a:t>
            </a:r>
            <a:r>
              <a:rPr lang="en-US" altLang="ko-KR" sz="900" smtClean="0">
                <a:latin typeface="Times New Roman" panose="02020603050405020304" pitchFamily="18" charset="0"/>
                <a:cs typeface="Times New Roman" panose="02020603050405020304" pitchFamily="18" charset="0"/>
              </a:rPr>
              <a:t>oupling</a:t>
            </a:r>
            <a:r>
              <a:rPr lang="ko-KR" altLang="en-US"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Flexible </a:t>
            </a:r>
            <a:r>
              <a:rPr lang="en-US" altLang="ko-KR" sz="900" smtClean="0">
                <a:latin typeface="Times New Roman" panose="02020603050405020304" pitchFamily="18" charset="0"/>
                <a:cs typeface="Times New Roman" panose="02020603050405020304" pitchFamily="18" charset="0"/>
              </a:rPr>
              <a:t>coupling</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64. </a:t>
            </a:r>
            <a:r>
              <a:rPr lang="en-US" sz="900" smtClean="0">
                <a:latin typeface="Times New Roman" panose="02020603050405020304" pitchFamily="18" charset="0"/>
                <a:cs typeface="Times New Roman" panose="02020603050405020304" pitchFamily="18" charset="0"/>
              </a:rPr>
              <a:t>Hình dưới đây là loại vòng bi nào</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① </a:t>
            </a:r>
            <a:r>
              <a:rPr lang="en-US" altLang="ko-KR" sz="900" smtClean="0">
                <a:solidFill>
                  <a:srgbClr val="000000"/>
                </a:solidFill>
                <a:latin typeface="Times New Roman" panose="02020603050405020304" pitchFamily="18" charset="0"/>
                <a:cs typeface="Times New Roman" panose="02020603050405020304" pitchFamily="18" charset="0"/>
              </a:rPr>
              <a:t>Bearing rãnh sâu</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Magneto ball Bearing</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b="1">
                <a:solidFill>
                  <a:srgbClr val="FF0000"/>
                </a:solidFill>
                <a:latin typeface="Times New Roman" panose="02020603050405020304" pitchFamily="18" charset="0"/>
                <a:cs typeface="Times New Roman" panose="02020603050405020304" pitchFamily="18" charset="0"/>
              </a:rPr>
              <a:t>  ③ </a:t>
            </a:r>
            <a:r>
              <a:rPr lang="en-US" altLang="ko-KR" sz="900" b="1">
                <a:solidFill>
                  <a:srgbClr val="FF0000"/>
                </a:solidFill>
                <a:latin typeface="Times New Roman" panose="02020603050405020304" pitchFamily="18" charset="0"/>
                <a:cs typeface="Times New Roman" panose="02020603050405020304" pitchFamily="18" charset="0"/>
              </a:rPr>
              <a:t>Angular ball </a:t>
            </a:r>
            <a:r>
              <a:rPr lang="en-US" altLang="ko-KR" sz="900" b="1" smtClean="0">
                <a:solidFill>
                  <a:srgbClr val="FF0000"/>
                </a:solidFill>
                <a:latin typeface="Times New Roman" panose="02020603050405020304" pitchFamily="18" charset="0"/>
                <a:cs typeface="Times New Roman" panose="02020603050405020304" pitchFamily="18" charset="0"/>
              </a:rPr>
              <a:t>bearing</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④ </a:t>
            </a:r>
            <a:r>
              <a:rPr lang="en-US" sz="900" smtClean="0">
                <a:solidFill>
                  <a:srgbClr val="000000"/>
                </a:solidFill>
                <a:latin typeface="Times New Roman" panose="02020603050405020304" pitchFamily="18" charset="0"/>
                <a:cs typeface="Times New Roman" panose="02020603050405020304" pitchFamily="18" charset="0"/>
              </a:rPr>
              <a:t>B</a:t>
            </a:r>
            <a:r>
              <a:rPr lang="en-US" altLang="ko-KR" sz="900" smtClean="0">
                <a:solidFill>
                  <a:srgbClr val="000000"/>
                </a:solidFill>
                <a:latin typeface="Times New Roman" panose="02020603050405020304" pitchFamily="18" charset="0"/>
                <a:cs typeface="Times New Roman" panose="02020603050405020304" pitchFamily="18" charset="0"/>
              </a:rPr>
              <a:t>earing tự sắp xếp </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65. </a:t>
            </a:r>
            <a:r>
              <a:rPr lang="en-US" sz="900" smtClean="0">
                <a:latin typeface="Times New Roman" panose="02020603050405020304" pitchFamily="18" charset="0"/>
                <a:cs typeface="Times New Roman" panose="02020603050405020304" pitchFamily="18" charset="0"/>
              </a:rPr>
              <a:t>Giá trị đo của Height Gauge ?</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b="1">
                <a:solidFill>
                  <a:srgbClr val="FF0000"/>
                </a:solidFill>
                <a:latin typeface="Times New Roman" panose="02020603050405020304" pitchFamily="18" charset="0"/>
                <a:cs typeface="Times New Roman" panose="02020603050405020304" pitchFamily="18" charset="0"/>
              </a:rPr>
              <a:t>  ① </a:t>
            </a:r>
            <a:r>
              <a:rPr lang="en-US" sz="900" b="1" smtClean="0">
                <a:solidFill>
                  <a:srgbClr val="FF0000"/>
                </a:solidFill>
                <a:latin typeface="Times New Roman" panose="02020603050405020304" pitchFamily="18" charset="0"/>
                <a:cs typeface="Times New Roman" panose="02020603050405020304" pitchFamily="18" charset="0"/>
              </a:rPr>
              <a:t>46.48 mm</a:t>
            </a:r>
            <a:r>
              <a:rPr lang="en-US" sz="900" smtClean="0">
                <a:solidFill>
                  <a:srgbClr val="FF0000"/>
                </a:solidFill>
                <a:latin typeface="Times New Roman" panose="02020603050405020304" pitchFamily="18" charset="0"/>
                <a:cs typeface="Times New Roman" panose="02020603050405020304" pitchFamily="18" charset="0"/>
              </a:rPr>
              <a:t>.</a:t>
            </a:r>
            <a:endParaRPr lang="en-US" sz="900">
              <a:solidFill>
                <a:srgbClr val="FF0000"/>
              </a:solidFill>
              <a:latin typeface="Times New Roman" panose="02020603050405020304" pitchFamily="18" charset="0"/>
              <a:cs typeface="Times New Roman" panose="02020603050405020304" pitchFamily="18" charset="0"/>
            </a:endParaRPr>
          </a:p>
          <a:p>
            <a:pPr marL="0" indent="0">
              <a:buFontTx/>
              <a:buNone/>
              <a:defRPr/>
            </a:pPr>
            <a:r>
              <a:rPr lang="vi-VN" sz="900">
                <a:solidFill>
                  <a:srgbClr val="FF0000"/>
                </a:solidFill>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70.48 mm</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③ </a:t>
            </a:r>
            <a:r>
              <a:rPr lang="en-US" sz="900" smtClean="0">
                <a:latin typeface="Times New Roman" panose="02020603050405020304" pitchFamily="18" charset="0"/>
                <a:cs typeface="Times New Roman" panose="02020603050405020304" pitchFamily="18" charset="0"/>
              </a:rPr>
              <a:t>70.44 mm.</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④ </a:t>
            </a:r>
            <a:r>
              <a:rPr lang="en-US" sz="900" smtClean="0">
                <a:latin typeface="Times New Roman" panose="02020603050405020304" pitchFamily="18" charset="0"/>
                <a:cs typeface="Times New Roman" panose="02020603050405020304" pitchFamily="18" charset="0"/>
              </a:rPr>
              <a:t>46.44 mm.</a:t>
            </a:r>
            <a:endParaRPr lang="en-US" sz="900">
              <a:latin typeface="Times New Roman" panose="02020603050405020304" pitchFamily="18" charset="0"/>
              <a:cs typeface="Times New Roman" panose="02020603050405020304" pitchFamily="18" charset="0"/>
            </a:endParaRPr>
          </a:p>
          <a:p>
            <a:pPr marL="0" indent="0">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66. Loại </a:t>
            </a:r>
            <a:r>
              <a:rPr lang="en-US" sz="900" smtClean="0">
                <a:latin typeface="Times New Roman" panose="02020603050405020304" pitchFamily="18" charset="0"/>
                <a:cs typeface="Times New Roman" panose="02020603050405020304" pitchFamily="18" charset="0"/>
              </a:rPr>
              <a:t>vít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nào sau đây dùng để </a:t>
            </a:r>
            <a:r>
              <a:rPr lang="en-US" sz="900" smtClean="0">
                <a:latin typeface="Times New Roman" panose="02020603050405020304" pitchFamily="18" charset="0"/>
                <a:cs typeface="Times New Roman" panose="02020603050405020304" pitchFamily="18" charset="0"/>
              </a:rPr>
              <a:t>nối</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a:defRPr/>
            </a:pPr>
            <a:endParaRPr lang="en-US" sz="900" smtClean="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Vít vuông</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Đinh ốc</a:t>
            </a:r>
            <a:r>
              <a:rPr lang="vi-VN"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buttress </a:t>
            </a:r>
            <a:r>
              <a:rPr lang="en-US" altLang="ko-KR" sz="900" smtClean="0">
                <a:latin typeface="Times New Roman" panose="02020603050405020304" pitchFamily="18" charset="0"/>
                <a:cs typeface="Times New Roman" panose="02020603050405020304" pitchFamily="18" charset="0"/>
              </a:rPr>
              <a:t>screw</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Đinh ốc </a:t>
            </a:r>
            <a:r>
              <a:rPr lang="en-US" altLang="ko-KR" sz="900" smtClean="0">
                <a:latin typeface="Times New Roman" panose="02020603050405020304" pitchFamily="18" charset="0"/>
                <a:cs typeface="Times New Roman" panose="02020603050405020304" pitchFamily="18" charset="0"/>
              </a:rPr>
              <a:t>knuckle</a:t>
            </a: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④ Đinh ốc </a:t>
            </a:r>
            <a:r>
              <a:rPr lang="en-US" altLang="ko-KR" sz="900" b="1">
                <a:solidFill>
                  <a:srgbClr val="FF0000"/>
                </a:solidFill>
                <a:latin typeface="Times New Roman" panose="02020603050405020304" pitchFamily="18" charset="0"/>
                <a:cs typeface="Times New Roman" panose="02020603050405020304" pitchFamily="18" charset="0"/>
              </a:rPr>
              <a:t>unified thread</a:t>
            </a:r>
            <a:endParaRPr lang="en-US"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67. </a:t>
            </a:r>
            <a:r>
              <a:rPr lang="en-US" sz="900" smtClean="0">
                <a:latin typeface="Times New Roman" panose="02020603050405020304" pitchFamily="18" charset="0"/>
                <a:cs typeface="Times New Roman" panose="02020603050405020304" pitchFamily="18" charset="0"/>
              </a:rPr>
              <a:t>Chốt Pin nào đ</a:t>
            </a:r>
            <a:r>
              <a:rPr lang="vi-VN" sz="900" smtClean="0">
                <a:latin typeface="Times New Roman" panose="02020603050405020304" pitchFamily="18" charset="0"/>
                <a:cs typeface="Times New Roman" panose="02020603050405020304" pitchFamily="18" charset="0"/>
              </a:rPr>
              <a:t>ược </a:t>
            </a:r>
            <a:r>
              <a:rPr lang="vi-VN" sz="900">
                <a:latin typeface="Times New Roman" panose="02020603050405020304" pitchFamily="18" charset="0"/>
                <a:cs typeface="Times New Roman" panose="02020603050405020304" pitchFamily="18" charset="0"/>
              </a:rPr>
              <a:t>sử dụng để ngăn chặn việc nới lỏng </a:t>
            </a:r>
            <a:r>
              <a:rPr lang="vi-VN" sz="900" smtClean="0">
                <a:latin typeface="Times New Roman" panose="02020603050405020304" pitchFamily="18" charset="0"/>
                <a:cs typeface="Times New Roman" panose="02020603050405020304" pitchFamily="18" charset="0"/>
              </a:rPr>
              <a:t>bu</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lông và đai </a:t>
            </a:r>
            <a:r>
              <a:rPr lang="vi-VN" sz="900" smtClean="0">
                <a:latin typeface="Times New Roman" panose="02020603050405020304" pitchFamily="18" charset="0"/>
                <a:cs typeface="Times New Roman" panose="02020603050405020304" pitchFamily="18" charset="0"/>
              </a:rPr>
              <a:t>ốc</a:t>
            </a:r>
            <a:r>
              <a:rPr lang="en-US" sz="900" smtClean="0">
                <a:latin typeface="Times New Roman" panose="02020603050405020304" pitchFamily="18" charset="0"/>
                <a:cs typeface="Times New Roman" panose="02020603050405020304" pitchFamily="18" charset="0"/>
              </a:rPr>
              <a: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và để kết nối các bản </a:t>
            </a:r>
            <a:r>
              <a:rPr lang="vi-VN" sz="900" smtClean="0">
                <a:latin typeface="Times New Roman" panose="02020603050405020304" pitchFamily="18" charset="0"/>
                <a:cs typeface="Times New Roman" panose="02020603050405020304" pitchFamily="18" charset="0"/>
              </a:rPr>
              <a:t>lề</a:t>
            </a:r>
            <a:r>
              <a:rPr lang="en-US" sz="900" smtClean="0">
                <a:latin typeface="Times New Roman" panose="02020603050405020304" pitchFamily="18" charset="0"/>
                <a:cs typeface="Times New Roman" panose="02020603050405020304" pitchFamily="18" charset="0"/>
              </a:rPr>
              <a:t>?</a:t>
            </a:r>
          </a:p>
          <a:p>
            <a:pPr marL="0" indent="0">
              <a:buFontTx/>
              <a:buNone/>
              <a:defRPr/>
            </a:pPr>
            <a:r>
              <a:rPr lang="en-US" sz="900" smtClean="0">
                <a:latin typeface="Times New Roman" panose="02020603050405020304" pitchFamily="18" charset="0"/>
                <a:cs typeface="Times New Roman" panose="02020603050405020304" pitchFamily="18" charset="0"/>
              </a:rPr>
              <a:t>  </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P</a:t>
            </a:r>
            <a:r>
              <a:rPr lang="en-US" altLang="ko-KR" sz="900" smtClean="0">
                <a:latin typeface="Times New Roman" panose="02020603050405020304" pitchFamily="18" charset="0"/>
                <a:cs typeface="Times New Roman" panose="02020603050405020304" pitchFamily="18" charset="0"/>
              </a:rPr>
              <a:t>in song song                 </a:t>
            </a:r>
            <a:r>
              <a:rPr lang="en-US" sz="900" smtClean="0">
                <a:latin typeface="Times New Roman" panose="02020603050405020304" pitchFamily="18" charset="0"/>
                <a:cs typeface="Times New Roman" panose="02020603050405020304" pitchFamily="18" charset="0"/>
              </a:rPr>
              <a:t>② T</a:t>
            </a:r>
            <a:r>
              <a:rPr lang="en-US" altLang="ko-KR" sz="900" smtClean="0">
                <a:latin typeface="Times New Roman" panose="02020603050405020304" pitchFamily="18" charset="0"/>
                <a:cs typeface="Times New Roman" panose="02020603050405020304" pitchFamily="18" charset="0"/>
              </a:rPr>
              <a:t>aper pin</a:t>
            </a:r>
          </a:p>
          <a:p>
            <a:pPr marL="0" indent="0">
              <a:buFontTx/>
              <a:buNone/>
              <a:defRPr/>
            </a:pP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Pin tách                          </a:t>
            </a:r>
            <a:r>
              <a:rPr lang="en-US" sz="900" b="1" smtClean="0">
                <a:solidFill>
                  <a:srgbClr val="FF0000"/>
                </a:solidFill>
                <a:latin typeface="Times New Roman" panose="02020603050405020304" pitchFamily="18" charset="0"/>
                <a:cs typeface="Times New Roman" panose="02020603050405020304" pitchFamily="18" charset="0"/>
              </a:rPr>
              <a:t>④ </a:t>
            </a:r>
            <a:r>
              <a:rPr lang="en-US" altLang="ko-KR" sz="900" b="1">
                <a:solidFill>
                  <a:srgbClr val="FF0000"/>
                </a:solidFill>
                <a:latin typeface="Times New Roman" panose="02020603050405020304" pitchFamily="18" charset="0"/>
                <a:cs typeface="Times New Roman" panose="02020603050405020304" pitchFamily="18" charset="0"/>
              </a:rPr>
              <a:t>Spring pin </a:t>
            </a:r>
            <a:endParaRPr lang="en-US" sz="900" b="1">
              <a:solidFill>
                <a:srgbClr val="FF0000"/>
              </a:solidFill>
              <a:latin typeface="Times New Roman" panose="02020603050405020304" pitchFamily="18" charset="0"/>
              <a:cs typeface="Times New Roman" panose="02020603050405020304" pitchFamily="18" charset="0"/>
            </a:endParaRPr>
          </a:p>
        </p:txBody>
      </p:sp>
      <p:sp>
        <p:nvSpPr>
          <p:cNvPr id="8199" name="Rectangle 5"/>
          <p:cNvSpPr>
            <a:spLocks noChangeArrowheads="1"/>
          </p:cNvSpPr>
          <p:nvPr/>
        </p:nvSpPr>
        <p:spPr bwMode="auto">
          <a:xfrm>
            <a:off x="3384550" y="716574"/>
            <a:ext cx="3124200" cy="81724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a:latin typeface="Times New Roman" pitchFamily="18" charset="0"/>
                <a:ea typeface="돋움" pitchFamily="50" charset="-127"/>
                <a:cs typeface="Times New Roman" pitchFamily="18" charset="0"/>
              </a:rPr>
              <a:t>68. </a:t>
            </a:r>
            <a:r>
              <a:rPr lang="en-US" altLang="ko-KR" sz="900" smtClean="0">
                <a:latin typeface="Times New Roman" pitchFamily="18" charset="0"/>
                <a:ea typeface="돋움" pitchFamily="50" charset="-127"/>
                <a:cs typeface="Times New Roman" pitchFamily="18" charset="0"/>
              </a:rPr>
              <a:t>Tên của ốc trong hình là gì?</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Screw dùng cho gỗ</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Tapping Screw</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Screw liên kết</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solidFill>
                  <a:srgbClr val="FF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Screw dùng cho gỗ ép</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69. </a:t>
            </a:r>
            <a:r>
              <a:rPr lang="en-US" altLang="ko-KR" sz="900">
                <a:latin typeface="Times New Roman" pitchFamily="18" charset="0"/>
                <a:ea typeface="돋움" pitchFamily="50" charset="-127"/>
                <a:cs typeface="Times New Roman" pitchFamily="18" charset="0"/>
              </a:rPr>
              <a:t>B</a:t>
            </a:r>
            <a:r>
              <a:rPr lang="vi-VN" altLang="ko-KR" sz="900">
                <a:latin typeface="Times New Roman" pitchFamily="18" charset="0"/>
                <a:ea typeface="돋움" pitchFamily="50" charset="-127"/>
                <a:cs typeface="Times New Roman" pitchFamily="18" charset="0"/>
              </a:rPr>
              <a:t>ánh răng nào sau đây không thuộc trục song song?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Worm Gear</a:t>
            </a:r>
            <a:endParaRPr lang="vi-VN" altLang="ko-KR" sz="900" b="1">
              <a:solidFill>
                <a:srgbClr val="FF0000"/>
              </a:solidFill>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② </a:t>
            </a:r>
            <a:r>
              <a:rPr lang="en-US" altLang="ko-KR" sz="900">
                <a:latin typeface="Times New Roman" pitchFamily="18" charset="0"/>
                <a:cs typeface="Times New Roman" pitchFamily="18" charset="0"/>
              </a:rPr>
              <a:t>Internal</a:t>
            </a:r>
            <a:r>
              <a:rPr lang="en-US" altLang="ko-KR" sz="900">
                <a:latin typeface="Times New Roman" pitchFamily="18" charset="0"/>
                <a:ea typeface="돋움" pitchFamily="50" charset="-127"/>
              </a:rPr>
              <a:t> Gear</a:t>
            </a:r>
          </a:p>
          <a:p>
            <a:pPr eaLnBrk="1" hangingPunct="1">
              <a:spcBef>
                <a:spcPct val="0"/>
              </a:spcBef>
              <a:buFontTx/>
              <a:buNone/>
            </a:pPr>
            <a:r>
              <a:rPr lang="vi-VN" altLang="ko-KR" sz="900">
                <a:latin typeface="Times New Roman" pitchFamily="18" charset="0"/>
                <a:ea typeface="돋움" pitchFamily="50" charset="-127"/>
              </a:rPr>
              <a:t>  ③ </a:t>
            </a:r>
            <a:r>
              <a:rPr lang="en-US" altLang="ko-KR" sz="900">
                <a:latin typeface="Times New Roman" pitchFamily="18" charset="0"/>
                <a:cs typeface="Times New Roman" pitchFamily="18" charset="0"/>
              </a:rPr>
              <a:t>Helical Gear</a:t>
            </a:r>
          </a:p>
          <a:p>
            <a:pPr eaLnBrk="1" hangingPunct="1">
              <a:spcBef>
                <a:spcPct val="0"/>
              </a:spcBef>
              <a:buFontTx/>
              <a:buNone/>
            </a:pPr>
            <a:r>
              <a:rPr lang="vi-VN" altLang="ko-KR" sz="900">
                <a:latin typeface="Times New Roman" pitchFamily="18" charset="0"/>
                <a:ea typeface="돋움" pitchFamily="50" charset="-127"/>
              </a:rPr>
              <a:t>  ④ </a:t>
            </a:r>
            <a:r>
              <a:rPr lang="en-US" altLang="ko-KR" sz="900">
                <a:latin typeface="Times New Roman" pitchFamily="18" charset="0"/>
                <a:ea typeface="돋움" pitchFamily="50" charset="-127"/>
              </a:rPr>
              <a:t>Rack Gear</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70. </a:t>
            </a:r>
            <a:r>
              <a:rPr lang="en-US" altLang="ko-KR" sz="900" smtClean="0">
                <a:latin typeface="Times New Roman" pitchFamily="18" charset="0"/>
                <a:ea typeface="돋움" pitchFamily="50" charset="-127"/>
              </a:rPr>
              <a:t>Chọn đáp án không phải la ưu điểm của gear</a:t>
            </a:r>
            <a:r>
              <a:rPr lang="vi-VN" altLang="ko-KR" sz="900" smtClean="0">
                <a:latin typeface="Times New Roman" pitchFamily="18" charset="0"/>
                <a:ea typeface="돋움" pitchFamily="50" charset="-127"/>
              </a:rPr>
              <a:t>?</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smtClean="0">
                <a:latin typeface="Times New Roman" pitchFamily="18" charset="0"/>
                <a:ea typeface="돋움" pitchFamily="50" charset="-127"/>
              </a:rPr>
              <a:t>Truyền lực hoặc xoay chắc chắn</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② </a:t>
            </a:r>
            <a:r>
              <a:rPr lang="en-US" altLang="ko-KR" sz="900" smtClean="0">
                <a:latin typeface="Times New Roman" pitchFamily="18" charset="0"/>
                <a:ea typeface="돋움" pitchFamily="50" charset="-127"/>
              </a:rPr>
              <a:t>Cấu trúc khá đơn giản</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③ </a:t>
            </a:r>
            <a:r>
              <a:rPr lang="en-US" altLang="ko-KR" sz="900" smtClean="0">
                <a:latin typeface="Times New Roman" pitchFamily="18" charset="0"/>
                <a:ea typeface="돋움" pitchFamily="50" charset="-127"/>
              </a:rPr>
              <a:t>Tuổi thọ cao</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④ </a:t>
            </a:r>
            <a:r>
              <a:rPr lang="en-US" altLang="ko-KR" sz="900" b="1" smtClean="0">
                <a:solidFill>
                  <a:srgbClr val="FF0000"/>
                </a:solidFill>
                <a:latin typeface="Times New Roman" pitchFamily="18" charset="0"/>
                <a:ea typeface="돋움" pitchFamily="50" charset="-127"/>
              </a:rPr>
              <a:t>Truyền tải bằng chi phí vận hành chính xác</a:t>
            </a:r>
            <a:endParaRPr lang="vi-VN" altLang="ko-KR" sz="900" b="1">
              <a:solidFill>
                <a:srgbClr val="FF0000"/>
              </a:solidFill>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71. </a:t>
            </a:r>
            <a:r>
              <a:rPr lang="en-US" altLang="ko-KR" sz="900" smtClean="0">
                <a:latin typeface="Times New Roman" pitchFamily="18" charset="0"/>
                <a:ea typeface="돋움" pitchFamily="50" charset="-127"/>
              </a:rPr>
              <a:t>Đáp án đúng khi nói về đặc tính của máy giảm tốc Gear nhiều tầng</a:t>
            </a:r>
            <a:r>
              <a:rPr lang="vi-VN" altLang="ko-KR" sz="900" smtClean="0">
                <a:latin typeface="Times New Roman" pitchFamily="18" charset="0"/>
                <a:ea typeface="돋움" pitchFamily="50" charset="-127"/>
              </a:rPr>
              <a:t>?</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smtClean="0">
                <a:solidFill>
                  <a:srgbClr val="000000"/>
                </a:solidFill>
                <a:latin typeface="Times New Roman" pitchFamily="18" charset="0"/>
                <a:cs typeface="Times New Roman" pitchFamily="18" charset="0"/>
              </a:rPr>
              <a:t>Tốt khi sử dụng dừng, khởi động thường xuyên</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② </a:t>
            </a:r>
            <a:r>
              <a:rPr lang="en-US" altLang="ko-KR" sz="900" smtClean="0">
                <a:latin typeface="Times New Roman" pitchFamily="18" charset="0"/>
                <a:ea typeface="돋움" pitchFamily="50" charset="-127"/>
              </a:rPr>
              <a:t>Tính năng chế tác như máy giảm tốc phụ tải thấp</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③ </a:t>
            </a:r>
            <a:r>
              <a:rPr lang="en-US" altLang="ko-KR" sz="900" smtClean="0">
                <a:latin typeface="Times New Roman" pitchFamily="18" charset="0"/>
                <a:ea typeface="돋움" pitchFamily="50" charset="-127"/>
              </a:rPr>
              <a:t>Trường hợp sử dụng Bevel trở thành trục giao nhau</a:t>
            </a:r>
            <a:endParaRPr lang="en-US" altLang="ko-KR" sz="900">
              <a:latin typeface="Times New Roman" pitchFamily="18" charset="0"/>
              <a:ea typeface="돋움" pitchFamily="50" charset="-127"/>
            </a:endParaRPr>
          </a:p>
          <a:p>
            <a:pPr eaLnBrk="1" hangingPunct="1">
              <a:spcBef>
                <a:spcPct val="0"/>
              </a:spcBef>
              <a:buFontTx/>
              <a:buNone/>
            </a:pPr>
            <a:r>
              <a:rPr lang="vi-VN" altLang="ko-KR" sz="900" b="1">
                <a:solidFill>
                  <a:srgbClr val="FF0000"/>
                </a:solidFill>
                <a:latin typeface="Times New Roman" pitchFamily="18" charset="0"/>
                <a:ea typeface="돋움" pitchFamily="50" charset="-127"/>
              </a:rPr>
              <a:t>  </a:t>
            </a:r>
            <a:r>
              <a:rPr lang="vi-VN" altLang="ko-KR" sz="900">
                <a:latin typeface="Times New Roman" pitchFamily="18" charset="0"/>
                <a:ea typeface="돋움" pitchFamily="50" charset="-127"/>
              </a:rPr>
              <a:t>④ </a:t>
            </a:r>
            <a:r>
              <a:rPr lang="en-US" altLang="ko-KR" sz="900" smtClean="0">
                <a:latin typeface="Times New Roman" pitchFamily="18" charset="0"/>
                <a:ea typeface="돋움" pitchFamily="50" charset="-127"/>
              </a:rPr>
              <a:t>Khi quay tốc độ cao tiếng ồn nhỏ</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72. Điều nào không đúng với đặc điểm của </a:t>
            </a:r>
            <a:r>
              <a:rPr lang="en-US" altLang="ko-KR" sz="900">
                <a:latin typeface="Times New Roman" pitchFamily="18" charset="0"/>
                <a:ea typeface="돋움" pitchFamily="50" charset="-127"/>
              </a:rPr>
              <a:t>Timing Belt</a:t>
            </a:r>
            <a:r>
              <a:rPr lang="vi-VN" altLang="ko-KR" sz="900">
                <a:latin typeface="Times New Roman" pitchFamily="18" charset="0"/>
                <a:ea typeface="돋움" pitchFamily="50" charset="-127"/>
              </a:rPr>
              <a: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a:latin typeface="Times New Roman" pitchFamily="18" charset="0"/>
                <a:ea typeface="돋움" pitchFamily="50" charset="-127"/>
              </a:rPr>
              <a:t>Hoạt động chính xác, </a:t>
            </a:r>
            <a:r>
              <a:rPr lang="vi-VN" altLang="ko-KR" sz="900" smtClean="0">
                <a:latin typeface="Times New Roman" pitchFamily="18" charset="0"/>
                <a:ea typeface="돋움" pitchFamily="50" charset="-127"/>
              </a:rPr>
              <a:t>không</a:t>
            </a:r>
            <a:r>
              <a:rPr lang="en-US" altLang="ko-KR" sz="900" smtClean="0">
                <a:latin typeface="Times New Roman" pitchFamily="18" charset="0"/>
                <a:ea typeface="돋움" pitchFamily="50" charset="-127"/>
              </a:rPr>
              <a:t> có slip</a:t>
            </a:r>
            <a:endParaRPr lang="vi-VN" altLang="ko-KR" sz="900">
              <a:latin typeface="Times New Roman" pitchFamily="18" charset="0"/>
              <a:ea typeface="돋움" pitchFamily="50" charset="-127"/>
            </a:endParaRPr>
          </a:p>
          <a:p>
            <a:pPr eaLnBrk="1" hangingPunct="1">
              <a:spcBef>
                <a:spcPct val="0"/>
              </a:spcBef>
              <a:buFontTx/>
              <a:buNone/>
            </a:pPr>
            <a:r>
              <a:rPr lang="vi-VN" altLang="ko-KR" sz="900" b="1">
                <a:solidFill>
                  <a:srgbClr val="FF0000"/>
                </a:solidFill>
                <a:latin typeface="Times New Roman" pitchFamily="18" charset="0"/>
                <a:ea typeface="돋움" pitchFamily="50" charset="-127"/>
              </a:rPr>
              <a:t>  ② </a:t>
            </a:r>
            <a:r>
              <a:rPr lang="en-US" altLang="ko-KR" sz="900" b="1" smtClean="0">
                <a:solidFill>
                  <a:srgbClr val="FF0000"/>
                </a:solidFill>
                <a:latin typeface="Times New Roman" pitchFamily="18" charset="0"/>
                <a:ea typeface="돋움" pitchFamily="50" charset="-127"/>
              </a:rPr>
              <a:t>Yêu cầu lực </a:t>
            </a:r>
            <a:r>
              <a:rPr lang="en-US" altLang="ko-KR" sz="900" b="1">
                <a:solidFill>
                  <a:srgbClr val="FF0000"/>
                </a:solidFill>
                <a:latin typeface="Times New Roman" pitchFamily="18" charset="0"/>
                <a:ea typeface="돋움" pitchFamily="50" charset="-127"/>
              </a:rPr>
              <a:t>căng</a:t>
            </a:r>
            <a:r>
              <a:rPr lang="vi-VN" altLang="ko-KR" sz="900" b="1">
                <a:solidFill>
                  <a:srgbClr val="FF0000"/>
                </a:solidFill>
                <a:latin typeface="Times New Roman" pitchFamily="18" charset="0"/>
                <a:ea typeface="돋움" pitchFamily="50" charset="-127"/>
              </a:rPr>
              <a:t> căng ban đầu cao</a:t>
            </a:r>
          </a:p>
          <a:p>
            <a:pPr eaLnBrk="1" hangingPunct="1">
              <a:spcBef>
                <a:spcPct val="0"/>
              </a:spcBef>
              <a:buFontTx/>
              <a:buNone/>
            </a:pPr>
            <a:r>
              <a:rPr lang="vi-VN" altLang="ko-KR" sz="900">
                <a:latin typeface="Times New Roman" pitchFamily="18" charset="0"/>
                <a:ea typeface="돋움" pitchFamily="50" charset="-127"/>
              </a:rPr>
              <a:t>  ③ </a:t>
            </a:r>
            <a:r>
              <a:rPr lang="en-US" altLang="ko-KR" sz="900" smtClean="0">
                <a:latin typeface="Times New Roman" pitchFamily="18" charset="0"/>
                <a:ea typeface="돋움" pitchFamily="50" charset="-127"/>
              </a:rPr>
              <a:t>Dung lượng phụ tải lớn</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④ Tiếng ồn thấp</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73. Điều nào không đúng với đặc điểm của </a:t>
            </a:r>
            <a:r>
              <a:rPr lang="en-US" altLang="ko-KR" sz="900">
                <a:latin typeface="Times New Roman" pitchFamily="18" charset="0"/>
                <a:ea typeface="돋움" pitchFamily="50" charset="-127"/>
              </a:rPr>
              <a:t>Ball Screw</a:t>
            </a:r>
            <a:r>
              <a:rPr lang="vi-VN" altLang="ko-KR" sz="900">
                <a:latin typeface="Times New Roman" pitchFamily="18" charset="0"/>
                <a:ea typeface="돋움" pitchFamily="50" charset="-127"/>
              </a:rPr>
              <a: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Hiệu quả cao vì được truyền bằng ma sát lăn</a:t>
            </a:r>
          </a:p>
          <a:p>
            <a:pPr eaLnBrk="1" hangingPunct="1">
              <a:spcBef>
                <a:spcPct val="0"/>
              </a:spcBef>
              <a:buFontTx/>
              <a:buNone/>
            </a:pPr>
            <a:r>
              <a:rPr lang="en-US" altLang="ko-KR" sz="900">
                <a:latin typeface="Times New Roman" pitchFamily="18" charset="0"/>
                <a:ea typeface="돋움" pitchFamily="50" charset="-127"/>
              </a:rPr>
              <a:t>  ② Có thể giảm thiểu Backlash</a:t>
            </a:r>
          </a:p>
          <a:p>
            <a:pPr eaLnBrk="1" hangingPunct="1">
              <a:spcBef>
                <a:spcPct val="0"/>
              </a:spcBef>
              <a:buFontTx/>
              <a:buNone/>
            </a:pPr>
            <a:r>
              <a:rPr lang="vi-VN" altLang="ko-KR" sz="900" b="1">
                <a:solidFill>
                  <a:srgbClr val="FF0000"/>
                </a:solidFill>
                <a:latin typeface="Times New Roman" pitchFamily="18" charset="0"/>
                <a:ea typeface="돋움" pitchFamily="50" charset="-127"/>
              </a:rPr>
              <a:t>  ③ </a:t>
            </a:r>
            <a:r>
              <a:rPr lang="en-US" altLang="ko-KR" sz="900" b="1" smtClean="0">
                <a:solidFill>
                  <a:srgbClr val="FF0000"/>
                </a:solidFill>
                <a:latin typeface="Times New Roman" pitchFamily="18" charset="0"/>
                <a:ea typeface="돋움" pitchFamily="50" charset="-127"/>
              </a:rPr>
              <a:t>Khả năng chống lăn cao</a:t>
            </a:r>
            <a:r>
              <a:rPr lang="vi-VN" altLang="ko-KR" sz="900" b="1" smtClean="0">
                <a:solidFill>
                  <a:srgbClr val="FF0000"/>
                </a:solidFill>
                <a:latin typeface="Times New Roman" pitchFamily="18" charset="0"/>
                <a:ea typeface="돋움" pitchFamily="50" charset="-127"/>
              </a:rPr>
              <a:t>.</a:t>
            </a:r>
            <a:endParaRPr lang="vi-VN" altLang="ko-KR" sz="900" b="1">
              <a:solidFill>
                <a:srgbClr val="FF0000"/>
              </a:solidFill>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④ Tuổi thọ cao hơn </a:t>
            </a:r>
            <a:r>
              <a:rPr lang="en-US" altLang="ko-KR" sz="900">
                <a:latin typeface="Times New Roman" pitchFamily="18" charset="0"/>
                <a:ea typeface="돋움" pitchFamily="50" charset="-127"/>
              </a:rPr>
              <a:t>so với </a:t>
            </a:r>
            <a:r>
              <a:rPr lang="en-US" altLang="ko-KR" sz="900" smtClean="0">
                <a:latin typeface="Times New Roman" pitchFamily="18" charset="0"/>
                <a:ea typeface="돋움" pitchFamily="50" charset="-127"/>
              </a:rPr>
              <a:t>ma </a:t>
            </a:r>
            <a:r>
              <a:rPr lang="en-US" altLang="ko-KR" sz="900">
                <a:latin typeface="Times New Roman" pitchFamily="18" charset="0"/>
                <a:ea typeface="돋움" pitchFamily="50" charset="-127"/>
              </a:rPr>
              <a:t>sát trượt</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74. Điều gì không đúng với các đặc điểm của Thanh dẫn LM?</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a:t>
            </a:r>
            <a:r>
              <a:rPr lang="vi-VN" altLang="ko-KR" sz="900" b="1" smtClean="0">
                <a:solidFill>
                  <a:srgbClr val="FF0000"/>
                </a:solidFill>
                <a:latin typeface="Times New Roman" pitchFamily="18" charset="0"/>
                <a:ea typeface="돋움" pitchFamily="50" charset="-127"/>
              </a:rPr>
              <a:t>① </a:t>
            </a:r>
            <a:r>
              <a:rPr lang="vi-VN" altLang="ko-KR" sz="900" b="1">
                <a:solidFill>
                  <a:srgbClr val="FF0000"/>
                </a:solidFill>
                <a:latin typeface="Times New Roman" pitchFamily="18" charset="0"/>
                <a:ea typeface="돋움" pitchFamily="50" charset="-127"/>
              </a:rPr>
              <a:t>Xảy ra </a:t>
            </a:r>
            <a:r>
              <a:rPr lang="en-US" altLang="ko-KR" sz="900" b="1" smtClean="0">
                <a:solidFill>
                  <a:srgbClr val="FF0000"/>
                </a:solidFill>
                <a:latin typeface="Times New Roman" pitchFamily="18" charset="0"/>
                <a:ea typeface="돋움" pitchFamily="50" charset="-127"/>
              </a:rPr>
              <a:t>stick slip</a:t>
            </a:r>
            <a:r>
              <a:rPr lang="vi-VN" altLang="ko-KR" sz="900" b="1" smtClean="0">
                <a:solidFill>
                  <a:srgbClr val="FF0000"/>
                </a:solidFill>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và không bị mất chuyển </a:t>
            </a:r>
            <a:r>
              <a:rPr lang="vi-VN" altLang="ko-KR" sz="900" b="1" smtClean="0">
                <a:solidFill>
                  <a:srgbClr val="FF0000"/>
                </a:solidFill>
                <a:latin typeface="Times New Roman" pitchFamily="18" charset="0"/>
                <a:ea typeface="돋움" pitchFamily="50" charset="-127"/>
              </a:rPr>
              <a:t>động</a:t>
            </a:r>
            <a:r>
              <a:rPr lang="en-US" altLang="ko-KR" sz="900" b="1" smtClean="0">
                <a:solidFill>
                  <a:srgbClr val="FF0000"/>
                </a:solidFill>
                <a:latin typeface="Times New Roman" pitchFamily="18" charset="0"/>
                <a:ea typeface="돋움" pitchFamily="50" charset="-127"/>
              </a:rPr>
              <a:t> roast</a:t>
            </a:r>
            <a:r>
              <a:rPr lang="vi-VN" altLang="ko-KR" sz="900" b="1" smtClean="0">
                <a:solidFill>
                  <a:srgbClr val="FF0000"/>
                </a:solidFill>
                <a:latin typeface="Times New Roman" pitchFamily="18" charset="0"/>
                <a:ea typeface="돋움" pitchFamily="50" charset="-127"/>
              </a:rPr>
              <a:t>.</a:t>
            </a:r>
            <a:endParaRPr lang="vi-VN" altLang="ko-KR" sz="900" b="1">
              <a:solidFill>
                <a:srgbClr val="FF0000"/>
              </a:solidFill>
              <a:latin typeface="Times New Roman" pitchFamily="18" charset="0"/>
              <a:ea typeface="돋움" pitchFamily="50" charset="-127"/>
            </a:endParaRPr>
          </a:p>
          <a:p>
            <a:pPr eaLnBrk="1" hangingPunct="1">
              <a:buFontTx/>
              <a:buNone/>
            </a:pPr>
            <a:r>
              <a:rPr lang="en-US" altLang="ko-KR" sz="900">
                <a:latin typeface="Times New Roman" pitchFamily="18" charset="0"/>
                <a:ea typeface="돋움" pitchFamily="50" charset="-127"/>
              </a:rPr>
              <a:t>  </a:t>
            </a:r>
            <a:r>
              <a:rPr lang="vi-VN" altLang="ko-KR" sz="900" smtClean="0">
                <a:latin typeface="Times New Roman" pitchFamily="18" charset="0"/>
                <a:ea typeface="돋움" pitchFamily="50" charset="-127"/>
              </a:rPr>
              <a:t>② </a:t>
            </a:r>
            <a:r>
              <a:rPr lang="en-US" altLang="ko-KR" sz="900" smtClean="0">
                <a:latin typeface="Times New Roman" pitchFamily="18" charset="0"/>
                <a:cs typeface="Times New Roman" pitchFamily="18" charset="0"/>
              </a:rPr>
              <a:t> Tạo ra độ cứng cao bằng cách lắp đặt tải trước</a:t>
            </a:r>
            <a:endParaRPr lang="en-US" altLang="ko-KR" sz="900">
              <a:latin typeface="Times New Roman" pitchFamily="18" charset="0"/>
              <a:cs typeface="Times New Roman" pitchFamily="18" charset="0"/>
            </a:endParaRPr>
          </a:p>
          <a:p>
            <a:pPr eaLnBrk="1" hangingPunct="1">
              <a:buFontTx/>
              <a:buNone/>
            </a:pPr>
            <a:r>
              <a:rPr lang="vi-VN" altLang="ko-KR" sz="900">
                <a:latin typeface="Times New Roman" pitchFamily="18" charset="0"/>
                <a:ea typeface="돋움" pitchFamily="50" charset="-127"/>
              </a:rPr>
              <a:t>  </a:t>
            </a:r>
            <a:r>
              <a:rPr lang="vi-VN" altLang="ko-KR" sz="900" smtClean="0">
                <a:latin typeface="Times New Roman" pitchFamily="18" charset="0"/>
                <a:ea typeface="돋움" pitchFamily="50" charset="-127"/>
              </a:rPr>
              <a:t>③ </a:t>
            </a:r>
            <a:r>
              <a:rPr lang="en-US" altLang="ko-KR" sz="900">
                <a:latin typeface="Times New Roman" pitchFamily="18" charset="0"/>
                <a:cs typeface="Times New Roman" pitchFamily="18" charset="0"/>
              </a:rPr>
              <a:t>Có thể duy trì mức độ trong thời gian dài</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a:t>
            </a:r>
            <a:r>
              <a:rPr lang="en-US" altLang="ko-KR" sz="900" smtClean="0">
                <a:latin typeface="Times New Roman" pitchFamily="18" charset="0"/>
                <a:ea typeface="돋움" pitchFamily="50" charset="-127"/>
              </a:rPr>
              <a:t> </a:t>
            </a:r>
            <a:r>
              <a:rPr lang="en-US" altLang="ko-KR" sz="900">
                <a:latin typeface="Times New Roman" pitchFamily="18" charset="0"/>
                <a:ea typeface="돋움" pitchFamily="50" charset="-127"/>
              </a:rPr>
              <a:t>④ Hệ số ma sát thấp </a:t>
            </a:r>
            <a:r>
              <a:rPr lang="en-US" altLang="ko-KR" sz="900" smtClean="0">
                <a:latin typeface="Times New Roman" pitchFamily="18" charset="0"/>
                <a:ea typeface="돋움" pitchFamily="50" charset="-127"/>
              </a:rPr>
              <a:t>sẽ tiết kiệm chi phí vận hành máy</a:t>
            </a:r>
            <a:endParaRPr lang="en-US" altLang="ko-KR" sz="900">
              <a:latin typeface="Times New Roman" pitchFamily="18" charset="0"/>
              <a:ea typeface="돋움" pitchFamily="50" charset="-127"/>
            </a:endParaRPr>
          </a:p>
        </p:txBody>
      </p:sp>
      <p:pic>
        <p:nvPicPr>
          <p:cNvPr id="8200" name="Picture 10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8236" y="4677508"/>
            <a:ext cx="720725" cy="808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1"/>
          <p:cNvPicPr>
            <a:picLocks noChangeAspect="1" noChangeArrowheads="1"/>
          </p:cNvPicPr>
          <p:nvPr/>
        </p:nvPicPr>
        <p:blipFill rotWithShape="1">
          <a:blip r:embed="rId4">
            <a:extLst>
              <a:ext uri="{28A0092B-C50C-407E-A947-70E740481C1C}">
                <a14:useLocalDpi xmlns:a14="http://schemas.microsoft.com/office/drawing/2010/main" val="0"/>
              </a:ext>
            </a:extLst>
          </a:blip>
          <a:srcRect l="8855" t="65952" r="75322" b="12392"/>
          <a:stretch/>
        </p:blipFill>
        <p:spPr bwMode="auto">
          <a:xfrm>
            <a:off x="1700809" y="5502566"/>
            <a:ext cx="1166439" cy="1191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47" descr="screw_self">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l="-500" t="13055" b="11389"/>
          <a:stretch>
            <a:fillRect/>
          </a:stretch>
        </p:blipFill>
        <p:spPr bwMode="auto">
          <a:xfrm>
            <a:off x="5013177" y="1014002"/>
            <a:ext cx="1095375" cy="457200"/>
          </a:xfrm>
          <a:prstGeom prst="rect">
            <a:avLst/>
          </a:prstGeom>
          <a:noFill/>
          <a:ln w="19050" algn="ctr">
            <a:noFill/>
            <a:miter lim="800000"/>
            <a:headEnd/>
            <a:tailEnd/>
          </a:ln>
          <a:extLst>
            <a:ext uri="{909E8E84-426E-40DD-AFC4-6F175D3DCCD1}">
              <a14:hiddenFill xmlns:a14="http://schemas.microsoft.com/office/drawing/2010/main">
                <a:solidFill>
                  <a:srgbClr val="FFFFFF"/>
                </a:solidFill>
              </a14:hiddenFill>
            </a:ext>
          </a:extLst>
        </p:spPr>
      </p:pic>
      <p:sp>
        <p:nvSpPr>
          <p:cNvPr id="12" name="TextBox 11"/>
          <p:cNvSpPr txBox="1"/>
          <p:nvPr/>
        </p:nvSpPr>
        <p:spPr>
          <a:xfrm>
            <a:off x="6604000" y="8892480"/>
            <a:ext cx="209376" cy="369332"/>
          </a:xfrm>
          <a:prstGeom prst="rect">
            <a:avLst/>
          </a:prstGeom>
          <a:noFill/>
        </p:spPr>
        <p:txBody>
          <a:bodyPr wrap="square" rtlCol="0">
            <a:spAutoFit/>
          </a:bodyPr>
          <a:lstStyle/>
          <a:p>
            <a:r>
              <a:rPr lang="en-US" b="1" smtClean="0">
                <a:latin typeface="Times New Roman" pitchFamily="18" charset="0"/>
                <a:cs typeface="Times New Roman" pitchFamily="18" charset="0"/>
              </a:rPr>
              <a:t>7</a:t>
            </a:r>
            <a:endParaRPr lang="en-US" b="1">
              <a:latin typeface="Times New Roman" pitchFamily="18" charset="0"/>
              <a:cs typeface="Times New Roman" pitchFamily="18" charset="0"/>
            </a:endParaRPr>
          </a:p>
        </p:txBody>
      </p:sp>
    </p:spTree>
    <p:extLst>
      <p:ext uri="{BB962C8B-B14F-4D97-AF65-F5344CB8AC3E}">
        <p14:creationId xmlns:p14="http://schemas.microsoft.com/office/powerpoint/2010/main" val="743617091"/>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9219" name="Rectangle 4"/>
          <p:cNvSpPr>
            <a:spLocks noChangeArrowheads="1"/>
          </p:cNvSpPr>
          <p:nvPr/>
        </p:nvSpPr>
        <p:spPr bwMode="auto">
          <a:xfrm>
            <a:off x="304800" y="747347"/>
            <a:ext cx="3124200" cy="81856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75. </a:t>
            </a:r>
            <a:r>
              <a:rPr lang="en-US" altLang="ko-KR" sz="900" smtClean="0">
                <a:latin typeface="Times New Roman" pitchFamily="18" charset="0"/>
                <a:ea typeface="돋움" pitchFamily="50" charset="-127"/>
                <a:cs typeface="Times New Roman" pitchFamily="18" charset="0"/>
              </a:rPr>
              <a:t>Dưới đây là giải thích về cái gì</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“Là thiết bị thay đổi tốc độ sử dụng Gear, có thể nhận được lực lớn đồng thời giảm được số lần quay của phần động cơ thành số lần quay mong muốn”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Bộ giảm tốc</a:t>
            </a:r>
            <a:r>
              <a:rPr lang="en-US" altLang="ko-KR" sz="900" b="1">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② Gear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Belt</a:t>
            </a:r>
            <a:r>
              <a:rPr lang="vi-VN" altLang="ko-KR" sz="900" smtClean="0">
                <a:latin typeface="Times New Roman" pitchFamily="18" charset="0"/>
                <a:ea typeface="돋움" pitchFamily="50" charset="-127"/>
                <a:cs typeface="Times New Roman" pitchFamily="18" charset="0"/>
              </a:rPr>
              <a:t>.</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Chain.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76. </a:t>
            </a:r>
            <a:r>
              <a:rPr lang="en-US" altLang="ko-KR" sz="900" smtClean="0">
                <a:latin typeface="Times New Roman" pitchFamily="18" charset="0"/>
                <a:ea typeface="돋움" pitchFamily="50" charset="-127"/>
                <a:cs typeface="Times New Roman" pitchFamily="18" charset="0"/>
              </a:rPr>
              <a:t>Tên gọi của đai ốc được biểu thị là L1N M30 x 3 – 2</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Vậy khoảng cách 1 vòng xoáy là bao nhiêu</a:t>
            </a:r>
            <a:r>
              <a:rPr lang="fr-FR" altLang="ko-KR" sz="900" smtClean="0">
                <a:latin typeface="Times New Roman" pitchFamily="18" charset="0"/>
                <a:ea typeface="돋움" pitchFamily="50" charset="-127"/>
              </a:rPr>
              <a:t>?</a:t>
            </a:r>
            <a:endParaRPr lang="fr-FR"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buFontTx/>
              <a:buNone/>
            </a:pPr>
            <a:r>
              <a:rPr lang="en-US" altLang="ko-KR" sz="900">
                <a:latin typeface="Times New Roman" pitchFamily="18" charset="0"/>
                <a:ea typeface="돋움" pitchFamily="50" charset="-127"/>
              </a:rPr>
              <a:t>  </a:t>
            </a:r>
            <a:r>
              <a:rPr lang="vi-VN" altLang="ko-KR" sz="900">
                <a:latin typeface="Times New Roman" pitchFamily="18" charset="0"/>
                <a:ea typeface="돋움" pitchFamily="50" charset="-127"/>
              </a:rPr>
              <a:t>① </a:t>
            </a:r>
            <a:r>
              <a:rPr lang="en-US" altLang="ko-KR" sz="900" smtClean="0">
                <a:latin typeface="Times New Roman" pitchFamily="18" charset="0"/>
                <a:cs typeface="Times New Roman" pitchFamily="18" charset="0"/>
              </a:rPr>
              <a:t>1mm</a:t>
            </a:r>
            <a:r>
              <a:rPr lang="ko-KR" altLang="en-US" sz="900">
                <a:latin typeface="Times New Roman" pitchFamily="18" charset="0"/>
                <a:cs typeface="Times New Roman" pitchFamily="18" charset="0"/>
              </a:rPr>
              <a:t> </a:t>
            </a:r>
            <a:r>
              <a:rPr lang="ko-KR" altLang="en-US" sz="900" smtClean="0">
                <a:latin typeface="Times New Roman" pitchFamily="18" charset="0"/>
                <a:cs typeface="Times New Roman" pitchFamily="18" charset="0"/>
              </a:rPr>
              <a:t>       </a:t>
            </a:r>
            <a:r>
              <a:rPr lang="vi-VN" altLang="ko-KR" sz="900" smtClean="0">
                <a:latin typeface="Times New Roman" pitchFamily="18" charset="0"/>
                <a:ea typeface="돋움" pitchFamily="50" charset="-127"/>
              </a:rPr>
              <a:t>② </a:t>
            </a:r>
            <a:r>
              <a:rPr lang="en-US" altLang="ko-KR" sz="900" smtClean="0">
                <a:latin typeface="Times New Roman" pitchFamily="18" charset="0"/>
                <a:cs typeface="Times New Roman" pitchFamily="18" charset="0"/>
              </a:rPr>
              <a:t>4mm</a:t>
            </a:r>
            <a:r>
              <a:rPr lang="en-US" altLang="ko-KR" sz="900">
                <a:latin typeface="Times New Roman" pitchFamily="18" charset="0"/>
                <a:ea typeface="돋움" pitchFamily="50" charset="-127"/>
              </a:rPr>
              <a:t> </a:t>
            </a:r>
            <a:r>
              <a:rPr lang="en-US" altLang="ko-KR" sz="900" smtClean="0">
                <a:latin typeface="Times New Roman" pitchFamily="18" charset="0"/>
                <a:ea typeface="돋움" pitchFamily="50" charset="-127"/>
              </a:rPr>
              <a:t>      </a:t>
            </a:r>
            <a:r>
              <a:rPr lang="vi-VN" altLang="ko-KR" sz="900" b="1" smtClean="0">
                <a:solidFill>
                  <a:srgbClr val="FF0000"/>
                </a:solidFill>
                <a:latin typeface="Times New Roman" pitchFamily="18" charset="0"/>
                <a:ea typeface="돋움" pitchFamily="50" charset="-127"/>
              </a:rPr>
              <a:t>③ </a:t>
            </a:r>
            <a:r>
              <a:rPr lang="en-US" altLang="ko-KR" sz="900" b="1" smtClean="0">
                <a:solidFill>
                  <a:srgbClr val="FF0000"/>
                </a:solidFill>
                <a:latin typeface="Times New Roman" pitchFamily="18" charset="0"/>
                <a:cs typeface="Times New Roman" pitchFamily="18" charset="0"/>
              </a:rPr>
              <a:t>3mm</a:t>
            </a:r>
            <a:r>
              <a:rPr lang="en-US" altLang="ko-KR" sz="900" b="1">
                <a:solidFill>
                  <a:srgbClr val="FF0000"/>
                </a:solidFill>
                <a:latin typeface="Times New Roman" pitchFamily="18" charset="0"/>
                <a:cs typeface="Times New Roman" pitchFamily="18" charset="0"/>
              </a:rPr>
              <a:t> </a:t>
            </a:r>
            <a:r>
              <a:rPr lang="en-US" altLang="ko-KR" sz="900" b="1" smtClean="0">
                <a:solidFill>
                  <a:srgbClr val="FF0000"/>
                </a:solidFill>
                <a:latin typeface="Times New Roman" pitchFamily="18" charset="0"/>
                <a:cs typeface="Times New Roman" pitchFamily="18" charset="0"/>
              </a:rPr>
              <a:t>      </a:t>
            </a:r>
            <a:r>
              <a:rPr lang="vi-VN" altLang="ko-KR" sz="900" smtClean="0">
                <a:latin typeface="Times New Roman" pitchFamily="18" charset="0"/>
                <a:ea typeface="돋움" pitchFamily="50" charset="-127"/>
              </a:rPr>
              <a:t>④ </a:t>
            </a:r>
            <a:r>
              <a:rPr lang="en-US" altLang="ko-KR" sz="900" smtClean="0">
                <a:latin typeface="Times New Roman" pitchFamily="18" charset="0"/>
                <a:cs typeface="Times New Roman" pitchFamily="18" charset="0"/>
              </a:rPr>
              <a:t>6mm</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77. Điều gì không đúng với mô tả về chất bôi trơn?</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Hầu hết các chất bôi trơn đều có nguồn gốc từ </a:t>
            </a:r>
            <a:r>
              <a:rPr lang="vi-VN" altLang="ko-KR" sz="900" smtClean="0">
                <a:latin typeface="Times New Roman" pitchFamily="18" charset="0"/>
                <a:ea typeface="돋움" pitchFamily="50" charset="-127"/>
              </a:rPr>
              <a:t>dầu </a:t>
            </a:r>
            <a:r>
              <a:rPr lang="vi-VN" altLang="ko-KR" sz="900">
                <a:latin typeface="Times New Roman" pitchFamily="18" charset="0"/>
                <a:ea typeface="돋움" pitchFamily="50" charset="-127"/>
              </a:rPr>
              <a:t>khoáng</a:t>
            </a:r>
          </a:p>
          <a:p>
            <a:pPr eaLnBrk="1" hangingPunct="1">
              <a:spcBef>
                <a:spcPct val="0"/>
              </a:spcBef>
              <a:buFontTx/>
              <a:buNone/>
            </a:pPr>
            <a:r>
              <a:rPr lang="vi-VN" altLang="ko-KR" sz="900">
                <a:latin typeface="Times New Roman" pitchFamily="18" charset="0"/>
                <a:ea typeface="돋움" pitchFamily="50" charset="-127"/>
              </a:rPr>
              <a:t>  ② Cần có đủ độ </a:t>
            </a:r>
            <a:r>
              <a:rPr lang="en-US" altLang="ko-KR" sz="900">
                <a:latin typeface="Times New Roman" pitchFamily="18" charset="0"/>
                <a:ea typeface="돋움" pitchFamily="50" charset="-127"/>
              </a:rPr>
              <a:t>dính (nhớt)</a:t>
            </a:r>
            <a:endParaRPr lang="vi-VN"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a:t>
            </a:r>
            <a:r>
              <a:rPr lang="vi-VN" altLang="ko-KR" sz="900" b="1">
                <a:solidFill>
                  <a:srgbClr val="FF0000"/>
                </a:solidFill>
                <a:latin typeface="Times New Roman" pitchFamily="18" charset="0"/>
                <a:ea typeface="돋움" pitchFamily="50" charset="-127"/>
              </a:rPr>
              <a:t>③</a:t>
            </a:r>
            <a:r>
              <a:rPr lang="en-US" altLang="ko-KR" sz="900" b="1">
                <a:solidFill>
                  <a:srgbClr val="FF0000"/>
                </a:solidFill>
                <a:latin typeface="Times New Roman" pitchFamily="18" charset="0"/>
                <a:ea typeface="돋움" pitchFamily="50" charset="-127"/>
              </a:rPr>
              <a:t> </a:t>
            </a:r>
            <a:r>
              <a:rPr lang="en-US" altLang="ko-KR" sz="900" b="1" smtClean="0">
                <a:solidFill>
                  <a:srgbClr val="FF0000"/>
                </a:solidFill>
                <a:latin typeface="Times New Roman" pitchFamily="18" charset="0"/>
                <a:ea typeface="돋움" pitchFamily="50" charset="-127"/>
              </a:rPr>
              <a:t>Phải có độ nhớt chịu được trong trạng thái bôi trơn hạn chế</a:t>
            </a:r>
            <a:endParaRPr lang="en-US" altLang="ko-KR" sz="900" b="1">
              <a:solidFill>
                <a:srgbClr val="FF0000"/>
              </a:solidFill>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rPr>
              <a:t>  ④ </a:t>
            </a:r>
            <a:r>
              <a:rPr lang="en-US" altLang="ko-KR" sz="900">
                <a:latin typeface="Times New Roman" pitchFamily="18" charset="0"/>
                <a:ea typeface="돋움" pitchFamily="50" charset="-127"/>
              </a:rPr>
              <a:t>P</a:t>
            </a:r>
            <a:r>
              <a:rPr lang="vi-VN" altLang="ko-KR" sz="900">
                <a:latin typeface="Times New Roman" pitchFamily="18" charset="0"/>
                <a:ea typeface="돋움" pitchFamily="50" charset="-127"/>
              </a:rPr>
              <a:t>hải có độ ổn định cao chống lại quá trình oxy hóa hoặc nhiệt</a:t>
            </a: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78. Đâu không phải là một trong ba </a:t>
            </a:r>
            <a:r>
              <a:rPr lang="en-US" altLang="ko-KR" sz="900" smtClean="0">
                <a:latin typeface="Times New Roman" pitchFamily="18" charset="0"/>
                <a:ea typeface="돋움" pitchFamily="50" charset="-127"/>
              </a:rPr>
              <a:t>thành phần Grease (mỡ bôi trơn)?</a:t>
            </a: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① </a:t>
            </a:r>
            <a:r>
              <a:rPr lang="en-US" altLang="ko-KR" sz="900">
                <a:latin typeface="Times New Roman" pitchFamily="18" charset="0"/>
                <a:ea typeface="돋움" pitchFamily="50" charset="-127"/>
              </a:rPr>
              <a:t>Chất làm cô đặc</a:t>
            </a:r>
            <a:endParaRPr lang="vi-VN" altLang="ko-KR" sz="900">
              <a:latin typeface="Times New Roman" pitchFamily="18" charset="0"/>
              <a:ea typeface="돋움" pitchFamily="50" charset="-127"/>
            </a:endParaRPr>
          </a:p>
          <a:p>
            <a:pPr eaLnBrk="1" hangingPunct="1">
              <a:spcBef>
                <a:spcPct val="0"/>
              </a:spcBef>
              <a:buFontTx/>
              <a:buNone/>
            </a:pPr>
            <a:r>
              <a:rPr lang="en-US" altLang="ko-KR" sz="900" b="1">
                <a:solidFill>
                  <a:srgbClr val="FF0000"/>
                </a:solidFill>
                <a:latin typeface="Times New Roman" pitchFamily="18" charset="0"/>
                <a:ea typeface="돋움" pitchFamily="50" charset="-127"/>
              </a:rPr>
              <a:t>  ② Chất </a:t>
            </a:r>
            <a:r>
              <a:rPr lang="en-US" altLang="ko-KR" sz="900" b="1" smtClean="0">
                <a:solidFill>
                  <a:srgbClr val="FF0000"/>
                </a:solidFill>
                <a:latin typeface="Times New Roman" pitchFamily="18" charset="0"/>
                <a:ea typeface="돋움" pitchFamily="50" charset="-127"/>
              </a:rPr>
              <a:t>chống rỉ set</a:t>
            </a:r>
            <a:endParaRPr lang="en-US" altLang="ko-KR" sz="900" b="1">
              <a:solidFill>
                <a:srgbClr val="FF0000"/>
              </a:solidFill>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③ Chất phụ gia</a:t>
            </a:r>
          </a:p>
          <a:p>
            <a:pPr eaLnBrk="1" hangingPunct="1">
              <a:spcBef>
                <a:spcPct val="0"/>
              </a:spcBef>
              <a:buFontTx/>
              <a:buNone/>
            </a:pPr>
            <a:r>
              <a:rPr lang="vi-VN" altLang="ko-KR" sz="900">
                <a:latin typeface="Times New Roman" pitchFamily="18" charset="0"/>
                <a:ea typeface="돋움" pitchFamily="50" charset="-127"/>
              </a:rPr>
              <a:t>  ④ Dầu </a:t>
            </a:r>
            <a:r>
              <a:rPr lang="en-US" altLang="ko-KR" sz="900" smtClean="0">
                <a:latin typeface="Times New Roman" pitchFamily="18" charset="0"/>
                <a:ea typeface="돋움" pitchFamily="50" charset="-127"/>
              </a:rPr>
              <a:t>gốc</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79. </a:t>
            </a:r>
            <a:r>
              <a:rPr lang="en-US" altLang="ko-KR" sz="900" smtClean="0">
                <a:latin typeface="Times New Roman" pitchFamily="18" charset="0"/>
                <a:ea typeface="돋움" pitchFamily="50" charset="-127"/>
              </a:rPr>
              <a:t>Nhìn vào ký hiệu ốc vít theo “L2N M30 x 3 – 3” </a:t>
            </a:r>
          </a:p>
          <a:p>
            <a:pPr eaLnBrk="1" hangingPunct="1">
              <a:spcBef>
                <a:spcPct val="0"/>
              </a:spcBef>
              <a:buFontTx/>
              <a:buNone/>
            </a:pPr>
            <a:r>
              <a:rPr lang="en-US" altLang="ko-KR" sz="900">
                <a:latin typeface="Times New Roman" pitchFamily="18" charset="0"/>
                <a:ea typeface="돋움" pitchFamily="50" charset="-127"/>
              </a:rPr>
              <a:t> </a:t>
            </a:r>
            <a:r>
              <a:rPr lang="en-US" altLang="ko-KR" sz="900" smtClean="0">
                <a:latin typeface="Times New Roman" pitchFamily="18" charset="0"/>
                <a:ea typeface="돋움" pitchFamily="50" charset="-127"/>
              </a:rPr>
              <a:t>Khoảng cách 1 Lead là</a:t>
            </a:r>
            <a:r>
              <a:rPr lang="vi-VN" altLang="ko-KR" sz="900" smtClean="0">
                <a:latin typeface="Times New Roman" pitchFamily="18" charset="0"/>
                <a:ea typeface="돋움" pitchFamily="50" charset="-127"/>
              </a:rPr>
              <a:t>?</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a:t>
            </a:r>
          </a:p>
          <a:p>
            <a:pPr eaLnBrk="1" hangingPunct="1">
              <a:spcBef>
                <a:spcPct val="0"/>
              </a:spcBef>
              <a:buFontTx/>
              <a:buNone/>
            </a:pPr>
            <a:r>
              <a:rPr lang="en-US" altLang="ko-KR" sz="900">
                <a:latin typeface="Times New Roman" pitchFamily="18" charset="0"/>
                <a:ea typeface="돋움" pitchFamily="50" charset="-127"/>
              </a:rPr>
              <a:t>  ① </a:t>
            </a:r>
            <a:r>
              <a:rPr lang="en-US" altLang="ko-KR" sz="900" smtClean="0">
                <a:latin typeface="Times New Roman" pitchFamily="18" charset="0"/>
                <a:ea typeface="돋움" pitchFamily="50" charset="-127"/>
              </a:rPr>
              <a:t>9mm               </a:t>
            </a:r>
            <a:r>
              <a:rPr lang="en-US" altLang="ko-KR" sz="900" b="1">
                <a:solidFill>
                  <a:srgbClr val="FF0000"/>
                </a:solidFill>
                <a:latin typeface="Times New Roman" pitchFamily="18" charset="0"/>
                <a:ea typeface="돋움" pitchFamily="50" charset="-127"/>
              </a:rPr>
              <a:t>② </a:t>
            </a:r>
            <a:r>
              <a:rPr lang="en-US" altLang="ko-KR" sz="900" b="1" smtClean="0">
                <a:solidFill>
                  <a:srgbClr val="FF0000"/>
                </a:solidFill>
                <a:latin typeface="Times New Roman" pitchFamily="18" charset="0"/>
                <a:ea typeface="돋움" pitchFamily="50" charset="-127"/>
              </a:rPr>
              <a:t>6mm</a:t>
            </a:r>
            <a:endParaRPr lang="en-US" altLang="ko-KR" sz="900" b="1">
              <a:solidFill>
                <a:srgbClr val="FF0000"/>
              </a:solidFill>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  ③ </a:t>
            </a:r>
            <a:r>
              <a:rPr lang="en-US" altLang="ko-KR" sz="900" smtClean="0">
                <a:latin typeface="Times New Roman" pitchFamily="18" charset="0"/>
                <a:cs typeface="Times New Roman" pitchFamily="18" charset="0"/>
              </a:rPr>
              <a:t>60mm           </a:t>
            </a:r>
            <a:r>
              <a:rPr lang="en-US" altLang="ko-KR" sz="900" b="1" smtClean="0">
                <a:latin typeface="Times New Roman" pitchFamily="18" charset="0"/>
                <a:cs typeface="Times New Roman" pitchFamily="18" charset="0"/>
              </a:rPr>
              <a:t>  </a:t>
            </a:r>
            <a:r>
              <a:rPr lang="vi-VN" altLang="ko-KR" sz="900">
                <a:latin typeface="Times New Roman" pitchFamily="18" charset="0"/>
                <a:ea typeface="돋움" pitchFamily="50" charset="-127"/>
              </a:rPr>
              <a:t>④ </a:t>
            </a:r>
            <a:r>
              <a:rPr lang="en-US" altLang="ko-KR" sz="900" smtClean="0">
                <a:latin typeface="Times New Roman" pitchFamily="18" charset="0"/>
                <a:ea typeface="돋움" pitchFamily="50" charset="-127"/>
              </a:rPr>
              <a:t>30mm</a:t>
            </a:r>
            <a:endParaRPr lang="vi-VN"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endParaRPr lang="en-US" altLang="ko-KR" sz="900">
              <a:latin typeface="Times New Roman" pitchFamily="18" charset="0"/>
              <a:ea typeface="돋움" pitchFamily="50" charset="-127"/>
            </a:endParaRPr>
          </a:p>
          <a:p>
            <a:pPr eaLnBrk="1" hangingPunct="1">
              <a:spcBef>
                <a:spcPct val="0"/>
              </a:spcBef>
              <a:buFontTx/>
              <a:buNone/>
            </a:pPr>
            <a:r>
              <a:rPr lang="vi-VN" altLang="ko-KR" sz="900">
                <a:latin typeface="Times New Roman" pitchFamily="18" charset="0"/>
                <a:ea typeface="돋움" pitchFamily="50" charset="-127"/>
              </a:rPr>
              <a:t>80. </a:t>
            </a:r>
            <a:r>
              <a:rPr lang="en-US" altLang="ko-KR" sz="900" smtClean="0">
                <a:latin typeface="Times New Roman" pitchFamily="18" charset="0"/>
                <a:ea typeface="돋움" pitchFamily="50" charset="-127"/>
              </a:rPr>
              <a:t>Biểu thị đúng về Size theo đơn vị là</a:t>
            </a:r>
            <a:r>
              <a:rPr lang="vi-VN" altLang="ko-KR" sz="900" smtClean="0">
                <a:latin typeface="Times New Roman" pitchFamily="18" charset="0"/>
                <a:ea typeface="돋움" pitchFamily="50" charset="-127"/>
              </a:rPr>
              <a:t>?</a:t>
            </a:r>
            <a:endParaRPr lang="vi-VN"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a:t>
            </a:r>
          </a:p>
          <a:p>
            <a:pPr eaLnBrk="1" hangingPunct="1">
              <a:spcBef>
                <a:spcPct val="0"/>
              </a:spcBef>
              <a:buFontTx/>
              <a:buNone/>
            </a:pPr>
            <a:r>
              <a:rPr lang="en-US" altLang="ko-KR" sz="900">
                <a:latin typeface="Times New Roman" pitchFamily="18" charset="0"/>
                <a:ea typeface="돋움" pitchFamily="50" charset="-127"/>
              </a:rPr>
              <a:t>  ① </a:t>
            </a:r>
            <a:r>
              <a:rPr lang="en-US" altLang="ko-KR" sz="900" smtClean="0">
                <a:latin typeface="Times New Roman" pitchFamily="18" charset="0"/>
                <a:ea typeface="돋움" pitchFamily="50" charset="-127"/>
              </a:rPr>
              <a:t>nm&lt;mm&lt;cm&lt;m&lt;dm</a:t>
            </a:r>
            <a:endParaRPr lang="en-US"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② </a:t>
            </a:r>
            <a:r>
              <a:rPr lang="en-US" altLang="ko-KR" sz="900" smtClean="0">
                <a:latin typeface="Times New Roman" pitchFamily="18" charset="0"/>
                <a:ea typeface="돋움" pitchFamily="50" charset="-127"/>
              </a:rPr>
              <a:t>nm&lt;mm&lt;cm&lt;m&lt;um</a:t>
            </a:r>
            <a:endParaRPr lang="en-US"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③ </a:t>
            </a:r>
            <a:r>
              <a:rPr lang="en-US" altLang="ko-KR" sz="900" smtClean="0">
                <a:latin typeface="Times New Roman" pitchFamily="18" charset="0"/>
                <a:ea typeface="돋움" pitchFamily="50" charset="-127"/>
              </a:rPr>
              <a:t>nm&lt;um&lt;cm&lt;nm&lt;Ả</a:t>
            </a:r>
            <a:endParaRPr lang="en-US" altLang="ko-KR" sz="900">
              <a:latin typeface="Times New Roman" pitchFamily="18" charset="0"/>
              <a:ea typeface="돋움" pitchFamily="50" charset="-127"/>
            </a:endParaRPr>
          </a:p>
          <a:p>
            <a:pPr eaLnBrk="1" hangingPunct="1">
              <a:spcBef>
                <a:spcPct val="0"/>
              </a:spcBef>
              <a:buFontTx/>
              <a:buNone/>
            </a:pPr>
            <a:r>
              <a:rPr lang="en-US" altLang="ko-KR" sz="900">
                <a:latin typeface="Times New Roman" pitchFamily="18" charset="0"/>
                <a:ea typeface="돋움" pitchFamily="50" charset="-127"/>
              </a:rPr>
              <a:t>  </a:t>
            </a:r>
            <a:r>
              <a:rPr lang="en-US" altLang="ko-KR" sz="900" b="1">
                <a:solidFill>
                  <a:srgbClr val="FF0000"/>
                </a:solidFill>
                <a:latin typeface="Times New Roman" pitchFamily="18" charset="0"/>
                <a:ea typeface="돋움" pitchFamily="50" charset="-127"/>
              </a:rPr>
              <a:t>④ </a:t>
            </a:r>
            <a:r>
              <a:rPr lang="en-US" altLang="ko-KR" sz="900" b="1" smtClean="0">
                <a:solidFill>
                  <a:srgbClr val="FF0000"/>
                </a:solidFill>
                <a:latin typeface="Times New Roman" pitchFamily="18" charset="0"/>
                <a:ea typeface="돋움" pitchFamily="50" charset="-127"/>
              </a:rPr>
              <a:t>um&lt;mm&lt;cm&lt;dm&lt;m</a:t>
            </a:r>
            <a:endParaRPr lang="en-US" altLang="ko-KR" sz="900" b="1">
              <a:solidFill>
                <a:srgbClr val="FF0000"/>
              </a:solidFill>
              <a:latin typeface="Times New Roman" pitchFamily="18" charset="0"/>
              <a:ea typeface="돋움" pitchFamily="50" charset="-127"/>
            </a:endParaRPr>
          </a:p>
        </p:txBody>
      </p:sp>
      <p:sp>
        <p:nvSpPr>
          <p:cNvPr id="9220" name="Rectangle 5"/>
          <p:cNvSpPr>
            <a:spLocks noChangeArrowheads="1"/>
          </p:cNvSpPr>
          <p:nvPr/>
        </p:nvSpPr>
        <p:spPr bwMode="auto">
          <a:xfrm>
            <a:off x="3459163" y="750278"/>
            <a:ext cx="3124200" cy="81856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6" name="Text Box 6"/>
          <p:cNvSpPr txBox="1">
            <a:spLocks noChangeArrowheads="1"/>
          </p:cNvSpPr>
          <p:nvPr/>
        </p:nvSpPr>
        <p:spPr bwMode="auto">
          <a:xfrm>
            <a:off x="123826" y="211016"/>
            <a:ext cx="10017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Máy</a:t>
            </a:r>
            <a:r>
              <a:rPr lang="ko-KR" altLang="en-US"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7" name="TextBox 6"/>
          <p:cNvSpPr txBox="1"/>
          <p:nvPr/>
        </p:nvSpPr>
        <p:spPr>
          <a:xfrm>
            <a:off x="6604000" y="8892480"/>
            <a:ext cx="209376" cy="369332"/>
          </a:xfrm>
          <a:prstGeom prst="rect">
            <a:avLst/>
          </a:prstGeom>
          <a:noFill/>
        </p:spPr>
        <p:txBody>
          <a:bodyPr wrap="square" rtlCol="0">
            <a:spAutoFit/>
          </a:bodyPr>
          <a:lstStyle/>
          <a:p>
            <a:r>
              <a:rPr lang="en-US" b="1" smtClean="0">
                <a:latin typeface="Times New Roman" pitchFamily="18" charset="0"/>
                <a:cs typeface="Times New Roman" pitchFamily="18" charset="0"/>
              </a:rPr>
              <a:t>8</a:t>
            </a:r>
            <a:endParaRPr lang="en-US" b="1">
              <a:latin typeface="Times New Roman" pitchFamily="18" charset="0"/>
              <a:cs typeface="Times New Roman" pitchFamily="18" charset="0"/>
            </a:endParaRPr>
          </a:p>
        </p:txBody>
      </p:sp>
    </p:spTree>
    <p:extLst>
      <p:ext uri="{BB962C8B-B14F-4D97-AF65-F5344CB8AC3E}">
        <p14:creationId xmlns:p14="http://schemas.microsoft.com/office/powerpoint/2010/main" val="2728701229"/>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1" name="Rectangle 3"/>
          <p:cNvSpPr>
            <a:spLocks noChangeArrowheads="1"/>
          </p:cNvSpPr>
          <p:nvPr/>
        </p:nvSpPr>
        <p:spPr bwMode="auto">
          <a:xfrm>
            <a:off x="304800" y="716574"/>
            <a:ext cx="3124200" cy="8351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54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p:txBody>
      </p:sp>
      <p:sp>
        <p:nvSpPr>
          <p:cNvPr id="2052" name="Rectangle 4"/>
          <p:cNvSpPr>
            <a:spLocks noChangeArrowheads="1"/>
          </p:cNvSpPr>
          <p:nvPr/>
        </p:nvSpPr>
        <p:spPr bwMode="auto">
          <a:xfrm>
            <a:off x="3429000" y="716574"/>
            <a:ext cx="3124200" cy="8351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2053" name="Text Box 6"/>
          <p:cNvSpPr txBox="1">
            <a:spLocks noChangeArrowheads="1"/>
          </p:cNvSpPr>
          <p:nvPr/>
        </p:nvSpPr>
        <p:spPr bwMode="auto">
          <a:xfrm>
            <a:off x="292101" y="754674"/>
            <a:ext cx="1292341" cy="24622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Điện</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20</a:t>
            </a:r>
            <a:endParaRPr lang="ko-KR" altLang="en-US" sz="1000" b="1">
              <a:latin typeface="Times New Roman" pitchFamily="18" charset="0"/>
              <a:ea typeface="돋움" pitchFamily="50" charset="-127"/>
              <a:cs typeface="Times New Roman" pitchFamily="18" charset="0"/>
            </a:endParaRPr>
          </a:p>
        </p:txBody>
      </p:sp>
      <p:sp>
        <p:nvSpPr>
          <p:cNvPr id="2055" name="Rectangle 7"/>
          <p:cNvSpPr>
            <a:spLocks noChangeArrowheads="1"/>
          </p:cNvSpPr>
          <p:nvPr/>
        </p:nvSpPr>
        <p:spPr bwMode="auto">
          <a:xfrm>
            <a:off x="255588" y="927589"/>
            <a:ext cx="3186112" cy="79868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1. Ý nào không đúng khi giải thích về</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cấu tạo của nguyên tử?</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vi-VN" altLang="ko-KR" sz="900">
                <a:latin typeface="Times New Roman" pitchFamily="18" charset="0"/>
                <a:ea typeface="돋움" pitchFamily="50" charset="-127"/>
                <a:cs typeface="Times New Roman" pitchFamily="18" charset="0"/>
              </a:rPr>
              <a:t>Hạt nhân nguyên tử: gồm proton và nơtron</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vi-VN" altLang="ko-KR" sz="900">
                <a:latin typeface="Times New Roman" pitchFamily="18" charset="0"/>
                <a:ea typeface="돋움" pitchFamily="50" charset="-127"/>
                <a:cs typeface="Times New Roman" pitchFamily="18" charset="0"/>
              </a:rPr>
              <a:t>Các proton và neutron có khối lượng gần như</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bằng nhau, và  các electron có hạt lớn hơn khoảng 1840 lần</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③ </a:t>
            </a:r>
            <a:r>
              <a:rPr lang="en-US" altLang="ko-KR" sz="900" b="1">
                <a:solidFill>
                  <a:srgbClr val="FF0000"/>
                </a:solidFill>
                <a:latin typeface="Times New Roman" pitchFamily="18" charset="0"/>
                <a:ea typeface="돋움" pitchFamily="50" charset="-127"/>
                <a:cs typeface="Times New Roman" pitchFamily="18" charset="0"/>
              </a:rPr>
              <a:t>Số</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proton Z = số</a:t>
            </a:r>
            <a:r>
              <a:rPr lang="ko-KR" altLang="en-US" sz="900" b="1">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điện tích = số</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hiệu nguyên tử</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=&gt; giống số</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electron</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vi-VN" altLang="ko-KR" sz="900">
                <a:latin typeface="Times New Roman" pitchFamily="18" charset="0"/>
                <a:ea typeface="돋움" pitchFamily="50" charset="-127"/>
                <a:cs typeface="Times New Roman" pitchFamily="18" charset="0"/>
              </a:rPr>
              <a:t>Lượng hạt điện tích dương là chính xác nhưng lượng hạt trung tính có thể</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hơn kém vài đơn vị</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 Điện năng do các êlectron tự</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do di chuyển giữa các nguyên tử</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tạo ra được gọi là?</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vi-VN" altLang="ko-KR" sz="900">
                <a:latin typeface="Times New Roman" pitchFamily="18" charset="0"/>
                <a:ea typeface="돋움" pitchFamily="50" charset="-127"/>
                <a:cs typeface="Times New Roman" pitchFamily="18" charset="0"/>
              </a:rPr>
              <a:t>Nhiễm điện</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Ion hóa</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③ </a:t>
            </a:r>
            <a:r>
              <a:rPr lang="en-US" altLang="ko-KR" sz="900" b="1">
                <a:solidFill>
                  <a:srgbClr val="FF0000"/>
                </a:solidFill>
                <a:latin typeface="Times New Roman" pitchFamily="18" charset="0"/>
                <a:ea typeface="돋움" pitchFamily="50" charset="-127"/>
                <a:cs typeface="Times New Roman" pitchFamily="18" charset="0"/>
              </a:rPr>
              <a:t>Điện tích</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Điện ly</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 Trong số</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nhiễu dao động điện áp, hiện tượng mất đi 1 phần pha của dòng điện xoay chiều thường gặp gọi là gì?</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vi-VN" altLang="ko-KR" sz="900">
                <a:latin typeface="Times New Roman" pitchFamily="18" charset="0"/>
                <a:ea typeface="돋움" pitchFamily="50" charset="-127"/>
                <a:cs typeface="Times New Roman" pitchFamily="18" charset="0"/>
              </a:rPr>
              <a:t>Mất điện tức thời</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vi-VN" altLang="ko-KR" sz="900">
                <a:latin typeface="Times New Roman" pitchFamily="18" charset="0"/>
                <a:ea typeface="돋움" pitchFamily="50" charset="-127"/>
                <a:cs typeface="Times New Roman" pitchFamily="18" charset="0"/>
              </a:rPr>
              <a:t>Giảm điện áp tức thời</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Sấm sét</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④ </a:t>
            </a:r>
            <a:r>
              <a:rPr lang="vi-VN" altLang="ko-KR" sz="900" b="1">
                <a:solidFill>
                  <a:srgbClr val="FF0000"/>
                </a:solidFill>
                <a:latin typeface="Times New Roman" pitchFamily="18" charset="0"/>
                <a:ea typeface="돋움" pitchFamily="50" charset="-127"/>
                <a:cs typeface="Times New Roman" pitchFamily="18" charset="0"/>
              </a:rPr>
              <a:t>Nháy điện</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4. Dạng sóng có giá trị</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đỉnh-đỉnh là</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20V. Vậy giá</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trị</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Vave là bao nhiêu?</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b="1">
                <a:solidFill>
                  <a:srgbClr val="FF0000"/>
                </a:solidFill>
                <a:latin typeface="Times New Roman" pitchFamily="18" charset="0"/>
                <a:ea typeface="돋움" pitchFamily="50" charset="-127"/>
                <a:cs typeface="Times New Roman" pitchFamily="18" charset="0"/>
              </a:rPr>
              <a:t> ① </a:t>
            </a:r>
            <a:r>
              <a:rPr lang="en-US" altLang="ko-KR" sz="900" b="1">
                <a:solidFill>
                  <a:srgbClr val="FF0000"/>
                </a:solidFill>
                <a:latin typeface="Times New Roman" pitchFamily="18" charset="0"/>
                <a:ea typeface="돋움" pitchFamily="50" charset="-127"/>
                <a:cs typeface="Times New Roman" pitchFamily="18" charset="0"/>
              </a:rPr>
              <a:t>6,37V</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7,07V</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12,74V</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14,14V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fr-FR" altLang="ko-KR" sz="900">
                <a:latin typeface="Times New Roman" pitchFamily="18" charset="0"/>
                <a:ea typeface="돋움" pitchFamily="50" charset="-127"/>
                <a:cs typeface="Times New Roman" pitchFamily="18" charset="0"/>
              </a:rPr>
              <a:t>5. Đâu không phải là</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chế</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độ</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thu nhận của máy hiện sóng?</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Chu kỳ</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Đỉnh</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Trung bình</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④ </a:t>
            </a:r>
            <a:r>
              <a:rPr lang="en-US" altLang="ko-KR" sz="900" b="1">
                <a:solidFill>
                  <a:srgbClr val="FF0000"/>
                </a:solidFill>
                <a:latin typeface="Times New Roman" pitchFamily="18" charset="0"/>
                <a:ea typeface="돋움" pitchFamily="50" charset="-127"/>
                <a:cs typeface="Times New Roman" pitchFamily="18" charset="0"/>
              </a:rPr>
              <a:t>Xung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 Loại điện trở</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nào được mô</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tả</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dưới đây?</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[Bởi vì nó là một loại nhựa không cháy, nó không bắt lửa ngay cả</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ở</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nhiệt độ</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cao. Nó</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rất dễ</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lắp đặt do đặc tính cách nhiệt phong phú]</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Điện trở</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cố</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định màng carbon nhỏ</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Điện trở</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phim kim loại</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③ </a:t>
            </a:r>
            <a:r>
              <a:rPr lang="en-US" altLang="ko-KR" sz="900" b="1">
                <a:solidFill>
                  <a:srgbClr val="FF0000"/>
                </a:solidFill>
                <a:latin typeface="Times New Roman" pitchFamily="18" charset="0"/>
                <a:ea typeface="돋움" pitchFamily="50" charset="-127"/>
                <a:cs typeface="Times New Roman" pitchFamily="18" charset="0"/>
              </a:rPr>
              <a:t>Điện trở</a:t>
            </a:r>
            <a:r>
              <a:rPr lang="ko-KR" altLang="en-US" sz="900" b="1">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xi măng</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Điện trở</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khả biến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7. Theo cấu tạo, đâu không phải là một loại biến trở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Loại màng carbon</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Loại màng kim loại</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Loại phủ sứ</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Loại cuộn cảm</a:t>
            </a:r>
          </a:p>
        </p:txBody>
      </p:sp>
      <p:sp>
        <p:nvSpPr>
          <p:cNvPr id="2056" name="Rectangle 7"/>
          <p:cNvSpPr>
            <a:spLocks noChangeArrowheads="1"/>
          </p:cNvSpPr>
          <p:nvPr/>
        </p:nvSpPr>
        <p:spPr bwMode="auto">
          <a:xfrm>
            <a:off x="3363913" y="728297"/>
            <a:ext cx="3186112" cy="82638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8. </a:t>
            </a:r>
            <a:r>
              <a:rPr lang="en-US" altLang="ko-KR" sz="900">
                <a:latin typeface="Times New Roman" pitchFamily="18" charset="0"/>
                <a:ea typeface="돋움" pitchFamily="50" charset="-127"/>
                <a:cs typeface="Times New Roman" pitchFamily="18" charset="0"/>
              </a:rPr>
              <a:t>Tụ nào thông thường sử dụng ở mạch ghép hoặc mạch hằng số thời gian nhanh</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Tụ </a:t>
            </a:r>
            <a:r>
              <a:rPr lang="en-US" altLang="ko-KR" sz="900">
                <a:latin typeface="Times New Roman" pitchFamily="18" charset="0"/>
                <a:ea typeface="돋움" pitchFamily="50" charset="-127"/>
                <a:cs typeface="Times New Roman" pitchFamily="18" charset="0"/>
              </a:rPr>
              <a:t>hóa</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Tụ Mylar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Tụ sứ</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Tụ Tantal</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9. Suất điện động sinh ra khi từ thông đi qua cuộn dây bị thay đổi.</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Hiện tượng </a:t>
            </a:r>
            <a:r>
              <a:rPr lang="en-US" altLang="ko-KR" sz="900">
                <a:latin typeface="Times New Roman" pitchFamily="18" charset="0"/>
                <a:ea typeface="돋움" pitchFamily="50" charset="-127"/>
                <a:cs typeface="Times New Roman" pitchFamily="18" charset="0"/>
              </a:rPr>
              <a:t>đó </a:t>
            </a:r>
            <a:r>
              <a:rPr lang="vi-VN" altLang="ko-KR" sz="900">
                <a:latin typeface="Times New Roman" pitchFamily="18" charset="0"/>
                <a:ea typeface="돋움" pitchFamily="50" charset="-127"/>
                <a:cs typeface="Times New Roman" pitchFamily="18" charset="0"/>
              </a:rPr>
              <a:t>được gọi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C</a:t>
            </a:r>
            <a:r>
              <a:rPr lang="vi-VN" altLang="ko-KR" sz="900" b="1">
                <a:solidFill>
                  <a:srgbClr val="FF0000"/>
                </a:solidFill>
                <a:latin typeface="Times New Roman" pitchFamily="18" charset="0"/>
                <a:ea typeface="돋움" pitchFamily="50" charset="-127"/>
                <a:cs typeface="Times New Roman" pitchFamily="18" charset="0"/>
              </a:rPr>
              <a:t>ảm ứng điện từ</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Suất điện động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Định luật Lenz</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Điện cảm tương hỗ</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10. Tụ điện mắc song song trước sau là loại cuộn dây nào?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RFC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FCZ</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③ IFT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Cuộn cảm cho nguồn điện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11. </a:t>
            </a:r>
            <a:r>
              <a:rPr lang="en-US" altLang="ko-KR" sz="900">
                <a:solidFill>
                  <a:srgbClr val="000000"/>
                </a:solidFill>
                <a:latin typeface="Times New Roman" pitchFamily="18" charset="0"/>
                <a:ea typeface="돋움" pitchFamily="50" charset="-127"/>
                <a:cs typeface="Times New Roman" pitchFamily="18" charset="0"/>
              </a:rPr>
              <a:t>Là phần tử đóng mở, chuyên sử dụng cho điện áp ngược cao, dòng điện cao </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TR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SCR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TRIAC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SSR</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12. Điều gì không phải là đặc điểm của SSR?</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Tiếng ồn thấp</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Không phát ra tiếng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Chức năng cao</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④ Khả năng chịu nhiệt</a:t>
            </a:r>
            <a:r>
              <a:rPr lang="en-US" altLang="ko-KR" sz="900" b="1">
                <a:solidFill>
                  <a:srgbClr val="FF0000"/>
                </a:solidFill>
                <a:latin typeface="Times New Roman" pitchFamily="18" charset="0"/>
                <a:ea typeface="돋움" pitchFamily="50" charset="-127"/>
                <a:cs typeface="Times New Roman" pitchFamily="18" charset="0"/>
              </a:rPr>
              <a:t> tốt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13. Thành phần phù hợp của Photo Coupler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LED + Diode</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LED + Photo Diode</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Diode phát quang + Photo TR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Diode phát quang + Photo Diode</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14. Trong số các loại điện trở</a:t>
            </a:r>
            <a:r>
              <a:rPr lang="en-US" altLang="ko-KR" sz="900">
                <a:latin typeface="Times New Roman" pitchFamily="18" charset="0"/>
                <a:ea typeface="돋움" pitchFamily="50" charset="-127"/>
                <a:cs typeface="Times New Roman" pitchFamily="18" charset="0"/>
              </a:rPr>
              <a:t> nhiệt</a:t>
            </a:r>
            <a:r>
              <a:rPr lang="vi-VN" altLang="ko-KR" sz="900">
                <a:latin typeface="Times New Roman" pitchFamily="18" charset="0"/>
                <a:ea typeface="돋움" pitchFamily="50" charset="-127"/>
                <a:cs typeface="Times New Roman" pitchFamily="18" charset="0"/>
              </a:rPr>
              <a:t>,</a:t>
            </a:r>
            <a:r>
              <a:rPr lang="en-US" altLang="ko-KR" sz="900">
                <a:latin typeface="Times New Roman" pitchFamily="18" charset="0"/>
                <a:ea typeface="돋움" pitchFamily="50" charset="-127"/>
                <a:cs typeface="Times New Roman" pitchFamily="18" charset="0"/>
              </a:rPr>
              <a:t> loại nào</a:t>
            </a:r>
            <a:r>
              <a:rPr lang="vi-VN" altLang="ko-KR" sz="900">
                <a:latin typeface="Times New Roman" pitchFamily="18" charset="0"/>
                <a:ea typeface="돋움" pitchFamily="50" charset="-127"/>
                <a:cs typeface="Times New Roman" pitchFamily="18" charset="0"/>
              </a:rPr>
              <a:t> khi nhiệt độ tăng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thì giá trị điện trở giảm</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NTC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PTC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CTR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PPT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15. Trong số các loại cảm biến loại nhỏ, loại nào </a:t>
            </a:r>
            <a:r>
              <a:rPr lang="en-US" altLang="ko-KR" sz="900">
                <a:latin typeface="Times New Roman" pitchFamily="18" charset="0"/>
                <a:ea typeface="돋움" pitchFamily="50" charset="-127"/>
                <a:cs typeface="Times New Roman" pitchFamily="18" charset="0"/>
              </a:rPr>
              <a:t>để</a:t>
            </a:r>
            <a:r>
              <a:rPr lang="vi-VN" altLang="ko-KR" sz="900">
                <a:latin typeface="Times New Roman" pitchFamily="18" charset="0"/>
                <a:ea typeface="돋움" pitchFamily="50" charset="-127"/>
                <a:cs typeface="Times New Roman" pitchFamily="18" charset="0"/>
              </a:rPr>
              <a:t> lắp PCB?</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Kiểu móng ngựa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Kiểu phản chiếu </a:t>
            </a:r>
            <a:r>
              <a:rPr lang="en-US" altLang="ko-KR" sz="900">
                <a:latin typeface="Times New Roman" pitchFamily="18" charset="0"/>
                <a:ea typeface="돋움" pitchFamily="50" charset="-127"/>
                <a:cs typeface="Times New Roman" pitchFamily="18" charset="0"/>
              </a:rPr>
              <a:t>hồi quy</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Loại phản xạ</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④ Photo interrupter</a:t>
            </a:r>
            <a:endParaRPr lang="ko-KR" altLang="en-US" sz="900" b="1">
              <a:solidFill>
                <a:srgbClr val="FF0000"/>
              </a:solidFill>
              <a:latin typeface="Times New Roman" pitchFamily="18" charset="0"/>
              <a:ea typeface="돋움" pitchFamily="50" charset="-127"/>
              <a:cs typeface="Times New Roman" pitchFamily="18" charset="0"/>
            </a:endParaRPr>
          </a:p>
        </p:txBody>
      </p:sp>
      <p:sp>
        <p:nvSpPr>
          <p:cNvPr id="9" name="TextBox 8"/>
          <p:cNvSpPr txBox="1"/>
          <p:nvPr/>
        </p:nvSpPr>
        <p:spPr>
          <a:xfrm>
            <a:off x="6604000" y="8892480"/>
            <a:ext cx="209376" cy="369332"/>
          </a:xfrm>
          <a:prstGeom prst="rect">
            <a:avLst/>
          </a:prstGeom>
          <a:noFill/>
        </p:spPr>
        <p:txBody>
          <a:bodyPr wrap="square" rtlCol="0">
            <a:spAutoFit/>
          </a:bodyPr>
          <a:lstStyle/>
          <a:p>
            <a:r>
              <a:rPr lang="en-US" b="1" smtClean="0">
                <a:latin typeface="Times New Roman" pitchFamily="18" charset="0"/>
                <a:cs typeface="Times New Roman" pitchFamily="18" charset="0"/>
              </a:rPr>
              <a:t>1</a:t>
            </a:r>
            <a:endParaRPr lang="en-US" b="1">
              <a:latin typeface="Times New Roman" pitchFamily="18" charset="0"/>
              <a:cs typeface="Times New Roman" pitchFamily="18" charset="0"/>
            </a:endParaRPr>
          </a:p>
        </p:txBody>
      </p:sp>
    </p:spTree>
    <p:extLst>
      <p:ext uri="{BB962C8B-B14F-4D97-AF65-F5344CB8AC3E}">
        <p14:creationId xmlns:p14="http://schemas.microsoft.com/office/powerpoint/2010/main" val="3913091415"/>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075"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54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3076"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72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3077" name="Rectangle 7"/>
          <p:cNvSpPr>
            <a:spLocks noChangeArrowheads="1"/>
          </p:cNvSpPr>
          <p:nvPr/>
        </p:nvSpPr>
        <p:spPr bwMode="auto">
          <a:xfrm>
            <a:off x="304800" y="716573"/>
            <a:ext cx="3124200" cy="5632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16. Khi kết nối cảm biến đầu ra </a:t>
            </a:r>
            <a:r>
              <a:rPr lang="en-US" altLang="ko-KR" sz="900">
                <a:latin typeface="Times New Roman" pitchFamily="18" charset="0"/>
                <a:ea typeface="돋움" pitchFamily="50" charset="-127"/>
                <a:cs typeface="Times New Roman" pitchFamily="18" charset="0"/>
              </a:rPr>
              <a:t>là</a:t>
            </a:r>
            <a:r>
              <a:rPr lang="vi-VN" altLang="ko-KR" sz="900">
                <a:latin typeface="Times New Roman" pitchFamily="18" charset="0"/>
                <a:ea typeface="돋움" pitchFamily="50" charset="-127"/>
                <a:cs typeface="Times New Roman" pitchFamily="18" charset="0"/>
              </a:rPr>
              <a:t> các </a:t>
            </a:r>
            <a:r>
              <a:rPr lang="en-US" altLang="ko-KR" sz="900">
                <a:latin typeface="Times New Roman" pitchFamily="18" charset="0"/>
                <a:ea typeface="돋움" pitchFamily="50" charset="-127"/>
                <a:cs typeface="Times New Roman" pitchFamily="18" charset="0"/>
              </a:rPr>
              <a:t>chân</a:t>
            </a:r>
            <a:r>
              <a:rPr lang="vi-VN" altLang="ko-KR" sz="900">
                <a:latin typeface="Times New Roman" pitchFamily="18" charset="0"/>
                <a:ea typeface="돋움" pitchFamily="50" charset="-127"/>
                <a:cs typeface="Times New Roman" pitchFamily="18" charset="0"/>
              </a:rPr>
              <a:t> I + và V + </a:t>
            </a:r>
            <a:r>
              <a:rPr lang="en-US" altLang="ko-KR" sz="900">
                <a:latin typeface="Times New Roman" pitchFamily="18" charset="0"/>
                <a:ea typeface="돋움" pitchFamily="50" charset="-127"/>
                <a:cs typeface="Times New Roman" pitchFamily="18" charset="0"/>
              </a:rPr>
              <a:t>. Bạn cần sử dụng loại module AD nào?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Q64AD    </a:t>
            </a:r>
            <a:r>
              <a:rPr lang="en-US" altLang="ko-KR" sz="900">
                <a:latin typeface="Times New Roman" pitchFamily="18" charset="0"/>
                <a:ea typeface="돋움" pitchFamily="50" charset="-127"/>
                <a:cs typeface="Times New Roman" pitchFamily="18" charset="0"/>
              </a:rPr>
              <a:t>② Q68ADV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Q68ADI   ④ Q61P</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fr-FR" altLang="ko-KR" sz="900">
                <a:latin typeface="Times New Roman" pitchFamily="18" charset="0"/>
                <a:ea typeface="돋움" pitchFamily="50" charset="-127"/>
                <a:cs typeface="Times New Roman" pitchFamily="18" charset="0"/>
              </a:rPr>
              <a:t>17. Điện áp cutin (ngưỡng) của Diode Ge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0,2V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0,7V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0,5V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1,4V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18. Điều gì sai với phương pháp tắt SCR đã bật?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Đ</a:t>
            </a:r>
            <a:r>
              <a:rPr lang="en-US" altLang="ko-KR" sz="900">
                <a:latin typeface="Times New Roman" pitchFamily="18" charset="0"/>
                <a:ea typeface="돋움" pitchFamily="50" charset="-127"/>
                <a:cs typeface="Times New Roman" pitchFamily="18" charset="0"/>
              </a:rPr>
              <a:t>ưa</a:t>
            </a:r>
            <a:r>
              <a:rPr lang="vi-VN" altLang="ko-KR" sz="900">
                <a:latin typeface="Times New Roman" pitchFamily="18" charset="0"/>
                <a:ea typeface="돋움" pitchFamily="50" charset="-127"/>
                <a:cs typeface="Times New Roman" pitchFamily="18" charset="0"/>
              </a:rPr>
              <a:t> điện áp cực dương </a:t>
            </a:r>
            <a:r>
              <a:rPr lang="en-US" altLang="ko-KR" sz="900">
                <a:latin typeface="Times New Roman" pitchFamily="18" charset="0"/>
                <a:ea typeface="돋움" pitchFamily="50" charset="-127"/>
                <a:cs typeface="Times New Roman" pitchFamily="18" charset="0"/>
              </a:rPr>
              <a:t>về giá trị </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Tắt điện áp cực dương bằng công tắc</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③ Đ</a:t>
            </a:r>
            <a:r>
              <a:rPr lang="en-US" altLang="ko-KR" sz="900" b="1">
                <a:solidFill>
                  <a:srgbClr val="FF0000"/>
                </a:solidFill>
                <a:latin typeface="Times New Roman" pitchFamily="18" charset="0"/>
                <a:ea typeface="돋움" pitchFamily="50" charset="-127"/>
                <a:cs typeface="Times New Roman" pitchFamily="18" charset="0"/>
              </a:rPr>
              <a:t>ưa</a:t>
            </a:r>
            <a:r>
              <a:rPr lang="vi-VN" altLang="ko-KR" sz="900" b="1">
                <a:solidFill>
                  <a:srgbClr val="FF0000"/>
                </a:solidFill>
                <a:latin typeface="Times New Roman" pitchFamily="18" charset="0"/>
                <a:ea typeface="돋움" pitchFamily="50" charset="-127"/>
                <a:cs typeface="Times New Roman" pitchFamily="18" charset="0"/>
              </a:rPr>
              <a:t> điện áp cực dương </a:t>
            </a:r>
            <a:r>
              <a:rPr lang="en-US" altLang="ko-KR" sz="900" b="1">
                <a:solidFill>
                  <a:srgbClr val="FF0000"/>
                </a:solidFill>
                <a:latin typeface="Times New Roman" pitchFamily="18" charset="0"/>
                <a:ea typeface="돋움" pitchFamily="50" charset="-127"/>
                <a:cs typeface="Times New Roman" pitchFamily="18" charset="0"/>
              </a:rPr>
              <a:t>về giá trị </a:t>
            </a:r>
            <a:r>
              <a:rPr lang="vi-VN" altLang="ko-KR" sz="900" b="1">
                <a:solidFill>
                  <a:srgbClr val="FF0000"/>
                </a:solidFill>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Đưa điện áp cực dương về </a:t>
            </a:r>
            <a:r>
              <a:rPr lang="en-US" altLang="ko-KR" sz="900">
                <a:latin typeface="Times New Roman" pitchFamily="18" charset="0"/>
                <a:ea typeface="돋움" pitchFamily="50" charset="-127"/>
                <a:cs typeface="Times New Roman" pitchFamily="18" charset="0"/>
              </a:rPr>
              <a:t>giá trị </a:t>
            </a:r>
            <a:r>
              <a:rPr lang="vi-VN" altLang="ko-KR" sz="900">
                <a:latin typeface="Times New Roman" pitchFamily="18" charset="0"/>
                <a:ea typeface="돋움" pitchFamily="50" charset="-127"/>
                <a:cs typeface="Times New Roman" pitchFamily="18" charset="0"/>
              </a:rPr>
              <a:t>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19. Hiệu điện thế </a:t>
            </a:r>
            <a:r>
              <a:rPr lang="en-US" altLang="ko-KR" sz="900">
                <a:latin typeface="Times New Roman" pitchFamily="18" charset="0"/>
                <a:ea typeface="돋움" pitchFamily="50" charset="-127"/>
                <a:cs typeface="Times New Roman" pitchFamily="18" charset="0"/>
              </a:rPr>
              <a:t>tại</a:t>
            </a:r>
            <a:r>
              <a:rPr lang="vi-VN" altLang="ko-KR" sz="900">
                <a:latin typeface="Times New Roman" pitchFamily="18" charset="0"/>
                <a:ea typeface="돋움" pitchFamily="50" charset="-127"/>
                <a:cs typeface="Times New Roman" pitchFamily="18" charset="0"/>
              </a:rPr>
              <a:t> Ⓐ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0V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0,7V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4.3V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④ 5V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20. Hiệu điện thế </a:t>
            </a:r>
            <a:r>
              <a:rPr lang="en-US" altLang="ko-KR" sz="900">
                <a:latin typeface="Times New Roman" pitchFamily="18" charset="0"/>
                <a:ea typeface="돋움" pitchFamily="50" charset="-127"/>
                <a:cs typeface="Times New Roman" pitchFamily="18" charset="0"/>
              </a:rPr>
              <a:t>tại</a:t>
            </a:r>
            <a:r>
              <a:rPr lang="vi-VN" altLang="ko-KR" sz="900">
                <a:latin typeface="Times New Roman" pitchFamily="18" charset="0"/>
                <a:ea typeface="돋움" pitchFamily="50" charset="-127"/>
                <a:cs typeface="Times New Roman" pitchFamily="18" charset="0"/>
              </a:rPr>
              <a:t> Ⓐ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0V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2,9V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9.1V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12V</a:t>
            </a:r>
          </a:p>
        </p:txBody>
      </p:sp>
      <p:grpSp>
        <p:nvGrpSpPr>
          <p:cNvPr id="3078" name="그룹 1"/>
          <p:cNvGrpSpPr>
            <a:grpSpLocks/>
          </p:cNvGrpSpPr>
          <p:nvPr/>
        </p:nvGrpSpPr>
        <p:grpSpPr bwMode="auto">
          <a:xfrm>
            <a:off x="1143000" y="4211515"/>
            <a:ext cx="1601785" cy="970085"/>
            <a:chOff x="1440317" y="4229472"/>
            <a:chExt cx="2005407" cy="1383623"/>
          </a:xfrm>
        </p:grpSpPr>
        <p:sp>
          <p:nvSpPr>
            <p:cNvPr id="3109" name="Line 36"/>
            <p:cNvSpPr>
              <a:spLocks noChangeShapeType="1"/>
            </p:cNvSpPr>
            <p:nvPr/>
          </p:nvSpPr>
          <p:spPr bwMode="auto">
            <a:xfrm>
              <a:off x="1970534" y="4229472"/>
              <a:ext cx="0" cy="6667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0" name="Line 37"/>
            <p:cNvSpPr>
              <a:spLocks noChangeShapeType="1"/>
            </p:cNvSpPr>
            <p:nvPr/>
          </p:nvSpPr>
          <p:spPr bwMode="auto">
            <a:xfrm>
              <a:off x="1961009" y="4229472"/>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1" name="Line 38"/>
            <p:cNvSpPr>
              <a:spLocks noChangeShapeType="1"/>
            </p:cNvSpPr>
            <p:nvPr/>
          </p:nvSpPr>
          <p:spPr bwMode="auto">
            <a:xfrm>
              <a:off x="2886522" y="4229472"/>
              <a:ext cx="0" cy="203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3112" name="Group 39"/>
            <p:cNvGrpSpPr>
              <a:grpSpLocks/>
            </p:cNvGrpSpPr>
            <p:nvPr/>
          </p:nvGrpSpPr>
          <p:grpSpPr bwMode="auto">
            <a:xfrm>
              <a:off x="2794447" y="4432672"/>
              <a:ext cx="184150" cy="254000"/>
              <a:chOff x="1488" y="1152"/>
              <a:chExt cx="192" cy="336"/>
            </a:xfrm>
          </p:grpSpPr>
          <p:sp>
            <p:nvSpPr>
              <p:cNvPr id="3127" name="Line 40"/>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8" name="Line 41"/>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9" name="Line 42"/>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0" name="Line 43"/>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1" name="Line 44"/>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2" name="Line 45"/>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3" name="Line 46"/>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3113" name="Line 47"/>
            <p:cNvSpPr>
              <a:spLocks noChangeShapeType="1"/>
            </p:cNvSpPr>
            <p:nvPr/>
          </p:nvSpPr>
          <p:spPr bwMode="auto">
            <a:xfrm>
              <a:off x="2886522" y="4686672"/>
              <a:ext cx="0" cy="4762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4" name="AutoShape 48"/>
            <p:cNvSpPr>
              <a:spLocks noChangeArrowheads="1"/>
            </p:cNvSpPr>
            <p:nvPr/>
          </p:nvSpPr>
          <p:spPr bwMode="auto">
            <a:xfrm rot="10800000" flipV="1">
              <a:off x="2764284" y="5169024"/>
              <a:ext cx="244475" cy="10160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3115" name="Line 49"/>
            <p:cNvSpPr>
              <a:spLocks noChangeShapeType="1"/>
            </p:cNvSpPr>
            <p:nvPr/>
          </p:nvSpPr>
          <p:spPr bwMode="auto">
            <a:xfrm flipV="1">
              <a:off x="2764284" y="5173656"/>
              <a:ext cx="2444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6" name="Line 50"/>
            <p:cNvSpPr>
              <a:spLocks noChangeShapeType="1"/>
            </p:cNvSpPr>
            <p:nvPr/>
          </p:nvSpPr>
          <p:spPr bwMode="auto">
            <a:xfrm>
              <a:off x="1970534" y="5601072"/>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7" name="Line 51"/>
            <p:cNvSpPr>
              <a:spLocks noChangeShapeType="1"/>
            </p:cNvSpPr>
            <p:nvPr/>
          </p:nvSpPr>
          <p:spPr bwMode="auto">
            <a:xfrm>
              <a:off x="2886522" y="5245472"/>
              <a:ext cx="0" cy="3556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8" name="Text Box 52"/>
            <p:cNvSpPr txBox="1">
              <a:spLocks noChangeArrowheads="1"/>
            </p:cNvSpPr>
            <p:nvPr/>
          </p:nvSpPr>
          <p:spPr bwMode="auto">
            <a:xfrm>
              <a:off x="2398409" y="4366178"/>
              <a:ext cx="381720" cy="4389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a:latin typeface="Times New Roman" pitchFamily="18" charset="0"/>
                  <a:ea typeface="돋움" pitchFamily="50" charset="-127"/>
                </a:rPr>
                <a:t>R</a:t>
              </a:r>
            </a:p>
          </p:txBody>
        </p:sp>
        <p:sp>
          <p:nvSpPr>
            <p:cNvPr id="25" name="Text Box 53"/>
            <p:cNvSpPr txBox="1">
              <a:spLocks noChangeArrowheads="1"/>
            </p:cNvSpPr>
            <p:nvPr/>
          </p:nvSpPr>
          <p:spPr bwMode="auto">
            <a:xfrm>
              <a:off x="2225389" y="5000707"/>
              <a:ext cx="484072" cy="5926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050" dirty="0">
                  <a:latin typeface="Times New Roman" pitchFamily="18" charset="0"/>
                </a:rPr>
                <a:t>D2</a:t>
              </a:r>
            </a:p>
            <a:p>
              <a:pPr>
                <a:defRPr/>
              </a:pPr>
              <a:r>
                <a:rPr lang="en-US" altLang="ko-KR" sz="1050" dirty="0">
                  <a:latin typeface="Times New Roman" pitchFamily="18" charset="0"/>
                </a:rPr>
                <a:t>(Si)</a:t>
              </a:r>
            </a:p>
          </p:txBody>
        </p:sp>
        <p:sp>
          <p:nvSpPr>
            <p:cNvPr id="3120" name="Line 54"/>
            <p:cNvSpPr>
              <a:spLocks noChangeShapeType="1"/>
            </p:cNvSpPr>
            <p:nvPr/>
          </p:nvSpPr>
          <p:spPr bwMode="auto">
            <a:xfrm flipV="1">
              <a:off x="1970534" y="4924795"/>
              <a:ext cx="0" cy="6883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1" name="Line 55"/>
            <p:cNvSpPr>
              <a:spLocks noChangeShapeType="1"/>
            </p:cNvSpPr>
            <p:nvPr/>
          </p:nvSpPr>
          <p:spPr bwMode="auto">
            <a:xfrm>
              <a:off x="1856234" y="4886697"/>
              <a:ext cx="23812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2" name="Line 56"/>
            <p:cNvSpPr>
              <a:spLocks noChangeShapeType="1"/>
            </p:cNvSpPr>
            <p:nvPr/>
          </p:nvSpPr>
          <p:spPr bwMode="auto">
            <a:xfrm>
              <a:off x="1894334" y="4934322"/>
              <a:ext cx="15240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3" name="Line 59"/>
            <p:cNvSpPr>
              <a:spLocks noChangeShapeType="1"/>
            </p:cNvSpPr>
            <p:nvPr/>
          </p:nvSpPr>
          <p:spPr bwMode="auto">
            <a:xfrm flipH="1" flipV="1">
              <a:off x="2980184" y="4894635"/>
              <a:ext cx="230188" cy="230187"/>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4" name="Line 60"/>
            <p:cNvSpPr>
              <a:spLocks noChangeShapeType="1"/>
            </p:cNvSpPr>
            <p:nvPr/>
          </p:nvSpPr>
          <p:spPr bwMode="auto">
            <a:xfrm flipH="1">
              <a:off x="2980184" y="5372472"/>
              <a:ext cx="230188" cy="152400"/>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5" name="Text Box 61"/>
            <p:cNvSpPr txBox="1">
              <a:spLocks noChangeArrowheads="1"/>
            </p:cNvSpPr>
            <p:nvPr/>
          </p:nvSpPr>
          <p:spPr bwMode="auto">
            <a:xfrm>
              <a:off x="1440317" y="4746141"/>
              <a:ext cx="504141" cy="32923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rPr>
                <a:t>5[V]</a:t>
              </a:r>
            </a:p>
          </p:txBody>
        </p:sp>
        <p:sp>
          <p:nvSpPr>
            <p:cNvPr id="3126" name="Text Box 52"/>
            <p:cNvSpPr txBox="1">
              <a:spLocks noChangeArrowheads="1"/>
            </p:cNvSpPr>
            <p:nvPr/>
          </p:nvSpPr>
          <p:spPr bwMode="auto">
            <a:xfrm>
              <a:off x="3021860" y="5065360"/>
              <a:ext cx="423864" cy="3950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1200">
                  <a:latin typeface="Times New Roman" pitchFamily="18" charset="0"/>
                  <a:ea typeface="돋움" pitchFamily="50" charset="-127"/>
                </a:rPr>
                <a:t>Ⓐ</a:t>
              </a:r>
              <a:endParaRPr lang="en-US" altLang="ko-KR" sz="1200">
                <a:latin typeface="Times New Roman" pitchFamily="18" charset="0"/>
                <a:ea typeface="돋움" pitchFamily="50" charset="-127"/>
              </a:endParaRPr>
            </a:p>
          </p:txBody>
        </p:sp>
      </p:grpSp>
      <p:grpSp>
        <p:nvGrpSpPr>
          <p:cNvPr id="3079" name="그룹 2"/>
          <p:cNvGrpSpPr>
            <a:grpSpLocks/>
          </p:cNvGrpSpPr>
          <p:nvPr/>
        </p:nvGrpSpPr>
        <p:grpSpPr bwMode="auto">
          <a:xfrm>
            <a:off x="1066800" y="5778011"/>
            <a:ext cx="1757255" cy="1003789"/>
            <a:chOff x="1156926" y="5957664"/>
            <a:chExt cx="2041626" cy="1376591"/>
          </a:xfrm>
        </p:grpSpPr>
        <p:sp>
          <p:nvSpPr>
            <p:cNvPr id="3081" name="Line 75"/>
            <p:cNvSpPr>
              <a:spLocks noChangeShapeType="1"/>
            </p:cNvSpPr>
            <p:nvPr/>
          </p:nvSpPr>
          <p:spPr bwMode="auto">
            <a:xfrm>
              <a:off x="1715071" y="5957664"/>
              <a:ext cx="0" cy="6667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2" name="Line 76"/>
            <p:cNvSpPr>
              <a:spLocks noChangeShapeType="1"/>
            </p:cNvSpPr>
            <p:nvPr/>
          </p:nvSpPr>
          <p:spPr bwMode="auto">
            <a:xfrm>
              <a:off x="1705546" y="5957664"/>
              <a:ext cx="915987"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3" name="Line 77"/>
            <p:cNvSpPr>
              <a:spLocks noChangeShapeType="1"/>
            </p:cNvSpPr>
            <p:nvPr/>
          </p:nvSpPr>
          <p:spPr bwMode="auto">
            <a:xfrm>
              <a:off x="2631058" y="5957664"/>
              <a:ext cx="0" cy="203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3084" name="Group 78"/>
            <p:cNvGrpSpPr>
              <a:grpSpLocks/>
            </p:cNvGrpSpPr>
            <p:nvPr/>
          </p:nvGrpSpPr>
          <p:grpSpPr bwMode="auto">
            <a:xfrm>
              <a:off x="2538983" y="6160864"/>
              <a:ext cx="184150" cy="254000"/>
              <a:chOff x="1488" y="1152"/>
              <a:chExt cx="192" cy="336"/>
            </a:xfrm>
          </p:grpSpPr>
          <p:sp>
            <p:nvSpPr>
              <p:cNvPr id="3102" name="Line 79"/>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3" name="Line 80"/>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4" name="Line 81"/>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5" name="Line 82"/>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6" name="Line 83"/>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7" name="Line 84"/>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8" name="Line 85"/>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3085" name="Line 86"/>
            <p:cNvSpPr>
              <a:spLocks noChangeShapeType="1"/>
            </p:cNvSpPr>
            <p:nvPr/>
          </p:nvSpPr>
          <p:spPr bwMode="auto">
            <a:xfrm>
              <a:off x="2631058" y="6414864"/>
              <a:ext cx="0" cy="4381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6" name="AutoShape 87"/>
            <p:cNvSpPr>
              <a:spLocks noChangeArrowheads="1"/>
            </p:cNvSpPr>
            <p:nvPr/>
          </p:nvSpPr>
          <p:spPr bwMode="auto">
            <a:xfrm>
              <a:off x="2508821" y="6853014"/>
              <a:ext cx="244475" cy="12700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3087" name="Line 88"/>
            <p:cNvSpPr>
              <a:spLocks noChangeShapeType="1"/>
            </p:cNvSpPr>
            <p:nvPr/>
          </p:nvSpPr>
          <p:spPr bwMode="auto">
            <a:xfrm>
              <a:off x="2508821" y="6980014"/>
              <a:ext cx="2444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8" name="Line 89"/>
            <p:cNvSpPr>
              <a:spLocks noChangeShapeType="1"/>
            </p:cNvSpPr>
            <p:nvPr/>
          </p:nvSpPr>
          <p:spPr bwMode="auto">
            <a:xfrm>
              <a:off x="1715071" y="7329264"/>
              <a:ext cx="915987"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9" name="Line 90"/>
            <p:cNvSpPr>
              <a:spLocks noChangeShapeType="1"/>
            </p:cNvSpPr>
            <p:nvPr/>
          </p:nvSpPr>
          <p:spPr bwMode="auto">
            <a:xfrm>
              <a:off x="2631058" y="6973664"/>
              <a:ext cx="0" cy="3556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0" name="Text Box 91"/>
            <p:cNvSpPr txBox="1">
              <a:spLocks noChangeArrowheads="1"/>
            </p:cNvSpPr>
            <p:nvPr/>
          </p:nvSpPr>
          <p:spPr bwMode="auto">
            <a:xfrm>
              <a:off x="2272284" y="6152927"/>
              <a:ext cx="354232" cy="4220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a:latin typeface="Times New Roman" pitchFamily="18" charset="0"/>
                  <a:ea typeface="돋움" pitchFamily="50" charset="-127"/>
                </a:rPr>
                <a:t>R</a:t>
              </a:r>
            </a:p>
          </p:txBody>
        </p:sp>
        <p:sp>
          <p:nvSpPr>
            <p:cNvPr id="3091" name="Line 92"/>
            <p:cNvSpPr>
              <a:spLocks noChangeShapeType="1"/>
            </p:cNvSpPr>
            <p:nvPr/>
          </p:nvSpPr>
          <p:spPr bwMode="auto">
            <a:xfrm flipV="1">
              <a:off x="1715071" y="6652988"/>
              <a:ext cx="0" cy="68126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2" name="Line 93"/>
            <p:cNvSpPr>
              <a:spLocks noChangeShapeType="1"/>
            </p:cNvSpPr>
            <p:nvPr/>
          </p:nvSpPr>
          <p:spPr bwMode="auto">
            <a:xfrm>
              <a:off x="1600771" y="6614889"/>
              <a:ext cx="23812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3" name="Line 94"/>
            <p:cNvSpPr>
              <a:spLocks noChangeShapeType="1"/>
            </p:cNvSpPr>
            <p:nvPr/>
          </p:nvSpPr>
          <p:spPr bwMode="auto">
            <a:xfrm>
              <a:off x="1638871" y="6662514"/>
              <a:ext cx="15240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4" name="Line 96"/>
            <p:cNvSpPr>
              <a:spLocks noChangeShapeType="1"/>
            </p:cNvSpPr>
            <p:nvPr/>
          </p:nvSpPr>
          <p:spPr bwMode="auto">
            <a:xfrm>
              <a:off x="2505646" y="6853014"/>
              <a:ext cx="24765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5" name="Line 97"/>
            <p:cNvSpPr>
              <a:spLocks noChangeShapeType="1"/>
            </p:cNvSpPr>
            <p:nvPr/>
          </p:nvSpPr>
          <p:spPr bwMode="auto">
            <a:xfrm>
              <a:off x="2753296" y="6853014"/>
              <a:ext cx="76200" cy="76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6" name="Line 98"/>
            <p:cNvSpPr>
              <a:spLocks noChangeShapeType="1"/>
            </p:cNvSpPr>
            <p:nvPr/>
          </p:nvSpPr>
          <p:spPr bwMode="auto">
            <a:xfrm flipH="1" flipV="1">
              <a:off x="2419921" y="6776814"/>
              <a:ext cx="76200" cy="76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7" name="Text Box 99"/>
            <p:cNvSpPr txBox="1">
              <a:spLocks noChangeArrowheads="1"/>
            </p:cNvSpPr>
            <p:nvPr/>
          </p:nvSpPr>
          <p:spPr bwMode="auto">
            <a:xfrm>
              <a:off x="1943671" y="6681564"/>
              <a:ext cx="568408" cy="506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rPr>
                <a:t>  ZD</a:t>
              </a:r>
            </a:p>
            <a:p>
              <a:pPr eaLnBrk="1" hangingPunct="1">
                <a:spcBef>
                  <a:spcPct val="0"/>
                </a:spcBef>
                <a:buFontTx/>
                <a:buNone/>
              </a:pPr>
              <a:r>
                <a:rPr lang="en-US" altLang="ko-KR" sz="900">
                  <a:latin typeface="Times New Roman" pitchFamily="18" charset="0"/>
                  <a:ea typeface="돋움" pitchFamily="50" charset="-127"/>
                </a:rPr>
                <a:t>(9.1V)</a:t>
              </a:r>
            </a:p>
          </p:txBody>
        </p:sp>
        <p:sp>
          <p:nvSpPr>
            <p:cNvPr id="3098" name="Text Box 100"/>
            <p:cNvSpPr txBox="1">
              <a:spLocks noChangeArrowheads="1"/>
            </p:cNvSpPr>
            <p:nvPr/>
          </p:nvSpPr>
          <p:spPr bwMode="auto">
            <a:xfrm>
              <a:off x="1156926" y="6496394"/>
              <a:ext cx="534884" cy="316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rPr>
                <a:t>12[V]</a:t>
              </a:r>
            </a:p>
          </p:txBody>
        </p:sp>
        <p:sp>
          <p:nvSpPr>
            <p:cNvPr id="3099" name="Line 101"/>
            <p:cNvSpPr>
              <a:spLocks noChangeShapeType="1"/>
            </p:cNvSpPr>
            <p:nvPr/>
          </p:nvSpPr>
          <p:spPr bwMode="auto">
            <a:xfrm flipH="1" flipV="1">
              <a:off x="2705671" y="5983064"/>
              <a:ext cx="230187" cy="230188"/>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0" name="Line 102"/>
            <p:cNvSpPr>
              <a:spLocks noChangeShapeType="1"/>
            </p:cNvSpPr>
            <p:nvPr/>
          </p:nvSpPr>
          <p:spPr bwMode="auto">
            <a:xfrm flipH="1">
              <a:off x="2694757" y="6445027"/>
              <a:ext cx="230187" cy="166687"/>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1" name="Text Box 103"/>
            <p:cNvSpPr txBox="1">
              <a:spLocks noChangeArrowheads="1"/>
            </p:cNvSpPr>
            <p:nvPr/>
          </p:nvSpPr>
          <p:spPr bwMode="auto">
            <a:xfrm>
              <a:off x="2805211" y="6149294"/>
              <a:ext cx="393341" cy="379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1200">
                  <a:latin typeface="Times New Roman" pitchFamily="18" charset="0"/>
                  <a:ea typeface="돋움" pitchFamily="50" charset="-127"/>
                </a:rPr>
                <a:t>Ⓐ</a:t>
              </a:r>
              <a:endParaRPr lang="en-US" altLang="ko-KR" sz="1200">
                <a:latin typeface="Times New Roman" pitchFamily="18" charset="0"/>
                <a:ea typeface="돋움" pitchFamily="50" charset="-127"/>
              </a:endParaRPr>
            </a:p>
          </p:txBody>
        </p:sp>
      </p:grpSp>
      <p:sp>
        <p:nvSpPr>
          <p:cNvPr id="61" name="TextBox 6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2</a:t>
            </a:r>
          </a:p>
        </p:txBody>
      </p:sp>
    </p:spTree>
    <p:extLst>
      <p:ext uri="{BB962C8B-B14F-4D97-AF65-F5344CB8AC3E}">
        <p14:creationId xmlns:p14="http://schemas.microsoft.com/office/powerpoint/2010/main" val="519873831"/>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55" name="Text Box 6"/>
          <p:cNvSpPr txBox="1">
            <a:spLocks noChangeArrowheads="1"/>
          </p:cNvSpPr>
          <p:nvPr/>
        </p:nvSpPr>
        <p:spPr bwMode="auto">
          <a:xfrm>
            <a:off x="123826" y="211016"/>
            <a:ext cx="687111"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rPr>
              <a:t> PLC </a:t>
            </a:r>
            <a:endParaRPr lang="ko-KR" altLang="en-US" sz="1600" b="1" dirty="0">
              <a:effectLst>
                <a:outerShdw blurRad="38100" dist="38100" dir="2700000" algn="tl">
                  <a:srgbClr val="C0C0C0"/>
                </a:outerShdw>
              </a:effectLst>
            </a:endParaRPr>
          </a:p>
        </p:txBody>
      </p:sp>
      <p:sp>
        <p:nvSpPr>
          <p:cNvPr id="4100"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457200" indent="-457200">
              <a:defRPr/>
            </a:pPr>
            <a:r>
              <a:rPr lang="en-US" altLang="ko-KR" sz="900" b="1">
                <a:latin typeface="Times New Roman" pitchFamily="18" charset="0"/>
                <a:cs typeface="Times New Roman" pitchFamily="18" charset="0"/>
              </a:rPr>
              <a:t>* PLC: Câu 21</a:t>
            </a:r>
            <a:r>
              <a:rPr lang="ko-KR" altLang="en-US" sz="900" b="1">
                <a:latin typeface="Times New Roman" pitchFamily="18" charset="0"/>
                <a:cs typeface="Times New Roman" pitchFamily="18" charset="0"/>
              </a:rPr>
              <a:t> </a:t>
            </a:r>
            <a:r>
              <a:rPr lang="en-US" altLang="ko-KR" sz="900" b="1">
                <a:latin typeface="Times New Roman" pitchFamily="18" charset="0"/>
                <a:cs typeface="Times New Roman" pitchFamily="18" charset="0"/>
              </a:rPr>
              <a:t>~ 40</a:t>
            </a:r>
          </a:p>
          <a:p>
            <a:pPr marL="457200" indent="-457200">
              <a:defRPr/>
            </a:pPr>
            <a:endParaRPr lang="en-US" altLang="ko-KR" sz="900">
              <a:latin typeface="Times New Roman" pitchFamily="18" charset="0"/>
              <a:cs typeface="Times New Roman" pitchFamily="18" charset="0"/>
            </a:endParaRPr>
          </a:p>
          <a:p>
            <a:pPr>
              <a:defRPr/>
            </a:pPr>
            <a:r>
              <a:rPr lang="vi-VN" sz="900">
                <a:latin typeface="Times New Roman" pitchFamily="18" charset="0"/>
                <a:cs typeface="Times New Roman" pitchFamily="18" charset="0"/>
              </a:rPr>
              <a:t>21. Để </a:t>
            </a:r>
            <a:r>
              <a:rPr lang="en-US" sz="900">
                <a:latin typeface="Times New Roman" pitchFamily="18" charset="0"/>
                <a:cs typeface="Times New Roman" pitchFamily="18" charset="0"/>
              </a:rPr>
              <a:t>điều khiển sự hoạt động chính xác của</a:t>
            </a:r>
            <a:r>
              <a:rPr lang="vi-VN" sz="900">
                <a:latin typeface="Times New Roman" pitchFamily="18" charset="0"/>
                <a:cs typeface="Times New Roman" pitchFamily="18" charset="0"/>
              </a:rPr>
              <a:t> Động cơ Servo</a:t>
            </a:r>
            <a:r>
              <a:rPr lang="en-US" sz="900">
                <a:latin typeface="Times New Roman" pitchFamily="18" charset="0"/>
                <a:cs typeface="Times New Roman" pitchFamily="18" charset="0"/>
              </a:rPr>
              <a:t>  </a:t>
            </a:r>
            <a:r>
              <a:rPr lang="vi-VN" sz="900">
                <a:latin typeface="Times New Roman" pitchFamily="18" charset="0"/>
                <a:cs typeface="Times New Roman" pitchFamily="18" charset="0"/>
              </a:rPr>
              <a:t>AC</a:t>
            </a:r>
            <a:r>
              <a:rPr lang="en-US" sz="900">
                <a:latin typeface="Times New Roman" pitchFamily="18" charset="0"/>
                <a:cs typeface="Times New Roman" pitchFamily="18" charset="0"/>
              </a:rPr>
              <a:t>. S</a:t>
            </a:r>
            <a:r>
              <a:rPr lang="vi-VN" sz="900">
                <a:latin typeface="Times New Roman" pitchFamily="18" charset="0"/>
                <a:cs typeface="Times New Roman" pitchFamily="18" charset="0"/>
              </a:rPr>
              <a:t>ử dụng </a:t>
            </a:r>
            <a:r>
              <a:rPr lang="en-US" sz="900">
                <a:latin typeface="Times New Roman" pitchFamily="18" charset="0"/>
                <a:cs typeface="Times New Roman" pitchFamily="18" charset="0"/>
              </a:rPr>
              <a:t>cái nào</a:t>
            </a:r>
            <a:r>
              <a:rPr lang="vi-VN" sz="900">
                <a:latin typeface="Times New Roman" pitchFamily="18" charset="0"/>
                <a:cs typeface="Times New Roman" pitchFamily="18" charset="0"/>
              </a:rPr>
              <a:t>?</a:t>
            </a:r>
          </a:p>
          <a:p>
            <a:pPr>
              <a:defRPr/>
            </a:pPr>
            <a:r>
              <a:rPr lang="en-US" sz="900">
                <a:latin typeface="Times New Roman" pitchFamily="18" charset="0"/>
                <a:cs typeface="Times New Roman" pitchFamily="18" charset="0"/>
              </a:rPr>
              <a:t>            </a:t>
            </a:r>
          </a:p>
          <a:p>
            <a:pPr>
              <a:defRPr/>
            </a:pPr>
            <a:r>
              <a:rPr lang="vi-VN" sz="900">
                <a:latin typeface="Times New Roman" pitchFamily="18" charset="0"/>
                <a:cs typeface="Times New Roman" pitchFamily="18" charset="0"/>
              </a:rPr>
              <a:t> </a:t>
            </a:r>
            <a:r>
              <a:rPr lang="vi-VN" sz="900" b="1">
                <a:solidFill>
                  <a:srgbClr val="FF0000"/>
                </a:solidFill>
                <a:latin typeface="Times New Roman" pitchFamily="18" charset="0"/>
                <a:cs typeface="Times New Roman" pitchFamily="18" charset="0"/>
              </a:rPr>
              <a:t>① Bộ định vị </a:t>
            </a:r>
            <a:r>
              <a:rPr lang="en-US" sz="900" b="1">
                <a:solidFill>
                  <a:srgbClr val="FF0000"/>
                </a:solidFill>
                <a:latin typeface="Times New Roman" pitchFamily="18" charset="0"/>
                <a:cs typeface="Times New Roman" pitchFamily="18" charset="0"/>
              </a:rPr>
              <a:t>                      </a:t>
            </a:r>
            <a:r>
              <a:rPr lang="vi-VN" sz="900">
                <a:latin typeface="Times New Roman" pitchFamily="18" charset="0"/>
                <a:cs typeface="Times New Roman" pitchFamily="18" charset="0"/>
              </a:rPr>
              <a:t>② Bộ đếm tốc độ cao</a:t>
            </a:r>
          </a:p>
          <a:p>
            <a:pPr>
              <a:defRPr/>
            </a:pPr>
            <a:r>
              <a:rPr lang="vi-VN" sz="900">
                <a:latin typeface="Times New Roman" pitchFamily="18" charset="0"/>
                <a:cs typeface="Times New Roman" pitchFamily="18" charset="0"/>
              </a:rPr>
              <a:t> ③ Đơn vị chuyển đổi AD </a:t>
            </a:r>
            <a:r>
              <a:rPr lang="en-US" sz="900">
                <a:latin typeface="Times New Roman" pitchFamily="18" charset="0"/>
                <a:cs typeface="Times New Roman" pitchFamily="18" charset="0"/>
              </a:rPr>
              <a:t>  </a:t>
            </a:r>
            <a:r>
              <a:rPr lang="vi-VN" sz="900">
                <a:latin typeface="Times New Roman" pitchFamily="18" charset="0"/>
                <a:cs typeface="Times New Roman" pitchFamily="18" charset="0"/>
              </a:rPr>
              <a:t>④ Servo AMP</a:t>
            </a:r>
          </a:p>
          <a:p>
            <a:pPr>
              <a:defRPr/>
            </a:pPr>
            <a:endParaRPr lang="en-US" sz="900">
              <a:latin typeface="Times New Roman" pitchFamily="18" charset="0"/>
              <a:cs typeface="Times New Roman" pitchFamily="18" charset="0"/>
            </a:endParaRPr>
          </a:p>
          <a:p>
            <a:pPr>
              <a:defRPr/>
            </a:pPr>
            <a:r>
              <a:rPr lang="vi-VN" sz="900">
                <a:latin typeface="Times New Roman" pitchFamily="18" charset="0"/>
                <a:cs typeface="Times New Roman" pitchFamily="18" charset="0"/>
              </a:rPr>
              <a:t>22. Hình dưới đây là mạch đơn vị đầu ra. Phương thức đầu ra </a:t>
            </a:r>
            <a:r>
              <a:rPr lang="en-US" sz="900">
                <a:latin typeface="Times New Roman" pitchFamily="18" charset="0"/>
                <a:cs typeface="Times New Roman" pitchFamily="18" charset="0"/>
              </a:rPr>
              <a:t>  </a:t>
            </a:r>
            <a:r>
              <a:rPr lang="vi-VN" sz="900">
                <a:latin typeface="Times New Roman" pitchFamily="18" charset="0"/>
                <a:cs typeface="Times New Roman" pitchFamily="18" charset="0"/>
              </a:rPr>
              <a:t>và</a:t>
            </a:r>
            <a:r>
              <a:rPr lang="en-US" sz="900">
                <a:latin typeface="Times New Roman" pitchFamily="18" charset="0"/>
                <a:cs typeface="Times New Roman" pitchFamily="18" charset="0"/>
              </a:rPr>
              <a:t> đ</a:t>
            </a:r>
            <a:r>
              <a:rPr lang="vi-VN" sz="900">
                <a:latin typeface="Times New Roman" pitchFamily="18" charset="0"/>
                <a:cs typeface="Times New Roman" pitchFamily="18" charset="0"/>
              </a:rPr>
              <a:t>iện áp đầu ra phù hợp là gì?</a:t>
            </a:r>
          </a:p>
          <a:p>
            <a:pPr>
              <a:defRPr/>
            </a:pPr>
            <a:r>
              <a:rPr lang="en-US" sz="900">
                <a:latin typeface="Times New Roman" pitchFamily="18" charset="0"/>
                <a:cs typeface="Times New Roman" pitchFamily="18" charset="0"/>
              </a:rPr>
              <a:t>     </a:t>
            </a: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en-US" sz="900">
                <a:latin typeface="Times New Roman" pitchFamily="18" charset="0"/>
                <a:cs typeface="Times New Roman" pitchFamily="18" charset="0"/>
              </a:rPr>
              <a:t>       </a:t>
            </a:r>
          </a:p>
          <a:p>
            <a:pPr>
              <a:defRPr/>
            </a:pPr>
            <a:r>
              <a:rPr lang="vi-VN" sz="900">
                <a:latin typeface="Times New Roman" pitchFamily="18" charset="0"/>
                <a:cs typeface="Times New Roman" pitchFamily="18" charset="0"/>
              </a:rPr>
              <a:t> </a:t>
            </a:r>
            <a:endParaRPr lang="en-US" sz="900">
              <a:latin typeface="Times New Roman" pitchFamily="18" charset="0"/>
              <a:cs typeface="Times New Roman" pitchFamily="18" charset="0"/>
            </a:endParaRPr>
          </a:p>
          <a:p>
            <a:pPr>
              <a:defRPr/>
            </a:pPr>
            <a:r>
              <a:rPr lang="vi-VN" sz="900">
                <a:latin typeface="Times New Roman" pitchFamily="18" charset="0"/>
                <a:cs typeface="Times New Roman" pitchFamily="18" charset="0"/>
              </a:rPr>
              <a:t> ① </a:t>
            </a:r>
            <a:r>
              <a:rPr lang="en-US" sz="900">
                <a:latin typeface="Times New Roman" pitchFamily="18" charset="0"/>
                <a:cs typeface="Times New Roman" pitchFamily="18" charset="0"/>
              </a:rPr>
              <a:t>Đầu ra </a:t>
            </a:r>
            <a:r>
              <a:rPr lang="vi-VN" sz="900">
                <a:latin typeface="Times New Roman" pitchFamily="18" charset="0"/>
                <a:cs typeface="Times New Roman" pitchFamily="18" charset="0"/>
              </a:rPr>
              <a:t>TR, 24V </a:t>
            </a:r>
            <a:r>
              <a:rPr lang="en-US" sz="900">
                <a:latin typeface="Times New Roman" pitchFamily="18" charset="0"/>
                <a:cs typeface="Times New Roman" pitchFamily="18" charset="0"/>
              </a:rPr>
              <a:t>       </a:t>
            </a:r>
            <a:r>
              <a:rPr lang="vi-VN" sz="900" b="1">
                <a:solidFill>
                  <a:srgbClr val="FF0000"/>
                </a:solidFill>
                <a:latin typeface="Times New Roman" pitchFamily="18" charset="0"/>
                <a:cs typeface="Times New Roman" pitchFamily="18" charset="0"/>
              </a:rPr>
              <a:t>② </a:t>
            </a:r>
            <a:r>
              <a:rPr lang="en-US" sz="900" b="1">
                <a:solidFill>
                  <a:srgbClr val="FF0000"/>
                </a:solidFill>
                <a:latin typeface="Times New Roman" pitchFamily="18" charset="0"/>
                <a:cs typeface="Times New Roman" pitchFamily="18" charset="0"/>
              </a:rPr>
              <a:t>Đầu ra </a:t>
            </a:r>
            <a:r>
              <a:rPr lang="vi-VN" sz="900" b="1">
                <a:solidFill>
                  <a:srgbClr val="FF0000"/>
                </a:solidFill>
                <a:latin typeface="Times New Roman" pitchFamily="18" charset="0"/>
                <a:cs typeface="Times New Roman" pitchFamily="18" charset="0"/>
              </a:rPr>
              <a:t>NPN, 0V</a:t>
            </a:r>
          </a:p>
          <a:p>
            <a:pPr>
              <a:defRPr/>
            </a:pPr>
            <a:r>
              <a:rPr lang="vi-VN" sz="900">
                <a:latin typeface="Times New Roman" pitchFamily="18" charset="0"/>
                <a:cs typeface="Times New Roman" pitchFamily="18" charset="0"/>
              </a:rPr>
              <a:t> ③ Đầu ra PNP, 24V</a:t>
            </a:r>
            <a:r>
              <a:rPr lang="en-US" sz="900">
                <a:latin typeface="Times New Roman" pitchFamily="18" charset="0"/>
                <a:cs typeface="Times New Roman" pitchFamily="18" charset="0"/>
              </a:rPr>
              <a:t> </a:t>
            </a:r>
            <a:r>
              <a:rPr lang="vi-VN" sz="900">
                <a:latin typeface="Times New Roman" pitchFamily="18" charset="0"/>
                <a:cs typeface="Times New Roman" pitchFamily="18" charset="0"/>
              </a:rPr>
              <a:t> </a:t>
            </a:r>
            <a:r>
              <a:rPr lang="en-US" sz="900">
                <a:latin typeface="Times New Roman" pitchFamily="18" charset="0"/>
                <a:cs typeface="Times New Roman" pitchFamily="18" charset="0"/>
              </a:rPr>
              <a:t>    </a:t>
            </a:r>
            <a:r>
              <a:rPr lang="vi-VN" sz="900">
                <a:latin typeface="Times New Roman" pitchFamily="18" charset="0"/>
                <a:cs typeface="Times New Roman" pitchFamily="18" charset="0"/>
              </a:rPr>
              <a:t>④ Đầu ra tương tự, 0V</a:t>
            </a:r>
          </a:p>
          <a:p>
            <a:pPr>
              <a:defRPr/>
            </a:pPr>
            <a:endParaRPr lang="en-US" sz="900">
              <a:latin typeface="Times New Roman" pitchFamily="18" charset="0"/>
              <a:cs typeface="Times New Roman" pitchFamily="18" charset="0"/>
            </a:endParaRPr>
          </a:p>
          <a:p>
            <a:pPr>
              <a:defRPr/>
            </a:pPr>
            <a:r>
              <a:rPr lang="vi-VN" sz="900">
                <a:latin typeface="Times New Roman" pitchFamily="18" charset="0"/>
                <a:cs typeface="Times New Roman" pitchFamily="18" charset="0"/>
              </a:rPr>
              <a:t>23. Cần phải cách điện để ngăn </a:t>
            </a:r>
            <a:r>
              <a:rPr lang="en-US" sz="900">
                <a:latin typeface="Times New Roman" pitchFamily="18" charset="0"/>
                <a:cs typeface="Times New Roman" pitchFamily="18" charset="0"/>
              </a:rPr>
              <a:t>nhiễu</a:t>
            </a:r>
            <a:r>
              <a:rPr lang="vi-VN" sz="900">
                <a:latin typeface="Times New Roman" pitchFamily="18" charset="0"/>
                <a:cs typeface="Times New Roman" pitchFamily="18" charset="0"/>
              </a:rPr>
              <a:t> xâm nhập vào card đầu </a:t>
            </a:r>
            <a:r>
              <a:rPr lang="en-US" sz="900">
                <a:latin typeface="Times New Roman" pitchFamily="18" charset="0"/>
                <a:cs typeface="Times New Roman" pitchFamily="18" charset="0"/>
              </a:rPr>
              <a:t>   </a:t>
            </a:r>
            <a:r>
              <a:rPr lang="vi-VN" sz="900">
                <a:latin typeface="Times New Roman" pitchFamily="18" charset="0"/>
                <a:cs typeface="Times New Roman" pitchFamily="18" charset="0"/>
              </a:rPr>
              <a:t>vào / đầu ra của PLC</a:t>
            </a:r>
            <a:r>
              <a:rPr lang="en-US" sz="900">
                <a:latin typeface="Times New Roman" pitchFamily="18" charset="0"/>
                <a:cs typeface="Times New Roman" pitchFamily="18" charset="0"/>
              </a:rPr>
              <a:t>. Sử dụng cái nào dưới đây</a:t>
            </a:r>
            <a:r>
              <a:rPr lang="vi-VN" sz="900">
                <a:latin typeface="Times New Roman" pitchFamily="18" charset="0"/>
                <a:cs typeface="Times New Roman" pitchFamily="18" charset="0"/>
              </a:rPr>
              <a:t>?</a:t>
            </a:r>
          </a:p>
          <a:p>
            <a:pPr>
              <a:defRPr/>
            </a:pPr>
            <a:r>
              <a:rPr lang="en-US" sz="900">
                <a:latin typeface="Times New Roman" pitchFamily="18" charset="0"/>
                <a:cs typeface="Times New Roman" pitchFamily="18" charset="0"/>
              </a:rPr>
              <a:t>           </a:t>
            </a:r>
          </a:p>
          <a:p>
            <a:pPr>
              <a:defRPr/>
            </a:pPr>
            <a:r>
              <a:rPr lang="en-US" sz="900">
                <a:latin typeface="Times New Roman" pitchFamily="18" charset="0"/>
                <a:cs typeface="Times New Roman" pitchFamily="18" charset="0"/>
              </a:rPr>
              <a:t> ① Relay </a:t>
            </a:r>
            <a:r>
              <a:rPr lang="en-US" sz="900" smtClean="0">
                <a:latin typeface="Times New Roman" pitchFamily="18" charset="0"/>
                <a:cs typeface="Times New Roman" pitchFamily="18" charset="0"/>
              </a:rPr>
              <a:t>     ② </a:t>
            </a:r>
            <a:r>
              <a:rPr lang="en-US" sz="900">
                <a:latin typeface="Times New Roman" pitchFamily="18" charset="0"/>
                <a:cs typeface="Times New Roman" pitchFamily="18" charset="0"/>
              </a:rPr>
              <a:t>SSR </a:t>
            </a:r>
            <a:r>
              <a:rPr lang="en-US" sz="900" smtClean="0">
                <a:latin typeface="Times New Roman" pitchFamily="18" charset="0"/>
                <a:cs typeface="Times New Roman" pitchFamily="18" charset="0"/>
              </a:rPr>
              <a:t>      ③ </a:t>
            </a:r>
            <a:r>
              <a:rPr lang="en-US" sz="900">
                <a:latin typeface="Times New Roman" pitchFamily="18" charset="0"/>
                <a:cs typeface="Times New Roman" pitchFamily="18" charset="0"/>
              </a:rPr>
              <a:t>TR </a:t>
            </a:r>
            <a:r>
              <a:rPr lang="en-US" sz="900" smtClean="0">
                <a:latin typeface="Times New Roman" pitchFamily="18" charset="0"/>
                <a:cs typeface="Times New Roman" pitchFamily="18" charset="0"/>
              </a:rPr>
              <a:t>       </a:t>
            </a:r>
            <a:r>
              <a:rPr lang="en-US" sz="900" b="1" smtClean="0">
                <a:solidFill>
                  <a:srgbClr val="FF0000"/>
                </a:solidFill>
                <a:latin typeface="Times New Roman" pitchFamily="18" charset="0"/>
                <a:cs typeface="Times New Roman" pitchFamily="18" charset="0"/>
              </a:rPr>
              <a:t>④ </a:t>
            </a:r>
            <a:r>
              <a:rPr lang="en-US" sz="900" b="1">
                <a:solidFill>
                  <a:srgbClr val="FF0000"/>
                </a:solidFill>
                <a:latin typeface="Times New Roman" pitchFamily="18" charset="0"/>
                <a:cs typeface="Times New Roman" pitchFamily="18" charset="0"/>
              </a:rPr>
              <a:t>Photo Coupler</a:t>
            </a:r>
          </a:p>
          <a:p>
            <a:pPr>
              <a:defRPr/>
            </a:pPr>
            <a:endParaRPr lang="en-US" sz="900">
              <a:latin typeface="Times New Roman" pitchFamily="18" charset="0"/>
              <a:cs typeface="Times New Roman" pitchFamily="18" charset="0"/>
            </a:endParaRPr>
          </a:p>
          <a:p>
            <a:pPr>
              <a:defRPr/>
            </a:pPr>
            <a:r>
              <a:rPr lang="vi-VN" sz="900">
                <a:latin typeface="Times New Roman" pitchFamily="18" charset="0"/>
                <a:cs typeface="Times New Roman" pitchFamily="18" charset="0"/>
              </a:rPr>
              <a:t>24. KIT được cấu hình như trong hình bên dưới.</a:t>
            </a:r>
          </a:p>
          <a:p>
            <a:pPr>
              <a:defRPr/>
            </a:pPr>
            <a:r>
              <a:rPr lang="vi-VN" sz="900">
                <a:latin typeface="Times New Roman" pitchFamily="18" charset="0"/>
                <a:cs typeface="Times New Roman" pitchFamily="18" charset="0"/>
              </a:rPr>
              <a:t>     Tìm phạm vi đầu vào / đầu ra của thẻ Số ①.</a:t>
            </a: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en-US" sz="900">
                <a:latin typeface="Times New Roman" pitchFamily="18" charset="0"/>
                <a:cs typeface="Times New Roman" pitchFamily="18" charset="0"/>
              </a:rPr>
              <a:t> ① YE0 ~ YFF     ② Y140 ~ Y15F</a:t>
            </a:r>
          </a:p>
          <a:p>
            <a:pPr>
              <a:defRPr/>
            </a:pPr>
            <a:r>
              <a:rPr lang="en-US" sz="900">
                <a:latin typeface="Times New Roman" pitchFamily="18" charset="0"/>
                <a:cs typeface="Times New Roman" pitchFamily="18" charset="0"/>
              </a:rPr>
              <a:t> </a:t>
            </a:r>
            <a:r>
              <a:rPr lang="en-US" sz="900" b="1">
                <a:solidFill>
                  <a:srgbClr val="FF0000"/>
                </a:solidFill>
                <a:latin typeface="Times New Roman" pitchFamily="18" charset="0"/>
                <a:cs typeface="Times New Roman" pitchFamily="18" charset="0"/>
              </a:rPr>
              <a:t>③ YE0 ~ YEF     </a:t>
            </a:r>
            <a:r>
              <a:rPr lang="en-US" sz="900">
                <a:latin typeface="Times New Roman" pitchFamily="18" charset="0"/>
                <a:cs typeface="Times New Roman" pitchFamily="18" charset="0"/>
              </a:rPr>
              <a:t>④ Y140 ~ Y14F</a:t>
            </a: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vi-VN" sz="900">
                <a:latin typeface="Times New Roman" pitchFamily="18" charset="0"/>
                <a:cs typeface="Times New Roman" pitchFamily="18" charset="0"/>
              </a:rPr>
              <a:t>25. Chuyển đổi số thập lục phân A37 thành BCD (số thập phân được mã hóa nhị phân).</a:t>
            </a: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en-US" sz="900">
                <a:latin typeface="Times New Roman" pitchFamily="18" charset="0"/>
                <a:cs typeface="Times New Roman" pitchFamily="18" charset="0"/>
              </a:rPr>
              <a:t> ① 0011 0100 0011 1010</a:t>
            </a:r>
          </a:p>
          <a:p>
            <a:pPr>
              <a:defRPr/>
            </a:pPr>
            <a:r>
              <a:rPr lang="en-US" sz="900">
                <a:latin typeface="Times New Roman" pitchFamily="18" charset="0"/>
                <a:cs typeface="Times New Roman" pitchFamily="18" charset="0"/>
              </a:rPr>
              <a:t> ② 0000 1001 0011 0111</a:t>
            </a:r>
          </a:p>
          <a:p>
            <a:pPr>
              <a:defRPr/>
            </a:pPr>
            <a:r>
              <a:rPr lang="en-US" sz="900">
                <a:latin typeface="Times New Roman" pitchFamily="18" charset="0"/>
                <a:cs typeface="Times New Roman" pitchFamily="18" charset="0"/>
              </a:rPr>
              <a:t> </a:t>
            </a:r>
            <a:r>
              <a:rPr lang="en-US" sz="900" b="1">
                <a:solidFill>
                  <a:srgbClr val="FF0000"/>
                </a:solidFill>
                <a:latin typeface="Times New Roman" pitchFamily="18" charset="0"/>
                <a:cs typeface="Times New Roman" pitchFamily="18" charset="0"/>
              </a:rPr>
              <a:t>③ 0010 0110 0001 0101</a:t>
            </a:r>
          </a:p>
          <a:p>
            <a:pPr>
              <a:defRPr/>
            </a:pPr>
            <a:r>
              <a:rPr lang="en-US" sz="900">
                <a:latin typeface="Times New Roman" pitchFamily="18" charset="0"/>
                <a:cs typeface="Times New Roman" pitchFamily="18" charset="0"/>
              </a:rPr>
              <a:t> ④ 0000 1010 0011 0111</a:t>
            </a:r>
          </a:p>
          <a:p>
            <a:pPr>
              <a:defRPr/>
            </a:pP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en-US" sz="900">
                <a:latin typeface="Times New Roman" pitchFamily="18" charset="0"/>
                <a:cs typeface="Times New Roman" pitchFamily="18" charset="0"/>
              </a:rPr>
              <a:t>26. Device nào sử dụng dạng số của các Device (X, Y, M, L, B, D, W,...)?</a:t>
            </a:r>
          </a:p>
          <a:p>
            <a:pPr>
              <a:defRPr/>
            </a:pPr>
            <a:endParaRPr lang="en-US" sz="900">
              <a:latin typeface="Times New Roman" pitchFamily="18" charset="0"/>
              <a:cs typeface="Times New Roman" pitchFamily="18" charset="0"/>
            </a:endParaRPr>
          </a:p>
          <a:p>
            <a:pPr>
              <a:defRPr/>
            </a:pPr>
            <a:r>
              <a:rPr lang="en-US" sz="900">
                <a:latin typeface="Times New Roman" pitchFamily="18" charset="0"/>
                <a:cs typeface="Times New Roman" pitchFamily="18" charset="0"/>
              </a:rPr>
              <a:t> ① D   </a:t>
            </a:r>
            <a:r>
              <a:rPr lang="en-US" sz="900" smtClean="0">
                <a:latin typeface="Times New Roman" pitchFamily="18" charset="0"/>
                <a:cs typeface="Times New Roman" pitchFamily="18" charset="0"/>
              </a:rPr>
              <a:t>     ② </a:t>
            </a:r>
            <a:r>
              <a:rPr lang="en-US" sz="900">
                <a:latin typeface="Times New Roman" pitchFamily="18" charset="0"/>
                <a:cs typeface="Times New Roman" pitchFamily="18" charset="0"/>
              </a:rPr>
              <a:t>W  </a:t>
            </a:r>
            <a:r>
              <a:rPr lang="en-US" sz="900" smtClean="0">
                <a:latin typeface="Times New Roman" pitchFamily="18" charset="0"/>
                <a:cs typeface="Times New Roman" pitchFamily="18" charset="0"/>
              </a:rPr>
              <a:t>       ③ </a:t>
            </a:r>
            <a:r>
              <a:rPr lang="en-US" sz="900">
                <a:latin typeface="Times New Roman" pitchFamily="18" charset="0"/>
                <a:cs typeface="Times New Roman" pitchFamily="18" charset="0"/>
              </a:rPr>
              <a:t>R   </a:t>
            </a:r>
            <a:r>
              <a:rPr lang="en-US" sz="900" smtClean="0">
                <a:latin typeface="Times New Roman" pitchFamily="18" charset="0"/>
                <a:cs typeface="Times New Roman" pitchFamily="18" charset="0"/>
              </a:rPr>
              <a:t>     </a:t>
            </a:r>
            <a:r>
              <a:rPr lang="en-US" sz="900" b="1" smtClean="0">
                <a:solidFill>
                  <a:srgbClr val="FF0000"/>
                </a:solidFill>
                <a:latin typeface="Times New Roman" pitchFamily="18" charset="0"/>
                <a:cs typeface="Times New Roman" pitchFamily="18" charset="0"/>
              </a:rPr>
              <a:t>④ </a:t>
            </a:r>
            <a:r>
              <a:rPr lang="en-US" sz="900" b="1">
                <a:solidFill>
                  <a:srgbClr val="FF0000"/>
                </a:solidFill>
                <a:latin typeface="Times New Roman" pitchFamily="18" charset="0"/>
                <a:cs typeface="Times New Roman" pitchFamily="18" charset="0"/>
              </a:rPr>
              <a:t>Z</a:t>
            </a:r>
          </a:p>
          <a:p>
            <a:pPr marL="457200" indent="-457200">
              <a:defRPr/>
            </a:pPr>
            <a:endParaRPr lang="en-US" altLang="ko-KR" sz="900">
              <a:latin typeface="Times New Roman" pitchFamily="18" charset="0"/>
              <a:cs typeface="Times New Roman" pitchFamily="18" charset="0"/>
            </a:endParaRPr>
          </a:p>
        </p:txBody>
      </p:sp>
      <p:sp>
        <p:nvSpPr>
          <p:cNvPr id="4101"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27. Sau đây là xử lý hoạt động của PLC FLOW. </a:t>
            </a:r>
            <a:r>
              <a:rPr lang="en-US" altLang="ko-KR" sz="900">
                <a:latin typeface="Times New Roman" pitchFamily="18" charset="0"/>
                <a:ea typeface="돋움" pitchFamily="50" charset="-127"/>
                <a:cs typeface="Times New Roman" pitchFamily="18" charset="0"/>
              </a:rPr>
              <a:t>Bên trong d</a:t>
            </a:r>
            <a:r>
              <a:rPr lang="vi-VN" altLang="ko-KR" sz="900">
                <a:latin typeface="Times New Roman" pitchFamily="18" charset="0"/>
                <a:ea typeface="돋움" pitchFamily="50" charset="-127"/>
                <a:cs typeface="Times New Roman" pitchFamily="18" charset="0"/>
              </a:rPr>
              <a:t>ấu ngoặc</a:t>
            </a:r>
            <a:r>
              <a:rPr lang="en-US" altLang="ko-KR" sz="900">
                <a:latin typeface="Times New Roman" pitchFamily="18" charset="0"/>
                <a:ea typeface="돋움" pitchFamily="50" charset="-127"/>
                <a:cs typeface="Times New Roman" pitchFamily="18" charset="0"/>
              </a:rPr>
              <a:t> [  ] là gì?</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① 1 Scan</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1 Cycle</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WDT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Program</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28. </a:t>
            </a:r>
            <a:r>
              <a:rPr lang="en-US" altLang="ko-KR" sz="900">
                <a:latin typeface="Times New Roman" pitchFamily="18" charset="0"/>
                <a:ea typeface="돋움" pitchFamily="50" charset="-127"/>
                <a:cs typeface="Times New Roman" pitchFamily="18" charset="0"/>
              </a:rPr>
              <a:t>Chương </a:t>
            </a:r>
            <a:r>
              <a:rPr lang="vi-VN" altLang="ko-KR" sz="900">
                <a:latin typeface="Times New Roman" pitchFamily="18" charset="0"/>
                <a:ea typeface="돋움" pitchFamily="50" charset="-127"/>
                <a:cs typeface="Times New Roman" pitchFamily="18" charset="0"/>
              </a:rPr>
              <a:t>trình PLC GPPW</a:t>
            </a:r>
            <a:r>
              <a:rPr lang="en-US" altLang="ko-KR" sz="900">
                <a:latin typeface="Times New Roman" pitchFamily="18" charset="0"/>
                <a:ea typeface="돋움" pitchFamily="50" charset="-127"/>
                <a:cs typeface="Times New Roman" pitchFamily="18" charset="0"/>
              </a:rPr>
              <a:t> viết dạng ngôn ngữ Ladder. C</a:t>
            </a:r>
            <a:r>
              <a:rPr lang="vi-VN" altLang="ko-KR" sz="900">
                <a:latin typeface="Times New Roman" pitchFamily="18" charset="0"/>
                <a:ea typeface="돋움" pitchFamily="50" charset="-127"/>
                <a:cs typeface="Times New Roman" pitchFamily="18" charset="0"/>
              </a:rPr>
              <a:t>ó thể thiết lập và chỉnh sửa</a:t>
            </a:r>
            <a:r>
              <a:rPr lang="en-US" altLang="ko-KR" sz="900">
                <a:latin typeface="Times New Roman" pitchFamily="18" charset="0"/>
                <a:ea typeface="돋움" pitchFamily="50" charset="-127"/>
                <a:cs typeface="Times New Roman" pitchFamily="18" charset="0"/>
              </a:rPr>
              <a:t> v</a:t>
            </a:r>
            <a:r>
              <a:rPr lang="vi-VN" altLang="ko-KR" sz="900">
                <a:latin typeface="Times New Roman" pitchFamily="18" charset="0"/>
                <a:ea typeface="돋움" pitchFamily="50" charset="-127"/>
                <a:cs typeface="Times New Roman" pitchFamily="18" charset="0"/>
              </a:rPr>
              <a:t>iết chương trình</a:t>
            </a:r>
            <a:r>
              <a:rPr lang="en-US" altLang="ko-KR" sz="900">
                <a:latin typeface="Times New Roman" pitchFamily="18" charset="0"/>
                <a:ea typeface="돋움" pitchFamily="50" charset="-127"/>
                <a:cs typeface="Times New Roman" pitchFamily="18" charset="0"/>
              </a:rPr>
              <a:t> sang dạng ngôn ngữ khác. Sử dụng chức năng nào dưới đây ?</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Write</a:t>
            </a:r>
            <a:r>
              <a:rPr lang="vi-VN" altLang="ko-KR" sz="900">
                <a:latin typeface="Times New Roman" pitchFamily="18" charset="0"/>
                <a:ea typeface="돋움" pitchFamily="50" charset="-127"/>
                <a:cs typeface="Times New Roman" pitchFamily="18" charset="0"/>
              </a:rPr>
              <a:t> PLC</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a:t>
            </a:r>
            <a:r>
              <a:rPr lang="en-US" altLang="ko-KR" sz="900" b="1">
                <a:solidFill>
                  <a:srgbClr val="FF0000"/>
                </a:solidFill>
                <a:latin typeface="Times New Roman" pitchFamily="18" charset="0"/>
                <a:ea typeface="돋움" pitchFamily="50" charset="-127"/>
                <a:cs typeface="Times New Roman" pitchFamily="18" charset="0"/>
              </a:rPr>
              <a:t>Converter</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Write Mode </a:t>
            </a:r>
            <a:r>
              <a:rPr lang="vi-VN" altLang="ko-KR"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Debug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29. Để </a:t>
            </a:r>
            <a:r>
              <a:rPr lang="en-US" altLang="ko-KR" sz="900">
                <a:latin typeface="Times New Roman" pitchFamily="18" charset="0"/>
                <a:ea typeface="돋움" pitchFamily="50" charset="-127"/>
                <a:cs typeface="Times New Roman" pitchFamily="18" charset="0"/>
              </a:rPr>
              <a:t>cài </a:t>
            </a:r>
            <a:r>
              <a:rPr lang="vi-VN" altLang="ko-KR" sz="900">
                <a:latin typeface="Times New Roman" pitchFamily="18" charset="0"/>
                <a:ea typeface="돋움" pitchFamily="50" charset="-127"/>
                <a:cs typeface="Times New Roman" pitchFamily="18" charset="0"/>
              </a:rPr>
              <a:t>đặt loại và </a:t>
            </a:r>
            <a:r>
              <a:rPr lang="en-US" altLang="ko-KR" sz="900">
                <a:latin typeface="Times New Roman" pitchFamily="18" charset="0"/>
                <a:ea typeface="돋움" pitchFamily="50" charset="-127"/>
                <a:cs typeface="Times New Roman" pitchFamily="18" charset="0"/>
              </a:rPr>
              <a:t>phân bổ </a:t>
            </a:r>
            <a:r>
              <a:rPr lang="vi-VN" altLang="ko-KR" sz="900">
                <a:latin typeface="Times New Roman" pitchFamily="18" charset="0"/>
                <a:ea typeface="돋움" pitchFamily="50" charset="-127"/>
                <a:cs typeface="Times New Roman" pitchFamily="18" charset="0"/>
              </a:rPr>
              <a:t>số điểm</a:t>
            </a:r>
            <a:r>
              <a:rPr lang="en-US" altLang="ko-KR" sz="900">
                <a:latin typeface="Times New Roman" pitchFamily="18" charset="0"/>
                <a:ea typeface="돋움" pitchFamily="50" charset="-127"/>
                <a:cs typeface="Times New Roman" pitchFamily="18" charset="0"/>
              </a:rPr>
              <a:t> chiếm hữu</a:t>
            </a:r>
            <a:r>
              <a:rPr lang="vi-VN" altLang="ko-KR" sz="900">
                <a:latin typeface="Times New Roman" pitchFamily="18" charset="0"/>
                <a:ea typeface="돋움" pitchFamily="50" charset="-127"/>
                <a:cs typeface="Times New Roman" pitchFamily="18" charset="0"/>
              </a:rPr>
              <a:t> của </a:t>
            </a:r>
            <a:r>
              <a:rPr lang="en-US" altLang="ko-KR" sz="900">
                <a:latin typeface="Times New Roman" pitchFamily="18" charset="0"/>
                <a:ea typeface="돋움" pitchFamily="50" charset="-127"/>
                <a:cs typeface="Times New Roman" pitchFamily="18" charset="0"/>
              </a:rPr>
              <a:t>card </a:t>
            </a:r>
            <a:r>
              <a:rPr lang="vi-VN" altLang="ko-KR" sz="900">
                <a:latin typeface="Times New Roman" pitchFamily="18" charset="0"/>
                <a:ea typeface="돋움" pitchFamily="50" charset="-127"/>
                <a:cs typeface="Times New Roman" pitchFamily="18" charset="0"/>
              </a:rPr>
              <a:t>trong PLC</a:t>
            </a:r>
            <a:r>
              <a:rPr lang="en-US" altLang="ko-KR" sz="900">
                <a:latin typeface="Times New Roman" pitchFamily="18" charset="0"/>
                <a:ea typeface="돋움" pitchFamily="50" charset="-127"/>
                <a:cs typeface="Times New Roman" pitchFamily="18" charset="0"/>
              </a:rPr>
              <a:t>. Vào mục nào trong Parameter?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I/O                        </a:t>
            </a:r>
            <a:r>
              <a:rPr lang="en-US" altLang="ko-KR" sz="900">
                <a:latin typeface="Times New Roman" pitchFamily="18" charset="0"/>
                <a:ea typeface="돋움" pitchFamily="50" charset="-127"/>
                <a:cs typeface="Times New Roman" pitchFamily="18" charset="0"/>
              </a:rPr>
              <a:t>② PLC RAS</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Boot File               </a:t>
            </a:r>
            <a:r>
              <a:rPr lang="vi-VN" altLang="ko-KR"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System</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30. Đây là mô tả của Timer. Cái nào là đúng?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① Ngay cả khi giá trị cài đặt của </a:t>
            </a:r>
            <a:r>
              <a:rPr lang="en-US" altLang="ko-KR" sz="900" b="1" smtClean="0">
                <a:solidFill>
                  <a:srgbClr val="FF0000"/>
                </a:solidFill>
                <a:latin typeface="Times New Roman" pitchFamily="18" charset="0"/>
                <a:ea typeface="돋움" pitchFamily="50" charset="-127"/>
                <a:cs typeface="Times New Roman" pitchFamily="18" charset="0"/>
              </a:rPr>
              <a:t>Timer</a:t>
            </a:r>
            <a:r>
              <a:rPr lang="vi-VN" altLang="ko-KR" sz="900" b="1" smtClean="0">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giờ là “0”,</a:t>
            </a:r>
            <a:r>
              <a:rPr lang="en-US" altLang="ko-KR" sz="900" b="1">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nó vẫn hoạt động.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anose="02020603050405020304" pitchFamily="18" charset="0"/>
                <a:cs typeface="Times New Roman" panose="02020603050405020304" pitchFamily="18" charset="0"/>
              </a:rPr>
              <a:t>Timer là lệnh 4 Step. (Tuy nhiên tiếp điểm của</a:t>
            </a:r>
            <a:r>
              <a:rPr lang="ko-KR" altLang="en-US" sz="900" smtClean="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Timer chỉ là 2 Step)</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③ Giá trị cài đặt bộ hẹn giờ chỉ có thể được đặt trực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tiếp.</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Giá trị cài đặt bộ hẹn giờ là K1 ~ K32768.</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31. Mạch nào hoạt động giống như biểu đồ thời gian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sau đây</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(Timer sử dụng là loại </a:t>
            </a:r>
            <a:r>
              <a:rPr lang="en-US" altLang="ko-KR" sz="900">
                <a:latin typeface="Times New Roman" pitchFamily="18" charset="0"/>
                <a:ea typeface="돋움" pitchFamily="50" charset="-127"/>
                <a:cs typeface="Times New Roman" pitchFamily="18" charset="0"/>
              </a:rPr>
              <a:t>10ms)</a:t>
            </a:r>
          </a:p>
        </p:txBody>
      </p:sp>
      <p:grpSp>
        <p:nvGrpSpPr>
          <p:cNvPr id="4102" name="그룹 70"/>
          <p:cNvGrpSpPr>
            <a:grpSpLocks/>
          </p:cNvGrpSpPr>
          <p:nvPr/>
        </p:nvGrpSpPr>
        <p:grpSpPr bwMode="auto">
          <a:xfrm>
            <a:off x="404814" y="2165592"/>
            <a:ext cx="2808287" cy="1011360"/>
            <a:chOff x="1839913" y="4689475"/>
            <a:chExt cx="3833812" cy="1406525"/>
          </a:xfrm>
        </p:grpSpPr>
        <p:sp>
          <p:nvSpPr>
            <p:cNvPr id="4154" name="Picture 13" descr="clip_image005"/>
            <p:cNvSpPr>
              <a:spLocks noChangeAspect="1" noChangeArrowheads="1"/>
            </p:cNvSpPr>
            <p:nvPr/>
          </p:nvSpPr>
          <p:spPr bwMode="auto">
            <a:xfrm>
              <a:off x="1878013" y="4689475"/>
              <a:ext cx="3795712"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pic>
          <p:nvPicPr>
            <p:cNvPr id="4155" name="Picture 13" descr="clip_image005"/>
            <p:cNvPicPr>
              <a:picLocks noChangeAspect="1" noChangeArrowheads="1"/>
            </p:cNvPicPr>
            <p:nvPr/>
          </p:nvPicPr>
          <p:blipFill>
            <a:blip r:embed="rId3">
              <a:extLst>
                <a:ext uri="{28A0092B-C50C-407E-A947-70E740481C1C}">
                  <a14:useLocalDpi xmlns:a14="http://schemas.microsoft.com/office/drawing/2010/main" val="0"/>
                </a:ext>
              </a:extLst>
            </a:blip>
            <a:srcRect b="15100"/>
            <a:stretch>
              <a:fillRect/>
            </a:stretch>
          </p:blipFill>
          <p:spPr bwMode="auto">
            <a:xfrm>
              <a:off x="1878013" y="4689475"/>
              <a:ext cx="3795712"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56" name="Rectangle 19"/>
            <p:cNvSpPr>
              <a:spLocks noChangeArrowheads="1"/>
            </p:cNvSpPr>
            <p:nvPr/>
          </p:nvSpPr>
          <p:spPr bwMode="auto">
            <a:xfrm>
              <a:off x="1839913" y="5262816"/>
              <a:ext cx="2555876" cy="547874"/>
            </a:xfrm>
            <a:prstGeom prst="rect">
              <a:avLst/>
            </a:prstGeom>
            <a:noFill/>
            <a:ln w="9525" algn="ctr">
              <a:solidFill>
                <a:srgbClr val="FF3300"/>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5337" tIns="42669" rIns="85337" bIns="42669" anchor="ct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2000">
                <a:latin typeface="HY견고딕" pitchFamily="18" charset="-127"/>
                <a:ea typeface="HY견고딕" pitchFamily="18" charset="-127"/>
              </a:endParaRPr>
            </a:p>
          </p:txBody>
        </p:sp>
      </p:grpSp>
      <p:grpSp>
        <p:nvGrpSpPr>
          <p:cNvPr id="4103" name="Group 198"/>
          <p:cNvGrpSpPr>
            <a:grpSpLocks/>
          </p:cNvGrpSpPr>
          <p:nvPr/>
        </p:nvGrpSpPr>
        <p:grpSpPr bwMode="auto">
          <a:xfrm>
            <a:off x="303213" y="4950069"/>
            <a:ext cx="3181350" cy="993531"/>
            <a:chOff x="2178" y="3761"/>
            <a:chExt cx="2004" cy="678"/>
          </a:xfrm>
        </p:grpSpPr>
        <p:sp>
          <p:nvSpPr>
            <p:cNvPr id="4137" name="Rectangle 725"/>
            <p:cNvSpPr>
              <a:spLocks noChangeArrowheads="1"/>
            </p:cNvSpPr>
            <p:nvPr/>
          </p:nvSpPr>
          <p:spPr bwMode="auto">
            <a:xfrm>
              <a:off x="2194" y="3761"/>
              <a:ext cx="1914" cy="67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4138" name="Line 726"/>
            <p:cNvSpPr>
              <a:spLocks noChangeShapeType="1"/>
            </p:cNvSpPr>
            <p:nvPr/>
          </p:nvSpPr>
          <p:spPr bwMode="auto">
            <a:xfrm>
              <a:off x="2433"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39" name="Line 727"/>
            <p:cNvSpPr>
              <a:spLocks noChangeShapeType="1"/>
            </p:cNvSpPr>
            <p:nvPr/>
          </p:nvSpPr>
          <p:spPr bwMode="auto">
            <a:xfrm>
              <a:off x="2672"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40" name="Line 728"/>
            <p:cNvSpPr>
              <a:spLocks noChangeShapeType="1"/>
            </p:cNvSpPr>
            <p:nvPr/>
          </p:nvSpPr>
          <p:spPr bwMode="auto">
            <a:xfrm>
              <a:off x="2912"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41" name="Line 729"/>
            <p:cNvSpPr>
              <a:spLocks noChangeShapeType="1"/>
            </p:cNvSpPr>
            <p:nvPr/>
          </p:nvSpPr>
          <p:spPr bwMode="auto">
            <a:xfrm>
              <a:off x="3151"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42" name="Line 730"/>
            <p:cNvSpPr>
              <a:spLocks noChangeShapeType="1"/>
            </p:cNvSpPr>
            <p:nvPr/>
          </p:nvSpPr>
          <p:spPr bwMode="auto">
            <a:xfrm>
              <a:off x="3390"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43" name="Line 731"/>
            <p:cNvSpPr>
              <a:spLocks noChangeShapeType="1"/>
            </p:cNvSpPr>
            <p:nvPr/>
          </p:nvSpPr>
          <p:spPr bwMode="auto">
            <a:xfrm>
              <a:off x="3630"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44" name="Line 732"/>
            <p:cNvSpPr>
              <a:spLocks noChangeShapeType="1"/>
            </p:cNvSpPr>
            <p:nvPr/>
          </p:nvSpPr>
          <p:spPr bwMode="auto">
            <a:xfrm>
              <a:off x="3869" y="3761"/>
              <a:ext cx="0" cy="6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45" name="Text Box 733"/>
            <p:cNvSpPr txBox="1">
              <a:spLocks noChangeArrowheads="1"/>
            </p:cNvSpPr>
            <p:nvPr/>
          </p:nvSpPr>
          <p:spPr bwMode="auto">
            <a:xfrm>
              <a:off x="2178" y="3917"/>
              <a:ext cx="27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ko-KR" altLang="en-US" sz="800">
                  <a:latin typeface="돋움" pitchFamily="50" charset="-127"/>
                  <a:ea typeface="돋움" pitchFamily="50" charset="-127"/>
                </a:rPr>
                <a:t>전원</a:t>
              </a:r>
            </a:p>
            <a:p>
              <a:pPr algn="ctr" eaLnBrk="1" hangingPunct="1">
                <a:spcBef>
                  <a:spcPct val="0"/>
                </a:spcBef>
                <a:buFontTx/>
                <a:buNone/>
              </a:pPr>
              <a:r>
                <a:rPr lang="en-US" altLang="ko-KR" sz="800">
                  <a:latin typeface="돋움" pitchFamily="50" charset="-127"/>
                  <a:ea typeface="돋움" pitchFamily="50" charset="-127"/>
                </a:rPr>
                <a:t>Unit</a:t>
              </a:r>
            </a:p>
          </p:txBody>
        </p:sp>
        <p:sp>
          <p:nvSpPr>
            <p:cNvPr id="4146" name="Text Box 735"/>
            <p:cNvSpPr txBox="1">
              <a:spLocks noChangeArrowheads="1"/>
            </p:cNvSpPr>
            <p:nvPr/>
          </p:nvSpPr>
          <p:spPr bwMode="auto">
            <a:xfrm>
              <a:off x="2423" y="3912"/>
              <a:ext cx="264"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CPU</a:t>
              </a:r>
            </a:p>
          </p:txBody>
        </p:sp>
        <p:sp>
          <p:nvSpPr>
            <p:cNvPr id="4147" name="Text Box 736"/>
            <p:cNvSpPr txBox="1">
              <a:spLocks noChangeArrowheads="1"/>
            </p:cNvSpPr>
            <p:nvPr/>
          </p:nvSpPr>
          <p:spPr bwMode="auto">
            <a:xfrm>
              <a:off x="2653" y="3912"/>
              <a:ext cx="29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QX42</a:t>
              </a:r>
            </a:p>
          </p:txBody>
        </p:sp>
        <p:sp>
          <p:nvSpPr>
            <p:cNvPr id="4148" name="Text Box 737"/>
            <p:cNvSpPr txBox="1">
              <a:spLocks noChangeArrowheads="1"/>
            </p:cNvSpPr>
            <p:nvPr/>
          </p:nvSpPr>
          <p:spPr bwMode="auto">
            <a:xfrm>
              <a:off x="2892" y="3916"/>
              <a:ext cx="29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QY42</a:t>
              </a:r>
            </a:p>
          </p:txBody>
        </p:sp>
        <p:sp>
          <p:nvSpPr>
            <p:cNvPr id="4149" name="Text Box 738"/>
            <p:cNvSpPr txBox="1">
              <a:spLocks noChangeArrowheads="1"/>
            </p:cNvSpPr>
            <p:nvPr/>
          </p:nvSpPr>
          <p:spPr bwMode="auto">
            <a:xfrm>
              <a:off x="3139" y="3920"/>
              <a:ext cx="29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QX41</a:t>
              </a:r>
            </a:p>
          </p:txBody>
        </p:sp>
        <p:sp>
          <p:nvSpPr>
            <p:cNvPr id="4150" name="Text Box 739"/>
            <p:cNvSpPr txBox="1">
              <a:spLocks noChangeArrowheads="1"/>
            </p:cNvSpPr>
            <p:nvPr/>
          </p:nvSpPr>
          <p:spPr bwMode="auto">
            <a:xfrm>
              <a:off x="3366" y="3920"/>
              <a:ext cx="29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QY42</a:t>
              </a:r>
            </a:p>
          </p:txBody>
        </p:sp>
        <p:sp>
          <p:nvSpPr>
            <p:cNvPr id="4151" name="Text Box 740"/>
            <p:cNvSpPr txBox="1">
              <a:spLocks noChangeArrowheads="1"/>
            </p:cNvSpPr>
            <p:nvPr/>
          </p:nvSpPr>
          <p:spPr bwMode="auto">
            <a:xfrm>
              <a:off x="3831" y="3919"/>
              <a:ext cx="35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Q62DA</a:t>
              </a:r>
            </a:p>
          </p:txBody>
        </p:sp>
        <p:sp>
          <p:nvSpPr>
            <p:cNvPr id="4152" name="Text Box 741"/>
            <p:cNvSpPr txBox="1">
              <a:spLocks noChangeArrowheads="1"/>
            </p:cNvSpPr>
            <p:nvPr/>
          </p:nvSpPr>
          <p:spPr bwMode="auto">
            <a:xfrm>
              <a:off x="3613" y="3919"/>
              <a:ext cx="35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000" rIns="54000"/>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Q62AD</a:t>
              </a:r>
            </a:p>
          </p:txBody>
        </p:sp>
        <p:sp>
          <p:nvSpPr>
            <p:cNvPr id="4153" name="Rectangle 742"/>
            <p:cNvSpPr>
              <a:spLocks noChangeArrowheads="1"/>
            </p:cNvSpPr>
            <p:nvPr/>
          </p:nvSpPr>
          <p:spPr bwMode="auto">
            <a:xfrm>
              <a:off x="3648" y="3800"/>
              <a:ext cx="188"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①</a:t>
              </a:r>
            </a:p>
          </p:txBody>
        </p:sp>
      </p:grpSp>
      <p:pic>
        <p:nvPicPr>
          <p:cNvPr id="4104" name="Picture 7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68925" y="915866"/>
            <a:ext cx="1155700" cy="132910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105" name="TextBox 1"/>
          <p:cNvSpPr txBox="1">
            <a:spLocks noChangeArrowheads="1"/>
          </p:cNvSpPr>
          <p:nvPr/>
        </p:nvSpPr>
        <p:spPr bwMode="auto">
          <a:xfrm>
            <a:off x="4868864" y="1506416"/>
            <a:ext cx="7000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 ??? ]</a:t>
            </a:r>
            <a:endParaRPr lang="ko-KR" altLang="en-US" sz="900">
              <a:latin typeface="돋움" pitchFamily="50" charset="-127"/>
              <a:ea typeface="돋움" pitchFamily="50" charset="-127"/>
            </a:endParaRPr>
          </a:p>
        </p:txBody>
      </p:sp>
      <p:grpSp>
        <p:nvGrpSpPr>
          <p:cNvPr id="4106" name="Group 3"/>
          <p:cNvGrpSpPr>
            <a:grpSpLocks/>
          </p:cNvGrpSpPr>
          <p:nvPr/>
        </p:nvGrpSpPr>
        <p:grpSpPr bwMode="auto">
          <a:xfrm>
            <a:off x="3467101" y="5841023"/>
            <a:ext cx="3076575" cy="2464777"/>
            <a:chOff x="3467100" y="6459314"/>
            <a:chExt cx="3076575" cy="2670150"/>
          </a:xfrm>
        </p:grpSpPr>
        <p:grpSp>
          <p:nvGrpSpPr>
            <p:cNvPr id="4107" name="Group 1"/>
            <p:cNvGrpSpPr>
              <a:grpSpLocks/>
            </p:cNvGrpSpPr>
            <p:nvPr/>
          </p:nvGrpSpPr>
          <p:grpSpPr bwMode="auto">
            <a:xfrm>
              <a:off x="3621088" y="6459314"/>
              <a:ext cx="2808287" cy="869950"/>
              <a:chOff x="3621088" y="6210300"/>
              <a:chExt cx="2808287" cy="869950"/>
            </a:xfrm>
          </p:grpSpPr>
          <p:sp>
            <p:nvSpPr>
              <p:cNvPr id="4125" name="Line 15"/>
              <p:cNvSpPr>
                <a:spLocks noChangeShapeType="1"/>
              </p:cNvSpPr>
              <p:nvPr/>
            </p:nvSpPr>
            <p:spPr bwMode="auto">
              <a:xfrm>
                <a:off x="4000500" y="6446838"/>
                <a:ext cx="22764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6" name="Line 16"/>
              <p:cNvSpPr>
                <a:spLocks noChangeShapeType="1"/>
              </p:cNvSpPr>
              <p:nvPr/>
            </p:nvSpPr>
            <p:spPr bwMode="auto">
              <a:xfrm>
                <a:off x="4000500" y="6921500"/>
                <a:ext cx="22764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27" name="Rectangle 17"/>
              <p:cNvSpPr>
                <a:spLocks noChangeArrowheads="1"/>
              </p:cNvSpPr>
              <p:nvPr/>
            </p:nvSpPr>
            <p:spPr bwMode="auto">
              <a:xfrm>
                <a:off x="4303713" y="6289675"/>
                <a:ext cx="1138237" cy="1571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endParaRPr lang="ko-KR" altLang="ko-KR" sz="800">
                  <a:latin typeface="돋움" pitchFamily="50" charset="-127"/>
                  <a:ea typeface="돋움" pitchFamily="50" charset="-127"/>
                </a:endParaRPr>
              </a:p>
            </p:txBody>
          </p:sp>
          <p:sp>
            <p:nvSpPr>
              <p:cNvPr id="4128" name="Rectangle 18"/>
              <p:cNvSpPr>
                <a:spLocks noChangeArrowheads="1"/>
              </p:cNvSpPr>
              <p:nvPr/>
            </p:nvSpPr>
            <p:spPr bwMode="auto">
              <a:xfrm>
                <a:off x="4911725" y="6526213"/>
                <a:ext cx="530225" cy="1587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endParaRPr lang="ko-KR" altLang="ko-KR" sz="800">
                  <a:latin typeface="돋움" pitchFamily="50" charset="-127"/>
                  <a:ea typeface="돋움" pitchFamily="50" charset="-127"/>
                </a:endParaRPr>
              </a:p>
            </p:txBody>
          </p:sp>
          <p:sp>
            <p:nvSpPr>
              <p:cNvPr id="4129" name="Rectangle 19"/>
              <p:cNvSpPr>
                <a:spLocks noChangeArrowheads="1"/>
              </p:cNvSpPr>
              <p:nvPr/>
            </p:nvSpPr>
            <p:spPr bwMode="auto">
              <a:xfrm>
                <a:off x="4911725" y="6764338"/>
                <a:ext cx="530225" cy="15716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endParaRPr lang="ko-KR" altLang="ko-KR" sz="800">
                  <a:latin typeface="돋움" pitchFamily="50" charset="-127"/>
                  <a:ea typeface="돋움" pitchFamily="50" charset="-127"/>
                </a:endParaRPr>
              </a:p>
            </p:txBody>
          </p:sp>
          <p:sp>
            <p:nvSpPr>
              <p:cNvPr id="4130" name="Text Box 20"/>
              <p:cNvSpPr txBox="1">
                <a:spLocks noChangeArrowheads="1"/>
              </p:cNvSpPr>
              <p:nvPr/>
            </p:nvSpPr>
            <p:spPr bwMode="auto">
              <a:xfrm>
                <a:off x="3667125" y="6289675"/>
                <a:ext cx="384175" cy="23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r>
                  <a:rPr lang="en-US" altLang="ko-KR" sz="800">
                    <a:latin typeface="돋움" pitchFamily="50" charset="-127"/>
                    <a:ea typeface="돋움" pitchFamily="50" charset="-127"/>
                  </a:rPr>
                  <a:t>X10</a:t>
                </a:r>
              </a:p>
            </p:txBody>
          </p:sp>
          <p:sp>
            <p:nvSpPr>
              <p:cNvPr id="4131" name="Text Box 21"/>
              <p:cNvSpPr txBox="1">
                <a:spLocks noChangeArrowheads="1"/>
              </p:cNvSpPr>
              <p:nvPr/>
            </p:nvSpPr>
            <p:spPr bwMode="auto">
              <a:xfrm>
                <a:off x="3733800" y="6526213"/>
                <a:ext cx="314325"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r>
                  <a:rPr lang="en-US" altLang="ko-KR" sz="800">
                    <a:latin typeface="돋움" pitchFamily="50" charset="-127"/>
                    <a:ea typeface="돋움" pitchFamily="50" charset="-127"/>
                  </a:rPr>
                  <a:t>T0</a:t>
                </a:r>
              </a:p>
            </p:txBody>
          </p:sp>
          <p:sp>
            <p:nvSpPr>
              <p:cNvPr id="4132" name="Text Box 22"/>
              <p:cNvSpPr txBox="1">
                <a:spLocks noChangeArrowheads="1"/>
              </p:cNvSpPr>
              <p:nvPr/>
            </p:nvSpPr>
            <p:spPr bwMode="auto">
              <a:xfrm>
                <a:off x="3675063" y="6764338"/>
                <a:ext cx="384175" cy="236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r>
                  <a:rPr lang="en-US" altLang="ko-KR" sz="800">
                    <a:latin typeface="돋움" pitchFamily="50" charset="-127"/>
                    <a:ea typeface="돋움" pitchFamily="50" charset="-127"/>
                  </a:rPr>
                  <a:t>Y30</a:t>
                </a:r>
              </a:p>
            </p:txBody>
          </p:sp>
          <p:sp>
            <p:nvSpPr>
              <p:cNvPr id="4133" name="Line 23"/>
              <p:cNvSpPr>
                <a:spLocks noChangeShapeType="1"/>
              </p:cNvSpPr>
              <p:nvPr/>
            </p:nvSpPr>
            <p:spPr bwMode="auto">
              <a:xfrm>
                <a:off x="4303713" y="6605588"/>
                <a:ext cx="608012" cy="0"/>
              </a:xfrm>
              <a:prstGeom prst="line">
                <a:avLst/>
              </a:prstGeom>
              <a:noFill/>
              <a:ln w="9525">
                <a:solidFill>
                  <a:srgbClr val="000000"/>
                </a:solidFill>
                <a:round/>
                <a:headEnd/>
                <a:tailEnd type="triangle" w="sm" len="sm"/>
              </a:ln>
              <a:extLst>
                <a:ext uri="{909E8E84-426E-40DD-AFC4-6F175D3DCCD1}">
                  <a14:hiddenFill xmlns:a14="http://schemas.microsoft.com/office/drawing/2010/main">
                    <a:noFill/>
                  </a14:hiddenFill>
                </a:ext>
              </a:extLst>
            </p:spPr>
            <p:txBody>
              <a:bodyPr/>
              <a:lstStyle/>
              <a:p>
                <a:endParaRPr lang="ko-KR" altLang="en-US"/>
              </a:p>
            </p:txBody>
          </p:sp>
          <p:sp>
            <p:nvSpPr>
              <p:cNvPr id="4134" name="Text Box 24"/>
              <p:cNvSpPr txBox="1">
                <a:spLocks noChangeArrowheads="1"/>
              </p:cNvSpPr>
              <p:nvPr/>
            </p:nvSpPr>
            <p:spPr bwMode="auto">
              <a:xfrm>
                <a:off x="4430713" y="6423025"/>
                <a:ext cx="1173162" cy="28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r>
                  <a:rPr lang="en-US" altLang="ko-KR" sz="800" smtClean="0">
                    <a:latin typeface="돋움" pitchFamily="50" charset="-127"/>
                    <a:ea typeface="돋움" pitchFamily="50" charset="-127"/>
                  </a:rPr>
                  <a:t>5s</a:t>
                </a:r>
                <a:endParaRPr lang="ko-KR" altLang="en-US" sz="800">
                  <a:latin typeface="돋움" pitchFamily="50" charset="-127"/>
                  <a:ea typeface="돋움" pitchFamily="50" charset="-127"/>
                </a:endParaRPr>
              </a:p>
            </p:txBody>
          </p:sp>
          <p:sp>
            <p:nvSpPr>
              <p:cNvPr id="4135" name="Line 25"/>
              <p:cNvSpPr>
                <a:spLocks noChangeShapeType="1"/>
              </p:cNvSpPr>
              <p:nvPr/>
            </p:nvSpPr>
            <p:spPr bwMode="auto">
              <a:xfrm>
                <a:off x="4000500" y="6684963"/>
                <a:ext cx="22764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4136" name="Rectangle 26"/>
              <p:cNvSpPr>
                <a:spLocks noChangeArrowheads="1"/>
              </p:cNvSpPr>
              <p:nvPr/>
            </p:nvSpPr>
            <p:spPr bwMode="auto">
              <a:xfrm>
                <a:off x="3621088" y="6210300"/>
                <a:ext cx="2808287" cy="8699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defTabSz="854075" eaLnBrk="0" hangingPunct="0">
                  <a:spcBef>
                    <a:spcPct val="20000"/>
                  </a:spcBef>
                  <a:buChar char="•"/>
                  <a:defRPr kumimoji="1" sz="3200">
                    <a:solidFill>
                      <a:schemeClr val="tx1"/>
                    </a:solidFill>
                    <a:latin typeface="굴림" pitchFamily="50" charset="-127"/>
                    <a:ea typeface="굴림" pitchFamily="50" charset="-127"/>
                  </a:defRPr>
                </a:lvl1pPr>
                <a:lvl2pPr marL="742950" indent="-285750" defTabSz="854075" eaLnBrk="0" hangingPunct="0">
                  <a:spcBef>
                    <a:spcPct val="20000"/>
                  </a:spcBef>
                  <a:buChar char="–"/>
                  <a:defRPr kumimoji="1" sz="2800">
                    <a:solidFill>
                      <a:schemeClr val="tx1"/>
                    </a:solidFill>
                    <a:latin typeface="굴림" pitchFamily="50" charset="-127"/>
                    <a:ea typeface="굴림" pitchFamily="50" charset="-127"/>
                  </a:defRPr>
                </a:lvl2pPr>
                <a:lvl3pPr marL="1143000" indent="-228600" defTabSz="854075" eaLnBrk="0" hangingPunct="0">
                  <a:spcBef>
                    <a:spcPct val="20000"/>
                  </a:spcBef>
                  <a:buChar char="•"/>
                  <a:defRPr kumimoji="1" sz="2400">
                    <a:solidFill>
                      <a:schemeClr val="tx1"/>
                    </a:solidFill>
                    <a:latin typeface="굴림" pitchFamily="50" charset="-127"/>
                    <a:ea typeface="굴림" pitchFamily="50" charset="-127"/>
                  </a:defRPr>
                </a:lvl3pPr>
                <a:lvl4pPr marL="1600200" indent="-228600" defTabSz="854075" eaLnBrk="0" hangingPunct="0">
                  <a:spcBef>
                    <a:spcPct val="20000"/>
                  </a:spcBef>
                  <a:buChar char="–"/>
                  <a:defRPr kumimoji="1" sz="2000">
                    <a:solidFill>
                      <a:schemeClr val="tx1"/>
                    </a:solidFill>
                    <a:latin typeface="굴림" pitchFamily="50" charset="-127"/>
                    <a:ea typeface="굴림" pitchFamily="50" charset="-127"/>
                  </a:defRPr>
                </a:lvl4pPr>
                <a:lvl5pPr marL="2057400" indent="-228600" defTabSz="854075" eaLnBrk="0" hangingPunct="0">
                  <a:spcBef>
                    <a:spcPct val="20000"/>
                  </a:spcBef>
                  <a:buChar char="»"/>
                  <a:defRPr kumimoji="1" sz="2000">
                    <a:solidFill>
                      <a:schemeClr val="tx1"/>
                    </a:solidFill>
                    <a:latin typeface="굴림" pitchFamily="50" charset="-127"/>
                    <a:ea typeface="굴림" pitchFamily="50" charset="-127"/>
                  </a:defRPr>
                </a:lvl5pPr>
                <a:lvl6pPr marL="25146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defTabSz="854075"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ct val="120000"/>
                  </a:lnSpc>
                  <a:spcBef>
                    <a:spcPct val="0"/>
                  </a:spcBef>
                  <a:buFontTx/>
                  <a:buNone/>
                </a:pPr>
                <a:endParaRPr lang="ko-KR" altLang="ko-KR" sz="800">
                  <a:latin typeface="돋움" pitchFamily="50" charset="-127"/>
                  <a:ea typeface="돋움" pitchFamily="50" charset="-127"/>
                </a:endParaRPr>
              </a:p>
            </p:txBody>
          </p:sp>
        </p:grpSp>
        <p:grpSp>
          <p:nvGrpSpPr>
            <p:cNvPr id="4108" name="Group 2"/>
            <p:cNvGrpSpPr>
              <a:grpSpLocks/>
            </p:cNvGrpSpPr>
            <p:nvPr/>
          </p:nvGrpSpPr>
          <p:grpSpPr bwMode="auto">
            <a:xfrm>
              <a:off x="3467100" y="7472114"/>
              <a:ext cx="3076575" cy="1657350"/>
              <a:chOff x="3467100" y="7400106"/>
              <a:chExt cx="3076575" cy="1657350"/>
            </a:xfrm>
          </p:grpSpPr>
          <p:grpSp>
            <p:nvGrpSpPr>
              <p:cNvPr id="4109" name="Group 681"/>
              <p:cNvGrpSpPr>
                <a:grpSpLocks/>
              </p:cNvGrpSpPr>
              <p:nvPr/>
            </p:nvGrpSpPr>
            <p:grpSpPr bwMode="auto">
              <a:xfrm>
                <a:off x="3716338" y="7400106"/>
                <a:ext cx="1246187" cy="647700"/>
                <a:chOff x="-349" y="1811"/>
                <a:chExt cx="1466" cy="719"/>
              </a:xfrm>
            </p:grpSpPr>
            <p:pic>
              <p:nvPicPr>
                <p:cNvPr id="4123" name="Picture 679"/>
                <p:cNvPicPr>
                  <a:picLocks noChangeAspect="1" noChangeArrowheads="1"/>
                </p:cNvPicPr>
                <p:nvPr/>
              </p:nvPicPr>
              <p:blipFill>
                <a:blip r:embed="rId5">
                  <a:extLst>
                    <a:ext uri="{28A0092B-C50C-407E-A947-70E740481C1C}">
                      <a14:useLocalDpi xmlns:a14="http://schemas.microsoft.com/office/drawing/2010/main" val="0"/>
                    </a:ext>
                  </a:extLst>
                </a:blip>
                <a:srcRect l="84250" b="77261"/>
                <a:stretch>
                  <a:fillRect/>
                </a:stretch>
              </p:blipFill>
              <p:spPr bwMode="auto">
                <a:xfrm>
                  <a:off x="241" y="1811"/>
                  <a:ext cx="876" cy="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24" name="Picture 680"/>
                <p:cNvPicPr>
                  <a:picLocks noChangeAspect="1" noChangeArrowheads="1"/>
                </p:cNvPicPr>
                <p:nvPr/>
              </p:nvPicPr>
              <p:blipFill>
                <a:blip r:embed="rId5">
                  <a:extLst>
                    <a:ext uri="{28A0092B-C50C-407E-A947-70E740481C1C}">
                      <a14:useLocalDpi xmlns:a14="http://schemas.microsoft.com/office/drawing/2010/main" val="0"/>
                    </a:ext>
                  </a:extLst>
                </a:blip>
                <a:srcRect r="85886" b="77261"/>
                <a:stretch>
                  <a:fillRect/>
                </a:stretch>
              </p:blipFill>
              <p:spPr bwMode="auto">
                <a:xfrm>
                  <a:off x="-349" y="1811"/>
                  <a:ext cx="785" cy="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10" name="Group 685"/>
              <p:cNvGrpSpPr>
                <a:grpSpLocks/>
              </p:cNvGrpSpPr>
              <p:nvPr/>
            </p:nvGrpSpPr>
            <p:grpSpPr bwMode="auto">
              <a:xfrm>
                <a:off x="5262563" y="7400106"/>
                <a:ext cx="1266825" cy="625475"/>
                <a:chOff x="3294" y="4934"/>
                <a:chExt cx="738" cy="363"/>
              </a:xfrm>
            </p:grpSpPr>
            <p:pic>
              <p:nvPicPr>
                <p:cNvPr id="4121" name="Picture 682"/>
                <p:cNvPicPr>
                  <a:picLocks noChangeAspect="1" noChangeArrowheads="1"/>
                </p:cNvPicPr>
                <p:nvPr/>
              </p:nvPicPr>
              <p:blipFill>
                <a:blip r:embed="rId5">
                  <a:extLst>
                    <a:ext uri="{28A0092B-C50C-407E-A947-70E740481C1C}">
                      <a14:useLocalDpi xmlns:a14="http://schemas.microsoft.com/office/drawing/2010/main" val="0"/>
                    </a:ext>
                  </a:extLst>
                </a:blip>
                <a:srcRect l="81805" t="25616" b="51424"/>
                <a:stretch>
                  <a:fillRect/>
                </a:stretch>
              </p:blipFill>
              <p:spPr bwMode="auto">
                <a:xfrm>
                  <a:off x="3535" y="4934"/>
                  <a:ext cx="49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22" name="Picture 683"/>
                <p:cNvPicPr>
                  <a:picLocks noChangeAspect="1" noChangeArrowheads="1"/>
                </p:cNvPicPr>
                <p:nvPr/>
              </p:nvPicPr>
              <p:blipFill>
                <a:blip r:embed="rId5">
                  <a:extLst>
                    <a:ext uri="{28A0092B-C50C-407E-A947-70E740481C1C}">
                      <a14:useLocalDpi xmlns:a14="http://schemas.microsoft.com/office/drawing/2010/main" val="0"/>
                    </a:ext>
                  </a:extLst>
                </a:blip>
                <a:srcRect t="25616" r="85886" b="51424"/>
                <a:stretch>
                  <a:fillRect/>
                </a:stretch>
              </p:blipFill>
              <p:spPr bwMode="auto">
                <a:xfrm>
                  <a:off x="3294" y="4934"/>
                  <a:ext cx="386"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11" name="Group 690"/>
              <p:cNvGrpSpPr>
                <a:grpSpLocks/>
              </p:cNvGrpSpPr>
              <p:nvPr/>
            </p:nvGrpSpPr>
            <p:grpSpPr bwMode="auto">
              <a:xfrm>
                <a:off x="5254625" y="8409756"/>
                <a:ext cx="1289050" cy="638175"/>
                <a:chOff x="-485" y="4118"/>
                <a:chExt cx="1479" cy="719"/>
              </a:xfrm>
            </p:grpSpPr>
            <p:pic>
              <p:nvPicPr>
                <p:cNvPr id="4119" name="Picture 678"/>
                <p:cNvPicPr>
                  <a:picLocks noChangeAspect="1" noChangeArrowheads="1"/>
                </p:cNvPicPr>
                <p:nvPr/>
              </p:nvPicPr>
              <p:blipFill>
                <a:blip r:embed="rId6">
                  <a:extLst>
                    <a:ext uri="{28A0092B-C50C-407E-A947-70E740481C1C}">
                      <a14:useLocalDpi xmlns:a14="http://schemas.microsoft.com/office/drawing/2010/main" val="0"/>
                    </a:ext>
                  </a:extLst>
                </a:blip>
                <a:srcRect l="80997" t="77261"/>
                <a:stretch>
                  <a:fillRect/>
                </a:stretch>
              </p:blipFill>
              <p:spPr bwMode="auto">
                <a:xfrm>
                  <a:off x="-63" y="4118"/>
                  <a:ext cx="1057" cy="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20" name="Picture 689"/>
                <p:cNvPicPr>
                  <a:picLocks noChangeAspect="1" noChangeArrowheads="1"/>
                </p:cNvPicPr>
                <p:nvPr/>
              </p:nvPicPr>
              <p:blipFill>
                <a:blip r:embed="rId5">
                  <a:extLst>
                    <a:ext uri="{28A0092B-C50C-407E-A947-70E740481C1C}">
                      <a14:useLocalDpi xmlns:a14="http://schemas.microsoft.com/office/drawing/2010/main" val="0"/>
                    </a:ext>
                  </a:extLst>
                </a:blip>
                <a:srcRect t="77261" r="87505"/>
                <a:stretch>
                  <a:fillRect/>
                </a:stretch>
              </p:blipFill>
              <p:spPr bwMode="auto">
                <a:xfrm>
                  <a:off x="-485" y="4118"/>
                  <a:ext cx="695" cy="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112" name="Text Box 691"/>
              <p:cNvSpPr txBox="1">
                <a:spLocks noChangeArrowheads="1"/>
              </p:cNvSpPr>
              <p:nvPr/>
            </p:nvSpPr>
            <p:spPr bwMode="auto">
              <a:xfrm>
                <a:off x="3467100" y="7450906"/>
                <a:ext cx="300082" cy="25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①</a:t>
                </a:r>
              </a:p>
            </p:txBody>
          </p:sp>
          <p:sp>
            <p:nvSpPr>
              <p:cNvPr id="4113" name="Text Box 692"/>
              <p:cNvSpPr txBox="1">
                <a:spLocks noChangeArrowheads="1"/>
              </p:cNvSpPr>
              <p:nvPr/>
            </p:nvSpPr>
            <p:spPr bwMode="auto">
              <a:xfrm>
                <a:off x="4999038" y="7450906"/>
                <a:ext cx="300082" cy="25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b="1">
                    <a:solidFill>
                      <a:srgbClr val="FF0000"/>
                    </a:solidFill>
                    <a:latin typeface="돋움" pitchFamily="50" charset="-127"/>
                    <a:ea typeface="돋움" pitchFamily="50" charset="-127"/>
                  </a:rPr>
                  <a:t>②</a:t>
                </a:r>
              </a:p>
            </p:txBody>
          </p:sp>
          <p:sp>
            <p:nvSpPr>
              <p:cNvPr id="4114" name="Text Box 693"/>
              <p:cNvSpPr txBox="1">
                <a:spLocks noChangeArrowheads="1"/>
              </p:cNvSpPr>
              <p:nvPr/>
            </p:nvSpPr>
            <p:spPr bwMode="auto">
              <a:xfrm>
                <a:off x="3467100" y="8470081"/>
                <a:ext cx="300082" cy="25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③</a:t>
                </a:r>
              </a:p>
            </p:txBody>
          </p:sp>
          <p:sp>
            <p:nvSpPr>
              <p:cNvPr id="4115" name="Text Box 694"/>
              <p:cNvSpPr txBox="1">
                <a:spLocks noChangeArrowheads="1"/>
              </p:cNvSpPr>
              <p:nvPr/>
            </p:nvSpPr>
            <p:spPr bwMode="auto">
              <a:xfrm>
                <a:off x="4999038" y="8470081"/>
                <a:ext cx="300082" cy="25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④</a:t>
                </a:r>
              </a:p>
            </p:txBody>
          </p:sp>
          <p:grpSp>
            <p:nvGrpSpPr>
              <p:cNvPr id="4116" name="Group 701"/>
              <p:cNvGrpSpPr>
                <a:grpSpLocks/>
              </p:cNvGrpSpPr>
              <p:nvPr/>
            </p:nvGrpSpPr>
            <p:grpSpPr bwMode="auto">
              <a:xfrm>
                <a:off x="3716338" y="8336731"/>
                <a:ext cx="1255712" cy="720725"/>
                <a:chOff x="-485" y="2866"/>
                <a:chExt cx="1466" cy="777"/>
              </a:xfrm>
            </p:grpSpPr>
            <p:pic>
              <p:nvPicPr>
                <p:cNvPr id="4117" name="Picture 698"/>
                <p:cNvPicPr>
                  <a:picLocks noChangeAspect="1" noChangeArrowheads="1"/>
                </p:cNvPicPr>
                <p:nvPr/>
              </p:nvPicPr>
              <p:blipFill>
                <a:blip r:embed="rId7">
                  <a:extLst>
                    <a:ext uri="{28A0092B-C50C-407E-A947-70E740481C1C}">
                      <a14:useLocalDpi xmlns:a14="http://schemas.microsoft.com/office/drawing/2010/main" val="0"/>
                    </a:ext>
                  </a:extLst>
                </a:blip>
                <a:srcRect l="83441"/>
                <a:stretch>
                  <a:fillRect/>
                </a:stretch>
              </p:blipFill>
              <p:spPr bwMode="auto">
                <a:xfrm>
                  <a:off x="60" y="2866"/>
                  <a:ext cx="921" cy="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18" name="Picture 700"/>
                <p:cNvPicPr>
                  <a:picLocks noChangeAspect="1" noChangeArrowheads="1"/>
                </p:cNvPicPr>
                <p:nvPr/>
              </p:nvPicPr>
              <p:blipFill>
                <a:blip r:embed="rId8">
                  <a:extLst>
                    <a:ext uri="{28A0092B-C50C-407E-A947-70E740481C1C}">
                      <a14:useLocalDpi xmlns:a14="http://schemas.microsoft.com/office/drawing/2010/main" val="0"/>
                    </a:ext>
                  </a:extLst>
                </a:blip>
                <a:srcRect r="88332"/>
                <a:stretch>
                  <a:fillRect/>
                </a:stretch>
              </p:blipFill>
              <p:spPr bwMode="auto">
                <a:xfrm>
                  <a:off x="-485" y="2869"/>
                  <a:ext cx="649" cy="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Tree>
    <p:extLst>
      <p:ext uri="{BB962C8B-B14F-4D97-AF65-F5344CB8AC3E}">
        <p14:creationId xmlns:p14="http://schemas.microsoft.com/office/powerpoint/2010/main" val="114223808"/>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6"/>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83" name="Text Box 6"/>
          <p:cNvSpPr txBox="1">
            <a:spLocks noChangeArrowheads="1"/>
          </p:cNvSpPr>
          <p:nvPr/>
        </p:nvSpPr>
        <p:spPr bwMode="auto">
          <a:xfrm>
            <a:off x="123825" y="211016"/>
            <a:ext cx="614977"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rPr>
              <a:t> PLC</a:t>
            </a:r>
            <a:endParaRPr lang="ko-KR" altLang="en-US" sz="1600" b="1" dirty="0">
              <a:effectLst>
                <a:outerShdw blurRad="38100" dist="38100" dir="2700000" algn="tl">
                  <a:srgbClr val="C0C0C0"/>
                </a:outerShdw>
              </a:effectLst>
            </a:endParaRPr>
          </a:p>
        </p:txBody>
      </p:sp>
      <p:sp>
        <p:nvSpPr>
          <p:cNvPr id="6148"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0"/>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32. Nhìn vào chương trình và biểu đồ dưới </a:t>
            </a:r>
            <a:r>
              <a:rPr lang="vi-VN" altLang="ko-KR" sz="900" smtClean="0">
                <a:latin typeface="Times New Roman" pitchFamily="18" charset="0"/>
                <a:ea typeface="돋움" pitchFamily="50" charset="-127"/>
                <a:cs typeface="Times New Roman" pitchFamily="18" charset="0"/>
              </a:rPr>
              <a:t>đây</a:t>
            </a:r>
            <a:r>
              <a:rPr lang="en-US" altLang="ko-KR" sz="900" smtClean="0">
                <a:latin typeface="Times New Roman" pitchFamily="18" charset="0"/>
                <a:ea typeface="돋움" pitchFamily="50" charset="-127"/>
                <a:cs typeface="Times New Roman" pitchFamily="18" charset="0"/>
              </a:rPr>
              <a:t>. Chọn những thời điểm mà C0 On</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     </a:t>
            </a:r>
            <a:r>
              <a:rPr lang="en-US" altLang="ko-KR" sz="900" smtClean="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 ⓒ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③ ⓑ, ⓓ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33. Đây là mô tả về các lệnh MC / MCR. Cái nào là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đúng?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Trong trường hợp MC / MCR ON → OFF, lệnh OUT</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là OFF.</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Trong trường hợp MC / MCR ON → OFF, lệnh SET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sẽ trở thành RST.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100ms, 10ms, bộ hẹn giờ tích hợp được đặt thành</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“0”</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Nếu bạn sử dụng MC ~ MCR, bạn có thể tiết kiệm</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thời gian quét.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34. Sau đây là giải thích </a:t>
            </a:r>
            <a:r>
              <a:rPr lang="vi-VN" altLang="ko-KR" sz="900" smtClean="0">
                <a:latin typeface="Times New Roman" pitchFamily="18" charset="0"/>
                <a:ea typeface="돋움" pitchFamily="50" charset="-127"/>
                <a:cs typeface="Times New Roman" pitchFamily="18" charset="0"/>
              </a:rPr>
              <a:t>về</a:t>
            </a:r>
            <a:r>
              <a:rPr lang="en-US" altLang="ko-KR" sz="900" smtClean="0">
                <a:latin typeface="Times New Roman" pitchFamily="18" charset="0"/>
                <a:ea typeface="돋움" pitchFamily="50" charset="-127"/>
                <a:cs typeface="Times New Roman" pitchFamily="18" charset="0"/>
              </a:rPr>
              <a:t> Latch Clear.</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“Clear </a:t>
            </a:r>
            <a:r>
              <a:rPr lang="vi-VN" altLang="ko-KR" sz="900" smtClean="0">
                <a:latin typeface="Times New Roman" pitchFamily="18" charset="0"/>
                <a:ea typeface="돋움" pitchFamily="50" charset="-127"/>
                <a:cs typeface="Times New Roman" pitchFamily="18" charset="0"/>
              </a:rPr>
              <a:t>(</a:t>
            </a:r>
            <a:r>
              <a:rPr lang="en-US" altLang="ko-KR" sz="900" smtClean="0">
                <a:latin typeface="Times New Roman" pitchFamily="18" charset="0"/>
                <a:ea typeface="돋움" pitchFamily="50" charset="-127"/>
                <a:cs typeface="Times New Roman" pitchFamily="18" charset="0"/>
              </a:rPr>
              <a:t>…</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được thiết lập bởi </a:t>
            </a:r>
            <a:r>
              <a:rPr lang="en-US" altLang="ko-KR" sz="900" smtClean="0">
                <a:latin typeface="Times New Roman" pitchFamily="18" charset="0"/>
                <a:ea typeface="돋움" pitchFamily="50" charset="-127"/>
                <a:cs typeface="Times New Roman" pitchFamily="18" charset="0"/>
              </a:rPr>
              <a:t>Latch</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Chọn đáp án điền vào thích hợp.</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Memory Card</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Program Memory</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Device Memory</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Format Program &amp;</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Memory Card</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35. Trong mạch </a:t>
            </a:r>
            <a:r>
              <a:rPr lang="en-US" altLang="ko-KR" sz="900" smtClean="0">
                <a:latin typeface="Times New Roman" pitchFamily="18" charset="0"/>
                <a:ea typeface="돋움" pitchFamily="50" charset="-127"/>
                <a:cs typeface="Times New Roman" pitchFamily="18" charset="0"/>
              </a:rPr>
              <a:t>Ladder phía dưới, </a:t>
            </a:r>
            <a:r>
              <a:rPr lang="en-US" altLang="ko-KR" sz="900">
                <a:latin typeface="Times New Roman" pitchFamily="18" charset="0"/>
                <a:ea typeface="돋움" pitchFamily="50" charset="-127"/>
                <a:cs typeface="Times New Roman" pitchFamily="18" charset="0"/>
              </a:rPr>
              <a:t>bật X0 trong 2 giây.</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Giá trị của D20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0  </a:t>
            </a:r>
            <a:r>
              <a:rPr lang="en-US" altLang="ko-KR" sz="900" smtClean="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10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③ 20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30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36. Chương trình tiếp theo K1 được truyền tới M bao </a:t>
            </a:r>
            <a:r>
              <a:rPr lang="vi-VN" altLang="ko-KR" sz="900" smtClean="0">
                <a:latin typeface="Times New Roman" pitchFamily="18" charset="0"/>
                <a:ea typeface="돋움" pitchFamily="50" charset="-127"/>
                <a:cs typeface="Times New Roman" pitchFamily="18" charset="0"/>
              </a:rPr>
              <a:t>nhiêu?</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① M9      ② M10        ③ M120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④ M119</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p:txBody>
      </p:sp>
      <p:sp>
        <p:nvSpPr>
          <p:cNvPr id="6149"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cs typeface="Times New Roman" pitchFamily="18" charset="0"/>
              </a:rPr>
              <a:t>37. Điều gì sai với mô tả của SM400?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Là tiếp điểm luôn Bật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Là </a:t>
            </a:r>
            <a:r>
              <a:rPr lang="vi-VN" altLang="ko-KR" sz="900" smtClean="0">
                <a:latin typeface="Times New Roman" pitchFamily="18" charset="0"/>
                <a:ea typeface="돋움" pitchFamily="50" charset="-127"/>
                <a:cs typeface="Times New Roman" pitchFamily="18" charset="0"/>
              </a:rPr>
              <a:t>một </a:t>
            </a:r>
            <a:r>
              <a:rPr lang="vi-VN" altLang="ko-KR" sz="900">
                <a:latin typeface="Times New Roman" pitchFamily="18" charset="0"/>
                <a:ea typeface="돋움" pitchFamily="50" charset="-127"/>
                <a:cs typeface="Times New Roman" pitchFamily="18" charset="0"/>
              </a:rPr>
              <a:t>rơ le đặc biệt.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Có thể sử dụng không giới hạn.</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④ B</a:t>
            </a:r>
            <a:r>
              <a:rPr lang="en-US" altLang="ko-KR" sz="900" b="1" smtClean="0">
                <a:solidFill>
                  <a:srgbClr val="FF0000"/>
                </a:solidFill>
                <a:latin typeface="Times New Roman" pitchFamily="18" charset="0"/>
                <a:ea typeface="돋움" pitchFamily="50" charset="-127"/>
                <a:cs typeface="Times New Roman" pitchFamily="18" charset="0"/>
              </a:rPr>
              <a:t>ật </a:t>
            </a:r>
            <a:r>
              <a:rPr lang="en-US" altLang="ko-KR" sz="900" b="1">
                <a:solidFill>
                  <a:srgbClr val="FF0000"/>
                </a:solidFill>
                <a:latin typeface="Times New Roman" pitchFamily="18" charset="0"/>
                <a:ea typeface="돋움" pitchFamily="50" charset="-127"/>
                <a:cs typeface="Times New Roman" pitchFamily="18" charset="0"/>
              </a:rPr>
              <a:t>/ tắt cứ sau 1 giây.</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38. Trong </a:t>
            </a:r>
            <a:r>
              <a:rPr lang="en-US" altLang="ko-KR" sz="900" smtClean="0">
                <a:latin typeface="Times New Roman" pitchFamily="18" charset="0"/>
                <a:ea typeface="돋움" pitchFamily="50" charset="-127"/>
                <a:cs typeface="Times New Roman" pitchFamily="18" charset="0"/>
              </a:rPr>
              <a:t>Parameter</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nơi đặt thanh ghi tệp R </a:t>
            </a:r>
            <a:r>
              <a:rPr lang="vi-VN" altLang="ko-KR" sz="900" smtClean="0">
                <a:latin typeface="Times New Roman" pitchFamily="18" charset="0"/>
                <a:ea typeface="돋움" pitchFamily="50" charset="-127"/>
                <a:cs typeface="Times New Roman" pitchFamily="18" charset="0"/>
              </a:rPr>
              <a:t>là</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PLC RAS</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PLC File</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Device</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System </a:t>
            </a:r>
            <a:r>
              <a:rPr lang="en-US" altLang="ko-KR" sz="900">
                <a:latin typeface="Times New Roman" pitchFamily="18" charset="0"/>
                <a:ea typeface="돋움" pitchFamily="50" charset="-127"/>
                <a:cs typeface="Times New Roman" pitchFamily="18" charset="0"/>
              </a:rPr>
              <a:t>PLC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39. Để kiểm tra xem các </a:t>
            </a:r>
            <a:r>
              <a:rPr lang="en-US" altLang="ko-KR" sz="900" smtClean="0">
                <a:latin typeface="Times New Roman" pitchFamily="18" charset="0"/>
                <a:ea typeface="돋움" pitchFamily="50" charset="-127"/>
                <a:cs typeface="Times New Roman" pitchFamily="18" charset="0"/>
              </a:rPr>
              <a:t>Card</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PLC đang sử dụng có</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Sử dụng chức năng nào?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Chẩn đoán PLC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Monitor</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③ Giám sát hệ thống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Giám sát lỗi</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40. Thời lượng pin Q6BAT là bao </a:t>
            </a:r>
            <a:r>
              <a:rPr lang="vi-VN" altLang="ko-KR" sz="900" smtClean="0">
                <a:latin typeface="Times New Roman" pitchFamily="18" charset="0"/>
                <a:ea typeface="돋움" pitchFamily="50" charset="-127"/>
                <a:cs typeface="Times New Roman" pitchFamily="18" charset="0"/>
              </a:rPr>
              <a:t>lâu? (</a:t>
            </a:r>
            <a:r>
              <a:rPr lang="vi-VN" altLang="ko-KR" sz="900">
                <a:latin typeface="Times New Roman" pitchFamily="18" charset="0"/>
                <a:ea typeface="돋움" pitchFamily="50" charset="-127"/>
                <a:cs typeface="Times New Roman" pitchFamily="18" charset="0"/>
              </a:rPr>
              <a:t>Khi được kết nối với mô-đun CPU và luôn được cung cấp năng lượng)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7 năm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8 năm</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9 năm </a:t>
            </a:r>
            <a:r>
              <a:rPr lang="en-US"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④ 10 năm</a:t>
            </a:r>
          </a:p>
        </p:txBody>
      </p:sp>
      <p:grpSp>
        <p:nvGrpSpPr>
          <p:cNvPr id="6150" name="Group 246"/>
          <p:cNvGrpSpPr>
            <a:grpSpLocks/>
          </p:cNvGrpSpPr>
          <p:nvPr/>
        </p:nvGrpSpPr>
        <p:grpSpPr bwMode="auto">
          <a:xfrm>
            <a:off x="568325" y="1148861"/>
            <a:ext cx="2592388" cy="562708"/>
            <a:chOff x="770" y="26691"/>
            <a:chExt cx="259" cy="69"/>
          </a:xfrm>
        </p:grpSpPr>
        <p:pic>
          <p:nvPicPr>
            <p:cNvPr id="6215" name="Picture 24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0" y="26691"/>
              <a:ext cx="66"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16" name="Picture 2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1" y="26691"/>
              <a:ext cx="19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151" name="Group 284"/>
          <p:cNvGrpSpPr>
            <a:grpSpLocks/>
          </p:cNvGrpSpPr>
          <p:nvPr/>
        </p:nvGrpSpPr>
        <p:grpSpPr bwMode="auto">
          <a:xfrm>
            <a:off x="423864" y="1871295"/>
            <a:ext cx="2789237" cy="794238"/>
            <a:chOff x="267" y="3320"/>
            <a:chExt cx="1757" cy="542"/>
          </a:xfrm>
        </p:grpSpPr>
        <p:sp>
          <p:nvSpPr>
            <p:cNvPr id="6184" name="Line 250"/>
            <p:cNvSpPr>
              <a:spLocks noChangeShapeType="1"/>
            </p:cNvSpPr>
            <p:nvPr/>
          </p:nvSpPr>
          <p:spPr bwMode="auto">
            <a:xfrm>
              <a:off x="440" y="3443"/>
              <a:ext cx="15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185" name="Line 251"/>
            <p:cNvSpPr>
              <a:spLocks noChangeShapeType="1"/>
            </p:cNvSpPr>
            <p:nvPr/>
          </p:nvSpPr>
          <p:spPr bwMode="auto">
            <a:xfrm>
              <a:off x="440" y="3635"/>
              <a:ext cx="15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186" name="Line 252"/>
            <p:cNvSpPr>
              <a:spLocks noChangeShapeType="1"/>
            </p:cNvSpPr>
            <p:nvPr/>
          </p:nvSpPr>
          <p:spPr bwMode="auto">
            <a:xfrm>
              <a:off x="440" y="3826"/>
              <a:ext cx="15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187" name="Rectangle 253"/>
            <p:cNvSpPr>
              <a:spLocks noChangeArrowheads="1"/>
            </p:cNvSpPr>
            <p:nvPr/>
          </p:nvSpPr>
          <p:spPr bwMode="auto">
            <a:xfrm>
              <a:off x="461" y="3347"/>
              <a:ext cx="135"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88" name="Rectangle 254"/>
            <p:cNvSpPr>
              <a:spLocks noChangeArrowheads="1"/>
            </p:cNvSpPr>
            <p:nvPr/>
          </p:nvSpPr>
          <p:spPr bwMode="auto">
            <a:xfrm>
              <a:off x="732"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89" name="Rectangle 255"/>
            <p:cNvSpPr>
              <a:spLocks noChangeArrowheads="1"/>
            </p:cNvSpPr>
            <p:nvPr/>
          </p:nvSpPr>
          <p:spPr bwMode="auto">
            <a:xfrm>
              <a:off x="1004"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0" name="Rectangle 256"/>
            <p:cNvSpPr>
              <a:spLocks noChangeArrowheads="1"/>
            </p:cNvSpPr>
            <p:nvPr/>
          </p:nvSpPr>
          <p:spPr bwMode="auto">
            <a:xfrm>
              <a:off x="1276"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1" name="Rectangle 257"/>
            <p:cNvSpPr>
              <a:spLocks noChangeArrowheads="1"/>
            </p:cNvSpPr>
            <p:nvPr/>
          </p:nvSpPr>
          <p:spPr bwMode="auto">
            <a:xfrm>
              <a:off x="1548"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2" name="Rectangle 258"/>
            <p:cNvSpPr>
              <a:spLocks noChangeArrowheads="1"/>
            </p:cNvSpPr>
            <p:nvPr/>
          </p:nvSpPr>
          <p:spPr bwMode="auto">
            <a:xfrm>
              <a:off x="1819" y="334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3" name="Rectangle 259"/>
            <p:cNvSpPr>
              <a:spLocks noChangeArrowheads="1"/>
            </p:cNvSpPr>
            <p:nvPr/>
          </p:nvSpPr>
          <p:spPr bwMode="auto">
            <a:xfrm>
              <a:off x="687" y="3537"/>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4" name="Rectangle 260"/>
            <p:cNvSpPr>
              <a:spLocks noChangeArrowheads="1"/>
            </p:cNvSpPr>
            <p:nvPr/>
          </p:nvSpPr>
          <p:spPr bwMode="auto">
            <a:xfrm>
              <a:off x="1197" y="3539"/>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5" name="Rectangle 261"/>
            <p:cNvSpPr>
              <a:spLocks noChangeArrowheads="1"/>
            </p:cNvSpPr>
            <p:nvPr/>
          </p:nvSpPr>
          <p:spPr bwMode="auto">
            <a:xfrm>
              <a:off x="1864" y="3539"/>
              <a:ext cx="136"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6196" name="Line 262"/>
            <p:cNvSpPr>
              <a:spLocks noChangeShapeType="1"/>
            </p:cNvSpPr>
            <p:nvPr/>
          </p:nvSpPr>
          <p:spPr bwMode="auto">
            <a:xfrm>
              <a:off x="735"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197" name="Line 263"/>
            <p:cNvSpPr>
              <a:spLocks noChangeShapeType="1"/>
            </p:cNvSpPr>
            <p:nvPr/>
          </p:nvSpPr>
          <p:spPr bwMode="auto">
            <a:xfrm>
              <a:off x="1004"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198" name="Line 264"/>
            <p:cNvSpPr>
              <a:spLocks noChangeShapeType="1"/>
            </p:cNvSpPr>
            <p:nvPr/>
          </p:nvSpPr>
          <p:spPr bwMode="auto">
            <a:xfrm>
              <a:off x="1550"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199" name="Line 265"/>
            <p:cNvSpPr>
              <a:spLocks noChangeShapeType="1"/>
            </p:cNvSpPr>
            <p:nvPr/>
          </p:nvSpPr>
          <p:spPr bwMode="auto">
            <a:xfrm>
              <a:off x="1819" y="3443"/>
              <a:ext cx="0" cy="38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200" name="Rectangle 269"/>
            <p:cNvSpPr>
              <a:spLocks noChangeArrowheads="1"/>
            </p:cNvSpPr>
            <p:nvPr/>
          </p:nvSpPr>
          <p:spPr bwMode="auto">
            <a:xfrm>
              <a:off x="735" y="3731"/>
              <a:ext cx="136" cy="95"/>
            </a:xfrm>
            <a:prstGeom prst="rect">
              <a:avLst/>
            </a:prstGeom>
            <a:solidFill>
              <a:srgbClr val="CCCCFF"/>
            </a:solidFill>
            <a:ln w="9525">
              <a:solidFill>
                <a:srgbClr val="000000"/>
              </a:solidFill>
              <a:miter lim="800000"/>
              <a:headEnd/>
              <a:tailEnd/>
            </a:ln>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endParaRPr lang="ko-KR" altLang="ko-KR" sz="900">
                <a:latin typeface="돋움" pitchFamily="50" charset="-127"/>
                <a:ea typeface="돋움" pitchFamily="50" charset="-127"/>
              </a:endParaRPr>
            </a:p>
          </p:txBody>
        </p:sp>
        <p:sp>
          <p:nvSpPr>
            <p:cNvPr id="6201" name="Rectangle 270"/>
            <p:cNvSpPr>
              <a:spLocks noChangeArrowheads="1"/>
            </p:cNvSpPr>
            <p:nvPr/>
          </p:nvSpPr>
          <p:spPr bwMode="auto">
            <a:xfrm>
              <a:off x="1005" y="3731"/>
              <a:ext cx="136" cy="95"/>
            </a:xfrm>
            <a:prstGeom prst="rect">
              <a:avLst/>
            </a:prstGeom>
            <a:solidFill>
              <a:srgbClr val="CCCCFF"/>
            </a:solidFill>
            <a:ln w="9525">
              <a:solidFill>
                <a:srgbClr val="000000"/>
              </a:solidFill>
              <a:miter lim="800000"/>
              <a:headEnd/>
              <a:tailEnd/>
            </a:ln>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endParaRPr lang="ko-KR" altLang="ko-KR" sz="900">
                <a:latin typeface="돋움" pitchFamily="50" charset="-127"/>
                <a:ea typeface="돋움" pitchFamily="50" charset="-127"/>
              </a:endParaRPr>
            </a:p>
          </p:txBody>
        </p:sp>
        <p:sp>
          <p:nvSpPr>
            <p:cNvPr id="6202" name="Rectangle 271"/>
            <p:cNvSpPr>
              <a:spLocks noChangeArrowheads="1"/>
            </p:cNvSpPr>
            <p:nvPr/>
          </p:nvSpPr>
          <p:spPr bwMode="auto">
            <a:xfrm>
              <a:off x="1550" y="3731"/>
              <a:ext cx="136" cy="95"/>
            </a:xfrm>
            <a:prstGeom prst="rect">
              <a:avLst/>
            </a:prstGeom>
            <a:solidFill>
              <a:srgbClr val="CCCCFF"/>
            </a:solidFill>
            <a:ln w="9525">
              <a:solidFill>
                <a:srgbClr val="000000"/>
              </a:solidFill>
              <a:miter lim="800000"/>
              <a:headEnd/>
              <a:tailEnd/>
            </a:ln>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endParaRPr lang="ko-KR" altLang="ko-KR" sz="900">
                <a:latin typeface="돋움" pitchFamily="50" charset="-127"/>
                <a:ea typeface="돋움" pitchFamily="50" charset="-127"/>
              </a:endParaRPr>
            </a:p>
          </p:txBody>
        </p:sp>
        <p:sp>
          <p:nvSpPr>
            <p:cNvPr id="6203" name="Rectangle 272"/>
            <p:cNvSpPr>
              <a:spLocks noChangeArrowheads="1"/>
            </p:cNvSpPr>
            <p:nvPr/>
          </p:nvSpPr>
          <p:spPr bwMode="auto">
            <a:xfrm>
              <a:off x="1819" y="3731"/>
              <a:ext cx="136" cy="95"/>
            </a:xfrm>
            <a:prstGeom prst="rect">
              <a:avLst/>
            </a:prstGeom>
            <a:solidFill>
              <a:srgbClr val="CCCCFF"/>
            </a:solidFill>
            <a:ln w="9525">
              <a:solidFill>
                <a:srgbClr val="000000"/>
              </a:solidFill>
              <a:miter lim="800000"/>
              <a:headEnd/>
              <a:tailEnd/>
            </a:ln>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endParaRPr lang="ko-KR" altLang="ko-KR" sz="900">
                <a:latin typeface="돋움" pitchFamily="50" charset="-127"/>
                <a:ea typeface="돋움" pitchFamily="50" charset="-127"/>
              </a:endParaRPr>
            </a:p>
          </p:txBody>
        </p:sp>
        <p:sp>
          <p:nvSpPr>
            <p:cNvPr id="6204" name="Line 273"/>
            <p:cNvSpPr>
              <a:spLocks noChangeShapeType="1"/>
            </p:cNvSpPr>
            <p:nvPr/>
          </p:nvSpPr>
          <p:spPr bwMode="auto">
            <a:xfrm>
              <a:off x="1007" y="3728"/>
              <a:ext cx="0" cy="96"/>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205" name="Line 274"/>
            <p:cNvSpPr>
              <a:spLocks noChangeShapeType="1"/>
            </p:cNvSpPr>
            <p:nvPr/>
          </p:nvSpPr>
          <p:spPr bwMode="auto">
            <a:xfrm>
              <a:off x="732" y="3724"/>
              <a:ext cx="0" cy="95"/>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206" name="Line 275"/>
            <p:cNvSpPr>
              <a:spLocks noChangeShapeType="1"/>
            </p:cNvSpPr>
            <p:nvPr/>
          </p:nvSpPr>
          <p:spPr bwMode="auto">
            <a:xfrm>
              <a:off x="1550" y="3726"/>
              <a:ext cx="0" cy="96"/>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207" name="Line 276"/>
            <p:cNvSpPr>
              <a:spLocks noChangeShapeType="1"/>
            </p:cNvSpPr>
            <p:nvPr/>
          </p:nvSpPr>
          <p:spPr bwMode="auto">
            <a:xfrm>
              <a:off x="1819" y="3728"/>
              <a:ext cx="0" cy="96"/>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nchor="ctr"/>
            <a:lstStyle/>
            <a:p>
              <a:endParaRPr lang="ko-KR" altLang="en-US"/>
            </a:p>
          </p:txBody>
        </p:sp>
        <p:sp>
          <p:nvSpPr>
            <p:cNvPr id="6208" name="Text Box 277"/>
            <p:cNvSpPr txBox="1">
              <a:spLocks noChangeArrowheads="1"/>
            </p:cNvSpPr>
            <p:nvPr/>
          </p:nvSpPr>
          <p:spPr bwMode="auto">
            <a:xfrm>
              <a:off x="267" y="3320"/>
              <a:ext cx="200"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X0</a:t>
              </a:r>
            </a:p>
          </p:txBody>
        </p:sp>
        <p:sp>
          <p:nvSpPr>
            <p:cNvPr id="6209" name="Text Box 278"/>
            <p:cNvSpPr txBox="1">
              <a:spLocks noChangeArrowheads="1"/>
            </p:cNvSpPr>
            <p:nvPr/>
          </p:nvSpPr>
          <p:spPr bwMode="auto">
            <a:xfrm>
              <a:off x="267" y="3518"/>
              <a:ext cx="200"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X1</a:t>
              </a:r>
            </a:p>
          </p:txBody>
        </p:sp>
        <p:sp>
          <p:nvSpPr>
            <p:cNvPr id="6210" name="Text Box 279"/>
            <p:cNvSpPr txBox="1">
              <a:spLocks noChangeArrowheads="1"/>
            </p:cNvSpPr>
            <p:nvPr/>
          </p:nvSpPr>
          <p:spPr bwMode="auto">
            <a:xfrm>
              <a:off x="267" y="3704"/>
              <a:ext cx="203"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C0</a:t>
              </a:r>
            </a:p>
          </p:txBody>
        </p:sp>
        <p:sp>
          <p:nvSpPr>
            <p:cNvPr id="6211" name="Text Box 280"/>
            <p:cNvSpPr txBox="1">
              <a:spLocks noChangeArrowheads="1"/>
            </p:cNvSpPr>
            <p:nvPr/>
          </p:nvSpPr>
          <p:spPr bwMode="auto">
            <a:xfrm>
              <a:off x="709" y="3698"/>
              <a:ext cx="189"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endParaRPr lang="en-US" altLang="ko-KR" sz="900">
                <a:latin typeface="돋움" pitchFamily="50" charset="-127"/>
                <a:ea typeface="돋움" pitchFamily="50" charset="-127"/>
              </a:endParaRPr>
            </a:p>
          </p:txBody>
        </p:sp>
        <p:sp>
          <p:nvSpPr>
            <p:cNvPr id="6212" name="Text Box 281"/>
            <p:cNvSpPr txBox="1">
              <a:spLocks noChangeArrowheads="1"/>
            </p:cNvSpPr>
            <p:nvPr/>
          </p:nvSpPr>
          <p:spPr bwMode="auto">
            <a:xfrm>
              <a:off x="979" y="3698"/>
              <a:ext cx="189"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endParaRPr lang="en-US" altLang="ko-KR" sz="900">
                <a:latin typeface="돋움" pitchFamily="50" charset="-127"/>
                <a:ea typeface="돋움" pitchFamily="50" charset="-127"/>
              </a:endParaRPr>
            </a:p>
          </p:txBody>
        </p:sp>
        <p:sp>
          <p:nvSpPr>
            <p:cNvPr id="6213" name="Text Box 282"/>
            <p:cNvSpPr txBox="1">
              <a:spLocks noChangeArrowheads="1"/>
            </p:cNvSpPr>
            <p:nvPr/>
          </p:nvSpPr>
          <p:spPr bwMode="auto">
            <a:xfrm>
              <a:off x="1525" y="3698"/>
              <a:ext cx="189"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endParaRPr lang="en-US" altLang="ko-KR" sz="900">
                <a:latin typeface="돋움" pitchFamily="50" charset="-127"/>
                <a:ea typeface="돋움" pitchFamily="50" charset="-127"/>
              </a:endParaRPr>
            </a:p>
          </p:txBody>
        </p:sp>
        <p:sp>
          <p:nvSpPr>
            <p:cNvPr id="6214" name="Text Box 283"/>
            <p:cNvSpPr txBox="1">
              <a:spLocks noChangeArrowheads="1"/>
            </p:cNvSpPr>
            <p:nvPr/>
          </p:nvSpPr>
          <p:spPr bwMode="auto">
            <a:xfrm>
              <a:off x="1795" y="3698"/>
              <a:ext cx="189"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endParaRPr lang="en-US" altLang="ko-KR" sz="900">
                <a:latin typeface="돋움" pitchFamily="50" charset="-127"/>
                <a:ea typeface="돋움" pitchFamily="50" charset="-127"/>
              </a:endParaRPr>
            </a:p>
          </p:txBody>
        </p:sp>
      </p:grpSp>
      <p:grpSp>
        <p:nvGrpSpPr>
          <p:cNvPr id="6152" name="Group 112"/>
          <p:cNvGrpSpPr>
            <a:grpSpLocks/>
          </p:cNvGrpSpPr>
          <p:nvPr/>
        </p:nvGrpSpPr>
        <p:grpSpPr bwMode="auto">
          <a:xfrm>
            <a:off x="352425" y="6572250"/>
            <a:ext cx="2990850" cy="895350"/>
            <a:chOff x="0" y="0"/>
            <a:chExt cx="1882" cy="716"/>
          </a:xfrm>
        </p:grpSpPr>
        <p:sp>
          <p:nvSpPr>
            <p:cNvPr id="6163" name="Line 113"/>
            <p:cNvSpPr>
              <a:spLocks noChangeShapeType="1"/>
            </p:cNvSpPr>
            <p:nvPr/>
          </p:nvSpPr>
          <p:spPr bwMode="auto">
            <a:xfrm>
              <a:off x="0" y="81"/>
              <a:ext cx="0" cy="63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4" name="Line 114"/>
            <p:cNvSpPr>
              <a:spLocks noChangeShapeType="1"/>
            </p:cNvSpPr>
            <p:nvPr/>
          </p:nvSpPr>
          <p:spPr bwMode="auto">
            <a:xfrm>
              <a:off x="0" y="177"/>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5" name="Line 115"/>
            <p:cNvSpPr>
              <a:spLocks noChangeShapeType="1"/>
            </p:cNvSpPr>
            <p:nvPr/>
          </p:nvSpPr>
          <p:spPr bwMode="auto">
            <a:xfrm>
              <a:off x="96" y="129"/>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6" name="Line 116"/>
            <p:cNvSpPr>
              <a:spLocks noChangeShapeType="1"/>
            </p:cNvSpPr>
            <p:nvPr/>
          </p:nvSpPr>
          <p:spPr bwMode="auto">
            <a:xfrm>
              <a:off x="144" y="129"/>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7" name="Line 117"/>
            <p:cNvSpPr>
              <a:spLocks noChangeShapeType="1"/>
            </p:cNvSpPr>
            <p:nvPr/>
          </p:nvSpPr>
          <p:spPr bwMode="auto">
            <a:xfrm>
              <a:off x="1882" y="81"/>
              <a:ext cx="0" cy="6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8" name="Line 118"/>
            <p:cNvSpPr>
              <a:spLocks noChangeShapeType="1"/>
            </p:cNvSpPr>
            <p:nvPr/>
          </p:nvSpPr>
          <p:spPr bwMode="auto">
            <a:xfrm>
              <a:off x="144" y="177"/>
              <a:ext cx="17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9" name="Text Box 119"/>
            <p:cNvSpPr txBox="1">
              <a:spLocks noChangeArrowheads="1"/>
            </p:cNvSpPr>
            <p:nvPr/>
          </p:nvSpPr>
          <p:spPr bwMode="auto">
            <a:xfrm>
              <a:off x="25" y="0"/>
              <a:ext cx="204"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X0</a:t>
              </a:r>
            </a:p>
          </p:txBody>
        </p:sp>
        <p:sp>
          <p:nvSpPr>
            <p:cNvPr id="6170" name="Line 120"/>
            <p:cNvSpPr>
              <a:spLocks noChangeShapeType="1"/>
            </p:cNvSpPr>
            <p:nvPr/>
          </p:nvSpPr>
          <p:spPr bwMode="auto">
            <a:xfrm>
              <a:off x="240" y="177"/>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71" name="Line 121"/>
            <p:cNvSpPr>
              <a:spLocks noChangeShapeType="1"/>
            </p:cNvSpPr>
            <p:nvPr/>
          </p:nvSpPr>
          <p:spPr bwMode="auto">
            <a:xfrm>
              <a:off x="240" y="380"/>
              <a:ext cx="16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72" name="Line 122"/>
            <p:cNvSpPr>
              <a:spLocks noChangeShapeType="1"/>
            </p:cNvSpPr>
            <p:nvPr/>
          </p:nvSpPr>
          <p:spPr bwMode="auto">
            <a:xfrm>
              <a:off x="240" y="321"/>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73" name="Line 123"/>
            <p:cNvSpPr>
              <a:spLocks noChangeShapeType="1"/>
            </p:cNvSpPr>
            <p:nvPr/>
          </p:nvSpPr>
          <p:spPr bwMode="auto">
            <a:xfrm>
              <a:off x="240" y="465"/>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74" name="Line 124"/>
            <p:cNvSpPr>
              <a:spLocks noChangeShapeType="1"/>
            </p:cNvSpPr>
            <p:nvPr/>
          </p:nvSpPr>
          <p:spPr bwMode="auto">
            <a:xfrm>
              <a:off x="240" y="609"/>
              <a:ext cx="16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75" name="Rectangle 125"/>
            <p:cNvSpPr>
              <a:spLocks noChangeArrowheads="1"/>
            </p:cNvSpPr>
            <p:nvPr/>
          </p:nvSpPr>
          <p:spPr bwMode="auto">
            <a:xfrm>
              <a:off x="1112" y="102"/>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K10</a:t>
              </a:r>
            </a:p>
          </p:txBody>
        </p:sp>
        <p:sp>
          <p:nvSpPr>
            <p:cNvPr id="6176" name="Rectangle 126"/>
            <p:cNvSpPr>
              <a:spLocks noChangeArrowheads="1"/>
            </p:cNvSpPr>
            <p:nvPr/>
          </p:nvSpPr>
          <p:spPr bwMode="auto">
            <a:xfrm>
              <a:off x="1448" y="102"/>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D10</a:t>
              </a:r>
            </a:p>
          </p:txBody>
        </p:sp>
        <p:sp>
          <p:nvSpPr>
            <p:cNvPr id="6177" name="Rectangle 127"/>
            <p:cNvSpPr>
              <a:spLocks noChangeArrowheads="1"/>
            </p:cNvSpPr>
            <p:nvPr/>
          </p:nvSpPr>
          <p:spPr bwMode="auto">
            <a:xfrm>
              <a:off x="776" y="102"/>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MOV</a:t>
              </a:r>
            </a:p>
          </p:txBody>
        </p:sp>
        <p:sp>
          <p:nvSpPr>
            <p:cNvPr id="6178" name="Rectangle 128"/>
            <p:cNvSpPr>
              <a:spLocks noChangeArrowheads="1"/>
            </p:cNvSpPr>
            <p:nvPr/>
          </p:nvSpPr>
          <p:spPr bwMode="auto">
            <a:xfrm>
              <a:off x="1112" y="30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K20</a:t>
              </a:r>
            </a:p>
          </p:txBody>
        </p:sp>
        <p:sp>
          <p:nvSpPr>
            <p:cNvPr id="6179" name="Rectangle 129"/>
            <p:cNvSpPr>
              <a:spLocks noChangeArrowheads="1"/>
            </p:cNvSpPr>
            <p:nvPr/>
          </p:nvSpPr>
          <p:spPr bwMode="auto">
            <a:xfrm>
              <a:off x="1448" y="30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D10</a:t>
              </a:r>
            </a:p>
          </p:txBody>
        </p:sp>
        <p:sp>
          <p:nvSpPr>
            <p:cNvPr id="6180" name="Rectangle 130"/>
            <p:cNvSpPr>
              <a:spLocks noChangeArrowheads="1"/>
            </p:cNvSpPr>
            <p:nvPr/>
          </p:nvSpPr>
          <p:spPr bwMode="auto">
            <a:xfrm>
              <a:off x="776" y="30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MOVP</a:t>
              </a:r>
            </a:p>
          </p:txBody>
        </p:sp>
        <p:sp>
          <p:nvSpPr>
            <p:cNvPr id="6181" name="Rectangle 131"/>
            <p:cNvSpPr>
              <a:spLocks noChangeArrowheads="1"/>
            </p:cNvSpPr>
            <p:nvPr/>
          </p:nvSpPr>
          <p:spPr bwMode="auto">
            <a:xfrm>
              <a:off x="1112" y="53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D10</a:t>
              </a:r>
            </a:p>
          </p:txBody>
        </p:sp>
        <p:sp>
          <p:nvSpPr>
            <p:cNvPr id="6182" name="Rectangle 132"/>
            <p:cNvSpPr>
              <a:spLocks noChangeArrowheads="1"/>
            </p:cNvSpPr>
            <p:nvPr/>
          </p:nvSpPr>
          <p:spPr bwMode="auto">
            <a:xfrm>
              <a:off x="1448" y="53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D20</a:t>
              </a:r>
            </a:p>
          </p:txBody>
        </p:sp>
        <p:sp>
          <p:nvSpPr>
            <p:cNvPr id="6183" name="Rectangle 133"/>
            <p:cNvSpPr>
              <a:spLocks noChangeArrowheads="1"/>
            </p:cNvSpPr>
            <p:nvPr/>
          </p:nvSpPr>
          <p:spPr bwMode="auto">
            <a:xfrm>
              <a:off x="776" y="53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Arial" charset="0"/>
                </a:rPr>
                <a:t>MOV</a:t>
              </a:r>
            </a:p>
          </p:txBody>
        </p:sp>
      </p:grpSp>
      <p:grpSp>
        <p:nvGrpSpPr>
          <p:cNvPr id="6153" name="Group 181"/>
          <p:cNvGrpSpPr>
            <a:grpSpLocks/>
          </p:cNvGrpSpPr>
          <p:nvPr/>
        </p:nvGrpSpPr>
        <p:grpSpPr bwMode="auto">
          <a:xfrm>
            <a:off x="352425" y="8001000"/>
            <a:ext cx="2990850" cy="474785"/>
            <a:chOff x="0" y="0"/>
            <a:chExt cx="1632" cy="324"/>
          </a:xfrm>
        </p:grpSpPr>
        <p:sp>
          <p:nvSpPr>
            <p:cNvPr id="6154" name="Line 182"/>
            <p:cNvSpPr>
              <a:spLocks noChangeShapeType="1"/>
            </p:cNvSpPr>
            <p:nvPr/>
          </p:nvSpPr>
          <p:spPr bwMode="auto">
            <a:xfrm>
              <a:off x="0" y="36"/>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55" name="Line 183"/>
            <p:cNvSpPr>
              <a:spLocks noChangeShapeType="1"/>
            </p:cNvSpPr>
            <p:nvPr/>
          </p:nvSpPr>
          <p:spPr bwMode="auto">
            <a:xfrm>
              <a:off x="0" y="180"/>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56" name="Line 184"/>
            <p:cNvSpPr>
              <a:spLocks noChangeShapeType="1"/>
            </p:cNvSpPr>
            <p:nvPr/>
          </p:nvSpPr>
          <p:spPr bwMode="auto">
            <a:xfrm>
              <a:off x="192" y="13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57" name="Line 185"/>
            <p:cNvSpPr>
              <a:spLocks noChangeShapeType="1"/>
            </p:cNvSpPr>
            <p:nvPr/>
          </p:nvSpPr>
          <p:spPr bwMode="auto">
            <a:xfrm>
              <a:off x="240" y="13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58" name="Line 186"/>
            <p:cNvSpPr>
              <a:spLocks noChangeShapeType="1"/>
            </p:cNvSpPr>
            <p:nvPr/>
          </p:nvSpPr>
          <p:spPr bwMode="auto">
            <a:xfrm>
              <a:off x="240" y="180"/>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59" name="Text Box 187"/>
            <p:cNvSpPr txBox="1">
              <a:spLocks noChangeArrowheads="1"/>
            </p:cNvSpPr>
            <p:nvPr/>
          </p:nvSpPr>
          <p:spPr bwMode="auto">
            <a:xfrm>
              <a:off x="114" y="0"/>
              <a:ext cx="202" cy="1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Times New Roman" pitchFamily="18" charset="0"/>
                  <a:cs typeface="Times New Roman" pitchFamily="18" charset="0"/>
                </a:rPr>
                <a:t>X0</a:t>
              </a:r>
            </a:p>
          </p:txBody>
        </p:sp>
        <p:sp>
          <p:nvSpPr>
            <p:cNvPr id="6160" name="Line 188"/>
            <p:cNvSpPr>
              <a:spLocks noChangeShapeType="1"/>
            </p:cNvSpPr>
            <p:nvPr/>
          </p:nvSpPr>
          <p:spPr bwMode="auto">
            <a:xfrm>
              <a:off x="1632" y="36"/>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sp>
          <p:nvSpPr>
            <p:cNvPr id="6161" name="Text Box 189"/>
            <p:cNvSpPr txBox="1">
              <a:spLocks noChangeArrowheads="1"/>
            </p:cNvSpPr>
            <p:nvPr/>
          </p:nvSpPr>
          <p:spPr bwMode="auto">
            <a:xfrm>
              <a:off x="648" y="107"/>
              <a:ext cx="910" cy="1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a:latin typeface="Times New Roman" pitchFamily="18" charset="0"/>
                  <a:cs typeface="Times New Roman" pitchFamily="18" charset="0"/>
                </a:rPr>
                <a:t>[   FMOV   K1   K3M0   K10   </a:t>
              </a:r>
              <a:r>
                <a:rPr lang="en-US" altLang="ko-KR" sz="800"/>
                <a:t>]</a:t>
              </a:r>
            </a:p>
          </p:txBody>
        </p:sp>
        <p:sp>
          <p:nvSpPr>
            <p:cNvPr id="6162" name="Line 190"/>
            <p:cNvSpPr>
              <a:spLocks noChangeShapeType="1"/>
            </p:cNvSpPr>
            <p:nvPr/>
          </p:nvSpPr>
          <p:spPr bwMode="auto">
            <a:xfrm>
              <a:off x="1488" y="180"/>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p>
          </p:txBody>
        </p:sp>
      </p:grpSp>
      <p:sp>
        <p:nvSpPr>
          <p:cNvPr id="73" name="TextBox 72"/>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4</a:t>
            </a:r>
          </a:p>
        </p:txBody>
      </p:sp>
    </p:spTree>
    <p:extLst>
      <p:ext uri="{BB962C8B-B14F-4D97-AF65-F5344CB8AC3E}">
        <p14:creationId xmlns:p14="http://schemas.microsoft.com/office/powerpoint/2010/main" val="3101774859"/>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35" name="Text Box 5"/>
          <p:cNvSpPr txBox="1">
            <a:spLocks noChangeArrowheads="1"/>
          </p:cNvSpPr>
          <p:nvPr/>
        </p:nvSpPr>
        <p:spPr bwMode="auto">
          <a:xfrm>
            <a:off x="174625" y="221274"/>
            <a:ext cx="10919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600" b="1">
                <a:effectLst>
                  <a:outerShdw blurRad="38100" dist="38100" dir="2700000" algn="tl">
                    <a:srgbClr val="C0C0C0"/>
                  </a:outerShdw>
                </a:effectLst>
                <a:latin typeface="Times New Roman" panose="02020603050405020304" pitchFamily="18" charset="0"/>
                <a:cs typeface="Times New Roman" panose="02020603050405020304" pitchFamily="18" charset="0"/>
              </a:rPr>
              <a:t> </a:t>
            </a: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Khí nén </a:t>
            </a:r>
            <a:r>
              <a:rPr lang="ko-KR" altLang="en-US"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 </a:t>
            </a: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 </a:t>
            </a:r>
            <a:endParaRPr lang="en-US" altLang="ko-KR"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grpSp>
        <p:nvGrpSpPr>
          <p:cNvPr id="8196" name="Group 2"/>
          <p:cNvGrpSpPr>
            <a:grpSpLocks/>
          </p:cNvGrpSpPr>
          <p:nvPr/>
        </p:nvGrpSpPr>
        <p:grpSpPr bwMode="auto">
          <a:xfrm>
            <a:off x="304800" y="716574"/>
            <a:ext cx="6248400" cy="8216411"/>
            <a:chOff x="192" y="672"/>
            <a:chExt cx="3936" cy="5424"/>
          </a:xfrm>
        </p:grpSpPr>
        <p:sp>
          <p:nvSpPr>
            <p:cNvPr id="8268" name="Rectangle 3"/>
            <p:cNvSpPr>
              <a:spLocks noChangeArrowheads="1"/>
            </p:cNvSpPr>
            <p:nvPr/>
          </p:nvSpPr>
          <p:spPr bwMode="auto">
            <a:xfrm>
              <a:off x="192"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돋움" pitchFamily="50" charset="-127"/>
                <a:ea typeface="돋움" pitchFamily="50" charset="-127"/>
              </a:endParaRPr>
            </a:p>
          </p:txBody>
        </p:sp>
        <p:sp>
          <p:nvSpPr>
            <p:cNvPr id="8269" name="Rectangle 4"/>
            <p:cNvSpPr>
              <a:spLocks noChangeArrowheads="1"/>
            </p:cNvSpPr>
            <p:nvPr/>
          </p:nvSpPr>
          <p:spPr bwMode="auto">
            <a:xfrm>
              <a:off x="2160"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돋움" pitchFamily="50" charset="-127"/>
                <a:ea typeface="돋움" pitchFamily="50" charset="-127"/>
              </a:endParaRPr>
            </a:p>
          </p:txBody>
        </p:sp>
      </p:grpSp>
      <p:sp>
        <p:nvSpPr>
          <p:cNvPr id="8197" name="Text Box 6"/>
          <p:cNvSpPr txBox="1">
            <a:spLocks noChangeArrowheads="1"/>
          </p:cNvSpPr>
          <p:nvPr/>
        </p:nvSpPr>
        <p:spPr bwMode="auto">
          <a:xfrm>
            <a:off x="292100" y="754674"/>
            <a:ext cx="15359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Khí nén</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Câu 41</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60</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8198" name="Text Box 34"/>
          <p:cNvSpPr txBox="1">
            <a:spLocks noChangeArrowheads="1"/>
          </p:cNvSpPr>
          <p:nvPr/>
        </p:nvSpPr>
        <p:spPr bwMode="auto">
          <a:xfrm>
            <a:off x="279400" y="3039070"/>
            <a:ext cx="31496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cs typeface="Times New Roman" pitchFamily="18" charset="0"/>
              </a:rPr>
              <a:t>43. </a:t>
            </a:r>
            <a:r>
              <a:rPr lang="en-US" altLang="ko-KR" sz="900" smtClean="0">
                <a:latin typeface="Times New Roman" pitchFamily="18" charset="0"/>
                <a:cs typeface="Times New Roman" pitchFamily="18" charset="0"/>
              </a:rPr>
              <a:t>Sử </a:t>
            </a:r>
            <a:r>
              <a:rPr lang="en-US" altLang="ko-KR" sz="900">
                <a:latin typeface="Times New Roman" pitchFamily="18" charset="0"/>
                <a:cs typeface="Times New Roman" pitchFamily="18" charset="0"/>
              </a:rPr>
              <a:t>dụng van </a:t>
            </a:r>
            <a:r>
              <a:rPr lang="en-US" altLang="ko-KR" sz="900" smtClean="0">
                <a:latin typeface="Times New Roman" pitchFamily="18" charset="0"/>
                <a:cs typeface="Times New Roman" pitchFamily="18" charset="0"/>
              </a:rPr>
              <a:t>5/3 để vận hành Xi lanh. </a:t>
            </a:r>
            <a:r>
              <a:rPr lang="vi-VN" altLang="ko-KR" sz="900" smtClean="0">
                <a:latin typeface="Times New Roman" pitchFamily="18" charset="0"/>
                <a:cs typeface="Times New Roman" pitchFamily="18" charset="0"/>
              </a:rPr>
              <a:t>Khi </a:t>
            </a:r>
            <a:r>
              <a:rPr lang="vi-VN" altLang="ko-KR" sz="900">
                <a:latin typeface="Times New Roman" pitchFamily="18" charset="0"/>
                <a:cs typeface="Times New Roman" pitchFamily="18" charset="0"/>
              </a:rPr>
              <a:t>các tín hiệu </a:t>
            </a:r>
            <a:r>
              <a:rPr lang="vi-VN" altLang="ko-KR" sz="900" smtClean="0">
                <a:latin typeface="Times New Roman" pitchFamily="18" charset="0"/>
                <a:cs typeface="Times New Roman" pitchFamily="18" charset="0"/>
              </a:rPr>
              <a:t>điều khiển hướng </a:t>
            </a:r>
            <a:r>
              <a:rPr lang="en-US" altLang="ko-KR" sz="900" smtClean="0">
                <a:latin typeface="Times New Roman" pitchFamily="18" charset="0"/>
                <a:cs typeface="Times New Roman" pitchFamily="18" charset="0"/>
              </a:rPr>
              <a:t>của</a:t>
            </a:r>
            <a:r>
              <a:rPr lang="vi-VN" altLang="ko-KR" sz="900" smtClean="0">
                <a:latin typeface="Times New Roman" pitchFamily="18" charset="0"/>
                <a:cs typeface="Times New Roman" pitchFamily="18" charset="0"/>
              </a:rPr>
              <a:t> </a:t>
            </a:r>
            <a:r>
              <a:rPr lang="vi-VN" altLang="ko-KR" sz="900">
                <a:latin typeface="Times New Roman" pitchFamily="18" charset="0"/>
                <a:cs typeface="Times New Roman" pitchFamily="18" charset="0"/>
              </a:rPr>
              <a:t>cả hai </a:t>
            </a:r>
            <a:r>
              <a:rPr lang="vi-VN" altLang="ko-KR" sz="900" smtClean="0">
                <a:latin typeface="Times New Roman" pitchFamily="18" charset="0"/>
                <a:cs typeface="Times New Roman" pitchFamily="18" charset="0"/>
              </a:rPr>
              <a:t>mặt </a:t>
            </a:r>
            <a:r>
              <a:rPr lang="vi-VN" altLang="ko-KR" sz="900">
                <a:latin typeface="Times New Roman" pitchFamily="18" charset="0"/>
                <a:cs typeface="Times New Roman" pitchFamily="18" charset="0"/>
              </a:rPr>
              <a:t>van </a:t>
            </a:r>
            <a:r>
              <a:rPr lang="vi-VN" altLang="ko-KR" sz="900" smtClean="0">
                <a:latin typeface="Times New Roman" pitchFamily="18" charset="0"/>
                <a:cs typeface="Times New Roman" pitchFamily="18" charset="0"/>
              </a:rPr>
              <a:t>bị chặn</a:t>
            </a:r>
            <a:r>
              <a:rPr lang="en-US" altLang="ko-KR" sz="900">
                <a:latin typeface="Times New Roman" pitchFamily="18" charset="0"/>
                <a:cs typeface="Times New Roman" pitchFamily="18" charset="0"/>
              </a:rPr>
              <a:t>.</a:t>
            </a:r>
            <a:r>
              <a:rPr lang="en-US" altLang="ko-KR" sz="900" smtClean="0">
                <a:latin typeface="Times New Roman" pitchFamily="18" charset="0"/>
                <a:cs typeface="Times New Roman" pitchFamily="18" charset="0"/>
              </a:rPr>
              <a:t> Kiểu kết nối van nào cho phép</a:t>
            </a:r>
            <a:r>
              <a:rPr lang="vi-VN" altLang="ko-KR" sz="900" smtClean="0">
                <a:latin typeface="Times New Roman" pitchFamily="18" charset="0"/>
                <a:cs typeface="Times New Roman" pitchFamily="18" charset="0"/>
              </a:rPr>
              <a:t> </a:t>
            </a:r>
            <a:r>
              <a:rPr lang="vi-VN" altLang="ko-KR" sz="900">
                <a:latin typeface="Times New Roman" pitchFamily="18" charset="0"/>
                <a:cs typeface="Times New Roman" pitchFamily="18" charset="0"/>
              </a:rPr>
              <a:t>xi </a:t>
            </a:r>
            <a:r>
              <a:rPr lang="vi-VN" altLang="ko-KR" sz="900" smtClean="0">
                <a:latin typeface="Times New Roman" pitchFamily="18" charset="0"/>
                <a:cs typeface="Times New Roman" pitchFamily="18" charset="0"/>
              </a:rPr>
              <a:t>lanh </a:t>
            </a:r>
            <a:r>
              <a:rPr lang="vi-VN" altLang="ko-KR" sz="900">
                <a:latin typeface="Times New Roman" pitchFamily="18" charset="0"/>
                <a:cs typeface="Times New Roman" pitchFamily="18" charset="0"/>
              </a:rPr>
              <a:t>di chuyển trái / phải bằng tay?</a:t>
            </a: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① Tất cả các </a:t>
            </a:r>
            <a:r>
              <a:rPr lang="en-US" altLang="ko-KR" sz="900" smtClean="0">
                <a:latin typeface="Times New Roman" pitchFamily="18" charset="0"/>
                <a:cs typeface="Times New Roman" pitchFamily="18" charset="0"/>
              </a:rPr>
              <a:t>kiểu </a:t>
            </a:r>
            <a:r>
              <a:rPr lang="en-US" altLang="ko-KR" sz="900">
                <a:latin typeface="Times New Roman" pitchFamily="18" charset="0"/>
                <a:cs typeface="Times New Roman" pitchFamily="18" charset="0"/>
              </a:rPr>
              <a:t>khối cổng </a:t>
            </a:r>
            <a:r>
              <a:rPr lang="en-US" altLang="ko-KR" sz="900" smtClean="0">
                <a:latin typeface="Times New Roman" pitchFamily="18" charset="0"/>
                <a:cs typeface="Times New Roman" pitchFamily="18" charset="0"/>
              </a:rPr>
              <a:t>  ② Kiểu </a:t>
            </a:r>
            <a:r>
              <a:rPr lang="en-US" altLang="ko-KR" sz="900">
                <a:latin typeface="Times New Roman" pitchFamily="18" charset="0"/>
                <a:cs typeface="Times New Roman" pitchFamily="18" charset="0"/>
              </a:rPr>
              <a:t>kết nối PAB</a:t>
            </a:r>
          </a:p>
          <a:p>
            <a:pPr eaLnBrk="1" hangingPunct="1">
              <a:spcBef>
                <a:spcPct val="0"/>
              </a:spcBef>
              <a:buFontTx/>
              <a:buNone/>
            </a:pPr>
            <a:r>
              <a:rPr lang="en-US" altLang="ko-KR" sz="900">
                <a:latin typeface="Times New Roman" pitchFamily="18" charset="0"/>
                <a:cs typeface="Times New Roman" pitchFamily="18" charset="0"/>
              </a:rPr>
              <a:t> </a:t>
            </a:r>
            <a:r>
              <a:rPr lang="en-US" altLang="ko-KR" sz="900" b="1">
                <a:solidFill>
                  <a:srgbClr val="FF0000"/>
                </a:solidFill>
                <a:latin typeface="Times New Roman" pitchFamily="18" charset="0"/>
                <a:cs typeface="Times New Roman" pitchFamily="18" charset="0"/>
              </a:rPr>
              <a:t>③ Kiểu kết nối ABR </a:t>
            </a:r>
            <a:r>
              <a:rPr lang="en-US" altLang="ko-KR" sz="900" b="1" smtClean="0">
                <a:solidFill>
                  <a:srgbClr val="FF0000"/>
                </a:solidFill>
                <a:latin typeface="Times New Roman" pitchFamily="18" charset="0"/>
                <a:cs typeface="Times New Roman" pitchFamily="18" charset="0"/>
              </a:rPr>
              <a:t>              </a:t>
            </a:r>
            <a:r>
              <a:rPr lang="en-US" altLang="ko-KR" sz="900" smtClean="0">
                <a:latin typeface="Times New Roman" pitchFamily="18" charset="0"/>
                <a:cs typeface="Times New Roman" pitchFamily="18" charset="0"/>
              </a:rPr>
              <a:t>④ </a:t>
            </a:r>
            <a:r>
              <a:rPr lang="en-US" altLang="ko-KR" sz="900">
                <a:latin typeface="Times New Roman" pitchFamily="18" charset="0"/>
                <a:cs typeface="Times New Roman" pitchFamily="18" charset="0"/>
              </a:rPr>
              <a:t>Kiểu kết nối PRS</a:t>
            </a:r>
          </a:p>
        </p:txBody>
      </p:sp>
      <p:sp>
        <p:nvSpPr>
          <p:cNvPr id="8199" name="Rectangle 153"/>
          <p:cNvSpPr>
            <a:spLocks noChangeArrowheads="1"/>
          </p:cNvSpPr>
          <p:nvPr/>
        </p:nvSpPr>
        <p:spPr bwMode="auto">
          <a:xfrm>
            <a:off x="3394076" y="4078166"/>
            <a:ext cx="320357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48. </a:t>
            </a:r>
            <a:r>
              <a:rPr lang="en-US" altLang="ko-KR" sz="900" smtClean="0">
                <a:latin typeface="Times New Roman" pitchFamily="18" charset="0"/>
                <a:ea typeface="돋움" pitchFamily="50" charset="-127"/>
                <a:cs typeface="Times New Roman" pitchFamily="18" charset="0"/>
              </a:rPr>
              <a:t>Theo s</a:t>
            </a:r>
            <a:r>
              <a:rPr lang="vi-VN" altLang="ko-KR" sz="900" smtClean="0">
                <a:latin typeface="Times New Roman" pitchFamily="18" charset="0"/>
                <a:ea typeface="돋움" pitchFamily="50" charset="-127"/>
                <a:cs typeface="Times New Roman" pitchFamily="18" charset="0"/>
              </a:rPr>
              <a:t>ơ đồ </a:t>
            </a:r>
            <a:r>
              <a:rPr lang="vi-VN" altLang="ko-KR" sz="900">
                <a:latin typeface="Times New Roman" pitchFamily="18" charset="0"/>
                <a:ea typeface="돋움" pitchFamily="50" charset="-127"/>
                <a:cs typeface="Times New Roman" pitchFamily="18" charset="0"/>
              </a:rPr>
              <a:t>của hệ thống khí </a:t>
            </a:r>
            <a:r>
              <a:rPr lang="vi-VN" altLang="ko-KR" sz="900" smtClean="0">
                <a:latin typeface="Times New Roman" pitchFamily="18" charset="0"/>
                <a:ea typeface="돋움" pitchFamily="50" charset="-127"/>
                <a:cs typeface="Times New Roman" pitchFamily="18" charset="0"/>
              </a:rPr>
              <a:t>nén</a:t>
            </a:r>
            <a:r>
              <a:rPr lang="en-US" altLang="ko-KR" sz="900" smtClean="0">
                <a:latin typeface="Times New Roman" pitchFamily="18" charset="0"/>
                <a:ea typeface="돋움" pitchFamily="50" charset="-127"/>
                <a:cs typeface="Times New Roman" pitchFamily="18" charset="0"/>
              </a:rPr>
              <a:t>, phần nào được đặt ngay sau</a:t>
            </a:r>
            <a:r>
              <a:rPr lang="vi-VN" altLang="ko-KR" sz="900" smtClean="0">
                <a:latin typeface="Times New Roman" pitchFamily="18" charset="0"/>
                <a:ea typeface="돋움" pitchFamily="50" charset="-127"/>
                <a:cs typeface="Times New Roman" pitchFamily="18" charset="0"/>
              </a:rPr>
              <a:t> máy nén</a:t>
            </a:r>
            <a:r>
              <a:rPr lang="en-US" altLang="ko-KR" sz="900" smtClean="0">
                <a:latin typeface="Times New Roman" pitchFamily="18" charset="0"/>
                <a:ea typeface="돋움" pitchFamily="50" charset="-127"/>
                <a:cs typeface="Times New Roman" pitchFamily="18" charset="0"/>
              </a:rPr>
              <a:t> khí</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Động cơ điện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Bộ tách dầu phun</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③ Bộ làm mát phía sau </a:t>
            </a:r>
            <a:r>
              <a:rPr lang="en-US" altLang="ko-KR" sz="900" b="1">
                <a:solidFill>
                  <a:srgbClr val="FF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Máy sấy</a:t>
            </a:r>
            <a:endParaRPr lang="en-US" altLang="ko-KR" sz="900">
              <a:latin typeface="Times New Roman" pitchFamily="18" charset="0"/>
              <a:ea typeface="돋움" pitchFamily="50" charset="-127"/>
              <a:cs typeface="Times New Roman" pitchFamily="18" charset="0"/>
            </a:endParaRPr>
          </a:p>
        </p:txBody>
      </p:sp>
      <p:sp>
        <p:nvSpPr>
          <p:cNvPr id="8200" name="Rectangle 52"/>
          <p:cNvSpPr>
            <a:spLocks noChangeArrowheads="1"/>
          </p:cNvSpPr>
          <p:nvPr/>
        </p:nvSpPr>
        <p:spPr bwMode="auto">
          <a:xfrm>
            <a:off x="260350" y="983273"/>
            <a:ext cx="32131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41. </a:t>
            </a:r>
            <a:r>
              <a:rPr lang="en-US" altLang="ko-KR" sz="900" smtClean="0">
                <a:latin typeface="Times New Roman" pitchFamily="18" charset="0"/>
                <a:ea typeface="돋움" pitchFamily="50" charset="-127"/>
                <a:cs typeface="Times New Roman" pitchFamily="18" charset="0"/>
              </a:rPr>
              <a:t>Ý</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nào không đúng với đặc điểm của </a:t>
            </a:r>
            <a:r>
              <a:rPr lang="en-US" altLang="ko-KR" sz="900" smtClean="0">
                <a:latin typeface="Times New Roman" pitchFamily="18" charset="0"/>
                <a:ea typeface="돋움" pitchFamily="50" charset="-127"/>
                <a:cs typeface="Times New Roman" pitchFamily="18" charset="0"/>
              </a:rPr>
              <a:t>Vacuum Ejector</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Mức độ chân không </a:t>
            </a:r>
            <a:r>
              <a:rPr lang="vi-VN" altLang="ko-KR" sz="900" smtClean="0">
                <a:latin typeface="Times New Roman" pitchFamily="18" charset="0"/>
                <a:ea typeface="돋움" pitchFamily="50" charset="-127"/>
                <a:cs typeface="Times New Roman" pitchFamily="18" charset="0"/>
              </a:rPr>
              <a:t>gần </a:t>
            </a:r>
            <a:r>
              <a:rPr lang="vi-VN" altLang="ko-KR" sz="900">
                <a:latin typeface="Times New Roman" pitchFamily="18" charset="0"/>
                <a:ea typeface="돋움" pitchFamily="50" charset="-127"/>
                <a:cs typeface="Times New Roman" pitchFamily="18" charset="0"/>
              </a:rPr>
              <a:t>như tỷ lệ thuận với áp suất cung </a:t>
            </a:r>
            <a:r>
              <a:rPr lang="vi-VN" altLang="ko-KR" sz="900" smtClean="0">
                <a:latin typeface="Times New Roman" pitchFamily="18" charset="0"/>
                <a:ea typeface="돋움" pitchFamily="50" charset="-127"/>
                <a:cs typeface="Times New Roman" pitchFamily="18" charset="0"/>
              </a:rPr>
              <a:t>cấp</a:t>
            </a:r>
            <a:r>
              <a:rPr lang="en-US" altLang="ko-KR" sz="900" smtClean="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b="1" smtClean="0">
                <a:solidFill>
                  <a:srgbClr val="FF0000"/>
                </a:solidFill>
                <a:latin typeface="Times New Roman" pitchFamily="18" charset="0"/>
                <a:ea typeface="돋움" pitchFamily="50" charset="-127"/>
                <a:cs typeface="Times New Roman" pitchFamily="18" charset="0"/>
              </a:rPr>
              <a:t>② </a:t>
            </a:r>
            <a:r>
              <a:rPr lang="vi-VN" altLang="ko-KR" sz="900" b="1">
                <a:solidFill>
                  <a:srgbClr val="FF0000"/>
                </a:solidFill>
                <a:latin typeface="Times New Roman" pitchFamily="18" charset="0"/>
                <a:ea typeface="돋움" pitchFamily="50" charset="-127"/>
                <a:cs typeface="Times New Roman" pitchFamily="18" charset="0"/>
              </a:rPr>
              <a:t>Cần có </a:t>
            </a:r>
            <a:r>
              <a:rPr lang="en-US" altLang="ko-KR" sz="900" b="1" smtClean="0">
                <a:solidFill>
                  <a:srgbClr val="FF0000"/>
                </a:solidFill>
                <a:latin typeface="Times New Roman" pitchFamily="18" charset="0"/>
                <a:ea typeface="돋움" pitchFamily="50" charset="-127"/>
                <a:cs typeface="Times New Roman" pitchFamily="18" charset="0"/>
              </a:rPr>
              <a:t>tank chứa khí chân không</a:t>
            </a:r>
            <a:r>
              <a:rPr lang="vi-VN" altLang="ko-KR" sz="900" b="1" smtClean="0">
                <a:solidFill>
                  <a:srgbClr val="FF0000"/>
                </a:solidFill>
                <a:latin typeface="Times New Roman" pitchFamily="18" charset="0"/>
                <a:ea typeface="돋움" pitchFamily="50" charset="-127"/>
                <a:cs typeface="Times New Roman" pitchFamily="18" charset="0"/>
              </a:rPr>
              <a: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Tuổi </a:t>
            </a:r>
            <a:r>
              <a:rPr lang="vi-VN" altLang="ko-KR" sz="900" smtClean="0">
                <a:latin typeface="Times New Roman" pitchFamily="18" charset="0"/>
                <a:ea typeface="돋움" pitchFamily="50" charset="-127"/>
                <a:cs typeface="Times New Roman" pitchFamily="18" charset="0"/>
              </a:rPr>
              <a:t>thọ </a:t>
            </a:r>
            <a:r>
              <a:rPr lang="vi-VN" altLang="ko-KR" sz="900">
                <a:latin typeface="Times New Roman" pitchFamily="18" charset="0"/>
                <a:ea typeface="돋움" pitchFamily="50" charset="-127"/>
                <a:cs typeface="Times New Roman" pitchFamily="18" charset="0"/>
              </a:rPr>
              <a:t>cao do không có bộ phận chuyển động.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Có thể sử dụng van điều khiển chung.</a:t>
            </a:r>
            <a:endParaRPr lang="vi-VN" altLang="ko-KR" sz="900">
              <a:latin typeface="Times New Roman" pitchFamily="18" charset="0"/>
              <a:ea typeface="돋움" pitchFamily="50" charset="-127"/>
              <a:cs typeface="Times New Roman" pitchFamily="18" charset="0"/>
            </a:endParaRPr>
          </a:p>
        </p:txBody>
      </p:sp>
      <p:sp>
        <p:nvSpPr>
          <p:cNvPr id="8201" name="Rectangle 161"/>
          <p:cNvSpPr>
            <a:spLocks noChangeArrowheads="1"/>
          </p:cNvSpPr>
          <p:nvPr/>
        </p:nvSpPr>
        <p:spPr bwMode="auto">
          <a:xfrm>
            <a:off x="269876" y="2034570"/>
            <a:ext cx="315912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42. </a:t>
            </a:r>
            <a:r>
              <a:rPr lang="en-US" altLang="ko-KR" sz="900">
                <a:latin typeface="Times New Roman" pitchFamily="18" charset="0"/>
                <a:ea typeface="돋움" pitchFamily="50" charset="-127"/>
                <a:cs typeface="Times New Roman" pitchFamily="18" charset="0"/>
              </a:rPr>
              <a:t>T</a:t>
            </a:r>
            <a:r>
              <a:rPr lang="vi-VN" altLang="ko-KR" sz="900" smtClean="0">
                <a:latin typeface="Times New Roman" pitchFamily="18" charset="0"/>
                <a:ea typeface="돋움" pitchFamily="50" charset="-127"/>
                <a:cs typeface="Times New Roman" pitchFamily="18" charset="0"/>
              </a:rPr>
              <a:t>rong mạch</a:t>
            </a:r>
            <a:r>
              <a:rPr lang="en-US" altLang="ko-KR" sz="900" smtClean="0">
                <a:latin typeface="Times New Roman" pitchFamily="18" charset="0"/>
                <a:ea typeface="돋움" pitchFamily="50" charset="-127"/>
                <a:cs typeface="Times New Roman" pitchFamily="18" charset="0"/>
              </a:rPr>
              <a:t> hoạt động</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có hai hoặc nhiều mạch nhánh</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Van nào điều khiển tuần tự bằng áp suất trong mạch?</a:t>
            </a: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① Van tuần tự </a:t>
            </a:r>
            <a:r>
              <a:rPr lang="en-US" altLang="ko-KR" sz="900" b="1">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 </a:t>
            </a:r>
            <a:r>
              <a:rPr lang="vi-VN" altLang="ko-KR" sz="900">
                <a:latin typeface="Times New Roman" pitchFamily="18" charset="0"/>
                <a:ea typeface="돋움" pitchFamily="50" charset="-127"/>
                <a:cs typeface="Times New Roman" pitchFamily="18" charset="0"/>
              </a:rPr>
              <a:t>Van </a:t>
            </a:r>
            <a:r>
              <a:rPr lang="en-US" altLang="ko-KR" sz="900" smtClean="0">
                <a:latin typeface="Times New Roman" pitchFamily="18" charset="0"/>
                <a:ea typeface="돋움" pitchFamily="50" charset="-127"/>
                <a:cs typeface="Times New Roman" pitchFamily="18" charset="0"/>
              </a:rPr>
              <a:t>áp suất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Van </a:t>
            </a:r>
            <a:r>
              <a:rPr lang="en-US" altLang="ko-KR" sz="900" smtClean="0">
                <a:latin typeface="Times New Roman" pitchFamily="18" charset="0"/>
                <a:ea typeface="돋움" pitchFamily="50" charset="-127"/>
                <a:cs typeface="Times New Roman" pitchFamily="18" charset="0"/>
              </a:rPr>
              <a:t>Shuttle     </a:t>
            </a:r>
            <a:r>
              <a:rPr lang="vi-VN" altLang="ko-KR" sz="900" smtClean="0">
                <a:latin typeface="Times New Roman" pitchFamily="18" charset="0"/>
                <a:ea typeface="돋움" pitchFamily="50" charset="-127"/>
                <a:cs typeface="Times New Roman" pitchFamily="18" charset="0"/>
              </a:rPr>
              <a:t>④ </a:t>
            </a:r>
            <a:r>
              <a:rPr lang="vi-VN" altLang="ko-KR" sz="900">
                <a:latin typeface="Times New Roman" pitchFamily="18" charset="0"/>
                <a:ea typeface="돋움" pitchFamily="50" charset="-127"/>
                <a:cs typeface="Times New Roman" pitchFamily="18" charset="0"/>
              </a:rPr>
              <a:t>Van một chiều</a:t>
            </a:r>
            <a:endParaRPr lang="ko-KR" altLang="en-US" sz="900">
              <a:latin typeface="Times New Roman" pitchFamily="18" charset="0"/>
              <a:ea typeface="돋움" pitchFamily="50" charset="-127"/>
              <a:cs typeface="Times New Roman" pitchFamily="18" charset="0"/>
            </a:endParaRPr>
          </a:p>
        </p:txBody>
      </p:sp>
      <p:sp>
        <p:nvSpPr>
          <p:cNvPr id="8202" name="Rectangle 110"/>
          <p:cNvSpPr>
            <a:spLocks noChangeArrowheads="1"/>
          </p:cNvSpPr>
          <p:nvPr/>
        </p:nvSpPr>
        <p:spPr bwMode="auto">
          <a:xfrm>
            <a:off x="279400" y="6019800"/>
            <a:ext cx="314166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45. </a:t>
            </a:r>
            <a:r>
              <a:rPr lang="en-US" altLang="ko-KR" sz="900">
                <a:latin typeface="Times New Roman" pitchFamily="18" charset="0"/>
                <a:ea typeface="돋움" pitchFamily="50" charset="-127"/>
                <a:cs typeface="Times New Roman" pitchFamily="18" charset="0"/>
              </a:rPr>
              <a:t>K</a:t>
            </a:r>
            <a:r>
              <a:rPr lang="vi-VN" altLang="ko-KR" sz="900" smtClean="0">
                <a:latin typeface="Times New Roman" pitchFamily="18" charset="0"/>
                <a:ea typeface="돋움" pitchFamily="50" charset="-127"/>
                <a:cs typeface="Times New Roman" pitchFamily="18" charset="0"/>
              </a:rPr>
              <a:t>hông phải</a:t>
            </a:r>
            <a:r>
              <a:rPr lang="en-US" altLang="ko-KR" sz="900" smtClean="0">
                <a:latin typeface="Times New Roman" pitchFamily="18" charset="0"/>
                <a:ea typeface="돋움" pitchFamily="50" charset="-127"/>
                <a:cs typeface="Times New Roman" pitchFamily="18" charset="0"/>
              </a:rPr>
              <a:t> mục đích của Tank</a:t>
            </a:r>
            <a:r>
              <a:rPr lang="vi-VN" altLang="ko-KR" sz="900" smtClean="0">
                <a:latin typeface="Times New Roman" pitchFamily="18" charset="0"/>
                <a:ea typeface="돋움" pitchFamily="50" charset="-127"/>
                <a:cs typeface="Times New Roman" pitchFamily="18" charset="0"/>
              </a:rPr>
              <a:t> ?</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① Làm khô không khí </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Làm mát không khí</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Lưu trữ không khí </a:t>
            </a: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Ngăn chặn xung động</a:t>
            </a:r>
            <a:endParaRPr lang="ko-KR" altLang="en-US" sz="900">
              <a:latin typeface="Times New Roman" pitchFamily="18" charset="0"/>
              <a:ea typeface="돋움" pitchFamily="50" charset="-127"/>
              <a:cs typeface="Times New Roman" pitchFamily="18" charset="0"/>
            </a:endParaRPr>
          </a:p>
        </p:txBody>
      </p:sp>
      <p:sp>
        <p:nvSpPr>
          <p:cNvPr id="8203" name="Rectangle 164"/>
          <p:cNvSpPr>
            <a:spLocks noChangeArrowheads="1"/>
          </p:cNvSpPr>
          <p:nvPr/>
        </p:nvSpPr>
        <p:spPr bwMode="auto">
          <a:xfrm>
            <a:off x="3416300" y="6378819"/>
            <a:ext cx="3162300" cy="2308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50. Giải thích đúng về </a:t>
            </a:r>
            <a:r>
              <a:rPr lang="vi-VN" altLang="ko-KR" sz="900" smtClean="0">
                <a:latin typeface="Times New Roman" pitchFamily="18" charset="0"/>
                <a:ea typeface="돋움" pitchFamily="50" charset="-127"/>
                <a:cs typeface="Times New Roman" pitchFamily="18" charset="0"/>
              </a:rPr>
              <a:t>xi </a:t>
            </a:r>
            <a:r>
              <a:rPr lang="vi-VN" altLang="ko-KR" sz="900">
                <a:latin typeface="Times New Roman" pitchFamily="18" charset="0"/>
                <a:ea typeface="돋움" pitchFamily="50" charset="-127"/>
                <a:cs typeface="Times New Roman" pitchFamily="18" charset="0"/>
              </a:rPr>
              <a:t>lanh khí </a:t>
            </a:r>
            <a:r>
              <a:rPr lang="vi-VN" altLang="ko-KR" sz="900" smtClean="0">
                <a:latin typeface="Times New Roman" pitchFamily="18" charset="0"/>
                <a:ea typeface="돋움" pitchFamily="50" charset="-127"/>
                <a:cs typeface="Times New Roman" pitchFamily="18" charset="0"/>
              </a:rPr>
              <a:t>nén</a:t>
            </a:r>
            <a:r>
              <a:rPr lang="en-US" altLang="ko-KR" sz="900" smtClean="0">
                <a:latin typeface="Times New Roman" pitchFamily="18" charset="0"/>
                <a:ea typeface="돋움" pitchFamily="50" charset="-127"/>
                <a:cs typeface="Times New Roman" pitchFamily="18" charset="0"/>
              </a:rPr>
              <a:t> có ký hiệu bên dưới</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None/>
            </a:pPr>
            <a:r>
              <a:rPr lang="vi-VN" altLang="ko-KR" sz="900">
                <a:latin typeface="Times New Roman" pitchFamily="18" charset="0"/>
                <a:ea typeface="돋움" pitchFamily="50" charset="-127"/>
                <a:cs typeface="Times New Roman" pitchFamily="18" charset="0"/>
              </a:rPr>
              <a:t>① Một số vị trí có thể được điều khiển bằng cách kết nối hai hoặc nhiều xi lanh tác động kép trên cùng một trục và điều khiển chúng độc lập.</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smtClean="0">
                <a:solidFill>
                  <a:srgbClr val="FF0000"/>
                </a:solidFill>
                <a:latin typeface="Times New Roman" pitchFamily="18" charset="0"/>
                <a:ea typeface="돋움" pitchFamily="50" charset="-127"/>
                <a:cs typeface="Times New Roman" pitchFamily="18" charset="0"/>
              </a:rPr>
              <a:t>② </a:t>
            </a:r>
            <a:r>
              <a:rPr lang="vi-VN" altLang="ko-KR" sz="900" b="1">
                <a:solidFill>
                  <a:srgbClr val="FF0000"/>
                </a:solidFill>
                <a:latin typeface="Times New Roman" pitchFamily="18" charset="0"/>
                <a:ea typeface="돋움" pitchFamily="50" charset="-127"/>
                <a:cs typeface="Times New Roman" pitchFamily="18" charset="0"/>
              </a:rPr>
              <a:t>Vì khí nén được cung cấp cho hai piston, công suất mà thanh piston có thể tạo ra gấp đôi so với một xi lanh tác dụng kép có cùng đường kính.</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③</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Giá </a:t>
            </a:r>
            <a:r>
              <a:rPr lang="vi-VN" altLang="ko-KR" sz="900">
                <a:latin typeface="Times New Roman" pitchFamily="18" charset="0"/>
                <a:ea typeface="돋움" pitchFamily="50" charset="-127"/>
                <a:cs typeface="Times New Roman" pitchFamily="18" charset="0"/>
              </a:rPr>
              <a:t>trị lực đẩy khi tiến và khi lùi là như nhau, tốt cho các trường hợp </a:t>
            </a:r>
            <a:r>
              <a:rPr lang="vi-VN" altLang="ko-KR" sz="900" smtClean="0">
                <a:latin typeface="Times New Roman" pitchFamily="18" charset="0"/>
                <a:ea typeface="돋움" pitchFamily="50" charset="-127"/>
                <a:cs typeface="Times New Roman" pitchFamily="18" charset="0"/>
              </a:rPr>
              <a:t>dừng </a:t>
            </a:r>
            <a:r>
              <a:rPr lang="vi-VN" altLang="ko-KR" sz="900">
                <a:latin typeface="Times New Roman" pitchFamily="18" charset="0"/>
                <a:ea typeface="돋움" pitchFamily="50" charset="-127"/>
                <a:cs typeface="Times New Roman" pitchFamily="18" charset="0"/>
              </a:rPr>
              <a:t>ở giữa</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④</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Vòng </a:t>
            </a:r>
            <a:r>
              <a:rPr lang="vi-VN" altLang="ko-KR" sz="900">
                <a:latin typeface="Times New Roman" pitchFamily="18" charset="0"/>
                <a:ea typeface="돋움" pitchFamily="50" charset="-127"/>
                <a:cs typeface="Times New Roman" pitchFamily="18" charset="0"/>
              </a:rPr>
              <a:t>bi giữ thanh piston nằm ở cả hai phía, do đó chuyển động qua lại trơn tru và nó có thể chịu được lực ngang và tải trọng tác dụng lên thanh ở một mức độ nào đó</a:t>
            </a:r>
          </a:p>
        </p:txBody>
      </p:sp>
      <p:sp>
        <p:nvSpPr>
          <p:cNvPr id="8204" name="Rectangle 110"/>
          <p:cNvSpPr>
            <a:spLocks noChangeArrowheads="1"/>
          </p:cNvSpPr>
          <p:nvPr/>
        </p:nvSpPr>
        <p:spPr bwMode="auto">
          <a:xfrm>
            <a:off x="3405188" y="797169"/>
            <a:ext cx="3187700" cy="2294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cs typeface="Times New Roman" pitchFamily="18" charset="0"/>
              </a:rPr>
              <a:t>46. </a:t>
            </a:r>
            <a:r>
              <a:rPr lang="vi-VN" altLang="ko-KR" sz="900">
                <a:latin typeface="Times New Roman" pitchFamily="18" charset="0"/>
                <a:ea typeface="돋움" pitchFamily="50" charset="-127"/>
                <a:cs typeface="Times New Roman" pitchFamily="18" charset="0"/>
              </a:rPr>
              <a:t>Ký hiệu nào phù hợp với cấu tạo bên trong của van điều khiển </a:t>
            </a:r>
            <a:r>
              <a:rPr lang="vi-VN" altLang="ko-KR" sz="900" smtClean="0">
                <a:latin typeface="Times New Roman" pitchFamily="18" charset="0"/>
                <a:ea typeface="돋움" pitchFamily="50" charset="-127"/>
                <a:cs typeface="Times New Roman" pitchFamily="18" charset="0"/>
              </a:rPr>
              <a:t>hướng</a:t>
            </a:r>
            <a:r>
              <a:rPr lang="en-US" altLang="ko-KR" sz="900" smtClean="0">
                <a:latin typeface="Times New Roman" pitchFamily="18" charset="0"/>
                <a:ea typeface="돋움" pitchFamily="50" charset="-127"/>
                <a:cs typeface="Times New Roman" pitchFamily="18" charset="0"/>
              </a:rPr>
              <a:t> bên dưới</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                                                 </a:t>
            </a:r>
            <a:r>
              <a:rPr lang="ko-KR" altLang="en-US" sz="900" smtClean="0">
                <a:latin typeface="Times New Roman" pitchFamily="18" charset="0"/>
                <a:ea typeface="돋움" pitchFamily="50" charset="-127"/>
                <a:cs typeface="Times New Roman" pitchFamily="18" charset="0"/>
              </a:rPr>
              <a:t> </a:t>
            </a:r>
            <a:r>
              <a:rPr lang="ko-KR" altLang="en-US" sz="900">
                <a:latin typeface="Times New Roman" pitchFamily="18" charset="0"/>
                <a:ea typeface="돋움" pitchFamily="50" charset="-127"/>
                <a:cs typeface="Times New Roman" pitchFamily="18" charset="0"/>
              </a:rPr>
              <a:t>②</a:t>
            </a:r>
            <a:endParaRPr lang="en-US" altLang="ko-KR" sz="900">
              <a:latin typeface="Times New Roman" pitchFamily="18" charset="0"/>
              <a:ea typeface="돋움" pitchFamily="50" charset="-127"/>
              <a:cs typeface="Times New Roman" pitchFamily="18" charset="0"/>
            </a:endParaRPr>
          </a:p>
          <a:p>
            <a:pPr eaLnBrk="1" hangingPunct="1">
              <a:lnSpc>
                <a:spcPct val="130000"/>
              </a:lnSpc>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lnSpc>
                <a:spcPct val="130000"/>
              </a:lnSpc>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lnSpc>
                <a:spcPct val="130000"/>
              </a:lnSpc>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smtClean="0">
                <a:latin typeface="Times New Roman" pitchFamily="18" charset="0"/>
                <a:ea typeface="돋움" pitchFamily="50" charset="-127"/>
                <a:cs typeface="Times New Roman" pitchFamily="18" charset="0"/>
              </a:rPr>
              <a:t>③                                                   </a:t>
            </a:r>
            <a:r>
              <a:rPr lang="ko-KR" altLang="en-US" sz="900" b="1">
                <a:solidFill>
                  <a:srgbClr val="FF0000"/>
                </a:solidFill>
                <a:latin typeface="Times New Roman" pitchFamily="18" charset="0"/>
                <a:ea typeface="돋움" pitchFamily="50" charset="-127"/>
                <a:cs typeface="Times New Roman" pitchFamily="18" charset="0"/>
              </a:rPr>
              <a:t>④</a:t>
            </a:r>
          </a:p>
        </p:txBody>
      </p:sp>
      <p:pic>
        <p:nvPicPr>
          <p:cNvPr id="8205" name="Picture 2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3050" y="6610259"/>
            <a:ext cx="1270000" cy="354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06" name="Rectangle 151"/>
          <p:cNvSpPr>
            <a:spLocks noChangeArrowheads="1"/>
          </p:cNvSpPr>
          <p:nvPr/>
        </p:nvSpPr>
        <p:spPr bwMode="auto">
          <a:xfrm>
            <a:off x="260350" y="4114800"/>
            <a:ext cx="3168650" cy="189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44. Điều gì không đúng với mô tả của van điều </a:t>
            </a:r>
            <a:r>
              <a:rPr lang="en-US" altLang="ko-KR" sz="900" smtClean="0">
                <a:latin typeface="Times New Roman" pitchFamily="18" charset="0"/>
                <a:ea typeface="돋움" pitchFamily="50" charset="-127"/>
                <a:cs typeface="Times New Roman" pitchFamily="18" charset="0"/>
              </a:rPr>
              <a:t>khiển tốc độ</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Đây là van điều khiển </a:t>
            </a:r>
            <a:r>
              <a:rPr lang="en-US" altLang="ko-KR" sz="900" smtClean="0">
                <a:latin typeface="Times New Roman" pitchFamily="18" charset="0"/>
                <a:ea typeface="돋움" pitchFamily="50" charset="-127"/>
                <a:cs typeface="Times New Roman" pitchFamily="18" charset="0"/>
              </a:rPr>
              <a:t>lưu lượng </a:t>
            </a:r>
            <a:r>
              <a:rPr lang="vi-VN" altLang="ko-KR" sz="900" smtClean="0">
                <a:latin typeface="Times New Roman" pitchFamily="18" charset="0"/>
                <a:ea typeface="돋움" pitchFamily="50" charset="-127"/>
                <a:cs typeface="Times New Roman" pitchFamily="18" charset="0"/>
              </a:rPr>
              <a:t>một </a:t>
            </a:r>
            <a:r>
              <a:rPr lang="vi-VN" altLang="ko-KR" sz="900">
                <a:latin typeface="Times New Roman" pitchFamily="18" charset="0"/>
                <a:ea typeface="돋움" pitchFamily="50" charset="-127"/>
                <a:cs typeface="Times New Roman" pitchFamily="18" charset="0"/>
              </a:rPr>
              <a:t>chiều</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② </a:t>
            </a:r>
            <a:r>
              <a:rPr lang="vi-VN" altLang="ko-KR" sz="900" b="1" smtClean="0">
                <a:solidFill>
                  <a:srgbClr val="FF0000"/>
                </a:solidFill>
                <a:latin typeface="Times New Roman" pitchFamily="18" charset="0"/>
                <a:ea typeface="돋움" pitchFamily="50" charset="-127"/>
                <a:cs typeface="Times New Roman" pitchFamily="18" charset="0"/>
              </a:rPr>
              <a:t>Nếu</a:t>
            </a:r>
            <a:r>
              <a:rPr lang="en-US" altLang="ko-KR" sz="900" b="1" smtClean="0">
                <a:solidFill>
                  <a:srgbClr val="FF0000"/>
                </a:solidFill>
                <a:latin typeface="Times New Roman" pitchFamily="18" charset="0"/>
                <a:ea typeface="돋움" pitchFamily="50" charset="-127"/>
                <a:cs typeface="Times New Roman" pitchFamily="18" charset="0"/>
              </a:rPr>
              <a:t> khí đi theo chiều mũi tên, </a:t>
            </a:r>
            <a:r>
              <a:rPr lang="vi-VN" altLang="ko-KR" sz="900" b="1">
                <a:solidFill>
                  <a:srgbClr val="FF0000"/>
                </a:solidFill>
                <a:latin typeface="Times New Roman" pitchFamily="18" charset="0"/>
                <a:ea typeface="돋움" pitchFamily="50" charset="-127"/>
                <a:cs typeface="Times New Roman" pitchFamily="18" charset="0"/>
              </a:rPr>
              <a:t>van một chiều bị chặn và </a:t>
            </a:r>
            <a:r>
              <a:rPr lang="en-US" altLang="ko-KR" sz="900" b="1" smtClean="0">
                <a:solidFill>
                  <a:srgbClr val="FF0000"/>
                </a:solidFill>
                <a:latin typeface="Times New Roman" pitchFamily="18" charset="0"/>
                <a:ea typeface="돋움" pitchFamily="50" charset="-127"/>
                <a:cs typeface="Times New Roman" pitchFamily="18" charset="0"/>
              </a:rPr>
              <a:t>khí đi</a:t>
            </a:r>
            <a:r>
              <a:rPr lang="vi-VN" altLang="ko-KR" sz="900" b="1" smtClean="0">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qua van tiết lưu, do đó tốc độ dòng chảy được kiểm soát</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Nên lắp ở vị trí gần cửa xả hơn là gần cửa nguồn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Nếu đường ống dài, không khí trong đường ống ảnh hưởng đến việc điều khiển tốc </a:t>
            </a:r>
            <a:r>
              <a:rPr lang="vi-VN" altLang="ko-KR" sz="900" smtClean="0">
                <a:latin typeface="Times New Roman" pitchFamily="18" charset="0"/>
                <a:ea typeface="돋움" pitchFamily="50" charset="-127"/>
                <a:cs typeface="Times New Roman" pitchFamily="18" charset="0"/>
              </a:rPr>
              <a:t>độ</a:t>
            </a:r>
            <a:r>
              <a:rPr lang="en-US" altLang="ko-KR" sz="90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p:txBody>
      </p:sp>
      <p:grpSp>
        <p:nvGrpSpPr>
          <p:cNvPr id="8207" name="Group 88"/>
          <p:cNvGrpSpPr>
            <a:grpSpLocks/>
          </p:cNvGrpSpPr>
          <p:nvPr/>
        </p:nvGrpSpPr>
        <p:grpSpPr bwMode="auto">
          <a:xfrm>
            <a:off x="1554164" y="4363915"/>
            <a:ext cx="617537" cy="436685"/>
            <a:chOff x="2963" y="4516"/>
            <a:chExt cx="389" cy="295"/>
          </a:xfrm>
        </p:grpSpPr>
        <p:pic>
          <p:nvPicPr>
            <p:cNvPr id="8264" name="Picture 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9" y="4625"/>
              <a:ext cx="308" cy="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65" name="Line 90"/>
            <p:cNvSpPr>
              <a:spLocks noChangeShapeType="1"/>
            </p:cNvSpPr>
            <p:nvPr/>
          </p:nvSpPr>
          <p:spPr bwMode="auto">
            <a:xfrm>
              <a:off x="3033" y="4639"/>
              <a:ext cx="273"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66" name="Text Box 91"/>
            <p:cNvSpPr txBox="1">
              <a:spLocks noChangeArrowheads="1"/>
            </p:cNvSpPr>
            <p:nvPr/>
          </p:nvSpPr>
          <p:spPr bwMode="auto">
            <a:xfrm>
              <a:off x="3069" y="4516"/>
              <a:ext cx="189"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a:t>
              </a:r>
            </a:p>
          </p:txBody>
        </p:sp>
        <p:sp>
          <p:nvSpPr>
            <p:cNvPr id="8267" name="Rectangle 92"/>
            <p:cNvSpPr>
              <a:spLocks noChangeArrowheads="1"/>
            </p:cNvSpPr>
            <p:nvPr/>
          </p:nvSpPr>
          <p:spPr bwMode="auto">
            <a:xfrm>
              <a:off x="2963" y="4536"/>
              <a:ext cx="389" cy="25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grpSp>
      <p:sp>
        <p:nvSpPr>
          <p:cNvPr id="8208" name="Text Box 93"/>
          <p:cNvSpPr txBox="1">
            <a:spLocks noChangeArrowheads="1"/>
          </p:cNvSpPr>
          <p:nvPr/>
        </p:nvSpPr>
        <p:spPr bwMode="auto">
          <a:xfrm>
            <a:off x="981076" y="4493568"/>
            <a:ext cx="56618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[Thí dụ]</a:t>
            </a:r>
          </a:p>
        </p:txBody>
      </p:sp>
      <p:grpSp>
        <p:nvGrpSpPr>
          <p:cNvPr id="8209" name="그룹 14"/>
          <p:cNvGrpSpPr>
            <a:grpSpLocks/>
          </p:cNvGrpSpPr>
          <p:nvPr/>
        </p:nvGrpSpPr>
        <p:grpSpPr bwMode="auto">
          <a:xfrm>
            <a:off x="3790950" y="1176702"/>
            <a:ext cx="2014538" cy="969549"/>
            <a:chOff x="1042536" y="7841406"/>
            <a:chExt cx="1594376" cy="661473"/>
          </a:xfrm>
        </p:grpSpPr>
        <p:pic>
          <p:nvPicPr>
            <p:cNvPr id="8259" name="Picture 2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1623700" y="7371772"/>
              <a:ext cx="432048" cy="15943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60" name="TextBox 1"/>
            <p:cNvSpPr txBox="1">
              <a:spLocks noChangeArrowheads="1"/>
            </p:cNvSpPr>
            <p:nvPr/>
          </p:nvSpPr>
          <p:spPr bwMode="auto">
            <a:xfrm>
              <a:off x="1120219" y="8342006"/>
              <a:ext cx="199435" cy="157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Z</a:t>
              </a:r>
              <a:endParaRPr lang="ko-KR" altLang="en-US" sz="900">
                <a:latin typeface="돋움" pitchFamily="50" charset="-127"/>
                <a:ea typeface="돋움" pitchFamily="50" charset="-127"/>
              </a:endParaRPr>
            </a:p>
          </p:txBody>
        </p:sp>
        <p:sp>
          <p:nvSpPr>
            <p:cNvPr id="8261" name="TextBox 37"/>
            <p:cNvSpPr txBox="1">
              <a:spLocks noChangeArrowheads="1"/>
            </p:cNvSpPr>
            <p:nvPr/>
          </p:nvSpPr>
          <p:spPr bwMode="auto">
            <a:xfrm>
              <a:off x="1874153" y="8345394"/>
              <a:ext cx="205779" cy="157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A</a:t>
              </a:r>
              <a:endParaRPr lang="ko-KR" altLang="en-US" sz="900">
                <a:latin typeface="돋움" pitchFamily="50" charset="-127"/>
                <a:ea typeface="돋움" pitchFamily="50" charset="-127"/>
              </a:endParaRPr>
            </a:p>
          </p:txBody>
        </p:sp>
        <p:sp>
          <p:nvSpPr>
            <p:cNvPr id="8262" name="TextBox 38"/>
            <p:cNvSpPr txBox="1">
              <a:spLocks noChangeArrowheads="1"/>
            </p:cNvSpPr>
            <p:nvPr/>
          </p:nvSpPr>
          <p:spPr bwMode="auto">
            <a:xfrm>
              <a:off x="1615083" y="7841406"/>
              <a:ext cx="198167" cy="157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P</a:t>
              </a:r>
              <a:endParaRPr lang="ko-KR" altLang="en-US" sz="900">
                <a:latin typeface="돋움" pitchFamily="50" charset="-127"/>
                <a:ea typeface="돋움" pitchFamily="50" charset="-127"/>
              </a:endParaRPr>
            </a:p>
          </p:txBody>
        </p:sp>
        <p:sp>
          <p:nvSpPr>
            <p:cNvPr id="8263" name="TextBox 39"/>
            <p:cNvSpPr txBox="1">
              <a:spLocks noChangeArrowheads="1"/>
            </p:cNvSpPr>
            <p:nvPr/>
          </p:nvSpPr>
          <p:spPr bwMode="auto">
            <a:xfrm>
              <a:off x="2111265" y="7844928"/>
              <a:ext cx="201973" cy="157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R</a:t>
              </a:r>
              <a:endParaRPr lang="ko-KR" altLang="en-US" sz="900">
                <a:latin typeface="돋움" pitchFamily="50" charset="-127"/>
                <a:ea typeface="돋움" pitchFamily="50" charset="-127"/>
              </a:endParaRPr>
            </a:p>
          </p:txBody>
        </p:sp>
      </p:grpSp>
      <p:grpSp>
        <p:nvGrpSpPr>
          <p:cNvPr id="8210" name="그룹 18"/>
          <p:cNvGrpSpPr>
            <a:grpSpLocks/>
          </p:cNvGrpSpPr>
          <p:nvPr/>
        </p:nvGrpSpPr>
        <p:grpSpPr bwMode="auto">
          <a:xfrm>
            <a:off x="3748089" y="2044212"/>
            <a:ext cx="1006475" cy="557682"/>
            <a:chOff x="3747994" y="1745514"/>
            <a:chExt cx="1006835" cy="605324"/>
          </a:xfrm>
        </p:grpSpPr>
        <p:pic>
          <p:nvPicPr>
            <p:cNvPr id="8250" name="Picture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30904" y="1822284"/>
              <a:ext cx="923925" cy="466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51" name="직사각형 5"/>
            <p:cNvSpPr>
              <a:spLocks noChangeArrowheads="1"/>
            </p:cNvSpPr>
            <p:nvPr/>
          </p:nvSpPr>
          <p:spPr bwMode="auto">
            <a:xfrm>
              <a:off x="3821379" y="2055646"/>
              <a:ext cx="139638" cy="11541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grpSp>
          <p:nvGrpSpPr>
            <p:cNvPr id="8252" name="그룹 8"/>
            <p:cNvGrpSpPr>
              <a:grpSpLocks/>
            </p:cNvGrpSpPr>
            <p:nvPr/>
          </p:nvGrpSpPr>
          <p:grpSpPr bwMode="auto">
            <a:xfrm>
              <a:off x="3821379" y="2064031"/>
              <a:ext cx="188119" cy="72008"/>
              <a:chOff x="588962" y="8409384"/>
              <a:chExt cx="188119" cy="72008"/>
            </a:xfrm>
          </p:grpSpPr>
          <p:sp>
            <p:nvSpPr>
              <p:cNvPr id="8257" name="이등변 삼각형 2"/>
              <p:cNvSpPr>
                <a:spLocks noChangeArrowheads="1"/>
              </p:cNvSpPr>
              <p:nvPr/>
            </p:nvSpPr>
            <p:spPr bwMode="auto">
              <a:xfrm rot="5400000">
                <a:off x="692596" y="8396907"/>
                <a:ext cx="72008" cy="96962"/>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cxnSp>
            <p:nvCxnSpPr>
              <p:cNvPr id="8258" name="직선 연결선 7"/>
              <p:cNvCxnSpPr>
                <a:cxnSpLocks noChangeShapeType="1"/>
              </p:cNvCxnSpPr>
              <p:nvPr/>
            </p:nvCxnSpPr>
            <p:spPr bwMode="auto">
              <a:xfrm>
                <a:off x="588962" y="8445388"/>
                <a:ext cx="188119" cy="0"/>
              </a:xfrm>
              <a:prstGeom prst="line">
                <a:avLst/>
              </a:prstGeom>
              <a:noFill/>
              <a:ln w="9525" algn="ctr">
                <a:solidFill>
                  <a:schemeClr val="tx1"/>
                </a:solidFill>
                <a:prstDash val="sysDash"/>
                <a:round/>
                <a:headEnd/>
                <a:tailEnd/>
              </a:ln>
              <a:extLst>
                <a:ext uri="{909E8E84-426E-40DD-AFC4-6F175D3DCCD1}">
                  <a14:hiddenFill xmlns:a14="http://schemas.microsoft.com/office/drawing/2010/main">
                    <a:noFill/>
                  </a14:hiddenFill>
                </a:ext>
              </a:extLst>
            </p:spPr>
          </p:cxnSp>
        </p:grpSp>
        <p:sp>
          <p:nvSpPr>
            <p:cNvPr id="8253" name="TextBox 9"/>
            <p:cNvSpPr txBox="1">
              <a:spLocks noChangeArrowheads="1"/>
            </p:cNvSpPr>
            <p:nvPr/>
          </p:nvSpPr>
          <p:spPr bwMode="auto">
            <a:xfrm>
              <a:off x="4228003" y="2116989"/>
              <a:ext cx="240858" cy="233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8254" name="TextBox 49"/>
            <p:cNvSpPr txBox="1">
              <a:spLocks noChangeArrowheads="1"/>
            </p:cNvSpPr>
            <p:nvPr/>
          </p:nvSpPr>
          <p:spPr bwMode="auto">
            <a:xfrm>
              <a:off x="4490944" y="2116989"/>
              <a:ext cx="240858" cy="233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sp>
          <p:nvSpPr>
            <p:cNvPr id="8255" name="TextBox 50"/>
            <p:cNvSpPr txBox="1">
              <a:spLocks noChangeArrowheads="1"/>
            </p:cNvSpPr>
            <p:nvPr/>
          </p:nvSpPr>
          <p:spPr bwMode="auto">
            <a:xfrm>
              <a:off x="4224244" y="1745514"/>
              <a:ext cx="240858" cy="233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sp>
          <p:nvSpPr>
            <p:cNvPr id="8256" name="TextBox 52"/>
            <p:cNvSpPr txBox="1">
              <a:spLocks noChangeArrowheads="1"/>
            </p:cNvSpPr>
            <p:nvPr/>
          </p:nvSpPr>
          <p:spPr bwMode="auto">
            <a:xfrm>
              <a:off x="3747994" y="1888389"/>
              <a:ext cx="296982" cy="233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12</a:t>
              </a:r>
              <a:endParaRPr lang="ko-KR" altLang="en-US" sz="800">
                <a:latin typeface="돋움" pitchFamily="50" charset="-127"/>
                <a:ea typeface="돋움" pitchFamily="50" charset="-127"/>
              </a:endParaRPr>
            </a:p>
          </p:txBody>
        </p:sp>
      </p:grpSp>
      <p:grpSp>
        <p:nvGrpSpPr>
          <p:cNvPr id="8211" name="그룹 17"/>
          <p:cNvGrpSpPr>
            <a:grpSpLocks/>
          </p:cNvGrpSpPr>
          <p:nvPr/>
        </p:nvGrpSpPr>
        <p:grpSpPr bwMode="auto">
          <a:xfrm>
            <a:off x="5302250" y="2089640"/>
            <a:ext cx="889000" cy="557683"/>
            <a:chOff x="5302646" y="1794970"/>
            <a:chExt cx="889298" cy="605323"/>
          </a:xfrm>
        </p:grpSpPr>
        <p:pic>
          <p:nvPicPr>
            <p:cNvPr id="8240"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53769" y="1834186"/>
              <a:ext cx="638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8241" name="그룹 10"/>
            <p:cNvGrpSpPr>
              <a:grpSpLocks/>
            </p:cNvGrpSpPr>
            <p:nvPr/>
          </p:nvGrpSpPr>
          <p:grpSpPr bwMode="auto">
            <a:xfrm>
              <a:off x="5326224" y="2086180"/>
              <a:ext cx="218876" cy="115417"/>
              <a:chOff x="548680" y="8716610"/>
              <a:chExt cx="218876" cy="115417"/>
            </a:xfrm>
          </p:grpSpPr>
          <p:sp>
            <p:nvSpPr>
              <p:cNvPr id="8246" name="직사각형 53"/>
              <p:cNvSpPr>
                <a:spLocks noChangeArrowheads="1"/>
              </p:cNvSpPr>
              <p:nvPr/>
            </p:nvSpPr>
            <p:spPr bwMode="auto">
              <a:xfrm>
                <a:off x="548680" y="8716610"/>
                <a:ext cx="139638" cy="11541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grpSp>
            <p:nvGrpSpPr>
              <p:cNvPr id="8247" name="그룹 54"/>
              <p:cNvGrpSpPr>
                <a:grpSpLocks/>
              </p:cNvGrpSpPr>
              <p:nvPr/>
            </p:nvGrpSpPr>
            <p:grpSpPr bwMode="auto">
              <a:xfrm>
                <a:off x="579437" y="8724995"/>
                <a:ext cx="188119" cy="72008"/>
                <a:chOff x="588962" y="8409384"/>
                <a:chExt cx="188119" cy="72008"/>
              </a:xfrm>
            </p:grpSpPr>
            <p:sp>
              <p:nvSpPr>
                <p:cNvPr id="8248" name="이등변 삼각형 55"/>
                <p:cNvSpPr>
                  <a:spLocks noChangeArrowheads="1"/>
                </p:cNvSpPr>
                <p:nvPr/>
              </p:nvSpPr>
              <p:spPr bwMode="auto">
                <a:xfrm rot="5400000">
                  <a:off x="692596" y="8396907"/>
                  <a:ext cx="72008" cy="96962"/>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cxnSp>
              <p:nvCxnSpPr>
                <p:cNvPr id="8249" name="직선 연결선 56"/>
                <p:cNvCxnSpPr>
                  <a:cxnSpLocks noChangeShapeType="1"/>
                </p:cNvCxnSpPr>
                <p:nvPr/>
              </p:nvCxnSpPr>
              <p:spPr bwMode="auto">
                <a:xfrm>
                  <a:off x="588962" y="8445388"/>
                  <a:ext cx="188119" cy="0"/>
                </a:xfrm>
                <a:prstGeom prst="line">
                  <a:avLst/>
                </a:prstGeom>
                <a:noFill/>
                <a:ln w="9525" algn="ctr">
                  <a:solidFill>
                    <a:schemeClr val="tx1"/>
                  </a:solidFill>
                  <a:prstDash val="sysDash"/>
                  <a:round/>
                  <a:headEnd/>
                  <a:tailEnd/>
                </a:ln>
                <a:extLst>
                  <a:ext uri="{909E8E84-426E-40DD-AFC4-6F175D3DCCD1}">
                    <a14:hiddenFill xmlns:a14="http://schemas.microsoft.com/office/drawing/2010/main">
                      <a:noFill/>
                    </a14:hiddenFill>
                  </a:ext>
                </a:extLst>
              </p:spPr>
            </p:cxnSp>
          </p:grpSp>
        </p:grpSp>
        <p:sp>
          <p:nvSpPr>
            <p:cNvPr id="8242" name="TextBox 57"/>
            <p:cNvSpPr txBox="1">
              <a:spLocks noChangeArrowheads="1"/>
            </p:cNvSpPr>
            <p:nvPr/>
          </p:nvSpPr>
          <p:spPr bwMode="auto">
            <a:xfrm>
              <a:off x="5302646" y="1918923"/>
              <a:ext cx="296976" cy="233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12</a:t>
              </a:r>
              <a:endParaRPr lang="ko-KR" altLang="en-US" sz="800">
                <a:latin typeface="돋움" pitchFamily="50" charset="-127"/>
                <a:ea typeface="돋움" pitchFamily="50" charset="-127"/>
              </a:endParaRPr>
            </a:p>
          </p:txBody>
        </p:sp>
        <p:sp>
          <p:nvSpPr>
            <p:cNvPr id="8243" name="TextBox 59"/>
            <p:cNvSpPr txBox="1">
              <a:spLocks noChangeArrowheads="1"/>
            </p:cNvSpPr>
            <p:nvPr/>
          </p:nvSpPr>
          <p:spPr bwMode="auto">
            <a:xfrm>
              <a:off x="5661881" y="2166445"/>
              <a:ext cx="240853" cy="233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8244" name="TextBox 60"/>
            <p:cNvSpPr txBox="1">
              <a:spLocks noChangeArrowheads="1"/>
            </p:cNvSpPr>
            <p:nvPr/>
          </p:nvSpPr>
          <p:spPr bwMode="auto">
            <a:xfrm>
              <a:off x="5916005" y="2166445"/>
              <a:ext cx="240853" cy="233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sp>
          <p:nvSpPr>
            <p:cNvPr id="8245" name="TextBox 61"/>
            <p:cNvSpPr txBox="1">
              <a:spLocks noChangeArrowheads="1"/>
            </p:cNvSpPr>
            <p:nvPr/>
          </p:nvSpPr>
          <p:spPr bwMode="auto">
            <a:xfrm>
              <a:off x="5788421" y="1794970"/>
              <a:ext cx="240853" cy="233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grpSp>
      <p:grpSp>
        <p:nvGrpSpPr>
          <p:cNvPr id="8212" name="그룹 16"/>
          <p:cNvGrpSpPr>
            <a:grpSpLocks/>
          </p:cNvGrpSpPr>
          <p:nvPr/>
        </p:nvGrpSpPr>
        <p:grpSpPr bwMode="auto">
          <a:xfrm>
            <a:off x="3662364" y="2540976"/>
            <a:ext cx="954104" cy="567405"/>
            <a:chOff x="3662269" y="2313383"/>
            <a:chExt cx="954289" cy="614219"/>
          </a:xfrm>
        </p:grpSpPr>
        <p:pic>
          <p:nvPicPr>
            <p:cNvPr id="823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31883" y="2381889"/>
              <a:ext cx="781050" cy="466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36" name="TextBox 63"/>
            <p:cNvSpPr txBox="1">
              <a:spLocks noChangeArrowheads="1"/>
            </p:cNvSpPr>
            <p:nvPr/>
          </p:nvSpPr>
          <p:spPr bwMode="auto">
            <a:xfrm>
              <a:off x="3662269" y="2497989"/>
              <a:ext cx="296934" cy="233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10</a:t>
              </a:r>
              <a:endParaRPr lang="ko-KR" altLang="en-US" sz="800">
                <a:latin typeface="돋움" pitchFamily="50" charset="-127"/>
                <a:ea typeface="돋움" pitchFamily="50" charset="-127"/>
              </a:endParaRPr>
            </a:p>
          </p:txBody>
        </p:sp>
        <p:sp>
          <p:nvSpPr>
            <p:cNvPr id="8237" name="TextBox 64"/>
            <p:cNvSpPr txBox="1">
              <a:spLocks noChangeArrowheads="1"/>
            </p:cNvSpPr>
            <p:nvPr/>
          </p:nvSpPr>
          <p:spPr bwMode="auto">
            <a:xfrm>
              <a:off x="4097232" y="2694383"/>
              <a:ext cx="240819" cy="233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8238" name="TextBox 65"/>
            <p:cNvSpPr txBox="1">
              <a:spLocks noChangeArrowheads="1"/>
            </p:cNvSpPr>
            <p:nvPr/>
          </p:nvSpPr>
          <p:spPr bwMode="auto">
            <a:xfrm>
              <a:off x="4375739" y="2684858"/>
              <a:ext cx="240819" cy="233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sp>
          <p:nvSpPr>
            <p:cNvPr id="8239" name="TextBox 66"/>
            <p:cNvSpPr txBox="1">
              <a:spLocks noChangeArrowheads="1"/>
            </p:cNvSpPr>
            <p:nvPr/>
          </p:nvSpPr>
          <p:spPr bwMode="auto">
            <a:xfrm>
              <a:off x="4252819" y="2313383"/>
              <a:ext cx="240819" cy="233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grpSp>
      <p:grpSp>
        <p:nvGrpSpPr>
          <p:cNvPr id="8213" name="그룹 15"/>
          <p:cNvGrpSpPr>
            <a:grpSpLocks/>
          </p:cNvGrpSpPr>
          <p:nvPr/>
        </p:nvGrpSpPr>
        <p:grpSpPr bwMode="auto">
          <a:xfrm>
            <a:off x="5302250" y="2567356"/>
            <a:ext cx="857250" cy="558611"/>
            <a:chOff x="5302646" y="2341958"/>
            <a:chExt cx="857337" cy="604692"/>
          </a:xfrm>
        </p:grpSpPr>
        <p:pic>
          <p:nvPicPr>
            <p:cNvPr id="8225" name="Picture 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12283" y="2421105"/>
              <a:ext cx="647700"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8226" name="그룹 70"/>
            <p:cNvGrpSpPr>
              <a:grpSpLocks/>
            </p:cNvGrpSpPr>
            <p:nvPr/>
          </p:nvGrpSpPr>
          <p:grpSpPr bwMode="auto">
            <a:xfrm>
              <a:off x="5326224" y="2625986"/>
              <a:ext cx="218876" cy="115417"/>
              <a:chOff x="548680" y="8716610"/>
              <a:chExt cx="218876" cy="115417"/>
            </a:xfrm>
          </p:grpSpPr>
          <p:sp>
            <p:nvSpPr>
              <p:cNvPr id="8231" name="직사각형 71"/>
              <p:cNvSpPr>
                <a:spLocks noChangeArrowheads="1"/>
              </p:cNvSpPr>
              <p:nvPr/>
            </p:nvSpPr>
            <p:spPr bwMode="auto">
              <a:xfrm>
                <a:off x="548680" y="8716610"/>
                <a:ext cx="139638" cy="11541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grpSp>
            <p:nvGrpSpPr>
              <p:cNvPr id="8232" name="그룹 72"/>
              <p:cNvGrpSpPr>
                <a:grpSpLocks/>
              </p:cNvGrpSpPr>
              <p:nvPr/>
            </p:nvGrpSpPr>
            <p:grpSpPr bwMode="auto">
              <a:xfrm>
                <a:off x="579437" y="8724995"/>
                <a:ext cx="188119" cy="72008"/>
                <a:chOff x="588962" y="8409384"/>
                <a:chExt cx="188119" cy="72008"/>
              </a:xfrm>
            </p:grpSpPr>
            <p:sp>
              <p:nvSpPr>
                <p:cNvPr id="8233" name="이등변 삼각형 73"/>
                <p:cNvSpPr>
                  <a:spLocks noChangeArrowheads="1"/>
                </p:cNvSpPr>
                <p:nvPr/>
              </p:nvSpPr>
              <p:spPr bwMode="auto">
                <a:xfrm rot="5400000">
                  <a:off x="692596" y="8396907"/>
                  <a:ext cx="72008" cy="96962"/>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cxnSp>
              <p:nvCxnSpPr>
                <p:cNvPr id="8234" name="직선 연결선 74"/>
                <p:cNvCxnSpPr>
                  <a:cxnSpLocks noChangeShapeType="1"/>
                </p:cNvCxnSpPr>
                <p:nvPr/>
              </p:nvCxnSpPr>
              <p:spPr bwMode="auto">
                <a:xfrm>
                  <a:off x="588962" y="8445388"/>
                  <a:ext cx="188119" cy="0"/>
                </a:xfrm>
                <a:prstGeom prst="line">
                  <a:avLst/>
                </a:prstGeom>
                <a:noFill/>
                <a:ln w="9525" algn="ctr">
                  <a:solidFill>
                    <a:schemeClr val="tx1"/>
                  </a:solidFill>
                  <a:prstDash val="sysDash"/>
                  <a:round/>
                  <a:headEnd/>
                  <a:tailEnd/>
                </a:ln>
                <a:extLst>
                  <a:ext uri="{909E8E84-426E-40DD-AFC4-6F175D3DCCD1}">
                    <a14:hiddenFill xmlns:a14="http://schemas.microsoft.com/office/drawing/2010/main">
                      <a:noFill/>
                    </a14:hiddenFill>
                  </a:ext>
                </a:extLst>
              </p:spPr>
            </p:cxnSp>
          </p:grpSp>
        </p:grpSp>
        <p:sp>
          <p:nvSpPr>
            <p:cNvPr id="8227" name="TextBox 75"/>
            <p:cNvSpPr txBox="1">
              <a:spLocks noChangeArrowheads="1"/>
            </p:cNvSpPr>
            <p:nvPr/>
          </p:nvSpPr>
          <p:spPr bwMode="auto">
            <a:xfrm>
              <a:off x="5302646" y="2458729"/>
              <a:ext cx="296906" cy="233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10</a:t>
              </a:r>
              <a:endParaRPr lang="ko-KR" altLang="en-US" sz="800">
                <a:latin typeface="돋움" pitchFamily="50" charset="-127"/>
                <a:ea typeface="돋움" pitchFamily="50" charset="-127"/>
              </a:endParaRPr>
            </a:p>
          </p:txBody>
        </p:sp>
        <p:sp>
          <p:nvSpPr>
            <p:cNvPr id="8228" name="TextBox 76"/>
            <p:cNvSpPr txBox="1">
              <a:spLocks noChangeArrowheads="1"/>
            </p:cNvSpPr>
            <p:nvPr/>
          </p:nvSpPr>
          <p:spPr bwMode="auto">
            <a:xfrm>
              <a:off x="5661881" y="2713433"/>
              <a:ext cx="240796" cy="233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1</a:t>
              </a:r>
              <a:endParaRPr lang="ko-KR" altLang="en-US" sz="800">
                <a:latin typeface="돋움" pitchFamily="50" charset="-127"/>
                <a:ea typeface="돋움" pitchFamily="50" charset="-127"/>
              </a:endParaRPr>
            </a:p>
          </p:txBody>
        </p:sp>
        <p:sp>
          <p:nvSpPr>
            <p:cNvPr id="8229" name="TextBox 77"/>
            <p:cNvSpPr txBox="1">
              <a:spLocks noChangeArrowheads="1"/>
            </p:cNvSpPr>
            <p:nvPr/>
          </p:nvSpPr>
          <p:spPr bwMode="auto">
            <a:xfrm>
              <a:off x="5916005" y="2713432"/>
              <a:ext cx="240796" cy="233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3</a:t>
              </a:r>
              <a:endParaRPr lang="ko-KR" altLang="en-US" sz="800">
                <a:latin typeface="돋움" pitchFamily="50" charset="-127"/>
                <a:ea typeface="돋움" pitchFamily="50" charset="-127"/>
              </a:endParaRPr>
            </a:p>
          </p:txBody>
        </p:sp>
        <p:sp>
          <p:nvSpPr>
            <p:cNvPr id="8230" name="TextBox 78"/>
            <p:cNvSpPr txBox="1">
              <a:spLocks noChangeArrowheads="1"/>
            </p:cNvSpPr>
            <p:nvPr/>
          </p:nvSpPr>
          <p:spPr bwMode="auto">
            <a:xfrm>
              <a:off x="5788421" y="2341958"/>
              <a:ext cx="240796" cy="233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돋움" pitchFamily="50" charset="-127"/>
                  <a:ea typeface="돋움" pitchFamily="50" charset="-127"/>
                </a:rPr>
                <a:t>2</a:t>
              </a:r>
              <a:endParaRPr lang="ko-KR" altLang="en-US" sz="800">
                <a:latin typeface="돋움" pitchFamily="50" charset="-127"/>
                <a:ea typeface="돋움" pitchFamily="50" charset="-127"/>
              </a:endParaRPr>
            </a:p>
          </p:txBody>
        </p:sp>
      </p:grpSp>
      <p:grpSp>
        <p:nvGrpSpPr>
          <p:cNvPr id="8214" name="Group 2"/>
          <p:cNvGrpSpPr>
            <a:grpSpLocks/>
          </p:cNvGrpSpPr>
          <p:nvPr/>
        </p:nvGrpSpPr>
        <p:grpSpPr bwMode="auto">
          <a:xfrm>
            <a:off x="3402014" y="4875130"/>
            <a:ext cx="3176587" cy="1477328"/>
            <a:chOff x="3402013" y="5661026"/>
            <a:chExt cx="3176587" cy="1600194"/>
          </a:xfrm>
        </p:grpSpPr>
        <p:sp>
          <p:nvSpPr>
            <p:cNvPr id="8216" name="Text Box 44"/>
            <p:cNvSpPr txBox="1">
              <a:spLocks noChangeArrowheads="1"/>
            </p:cNvSpPr>
            <p:nvPr/>
          </p:nvSpPr>
          <p:spPr bwMode="auto">
            <a:xfrm>
              <a:off x="3402013" y="5661026"/>
              <a:ext cx="3176587" cy="1600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cs typeface="Times New Roman" pitchFamily="18" charset="0"/>
                </a:rPr>
                <a:t>49. </a:t>
              </a:r>
              <a:r>
                <a:rPr lang="vi-VN" altLang="ko-KR" sz="900">
                  <a:latin typeface="Times New Roman" pitchFamily="18" charset="0"/>
                  <a:ea typeface="돋움" pitchFamily="50" charset="-127"/>
                  <a:cs typeface="Times New Roman" pitchFamily="18" charset="0"/>
                </a:rPr>
                <a:t>Nhìn vào ký hiệu khí nén dưới đây, giá trị chính xác của đầu ra khi đồng thời cung cấp áp suất khí nén cho đầu vào là bao nhiêu?</a:t>
              </a:r>
              <a:r>
                <a:rPr lang="en-US" altLang="ko-KR" sz="900">
                  <a:latin typeface="Times New Roman" pitchFamily="18" charset="0"/>
                  <a:ea typeface="돋움" pitchFamily="50" charset="-127"/>
                  <a:cs typeface="Times New Roman" pitchFamily="18" charset="0"/>
                </a:rPr>
                <a:t> </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smtClean="0">
                  <a:latin typeface="Times New Roman" pitchFamily="18" charset="0"/>
                  <a:cs typeface="Times New Roman" pitchFamily="18" charset="0"/>
                </a:rPr>
                <a:t> </a:t>
              </a:r>
              <a:endParaRPr lang="en-US" altLang="ko-KR" sz="90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en-US" altLang="ko-KR" sz="900">
                  <a:latin typeface="Times New Roman" pitchFamily="18" charset="0"/>
                  <a:cs typeface="Times New Roman" pitchFamily="18" charset="0"/>
                </a:rPr>
                <a:t> ① ⓐ5kgf / ㎠, ⓑ6kgf / ㎠   </a:t>
              </a:r>
              <a:r>
                <a:rPr lang="en-US" altLang="ko-KR" sz="900" smtClean="0">
                  <a:latin typeface="Times New Roman" pitchFamily="18" charset="0"/>
                  <a:cs typeface="Times New Roman" pitchFamily="18" charset="0"/>
                </a:rPr>
                <a:t>    ② </a:t>
              </a:r>
              <a:r>
                <a:rPr lang="en-US" altLang="ko-KR" sz="900">
                  <a:latin typeface="Times New Roman" pitchFamily="18" charset="0"/>
                  <a:cs typeface="Times New Roman" pitchFamily="18" charset="0"/>
                </a:rPr>
                <a:t>ⓐ3kgf / ㎠, ⓑ4kgf / ㎠</a:t>
              </a:r>
            </a:p>
            <a:p>
              <a:pPr eaLnBrk="1" hangingPunct="1">
                <a:spcBef>
                  <a:spcPct val="0"/>
                </a:spcBef>
                <a:buFontTx/>
                <a:buNone/>
              </a:pPr>
              <a:r>
                <a:rPr lang="en-US" altLang="ko-KR" sz="900">
                  <a:latin typeface="Times New Roman" pitchFamily="18" charset="0"/>
                  <a:cs typeface="Times New Roman" pitchFamily="18" charset="0"/>
                </a:rPr>
                <a:t> ③ ⓐ3kgf / ㎠, ⓑ6kgf / ㎠  </a:t>
              </a:r>
              <a:r>
                <a:rPr lang="en-US" altLang="ko-KR" sz="900" smtClean="0">
                  <a:latin typeface="Times New Roman" pitchFamily="18" charset="0"/>
                  <a:cs typeface="Times New Roman" pitchFamily="18" charset="0"/>
                </a:rPr>
                <a:t>     </a:t>
              </a:r>
              <a:r>
                <a:rPr lang="en-US" altLang="ko-KR" sz="900" b="1">
                  <a:solidFill>
                    <a:srgbClr val="FF0000"/>
                  </a:solidFill>
                  <a:latin typeface="Times New Roman" pitchFamily="18" charset="0"/>
                  <a:cs typeface="Times New Roman" pitchFamily="18" charset="0"/>
                </a:rPr>
                <a:t>④ ⓐ5kgf / ㎠, ⓑ4kgf / ㎠</a:t>
              </a:r>
            </a:p>
          </p:txBody>
        </p:sp>
        <p:grpSp>
          <p:nvGrpSpPr>
            <p:cNvPr id="8217" name="Group 1"/>
            <p:cNvGrpSpPr>
              <a:grpSpLocks/>
            </p:cNvGrpSpPr>
            <p:nvPr/>
          </p:nvGrpSpPr>
          <p:grpSpPr bwMode="auto">
            <a:xfrm>
              <a:off x="3530600" y="6196651"/>
              <a:ext cx="2974496" cy="538018"/>
              <a:chOff x="3530600" y="5884187"/>
              <a:chExt cx="2974496" cy="538018"/>
            </a:xfrm>
          </p:grpSpPr>
          <p:pic>
            <p:nvPicPr>
              <p:cNvPr id="8218" name="Picture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60800" y="5884187"/>
                <a:ext cx="2362200" cy="48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19" name="TextBox 12"/>
              <p:cNvSpPr txBox="1">
                <a:spLocks noChangeArrowheads="1"/>
              </p:cNvSpPr>
              <p:nvPr/>
            </p:nvSpPr>
            <p:spPr bwMode="auto">
              <a:xfrm>
                <a:off x="3530600" y="6172175"/>
                <a:ext cx="574196" cy="250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5kgf/</a:t>
                </a:r>
                <a:r>
                  <a:rPr lang="ko-KR" altLang="en-US" sz="900">
                    <a:latin typeface="돋움" pitchFamily="50" charset="-127"/>
                    <a:ea typeface="돋움" pitchFamily="50" charset="-127"/>
                  </a:rPr>
                  <a:t>㎠</a:t>
                </a:r>
              </a:p>
            </p:txBody>
          </p:sp>
          <p:sp>
            <p:nvSpPr>
              <p:cNvPr id="8220" name="TextBox 83"/>
              <p:cNvSpPr txBox="1">
                <a:spLocks noChangeArrowheads="1"/>
              </p:cNvSpPr>
              <p:nvPr/>
            </p:nvSpPr>
            <p:spPr bwMode="auto">
              <a:xfrm>
                <a:off x="4330700" y="6172175"/>
                <a:ext cx="574196" cy="250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3kgf/</a:t>
                </a:r>
                <a:r>
                  <a:rPr lang="ko-KR" altLang="en-US" sz="900">
                    <a:latin typeface="돋움" pitchFamily="50" charset="-127"/>
                    <a:ea typeface="돋움" pitchFamily="50" charset="-127"/>
                  </a:rPr>
                  <a:t>㎠</a:t>
                </a:r>
              </a:p>
            </p:txBody>
          </p:sp>
          <p:sp>
            <p:nvSpPr>
              <p:cNvPr id="8221" name="TextBox 85"/>
              <p:cNvSpPr txBox="1">
                <a:spLocks noChangeArrowheads="1"/>
              </p:cNvSpPr>
              <p:nvPr/>
            </p:nvSpPr>
            <p:spPr bwMode="auto">
              <a:xfrm>
                <a:off x="5130800" y="6172175"/>
                <a:ext cx="574196" cy="250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4kgf/</a:t>
                </a:r>
                <a:r>
                  <a:rPr lang="ko-KR" altLang="en-US" sz="900">
                    <a:latin typeface="돋움" pitchFamily="50" charset="-127"/>
                    <a:ea typeface="돋움" pitchFamily="50" charset="-127"/>
                  </a:rPr>
                  <a:t>㎠</a:t>
                </a:r>
              </a:p>
            </p:txBody>
          </p:sp>
          <p:sp>
            <p:nvSpPr>
              <p:cNvPr id="8222" name="TextBox 86"/>
              <p:cNvSpPr txBox="1">
                <a:spLocks noChangeArrowheads="1"/>
              </p:cNvSpPr>
              <p:nvPr/>
            </p:nvSpPr>
            <p:spPr bwMode="auto">
              <a:xfrm>
                <a:off x="5930900" y="6172175"/>
                <a:ext cx="574196" cy="250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돋움" pitchFamily="50" charset="-127"/>
                    <a:ea typeface="돋움" pitchFamily="50" charset="-127"/>
                  </a:rPr>
                  <a:t>6kgf/</a:t>
                </a:r>
                <a:r>
                  <a:rPr lang="ko-KR" altLang="en-US" sz="900">
                    <a:latin typeface="돋움" pitchFamily="50" charset="-127"/>
                    <a:ea typeface="돋움" pitchFamily="50" charset="-127"/>
                  </a:rPr>
                  <a:t>㎠</a:t>
                </a:r>
              </a:p>
            </p:txBody>
          </p:sp>
          <p:sp>
            <p:nvSpPr>
              <p:cNvPr id="8223" name="TextBox 13"/>
              <p:cNvSpPr txBox="1">
                <a:spLocks noChangeArrowheads="1"/>
              </p:cNvSpPr>
              <p:nvPr/>
            </p:nvSpPr>
            <p:spPr bwMode="auto">
              <a:xfrm>
                <a:off x="4178300" y="5884187"/>
                <a:ext cx="300082" cy="250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p>
            </p:txBody>
          </p:sp>
          <p:sp>
            <p:nvSpPr>
              <p:cNvPr id="8224" name="TextBox 88"/>
              <p:cNvSpPr txBox="1">
                <a:spLocks noChangeArrowheads="1"/>
              </p:cNvSpPr>
              <p:nvPr/>
            </p:nvSpPr>
            <p:spPr bwMode="auto">
              <a:xfrm>
                <a:off x="5564188" y="5884187"/>
                <a:ext cx="300082" cy="250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p>
            </p:txBody>
          </p:sp>
        </p:grpSp>
      </p:grpSp>
      <p:sp>
        <p:nvSpPr>
          <p:cNvPr id="8215" name="Rectangle 95"/>
          <p:cNvSpPr>
            <a:spLocks noChangeArrowheads="1"/>
          </p:cNvSpPr>
          <p:nvPr/>
        </p:nvSpPr>
        <p:spPr bwMode="auto">
          <a:xfrm>
            <a:off x="3390901" y="3080239"/>
            <a:ext cx="315912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47. </a:t>
            </a:r>
            <a:r>
              <a:rPr lang="en-US" altLang="ko-KR" sz="900" smtClean="0">
                <a:latin typeface="Times New Roman" pitchFamily="18" charset="0"/>
                <a:ea typeface="돋움" pitchFamily="50" charset="-127"/>
                <a:cs typeface="Times New Roman" pitchFamily="18" charset="0"/>
              </a:rPr>
              <a:t>Chọn đáp án sai về đặc điểm </a:t>
            </a:r>
            <a:r>
              <a:rPr lang="vi-VN" altLang="ko-KR" sz="900" smtClean="0">
                <a:latin typeface="Times New Roman" pitchFamily="18" charset="0"/>
                <a:ea typeface="돋움" pitchFamily="50" charset="-127"/>
                <a:cs typeface="Times New Roman" pitchFamily="18" charset="0"/>
              </a:rPr>
              <a:t>của </a:t>
            </a:r>
            <a:r>
              <a:rPr lang="vi-VN" altLang="ko-KR" sz="900">
                <a:latin typeface="Times New Roman" pitchFamily="18" charset="0"/>
                <a:ea typeface="돋움" pitchFamily="50" charset="-127"/>
                <a:cs typeface="Times New Roman" pitchFamily="18" charset="0"/>
              </a:rPr>
              <a:t>van điện từ?</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smtClean="0">
                <a:solidFill>
                  <a:srgbClr val="FF0000"/>
                </a:solidFill>
                <a:latin typeface="Times New Roman" pitchFamily="18" charset="0"/>
                <a:ea typeface="돋움" pitchFamily="50" charset="-127"/>
                <a:cs typeface="Times New Roman" pitchFamily="18" charset="0"/>
              </a:rPr>
              <a:t>Bền, chống va đập tốt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Điện </a:t>
            </a:r>
            <a:r>
              <a:rPr lang="vi-VN" altLang="ko-KR" sz="900" smtClean="0">
                <a:latin typeface="Times New Roman" pitchFamily="18" charset="0"/>
                <a:ea typeface="돋움" pitchFamily="50" charset="-127"/>
                <a:cs typeface="Times New Roman" pitchFamily="18" charset="0"/>
              </a:rPr>
              <a:t>năng</a:t>
            </a:r>
            <a:r>
              <a:rPr lang="en-US" altLang="ko-KR" sz="900" smtClean="0">
                <a:latin typeface="Times New Roman" pitchFamily="18" charset="0"/>
                <a:ea typeface="돋움" pitchFamily="50" charset="-127"/>
                <a:cs typeface="Times New Roman" pitchFamily="18" charset="0"/>
              </a:rPr>
              <a:t> tiêu thụ</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thấp</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Thời gian chuyển đổi van nhanh chóng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Tiếng ồn rất nhỏ.</a:t>
            </a:r>
            <a:endParaRPr lang="en-US" altLang="ko-KR" sz="900">
              <a:latin typeface="Times New Roman" pitchFamily="18" charset="0"/>
              <a:ea typeface="돋움" pitchFamily="50" charset="-127"/>
              <a:cs typeface="Times New Roman" pitchFamily="18" charset="0"/>
            </a:endParaRPr>
          </a:p>
        </p:txBody>
      </p:sp>
      <p:sp>
        <p:nvSpPr>
          <p:cNvPr id="78" name="TextBox 77"/>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5</a:t>
            </a:r>
          </a:p>
        </p:txBody>
      </p:sp>
    </p:spTree>
    <p:extLst>
      <p:ext uri="{BB962C8B-B14F-4D97-AF65-F5344CB8AC3E}">
        <p14:creationId xmlns:p14="http://schemas.microsoft.com/office/powerpoint/2010/main" val="3077880127"/>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26" name="Text Box 5"/>
          <p:cNvSpPr txBox="1">
            <a:spLocks noChangeArrowheads="1"/>
          </p:cNvSpPr>
          <p:nvPr/>
        </p:nvSpPr>
        <p:spPr bwMode="auto">
          <a:xfrm>
            <a:off x="174625" y="221274"/>
            <a:ext cx="10919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600" b="1">
                <a:effectLst>
                  <a:outerShdw blurRad="38100" dist="38100" dir="2700000" algn="tl">
                    <a:srgbClr val="C0C0C0"/>
                  </a:outerShdw>
                </a:effectLst>
                <a:latin typeface="Times New Roman" panose="02020603050405020304" pitchFamily="18" charset="0"/>
                <a:cs typeface="Times New Roman" panose="02020603050405020304" pitchFamily="18" charset="0"/>
              </a:rPr>
              <a:t> </a:t>
            </a: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Khí nén </a:t>
            </a:r>
            <a:r>
              <a:rPr lang="ko-KR" altLang="en-US"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 </a:t>
            </a: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 </a:t>
            </a:r>
            <a:endParaRPr lang="en-US" altLang="ko-KR"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10244" name="Rectangle 170"/>
          <p:cNvSpPr>
            <a:spLocks noChangeArrowheads="1"/>
          </p:cNvSpPr>
          <p:nvPr/>
        </p:nvSpPr>
        <p:spPr bwMode="auto">
          <a:xfrm>
            <a:off x="3395663" y="838200"/>
            <a:ext cx="3206750" cy="16158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57. </a:t>
            </a:r>
            <a:r>
              <a:rPr lang="vi-VN" altLang="ko-KR" sz="900" smtClean="0">
                <a:latin typeface="Times New Roman" pitchFamily="18" charset="0"/>
                <a:ea typeface="돋움" pitchFamily="50" charset="-127"/>
                <a:cs typeface="Times New Roman" pitchFamily="18" charset="0"/>
              </a:rPr>
              <a:t>Đ</a:t>
            </a:r>
            <a:r>
              <a:rPr lang="en-US" altLang="ko-KR" sz="900" smtClean="0">
                <a:latin typeface="Times New Roman" pitchFamily="18" charset="0"/>
                <a:ea typeface="돋움" pitchFamily="50" charset="-127"/>
                <a:cs typeface="Times New Roman" pitchFamily="18" charset="0"/>
              </a:rPr>
              <a:t>áp án</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sai với tên ký hiệu van điều khiển hướng?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 </a:t>
            </a:r>
            <a:r>
              <a:rPr lang="vi-VN" altLang="ko-KR" sz="900">
                <a:latin typeface="Times New Roman" pitchFamily="18" charset="0"/>
                <a:ea typeface="돋움" pitchFamily="50" charset="-127"/>
                <a:cs typeface="Times New Roman" pitchFamily="18" charset="0"/>
              </a:rPr>
              <a:t>loại hoạt động trực tiếp </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ko-KR" altLang="en-US"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hoạt </a:t>
            </a:r>
            <a:r>
              <a:rPr lang="vi-VN" altLang="ko-KR" sz="900">
                <a:latin typeface="Times New Roman" pitchFamily="18" charset="0"/>
                <a:ea typeface="돋움" pitchFamily="50" charset="-127"/>
                <a:cs typeface="Times New Roman" pitchFamily="18" charset="0"/>
              </a:rPr>
              <a:t>động thủ công</a:t>
            </a: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③ ㉢ </a:t>
            </a:r>
            <a:r>
              <a:rPr lang="vi-VN" altLang="ko-KR" sz="900" b="1">
                <a:solidFill>
                  <a:srgbClr val="FF0000"/>
                </a:solidFill>
                <a:latin typeface="Times New Roman" pitchFamily="18" charset="0"/>
                <a:ea typeface="돋움" pitchFamily="50" charset="-127"/>
                <a:cs typeface="Times New Roman" pitchFamily="18" charset="0"/>
              </a:rPr>
              <a:t>vị trí ban đầu của van </a:t>
            </a:r>
            <a:r>
              <a:rPr lang="en-US" altLang="ko-KR" sz="900" b="1">
                <a:solidFill>
                  <a:srgbClr val="FF0000"/>
                </a:solidFill>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tín hiệu điện</a:t>
            </a:r>
          </a:p>
        </p:txBody>
      </p:sp>
      <p:grpSp>
        <p:nvGrpSpPr>
          <p:cNvPr id="10245" name="Group 2"/>
          <p:cNvGrpSpPr>
            <a:grpSpLocks/>
          </p:cNvGrpSpPr>
          <p:nvPr/>
        </p:nvGrpSpPr>
        <p:grpSpPr bwMode="auto">
          <a:xfrm>
            <a:off x="304800" y="716574"/>
            <a:ext cx="6248400" cy="8216411"/>
            <a:chOff x="192" y="672"/>
            <a:chExt cx="3936" cy="5424"/>
          </a:xfrm>
        </p:grpSpPr>
        <p:sp>
          <p:nvSpPr>
            <p:cNvPr id="10284" name="Rectangle 3"/>
            <p:cNvSpPr>
              <a:spLocks noChangeArrowheads="1"/>
            </p:cNvSpPr>
            <p:nvPr/>
          </p:nvSpPr>
          <p:spPr bwMode="auto">
            <a:xfrm>
              <a:off x="192"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돋움" pitchFamily="50" charset="-127"/>
                <a:ea typeface="돋움" pitchFamily="50" charset="-127"/>
              </a:endParaRPr>
            </a:p>
          </p:txBody>
        </p:sp>
        <p:sp>
          <p:nvSpPr>
            <p:cNvPr id="10285" name="Rectangle 4"/>
            <p:cNvSpPr>
              <a:spLocks noChangeArrowheads="1"/>
            </p:cNvSpPr>
            <p:nvPr/>
          </p:nvSpPr>
          <p:spPr bwMode="auto">
            <a:xfrm>
              <a:off x="2160"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돋움" pitchFamily="50" charset="-127"/>
                <a:ea typeface="돋움" pitchFamily="50" charset="-127"/>
              </a:endParaRPr>
            </a:p>
          </p:txBody>
        </p:sp>
      </p:grpSp>
      <p:sp>
        <p:nvSpPr>
          <p:cNvPr id="10246" name="Rectangle 95"/>
          <p:cNvSpPr>
            <a:spLocks noChangeArrowheads="1"/>
          </p:cNvSpPr>
          <p:nvPr/>
        </p:nvSpPr>
        <p:spPr bwMode="auto">
          <a:xfrm>
            <a:off x="269876" y="3647343"/>
            <a:ext cx="3159125"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None/>
            </a:pPr>
            <a:r>
              <a:rPr lang="vi-VN" altLang="ko-KR" sz="900">
                <a:latin typeface="Times New Roman" pitchFamily="18" charset="0"/>
                <a:ea typeface="돋움" pitchFamily="50" charset="-127"/>
                <a:cs typeface="Times New Roman" pitchFamily="18" charset="0"/>
              </a:rPr>
              <a:t>54. Khi khả năng hấp thụ của chất hút ẩm trở nên bão hòa, chức năng của nó bị mất, nhưng phương pháp làm khô nào có thể được sử dụng bán vĩnh viễn khi nó được tái </a:t>
            </a:r>
            <a:r>
              <a:rPr lang="en-US" altLang="ko-KR" sz="900" smtClean="0">
                <a:latin typeface="Times New Roman" pitchFamily="18" charset="0"/>
                <a:ea typeface="돋움" pitchFamily="50" charset="-127"/>
                <a:cs typeface="Times New Roman" pitchFamily="18" charset="0"/>
              </a:rPr>
              <a:t>sử dụng</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bằng cách gia nhiệt?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Loại hấp phụ       </a:t>
            </a:r>
            <a:r>
              <a:rPr lang="en-US" altLang="ko-KR" sz="900" b="1" smtClean="0">
                <a:solidFill>
                  <a:srgbClr val="FF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② </a:t>
            </a:r>
            <a:r>
              <a:rPr lang="en-US" altLang="ko-KR" sz="900">
                <a:latin typeface="Times New Roman" pitchFamily="18" charset="0"/>
                <a:ea typeface="돋움" pitchFamily="50" charset="-127"/>
                <a:cs typeface="Times New Roman" pitchFamily="18" charset="0"/>
              </a:rPr>
              <a:t>Loại </a:t>
            </a:r>
            <a:r>
              <a:rPr lang="en-US" altLang="ko-KR" sz="900" smtClean="0">
                <a:latin typeface="Times New Roman" pitchFamily="18" charset="0"/>
                <a:ea typeface="돋움" pitchFamily="50" charset="-127"/>
                <a:cs typeface="Times New Roman" pitchFamily="18" charset="0"/>
              </a:rPr>
              <a:t>ngưng tụ</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Loại làm </a:t>
            </a:r>
            <a:r>
              <a:rPr lang="en-US" altLang="ko-KR" sz="900" smtClean="0">
                <a:latin typeface="Times New Roman" pitchFamily="18" charset="0"/>
                <a:ea typeface="돋움" pitchFamily="50" charset="-127"/>
                <a:cs typeface="Times New Roman" pitchFamily="18" charset="0"/>
              </a:rPr>
              <a:t>lạnh bằng khí      </a:t>
            </a:r>
            <a:r>
              <a:rPr lang="en-US" altLang="ko-KR" sz="900">
                <a:latin typeface="Times New Roman" pitchFamily="18" charset="0"/>
                <a:ea typeface="돋움" pitchFamily="50" charset="-127"/>
                <a:cs typeface="Times New Roman" pitchFamily="18" charset="0"/>
              </a:rPr>
              <a:t>④ Loại làm </a:t>
            </a:r>
            <a:r>
              <a:rPr lang="en-US" altLang="ko-KR" sz="900" smtClean="0">
                <a:latin typeface="Times New Roman" pitchFamily="18" charset="0"/>
                <a:ea typeface="돋움" pitchFamily="50" charset="-127"/>
                <a:cs typeface="Times New Roman" pitchFamily="18" charset="0"/>
              </a:rPr>
              <a:t>lạnh bằng nước</a:t>
            </a:r>
            <a:endParaRPr lang="ko-KR" altLang="en-US" sz="900">
              <a:latin typeface="Times New Roman" pitchFamily="18" charset="0"/>
              <a:ea typeface="돋움" pitchFamily="50" charset="-127"/>
              <a:cs typeface="Times New Roman" pitchFamily="18" charset="0"/>
            </a:endParaRPr>
          </a:p>
        </p:txBody>
      </p:sp>
      <p:sp>
        <p:nvSpPr>
          <p:cNvPr id="10247" name="Rectangle 97"/>
          <p:cNvSpPr>
            <a:spLocks noChangeArrowheads="1"/>
          </p:cNvSpPr>
          <p:nvPr/>
        </p:nvSpPr>
        <p:spPr bwMode="auto">
          <a:xfrm>
            <a:off x="266700" y="4829908"/>
            <a:ext cx="3162300" cy="203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55. </a:t>
            </a:r>
            <a:r>
              <a:rPr lang="vi-VN" altLang="ko-KR" sz="900" smtClean="0">
                <a:latin typeface="Times New Roman" pitchFamily="18" charset="0"/>
                <a:ea typeface="돋움" pitchFamily="50" charset="-127"/>
                <a:cs typeface="Times New Roman" pitchFamily="18" charset="0"/>
              </a:rPr>
              <a:t>C</a:t>
            </a:r>
            <a:r>
              <a:rPr lang="en-US" altLang="ko-KR" sz="900" smtClean="0">
                <a:latin typeface="Times New Roman" pitchFamily="18" charset="0"/>
                <a:ea typeface="돋움" pitchFamily="50" charset="-127"/>
                <a:cs typeface="Times New Roman" pitchFamily="18" charset="0"/>
              </a:rPr>
              <a:t>họn đáp án sai</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khi nói về</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van điều khiển tốc độ </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Do lực đẩy gây ra bởi chênh lệch áp suất giữa </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và </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nên piston chuyển động tương đối đều.</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② </a:t>
            </a:r>
            <a:r>
              <a:rPr lang="vi-VN" altLang="ko-KR" sz="900" b="1">
                <a:solidFill>
                  <a:srgbClr val="FF0000"/>
                </a:solidFill>
                <a:latin typeface="Times New Roman" pitchFamily="18" charset="0"/>
                <a:ea typeface="돋움" pitchFamily="50" charset="-127"/>
                <a:cs typeface="Times New Roman" pitchFamily="18" charset="0"/>
              </a:rPr>
              <a:t>Áp suất phía </a:t>
            </a:r>
            <a:r>
              <a:rPr lang="ko-KR" altLang="en-US" sz="900" b="1">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ở trạng thái chảy tự do nên giảm ngay áp suất khí quyển.</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vi-VN" altLang="ko-KR" sz="900" smtClean="0">
                <a:latin typeface="Times New Roman" pitchFamily="18" charset="0"/>
                <a:ea typeface="돋움" pitchFamily="50" charset="-127"/>
                <a:cs typeface="Times New Roman" pitchFamily="18" charset="0"/>
              </a:rPr>
              <a:t>Kh</a:t>
            </a:r>
            <a:r>
              <a:rPr lang="en-US" altLang="ko-KR" sz="900" smtClean="0">
                <a:latin typeface="Times New Roman" pitchFamily="18" charset="0"/>
                <a:ea typeface="돋움" pitchFamily="50" charset="-127"/>
                <a:cs typeface="Times New Roman" pitchFamily="18" charset="0"/>
              </a:rPr>
              <a:t>í</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mặt </a:t>
            </a:r>
            <a:r>
              <a:rPr lang="vi-VN" altLang="ko-KR" sz="900" smtClean="0">
                <a:latin typeface="Times New Roman" pitchFamily="18" charset="0"/>
                <a:ea typeface="돋움" pitchFamily="50" charset="-127"/>
                <a:cs typeface="Times New Roman" pitchFamily="18" charset="0"/>
              </a:rPr>
              <a:t>bên</a:t>
            </a:r>
            <a:r>
              <a:rPr lang="en-US" altLang="ko-KR" sz="900" smtClean="0">
                <a:latin typeface="Times New Roman" pitchFamily="18" charset="0"/>
                <a:ea typeface="돋움" pitchFamily="50" charset="-127"/>
                <a:cs typeface="Times New Roman" pitchFamily="18" charset="0"/>
              </a:rPr>
              <a:t> </a:t>
            </a:r>
            <a:r>
              <a:rPr lang="ko-KR" altLang="en-US" sz="900" smtClean="0">
                <a:latin typeface="돋움" pitchFamily="50" charset="-127"/>
                <a:ea typeface="돋움" pitchFamily="50" charset="-127"/>
              </a:rPr>
              <a:t>㉠</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ở trạng thái tự do, áp suất khí nén tăng ngay lập tức</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Do khả năng nén của không khí, khó có thể ngăn cản hoàn toàn sự khởi động nhanh của piston</a:t>
            </a:r>
          </a:p>
        </p:txBody>
      </p:sp>
      <p:sp>
        <p:nvSpPr>
          <p:cNvPr id="10248" name="Rectangle 103"/>
          <p:cNvSpPr>
            <a:spLocks noChangeArrowheads="1"/>
          </p:cNvSpPr>
          <p:nvPr/>
        </p:nvSpPr>
        <p:spPr bwMode="auto">
          <a:xfrm>
            <a:off x="279400" y="6956181"/>
            <a:ext cx="3168650"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56. Điều nào không đúng với đặc điểm của động cơ khí nén</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Do khả năng nén của không khí, tốc độ quay dễ bị ảnh hưởng bởi tải trọng</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② Khó điều khiển tốc độ và </a:t>
            </a:r>
            <a:r>
              <a:rPr lang="en-US" altLang="ko-KR" sz="900" b="1" smtClean="0">
                <a:solidFill>
                  <a:srgbClr val="FF0000"/>
                </a:solidFill>
                <a:latin typeface="Times New Roman" pitchFamily="18" charset="0"/>
                <a:ea typeface="돋움" pitchFamily="50" charset="-127"/>
                <a:cs typeface="Times New Roman" pitchFamily="18" charset="0"/>
              </a:rPr>
              <a:t>khó điều khiển quay ngược</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None/>
            </a:pPr>
            <a:r>
              <a:rPr lang="vi-VN" altLang="ko-KR" sz="900" smtClean="0">
                <a:latin typeface="Times New Roman" pitchFamily="18" charset="0"/>
                <a:ea typeface="돋움" pitchFamily="50" charset="-127"/>
                <a:cs typeface="Times New Roman" pitchFamily="18" charset="0"/>
              </a:rPr>
              <a:t>③ So </a:t>
            </a:r>
            <a:r>
              <a:rPr lang="vi-VN" altLang="ko-KR" sz="900">
                <a:latin typeface="Times New Roman" pitchFamily="18" charset="0"/>
                <a:ea typeface="돋움" pitchFamily="50" charset="-127"/>
                <a:cs typeface="Times New Roman" pitchFamily="18" charset="0"/>
              </a:rPr>
              <a:t>với động cơ, hằng số thời gian được xác định bởi tỷ lệ quán tính trên đầu ra nhỏ, do đó, dừng khởi động trơn tru và tỷ lệ đầu ra / trọng lượng lớn</a:t>
            </a:r>
            <a:endParaRPr lang="en-US" altLang="ko-KR" sz="900">
              <a:latin typeface="Times New Roman" pitchFamily="18" charset="0"/>
              <a:ea typeface="돋움" pitchFamily="50" charset="-127"/>
              <a:cs typeface="Times New Roman" pitchFamily="18" charset="0"/>
            </a:endParaRPr>
          </a:p>
          <a:p>
            <a:pPr eaLnBrk="1" hangingPunct="1">
              <a:spcBef>
                <a:spcPct val="0"/>
              </a:spcBef>
              <a:buNone/>
            </a:pPr>
            <a:r>
              <a:rPr lang="vi-VN" altLang="ko-KR" sz="900" smtClean="0">
                <a:latin typeface="Times New Roman" pitchFamily="18" charset="0"/>
                <a:ea typeface="돋움" pitchFamily="50" charset="-127"/>
                <a:cs typeface="Times New Roman" pitchFamily="18" charset="0"/>
              </a:rPr>
              <a:t>④ Nếu </a:t>
            </a:r>
            <a:r>
              <a:rPr lang="vi-VN" altLang="ko-KR" sz="900">
                <a:latin typeface="Times New Roman" pitchFamily="18" charset="0"/>
                <a:ea typeface="돋움" pitchFamily="50" charset="-127"/>
                <a:cs typeface="Times New Roman" pitchFamily="18" charset="0"/>
              </a:rPr>
              <a:t>bình chứa khí được lắp đặt làm nguồn khí nén, nó cũng có thể được sử dụng làm nguồn truyền động không sử dụng</a:t>
            </a:r>
          </a:p>
        </p:txBody>
      </p:sp>
      <p:sp>
        <p:nvSpPr>
          <p:cNvPr id="10249" name="Text Box 17"/>
          <p:cNvSpPr txBox="1">
            <a:spLocks noChangeArrowheads="1"/>
          </p:cNvSpPr>
          <p:nvPr/>
        </p:nvSpPr>
        <p:spPr bwMode="auto">
          <a:xfrm>
            <a:off x="3409950" y="4173186"/>
            <a:ext cx="316865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cs typeface="Times New Roman" pitchFamily="18" charset="0"/>
              </a:rPr>
              <a:t>59. </a:t>
            </a:r>
            <a:r>
              <a:rPr lang="en-US" altLang="ko-KR" sz="900" smtClean="0">
                <a:latin typeface="Times New Roman" pitchFamily="18" charset="0"/>
                <a:cs typeface="Times New Roman" pitchFamily="18" charset="0"/>
              </a:rPr>
              <a:t>Có </a:t>
            </a:r>
            <a:r>
              <a:rPr lang="vi-VN" altLang="ko-KR" sz="900" smtClean="0">
                <a:latin typeface="Times New Roman" pitchFamily="18" charset="0"/>
                <a:cs typeface="Times New Roman" pitchFamily="18" charset="0"/>
              </a:rPr>
              <a:t>thể </a:t>
            </a:r>
            <a:r>
              <a:rPr lang="vi-VN" altLang="ko-KR" sz="900">
                <a:latin typeface="Times New Roman" pitchFamily="18" charset="0"/>
                <a:cs typeface="Times New Roman" pitchFamily="18" charset="0"/>
              </a:rPr>
              <a:t>kiểm soát thời gian chính xác ngay cả trong thời gian dài và ít sai số về độ chính xác thời gian do sự thay đổi của nhiệt độ và độ ẩm là gì</a:t>
            </a:r>
            <a:r>
              <a:rPr lang="vi-VN" altLang="ko-KR" sz="900" smtClean="0">
                <a:latin typeface="Times New Roman" pitchFamily="18" charset="0"/>
                <a:cs typeface="Times New Roman" pitchFamily="18" charset="0"/>
              </a:rPr>
              <a:t>?</a:t>
            </a:r>
            <a:endParaRPr lang="en-US" altLang="ko-KR" sz="900" smtClean="0">
              <a:latin typeface="Times New Roman" pitchFamily="18" charset="0"/>
              <a:cs typeface="Times New Roman" pitchFamily="18" charset="0"/>
            </a:endParaRPr>
          </a:p>
          <a:p>
            <a:pPr eaLnBrk="1" hangingPunct="1">
              <a:spcBef>
                <a:spcPct val="0"/>
              </a:spcBef>
              <a:buFontTx/>
              <a:buNone/>
            </a:pPr>
            <a:endParaRPr lang="en-US"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a:t>
            </a:r>
            <a:r>
              <a:rPr lang="vi-VN" altLang="ko-KR" sz="900" b="1">
                <a:solidFill>
                  <a:srgbClr val="FF0000"/>
                </a:solidFill>
                <a:latin typeface="Times New Roman" pitchFamily="18" charset="0"/>
                <a:cs typeface="Times New Roman" pitchFamily="18" charset="0"/>
              </a:rPr>
              <a:t>① </a:t>
            </a:r>
            <a:r>
              <a:rPr lang="en-US" altLang="ko-KR" sz="900" b="1" smtClean="0">
                <a:solidFill>
                  <a:srgbClr val="FF0000"/>
                </a:solidFill>
                <a:latin typeface="Times New Roman" pitchFamily="18" charset="0"/>
                <a:cs typeface="Times New Roman" pitchFamily="18" charset="0"/>
              </a:rPr>
              <a:t>Bộ h</a:t>
            </a:r>
            <a:r>
              <a:rPr lang="vi-VN" altLang="ko-KR" sz="900" b="1" smtClean="0">
                <a:solidFill>
                  <a:srgbClr val="FF0000"/>
                </a:solidFill>
                <a:latin typeface="Times New Roman" pitchFamily="18" charset="0"/>
                <a:cs typeface="Times New Roman" pitchFamily="18" charset="0"/>
              </a:rPr>
              <a:t>ẹn </a:t>
            </a:r>
            <a:r>
              <a:rPr lang="vi-VN" altLang="ko-KR" sz="900" b="1">
                <a:solidFill>
                  <a:srgbClr val="FF0000"/>
                </a:solidFill>
                <a:latin typeface="Times New Roman" pitchFamily="18" charset="0"/>
                <a:cs typeface="Times New Roman" pitchFamily="18" charset="0"/>
              </a:rPr>
              <a:t>giờ </a:t>
            </a:r>
            <a:r>
              <a:rPr lang="vi-VN" altLang="ko-KR" sz="900" b="1" smtClean="0">
                <a:solidFill>
                  <a:srgbClr val="FF0000"/>
                </a:solidFill>
                <a:latin typeface="Times New Roman" pitchFamily="18" charset="0"/>
                <a:cs typeface="Times New Roman" pitchFamily="18" charset="0"/>
              </a:rPr>
              <a:t>động </a:t>
            </a:r>
            <a:r>
              <a:rPr lang="vi-VN" altLang="ko-KR" sz="900" b="1">
                <a:solidFill>
                  <a:srgbClr val="FF0000"/>
                </a:solidFill>
                <a:latin typeface="Times New Roman" pitchFamily="18" charset="0"/>
                <a:cs typeface="Times New Roman" pitchFamily="18" charset="0"/>
              </a:rPr>
              <a:t>cơ </a:t>
            </a:r>
            <a:r>
              <a:rPr lang="en-US" altLang="ko-KR" sz="900" b="1">
                <a:solidFill>
                  <a:srgbClr val="FF0000"/>
                </a:solidFill>
                <a:latin typeface="Times New Roman" pitchFamily="18" charset="0"/>
                <a:cs typeface="Times New Roman" pitchFamily="18" charset="0"/>
              </a:rPr>
              <a:t>   </a:t>
            </a:r>
            <a:r>
              <a:rPr lang="en-US" altLang="ko-KR" sz="900" b="1" smtClean="0">
                <a:solidFill>
                  <a:srgbClr val="FF0000"/>
                </a:solidFill>
                <a:latin typeface="Times New Roman" pitchFamily="18" charset="0"/>
                <a:cs typeface="Times New Roman" pitchFamily="18" charset="0"/>
              </a:rPr>
              <a:t>       </a:t>
            </a:r>
            <a:r>
              <a:rPr lang="vi-VN" altLang="ko-KR" sz="900" smtClean="0">
                <a:latin typeface="Times New Roman" pitchFamily="18" charset="0"/>
                <a:cs typeface="Times New Roman" pitchFamily="18" charset="0"/>
              </a:rPr>
              <a:t>② </a:t>
            </a:r>
            <a:r>
              <a:rPr lang="en-US" altLang="ko-KR" sz="900" smtClean="0">
                <a:latin typeface="Times New Roman" pitchFamily="18" charset="0"/>
                <a:cs typeface="Times New Roman" pitchFamily="18" charset="0"/>
              </a:rPr>
              <a:t>Bộ h</a:t>
            </a:r>
            <a:r>
              <a:rPr lang="vi-VN" altLang="ko-KR" sz="900" smtClean="0">
                <a:latin typeface="Times New Roman" pitchFamily="18" charset="0"/>
                <a:cs typeface="Times New Roman" pitchFamily="18" charset="0"/>
              </a:rPr>
              <a:t>ẹn </a:t>
            </a:r>
            <a:r>
              <a:rPr lang="vi-VN" altLang="ko-KR" sz="900">
                <a:latin typeface="Times New Roman" pitchFamily="18" charset="0"/>
                <a:cs typeface="Times New Roman" pitchFamily="18" charset="0"/>
              </a:rPr>
              <a:t>giờ </a:t>
            </a:r>
            <a:r>
              <a:rPr lang="en-US" altLang="ko-KR" sz="900" smtClean="0">
                <a:latin typeface="Times New Roman" pitchFamily="18" charset="0"/>
                <a:cs typeface="Times New Roman" pitchFamily="18" charset="0"/>
              </a:rPr>
              <a:t>Digital</a:t>
            </a:r>
            <a:endParaRPr lang="vi-VN" altLang="ko-KR" sz="900">
              <a:latin typeface="Times New Roman" pitchFamily="18" charset="0"/>
              <a:cs typeface="Times New Roman" pitchFamily="18" charset="0"/>
            </a:endParaRPr>
          </a:p>
          <a:p>
            <a:pPr eaLnBrk="1" hangingPunct="1">
              <a:spcBef>
                <a:spcPct val="0"/>
              </a:spcBef>
              <a:buFontTx/>
              <a:buNone/>
            </a:pPr>
            <a:r>
              <a:rPr lang="vi-VN" altLang="ko-KR" sz="900">
                <a:latin typeface="Times New Roman" pitchFamily="18" charset="0"/>
                <a:cs typeface="Times New Roman" pitchFamily="18" charset="0"/>
              </a:rPr>
              <a:t>  ③ </a:t>
            </a:r>
            <a:r>
              <a:rPr lang="en-US" altLang="ko-KR" sz="900" smtClean="0">
                <a:latin typeface="Times New Roman" pitchFamily="18" charset="0"/>
                <a:cs typeface="Times New Roman" pitchFamily="18" charset="0"/>
              </a:rPr>
              <a:t>Bộ h</a:t>
            </a:r>
            <a:r>
              <a:rPr lang="vi-VN" altLang="ko-KR" sz="900" smtClean="0">
                <a:latin typeface="Times New Roman" pitchFamily="18" charset="0"/>
                <a:cs typeface="Times New Roman" pitchFamily="18" charset="0"/>
              </a:rPr>
              <a:t>ẹn </a:t>
            </a:r>
            <a:r>
              <a:rPr lang="vi-VN" altLang="ko-KR" sz="900">
                <a:latin typeface="Times New Roman" pitchFamily="18" charset="0"/>
                <a:cs typeface="Times New Roman" pitchFamily="18" charset="0"/>
              </a:rPr>
              <a:t>giờ điện tử </a:t>
            </a: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     </a:t>
            </a:r>
            <a:r>
              <a:rPr lang="vi-VN" altLang="ko-KR" sz="900">
                <a:latin typeface="Times New Roman" pitchFamily="18" charset="0"/>
                <a:cs typeface="Times New Roman" pitchFamily="18" charset="0"/>
              </a:rPr>
              <a:t>④ Hẹn giờ khí nén</a:t>
            </a:r>
            <a:endParaRPr lang="ko-KR" altLang="en-US" sz="900">
              <a:latin typeface="Times New Roman" pitchFamily="18" charset="0"/>
              <a:cs typeface="Times New Roman" pitchFamily="18" charset="0"/>
            </a:endParaRPr>
          </a:p>
        </p:txBody>
      </p:sp>
      <p:sp>
        <p:nvSpPr>
          <p:cNvPr id="10250" name="Rectangle 107"/>
          <p:cNvSpPr>
            <a:spLocks noChangeArrowheads="1"/>
          </p:cNvSpPr>
          <p:nvPr/>
        </p:nvSpPr>
        <p:spPr bwMode="auto">
          <a:xfrm>
            <a:off x="3400426" y="5569034"/>
            <a:ext cx="3197225" cy="203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60. Ví dụ dưới đây là mô tả các tính năng của máy </a:t>
            </a:r>
            <a:r>
              <a:rPr lang="vi-VN" altLang="ko-KR" sz="900" smtClean="0">
                <a:latin typeface="Times New Roman" pitchFamily="18" charset="0"/>
                <a:ea typeface="돋움" pitchFamily="50" charset="-127"/>
                <a:cs typeface="Times New Roman" pitchFamily="18" charset="0"/>
              </a:rPr>
              <a:t>nén</a:t>
            </a:r>
            <a:r>
              <a:rPr lang="en-US" altLang="ko-KR" sz="900" smtClean="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C</a:t>
            </a:r>
            <a:r>
              <a:rPr lang="vi-VN" altLang="ko-KR" sz="900" smtClean="0">
                <a:latin typeface="Times New Roman" pitchFamily="18" charset="0"/>
                <a:ea typeface="돋움" pitchFamily="50" charset="-127"/>
                <a:cs typeface="Times New Roman" pitchFamily="18" charset="0"/>
              </a:rPr>
              <a:t>họn</a:t>
            </a:r>
            <a:r>
              <a:rPr lang="en-US" altLang="ko-KR" sz="900" smtClean="0">
                <a:latin typeface="Times New Roman" pitchFamily="18" charset="0"/>
                <a:ea typeface="돋움" pitchFamily="50" charset="-127"/>
                <a:cs typeface="Times New Roman" pitchFamily="18" charset="0"/>
              </a:rPr>
              <a:t> đáp án</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đúng</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a:latin typeface="Times New Roman" panose="02020603050405020304" pitchFamily="18" charset="0"/>
                <a:cs typeface="Times New Roman" panose="02020603050405020304" pitchFamily="18" charset="0"/>
              </a:rPr>
              <a:t>K</a:t>
            </a:r>
            <a:r>
              <a:rPr lang="en-US" altLang="ko-KR" sz="900" smtClean="0">
                <a:latin typeface="Times New Roman" panose="02020603050405020304" pitchFamily="18" charset="0"/>
                <a:cs typeface="Times New Roman" panose="02020603050405020304" pitchFamily="18" charset="0"/>
              </a:rPr>
              <a:t>hông có van hút hay van xả giống như máy nén hai chiều do cấu tạo làm tăng bằng áp suất không khí theo quy định khi dung tích thay đổi lên tới cửa xả tùy theo chuyển động quay của rotor</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C</a:t>
            </a:r>
            <a:r>
              <a:rPr lang="en-US" altLang="ko-KR" sz="900" smtClean="0">
                <a:latin typeface="Times New Roman" panose="02020603050405020304" pitchFamily="18" charset="0"/>
                <a:cs typeface="Times New Roman" panose="02020603050405020304" pitchFamily="18" charset="0"/>
              </a:rPr>
              <a:t>ung cấp khí nén liên tục một cánh nhẹ nhàng, do đó tiếng nhỏ và kích thước bé, được dùng nhiều với vai trò là nguồn khí nén trong motor nén khí</a:t>
            </a:r>
            <a:r>
              <a:rPr lang="en-US" altLang="ko-KR" sz="900" smtClean="0">
                <a:latin typeface="Times New Roman" pitchFamily="18" charset="0"/>
                <a:ea typeface="돋움" pitchFamily="50" charset="-127"/>
                <a:cs typeface="Times New Roman" pitchFamily="18" charset="0"/>
              </a:rPr>
              <a:t>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Máy nén kiểu tuabin       ② Máy nén kiểu trục vít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Máy nén kiểu cánh gạt   </a:t>
            </a:r>
            <a:r>
              <a:rPr lang="en-US" altLang="ko-KR" sz="900" b="1">
                <a:solidFill>
                  <a:srgbClr val="FF0000"/>
                </a:solidFill>
                <a:latin typeface="Times New Roman" pitchFamily="18" charset="0"/>
                <a:ea typeface="돋움" pitchFamily="50" charset="-127"/>
                <a:cs typeface="Times New Roman" pitchFamily="18" charset="0"/>
              </a:rPr>
              <a:t>④ Máy nén kiểu cánh quạt</a:t>
            </a:r>
          </a:p>
        </p:txBody>
      </p:sp>
      <p:grpSp>
        <p:nvGrpSpPr>
          <p:cNvPr id="10251" name="Group 4"/>
          <p:cNvGrpSpPr>
            <a:grpSpLocks/>
          </p:cNvGrpSpPr>
          <p:nvPr/>
        </p:nvGrpSpPr>
        <p:grpSpPr bwMode="auto">
          <a:xfrm>
            <a:off x="3424239" y="5909668"/>
            <a:ext cx="3100387" cy="1176932"/>
            <a:chOff x="3428368" y="6664326"/>
            <a:chExt cx="2938463" cy="715962"/>
          </a:xfrm>
        </p:grpSpPr>
        <p:sp>
          <p:nvSpPr>
            <p:cNvPr id="10282" name="직사각형 2"/>
            <p:cNvSpPr>
              <a:spLocks noChangeArrowheads="1"/>
            </p:cNvSpPr>
            <p:nvPr/>
          </p:nvSpPr>
          <p:spPr bwMode="auto">
            <a:xfrm>
              <a:off x="3428368" y="6735967"/>
              <a:ext cx="2938463" cy="644321"/>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10283" name="TextBox 1"/>
            <p:cNvSpPr txBox="1">
              <a:spLocks noChangeArrowheads="1"/>
            </p:cNvSpPr>
            <p:nvPr/>
          </p:nvSpPr>
          <p:spPr bwMode="auto">
            <a:xfrm>
              <a:off x="3663949" y="6664326"/>
              <a:ext cx="452341" cy="14739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smtClean="0">
                  <a:latin typeface="Times New Roman" pitchFamily="18" charset="0"/>
                  <a:ea typeface="돋움" pitchFamily="50" charset="-127"/>
                  <a:cs typeface="Times New Roman" pitchFamily="18" charset="0"/>
                </a:rPr>
                <a:t>Mô tả</a:t>
              </a:r>
              <a:endParaRPr lang="ko-KR" altLang="en-US" sz="800">
                <a:latin typeface="Times New Roman" pitchFamily="18" charset="0"/>
                <a:ea typeface="돋움" pitchFamily="50" charset="-127"/>
                <a:cs typeface="Times New Roman" pitchFamily="18" charset="0"/>
              </a:endParaRPr>
            </a:p>
          </p:txBody>
        </p:sp>
      </p:grpSp>
      <p:grpSp>
        <p:nvGrpSpPr>
          <p:cNvPr id="10252" name="Group 3"/>
          <p:cNvGrpSpPr>
            <a:grpSpLocks/>
          </p:cNvGrpSpPr>
          <p:nvPr/>
        </p:nvGrpSpPr>
        <p:grpSpPr bwMode="auto">
          <a:xfrm>
            <a:off x="3429000" y="2445909"/>
            <a:ext cx="3168650" cy="1343057"/>
            <a:chOff x="3429000" y="2648744"/>
            <a:chExt cx="3168650" cy="1455814"/>
          </a:xfrm>
        </p:grpSpPr>
        <p:sp>
          <p:nvSpPr>
            <p:cNvPr id="10276" name="Rectangle 134"/>
            <p:cNvSpPr>
              <a:spLocks noChangeArrowheads="1"/>
            </p:cNvSpPr>
            <p:nvPr/>
          </p:nvSpPr>
          <p:spPr bwMode="auto">
            <a:xfrm>
              <a:off x="3429000" y="2648744"/>
              <a:ext cx="3168650" cy="1451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58. Hướng chuyển động của tải trọng và tâm trục phải phù hợp với nhau, và phương pháp lắp xylanh nào là chắc chắn </a:t>
              </a:r>
              <a:r>
                <a:rPr lang="vi-VN" altLang="ko-KR" sz="900" smtClean="0">
                  <a:latin typeface="Times New Roman" pitchFamily="18" charset="0"/>
                  <a:ea typeface="돋움" pitchFamily="50" charset="-127"/>
                  <a:cs typeface="Times New Roman" pitchFamily="18" charset="0"/>
                </a:rPr>
                <a:t>nhất?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       ②</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④</a:t>
              </a:r>
              <a:endParaRPr lang="en-US" altLang="ko-KR" sz="900">
                <a:latin typeface="Times New Roman" pitchFamily="18" charset="0"/>
                <a:ea typeface="돋움" pitchFamily="50" charset="-127"/>
                <a:cs typeface="Times New Roman" pitchFamily="18" charset="0"/>
              </a:endParaRPr>
            </a:p>
          </p:txBody>
        </p:sp>
        <p:grpSp>
          <p:nvGrpSpPr>
            <p:cNvPr id="10277" name="Group 2"/>
            <p:cNvGrpSpPr>
              <a:grpSpLocks/>
            </p:cNvGrpSpPr>
            <p:nvPr/>
          </p:nvGrpSpPr>
          <p:grpSpPr bwMode="auto">
            <a:xfrm>
              <a:off x="3818864" y="3074094"/>
              <a:ext cx="1991250" cy="1030464"/>
              <a:chOff x="3597284" y="3008808"/>
              <a:chExt cx="1991250" cy="1030464"/>
            </a:xfrm>
          </p:grpSpPr>
          <p:pic>
            <p:nvPicPr>
              <p:cNvPr id="10278" name="Picture 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553956">
                <a:off x="4839863" y="3021384"/>
                <a:ext cx="742950" cy="50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686212">
                <a:off x="3597284" y="3008808"/>
                <a:ext cx="609600"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0" name="Picture 19"/>
              <p:cNvPicPr>
                <a:picLocks noChangeAspect="1" noChangeArrowheads="1"/>
              </p:cNvPicPr>
              <p:nvPr/>
            </p:nvPicPr>
            <p:blipFill>
              <a:blip r:embed="rId5">
                <a:extLst>
                  <a:ext uri="{28A0092B-C50C-407E-A947-70E740481C1C}">
                    <a14:useLocalDpi xmlns:a14="http://schemas.microsoft.com/office/drawing/2010/main" val="0"/>
                  </a:ext>
                </a:extLst>
              </a:blip>
              <a:srcRect l="9723"/>
              <a:stretch>
                <a:fillRect/>
              </a:stretch>
            </p:blipFill>
            <p:spPr bwMode="auto">
              <a:xfrm rot="1326418">
                <a:off x="3654536" y="3555315"/>
                <a:ext cx="538162" cy="455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1" name="Picture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538458">
                <a:off x="4902734" y="3572547"/>
                <a:ext cx="685800" cy="466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pic>
        <p:nvPicPr>
          <p:cNvPr id="10253"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22725" y="1169377"/>
            <a:ext cx="1276350" cy="668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54" name="TextBox 24"/>
          <p:cNvSpPr txBox="1">
            <a:spLocks noChangeArrowheads="1"/>
          </p:cNvSpPr>
          <p:nvPr/>
        </p:nvSpPr>
        <p:spPr bwMode="auto">
          <a:xfrm>
            <a:off x="3429001" y="1036028"/>
            <a:ext cx="124264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Hoạt động thủ công</a:t>
            </a:r>
            <a:endParaRPr lang="ko-KR" altLang="en-US" sz="900">
              <a:latin typeface="Times New Roman" pitchFamily="18" charset="0"/>
              <a:ea typeface="돋움" pitchFamily="50" charset="-127"/>
              <a:cs typeface="Times New Roman" pitchFamily="18" charset="0"/>
            </a:endParaRPr>
          </a:p>
        </p:txBody>
      </p:sp>
      <p:cxnSp>
        <p:nvCxnSpPr>
          <p:cNvPr id="10255" name="직선 화살표 연결선 26"/>
          <p:cNvCxnSpPr>
            <a:cxnSpLocks noChangeShapeType="1"/>
          </p:cNvCxnSpPr>
          <p:nvPr/>
        </p:nvCxnSpPr>
        <p:spPr bwMode="auto">
          <a:xfrm>
            <a:off x="3946525" y="1266092"/>
            <a:ext cx="215900" cy="128954"/>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0256" name="직선 화살표 연결선 27"/>
          <p:cNvCxnSpPr>
            <a:cxnSpLocks noChangeShapeType="1"/>
          </p:cNvCxnSpPr>
          <p:nvPr/>
        </p:nvCxnSpPr>
        <p:spPr bwMode="auto">
          <a:xfrm flipH="1">
            <a:off x="4946651" y="1266093"/>
            <a:ext cx="352425" cy="180243"/>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0257" name="TextBox 28"/>
          <p:cNvSpPr txBox="1">
            <a:spLocks noChangeArrowheads="1"/>
          </p:cNvSpPr>
          <p:nvPr/>
        </p:nvSpPr>
        <p:spPr bwMode="auto">
          <a:xfrm>
            <a:off x="5013326" y="1049216"/>
            <a:ext cx="135165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Vị trí ban đầu của van</a:t>
            </a:r>
            <a:endParaRPr lang="ko-KR" altLang="en-US" sz="900">
              <a:latin typeface="Times New Roman" pitchFamily="18" charset="0"/>
              <a:ea typeface="돋움" pitchFamily="50" charset="-127"/>
              <a:cs typeface="Times New Roman" pitchFamily="18" charset="0"/>
            </a:endParaRPr>
          </a:p>
        </p:txBody>
      </p:sp>
      <p:cxnSp>
        <p:nvCxnSpPr>
          <p:cNvPr id="10258" name="직선 화살표 연결선 29"/>
          <p:cNvCxnSpPr>
            <a:cxnSpLocks noChangeShapeType="1"/>
          </p:cNvCxnSpPr>
          <p:nvPr/>
        </p:nvCxnSpPr>
        <p:spPr bwMode="auto">
          <a:xfrm flipH="1" flipV="1">
            <a:off x="5029201" y="1529862"/>
            <a:ext cx="195263" cy="162658"/>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0259" name="TextBox 30"/>
          <p:cNvSpPr txBox="1">
            <a:spLocks noChangeArrowheads="1"/>
          </p:cNvSpPr>
          <p:nvPr/>
        </p:nvSpPr>
        <p:spPr bwMode="auto">
          <a:xfrm>
            <a:off x="5013325" y="1699846"/>
            <a:ext cx="14285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itchFamily="18" charset="0"/>
                <a:ea typeface="돋움" pitchFamily="50" charset="-127"/>
                <a:cs typeface="Times New Roman" pitchFamily="18" charset="0"/>
              </a:rPr>
              <a:t>㉠</a:t>
            </a:r>
            <a:r>
              <a:rPr lang="vi-VN" altLang="ko-KR" sz="900">
                <a:latin typeface="Times New Roman" pitchFamily="18" charset="0"/>
                <a:ea typeface="돋움" pitchFamily="50" charset="-127"/>
                <a:cs typeface="Times New Roman" pitchFamily="18" charset="0"/>
              </a:rPr>
              <a:t>Loại hoạt động gián tiếp</a:t>
            </a:r>
            <a:endParaRPr lang="ko-KR" altLang="en-US" sz="900">
              <a:latin typeface="Times New Roman" pitchFamily="18" charset="0"/>
              <a:ea typeface="돋움" pitchFamily="50" charset="-127"/>
              <a:cs typeface="Times New Roman" pitchFamily="18" charset="0"/>
            </a:endParaRPr>
          </a:p>
        </p:txBody>
      </p:sp>
      <p:cxnSp>
        <p:nvCxnSpPr>
          <p:cNvPr id="10260" name="직선 화살표 연결선 31"/>
          <p:cNvCxnSpPr>
            <a:cxnSpLocks noChangeShapeType="1"/>
          </p:cNvCxnSpPr>
          <p:nvPr/>
        </p:nvCxnSpPr>
        <p:spPr bwMode="auto">
          <a:xfrm flipV="1">
            <a:off x="4016375" y="1521069"/>
            <a:ext cx="133350" cy="165589"/>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0261" name="TextBox 32"/>
          <p:cNvSpPr txBox="1">
            <a:spLocks noChangeArrowheads="1"/>
          </p:cNvSpPr>
          <p:nvPr/>
        </p:nvSpPr>
        <p:spPr bwMode="auto">
          <a:xfrm>
            <a:off x="3584575" y="1691054"/>
            <a:ext cx="80021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Tín hiệu điện</a:t>
            </a:r>
            <a:endParaRPr lang="ko-KR" altLang="en-US" sz="900">
              <a:latin typeface="Times New Roman" pitchFamily="18" charset="0"/>
              <a:ea typeface="돋움" pitchFamily="50" charset="-127"/>
              <a:cs typeface="Times New Roman" pitchFamily="18" charset="0"/>
            </a:endParaRPr>
          </a:p>
        </p:txBody>
      </p:sp>
      <p:sp>
        <p:nvSpPr>
          <p:cNvPr id="10262" name="직사각형 6"/>
          <p:cNvSpPr>
            <a:spLocks noChangeArrowheads="1"/>
          </p:cNvSpPr>
          <p:nvPr/>
        </p:nvSpPr>
        <p:spPr bwMode="auto">
          <a:xfrm>
            <a:off x="4537075" y="1274885"/>
            <a:ext cx="215900" cy="6447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10263" name="직사각형 41"/>
          <p:cNvSpPr>
            <a:spLocks noChangeArrowheads="1"/>
          </p:cNvSpPr>
          <p:nvPr/>
        </p:nvSpPr>
        <p:spPr bwMode="auto">
          <a:xfrm>
            <a:off x="4537075" y="1563566"/>
            <a:ext cx="234950" cy="87923"/>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10264" name="Rectangle 104"/>
          <p:cNvSpPr>
            <a:spLocks noChangeArrowheads="1"/>
          </p:cNvSpPr>
          <p:nvPr/>
        </p:nvSpPr>
        <p:spPr bwMode="auto">
          <a:xfrm>
            <a:off x="266701" y="2659673"/>
            <a:ext cx="319722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None/>
            </a:pPr>
            <a:r>
              <a:rPr lang="vi-VN" altLang="ko-KR" sz="900">
                <a:latin typeface="Times New Roman" pitchFamily="18" charset="0"/>
                <a:ea typeface="돋움" pitchFamily="50" charset="-127"/>
                <a:cs typeface="Times New Roman" pitchFamily="18" charset="0"/>
              </a:rPr>
              <a:t>53. </a:t>
            </a:r>
            <a:r>
              <a:rPr lang="en-US" altLang="ko-KR" sz="900" smtClean="0">
                <a:latin typeface="Times New Roman" panose="02020603050405020304" pitchFamily="18" charset="0"/>
                <a:cs typeface="Times New Roman" panose="02020603050405020304" pitchFamily="18" charset="0"/>
              </a:rPr>
              <a:t>Vì phần tiếp điểm và coil của rơ le được phân tách bằng điện nên có thể xử lí tín hiệu của các tính chất khác nhau.</a:t>
            </a:r>
          </a:p>
          <a:p>
            <a:pPr eaLnBrk="1" hangingPunct="1">
              <a:spcBef>
                <a:spcPct val="0"/>
              </a:spcBef>
              <a:buNone/>
            </a:pPr>
            <a:r>
              <a:rPr lang="en-US" altLang="ko-KR" sz="900" smtClean="0">
                <a:latin typeface="Times New Roman" pitchFamily="18" charset="0"/>
                <a:ea typeface="돋움" pitchFamily="50" charset="-127"/>
                <a:cs typeface="Times New Roman" pitchFamily="18" charset="0"/>
              </a:rPr>
              <a:t> Là chức năng nào của rơ le?</a:t>
            </a:r>
          </a:p>
          <a:p>
            <a:pPr eaLnBrk="1" hangingPunct="1">
              <a:spcBef>
                <a:spcPct val="0"/>
              </a:spcBef>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Chức năng nhánh </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 </a:t>
            </a:r>
            <a:r>
              <a:rPr lang="vi-VN" altLang="ko-KR" sz="900">
                <a:latin typeface="Times New Roman" pitchFamily="18" charset="0"/>
                <a:ea typeface="돋움" pitchFamily="50" charset="-127"/>
                <a:cs typeface="Times New Roman" pitchFamily="18" charset="0"/>
              </a:rPr>
              <a:t>Chức năng khuếch đại</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Chức năng </a:t>
            </a:r>
            <a:r>
              <a:rPr lang="en-US" altLang="ko-KR" sz="900" smtClean="0">
                <a:latin typeface="Times New Roman" pitchFamily="18" charset="0"/>
                <a:ea typeface="돋움" pitchFamily="50" charset="-127"/>
                <a:cs typeface="Times New Roman" pitchFamily="18" charset="0"/>
              </a:rPr>
              <a:t>ghi nhớ            </a:t>
            </a:r>
            <a:r>
              <a:rPr lang="vi-VN" altLang="ko-KR" sz="900" smtClean="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④ </a:t>
            </a:r>
            <a:r>
              <a:rPr lang="en-US" altLang="ko-KR" sz="900" b="1" smtClean="0">
                <a:solidFill>
                  <a:srgbClr val="FF0000"/>
                </a:solidFill>
                <a:latin typeface="Times New Roman" pitchFamily="18" charset="0"/>
                <a:ea typeface="돋움" pitchFamily="50" charset="-127"/>
                <a:cs typeface="Times New Roman" pitchFamily="18" charset="0"/>
              </a:rPr>
              <a:t>Chức</a:t>
            </a:r>
            <a:r>
              <a:rPr lang="vi-VN" altLang="ko-KR" sz="900" b="1" smtClean="0">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năng </a:t>
            </a:r>
            <a:r>
              <a:rPr lang="en-US" altLang="ko-KR" sz="900" b="1" smtClean="0">
                <a:solidFill>
                  <a:srgbClr val="FF0000"/>
                </a:solidFill>
                <a:latin typeface="Times New Roman" pitchFamily="18" charset="0"/>
                <a:ea typeface="돋움" pitchFamily="50" charset="-127"/>
                <a:cs typeface="Times New Roman" pitchFamily="18" charset="0"/>
              </a:rPr>
              <a:t>biến </a:t>
            </a:r>
            <a:r>
              <a:rPr lang="vi-VN" altLang="ko-KR" sz="900" b="1" smtClean="0">
                <a:solidFill>
                  <a:srgbClr val="FF0000"/>
                </a:solidFill>
                <a:latin typeface="Times New Roman" pitchFamily="18" charset="0"/>
                <a:ea typeface="돋움" pitchFamily="50" charset="-127"/>
                <a:cs typeface="Times New Roman" pitchFamily="18" charset="0"/>
              </a:rPr>
              <a:t>đổi</a:t>
            </a:r>
            <a:endParaRPr lang="en-US" altLang="ko-KR" sz="900" b="1">
              <a:solidFill>
                <a:srgbClr val="FF0000"/>
              </a:solidFill>
              <a:latin typeface="Times New Roman" pitchFamily="18" charset="0"/>
              <a:ea typeface="돋움" pitchFamily="50" charset="-127"/>
              <a:cs typeface="Times New Roman" pitchFamily="18" charset="0"/>
            </a:endParaRPr>
          </a:p>
        </p:txBody>
      </p:sp>
      <p:grpSp>
        <p:nvGrpSpPr>
          <p:cNvPr id="10265" name="그룹 10"/>
          <p:cNvGrpSpPr>
            <a:grpSpLocks/>
          </p:cNvGrpSpPr>
          <p:nvPr/>
        </p:nvGrpSpPr>
        <p:grpSpPr bwMode="auto">
          <a:xfrm>
            <a:off x="678260" y="5084404"/>
            <a:ext cx="1598438" cy="351692"/>
            <a:chOff x="656263" y="6314480"/>
            <a:chExt cx="1597513" cy="381570"/>
          </a:xfrm>
        </p:grpSpPr>
        <p:pic>
          <p:nvPicPr>
            <p:cNvPr id="10272" name="Picture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37" y="6381155"/>
              <a:ext cx="1219572" cy="3148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73" name="직사각형 7"/>
            <p:cNvSpPr>
              <a:spLocks noChangeArrowheads="1"/>
            </p:cNvSpPr>
            <p:nvPr/>
          </p:nvSpPr>
          <p:spPr bwMode="auto">
            <a:xfrm>
              <a:off x="1422301" y="6362105"/>
              <a:ext cx="288032" cy="98871"/>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10274" name="TextBox 8"/>
            <p:cNvSpPr txBox="1">
              <a:spLocks noChangeArrowheads="1"/>
            </p:cNvSpPr>
            <p:nvPr/>
          </p:nvSpPr>
          <p:spPr bwMode="auto">
            <a:xfrm>
              <a:off x="656263" y="6333530"/>
              <a:ext cx="299908" cy="250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p>
          </p:txBody>
        </p:sp>
        <p:sp>
          <p:nvSpPr>
            <p:cNvPr id="10275" name="TextBox 48"/>
            <p:cNvSpPr txBox="1">
              <a:spLocks noChangeArrowheads="1"/>
            </p:cNvSpPr>
            <p:nvPr/>
          </p:nvSpPr>
          <p:spPr bwMode="auto">
            <a:xfrm>
              <a:off x="1953868" y="6314480"/>
              <a:ext cx="299908" cy="250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돋움" pitchFamily="50" charset="-127"/>
                  <a:ea typeface="돋움" pitchFamily="50" charset="-127"/>
                </a:rPr>
                <a:t>㉡</a:t>
              </a:r>
            </a:p>
          </p:txBody>
        </p:sp>
      </p:grpSp>
      <p:sp>
        <p:nvSpPr>
          <p:cNvPr id="10266" name="Rectangle 142"/>
          <p:cNvSpPr>
            <a:spLocks noChangeArrowheads="1"/>
          </p:cNvSpPr>
          <p:nvPr/>
        </p:nvSpPr>
        <p:spPr bwMode="auto">
          <a:xfrm>
            <a:off x="260351" y="849923"/>
            <a:ext cx="319722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51. </a:t>
            </a:r>
            <a:r>
              <a:rPr lang="en-US" altLang="ko-KR" sz="900" smtClean="0">
                <a:latin typeface="Times New Roman" pitchFamily="18" charset="0"/>
                <a:ea typeface="돋움" pitchFamily="50" charset="-127"/>
                <a:cs typeface="Times New Roman" pitchFamily="18" charset="0"/>
              </a:rPr>
              <a:t>Đ</a:t>
            </a:r>
            <a:r>
              <a:rPr lang="vi-VN" altLang="ko-KR" sz="900" smtClean="0">
                <a:latin typeface="Times New Roman" pitchFamily="18" charset="0"/>
                <a:ea typeface="돋움" pitchFamily="50" charset="-127"/>
                <a:cs typeface="Times New Roman" pitchFamily="18" charset="0"/>
              </a:rPr>
              <a:t>ệm </a:t>
            </a:r>
            <a:r>
              <a:rPr lang="vi-VN" altLang="ko-KR" sz="900">
                <a:latin typeface="Times New Roman" pitchFamily="18" charset="0"/>
                <a:ea typeface="돋움" pitchFamily="50" charset="-127"/>
                <a:cs typeface="Times New Roman" pitchFamily="18" charset="0"/>
              </a:rPr>
              <a:t>lót </a:t>
            </a:r>
            <a:r>
              <a:rPr lang="en-US" altLang="ko-KR" sz="900" smtClean="0">
                <a:latin typeface="Times New Roman" pitchFamily="18" charset="0"/>
                <a:ea typeface="돋움" pitchFamily="50" charset="-127"/>
                <a:cs typeface="Times New Roman" pitchFamily="18" charset="0"/>
              </a:rPr>
              <a:t>nào </a:t>
            </a:r>
            <a:r>
              <a:rPr lang="vi-VN" altLang="ko-KR" sz="900" smtClean="0">
                <a:latin typeface="Times New Roman" pitchFamily="18" charset="0"/>
                <a:ea typeface="돋움" pitchFamily="50" charset="-127"/>
                <a:cs typeface="Times New Roman" pitchFamily="18" charset="0"/>
              </a:rPr>
              <a:t>được </a:t>
            </a:r>
            <a:r>
              <a:rPr lang="vi-VN" altLang="ko-KR" sz="900">
                <a:latin typeface="Times New Roman" pitchFamily="18" charset="0"/>
                <a:ea typeface="돋움" pitchFamily="50" charset="-127"/>
                <a:cs typeface="Times New Roman" pitchFamily="18" charset="0"/>
              </a:rPr>
              <a:t>sử dụng chủ yếu trong xi lanh có đường kính từ 20mm trở lên</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solidFill>
                  <a:srgbClr val="FF0000"/>
                </a:solidFill>
                <a:latin typeface="Times New Roman" pitchFamily="18" charset="0"/>
                <a:ea typeface="돋움" pitchFamily="50" charset="-127"/>
                <a:cs typeface="Times New Roman" pitchFamily="18" charset="0"/>
              </a:rPr>
              <a:t>① </a:t>
            </a:r>
            <a:r>
              <a:rPr lang="en-US" altLang="ko-KR" sz="900" smtClean="0">
                <a:solidFill>
                  <a:srgbClr val="FF0000"/>
                </a:solidFill>
                <a:latin typeface="Times New Roman" pitchFamily="18" charset="0"/>
                <a:ea typeface="돋움" pitchFamily="50" charset="-127"/>
                <a:cs typeface="Times New Roman" pitchFamily="18" charset="0"/>
              </a:rPr>
              <a:t>Air Cushion                </a:t>
            </a:r>
            <a:r>
              <a:rPr lang="en-US" altLang="ko-KR" sz="900" smtClean="0">
                <a:latin typeface="Times New Roman" pitchFamily="18" charset="0"/>
                <a:ea typeface="돋움" pitchFamily="50" charset="-127"/>
                <a:cs typeface="Times New Roman" pitchFamily="18" charset="0"/>
              </a:rPr>
              <a:t>② </a:t>
            </a:r>
            <a:r>
              <a:rPr lang="vi-VN" altLang="ko-KR" sz="900">
                <a:latin typeface="Times New Roman" pitchFamily="18" charset="0"/>
                <a:ea typeface="돋움" pitchFamily="50" charset="-127"/>
                <a:cs typeface="Times New Roman" pitchFamily="18" charset="0"/>
              </a:rPr>
              <a:t>Absorber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Đệm</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cao su                 </a:t>
            </a:r>
            <a:r>
              <a:rPr lang="vi-VN" altLang="ko-KR" sz="900" smtClean="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Stopper</a:t>
            </a:r>
            <a:endParaRPr lang="vi-VN" altLang="ko-KR" sz="900">
              <a:latin typeface="Times New Roman" pitchFamily="18" charset="0"/>
              <a:ea typeface="돋움" pitchFamily="50" charset="-127"/>
              <a:cs typeface="Times New Roman" pitchFamily="18" charset="0"/>
            </a:endParaRPr>
          </a:p>
        </p:txBody>
      </p:sp>
      <p:grpSp>
        <p:nvGrpSpPr>
          <p:cNvPr id="10267" name="Group 35"/>
          <p:cNvGrpSpPr>
            <a:grpSpLocks/>
          </p:cNvGrpSpPr>
          <p:nvPr/>
        </p:nvGrpSpPr>
        <p:grpSpPr bwMode="auto">
          <a:xfrm>
            <a:off x="269876" y="1714498"/>
            <a:ext cx="3159125" cy="923192"/>
            <a:chOff x="170" y="2757"/>
            <a:chExt cx="1990" cy="630"/>
          </a:xfrm>
        </p:grpSpPr>
        <p:sp>
          <p:nvSpPr>
            <p:cNvPr id="10268" name="Rectangle 36"/>
            <p:cNvSpPr>
              <a:spLocks noChangeArrowheads="1"/>
            </p:cNvSpPr>
            <p:nvPr/>
          </p:nvSpPr>
          <p:spPr bwMode="auto">
            <a:xfrm>
              <a:off x="170" y="2757"/>
              <a:ext cx="1990" cy="6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52. </a:t>
              </a:r>
              <a:r>
                <a:rPr lang="en-US" altLang="ko-KR" sz="900" smtClean="0">
                  <a:latin typeface="Times New Roman" pitchFamily="18" charset="0"/>
                  <a:ea typeface="돋움" pitchFamily="50" charset="-127"/>
                  <a:cs typeface="Times New Roman" pitchFamily="18" charset="0"/>
                </a:rPr>
                <a:t>Đáp án</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không liên quan đến ký hiệu khí nén sau đây?</a:t>
              </a:r>
            </a:p>
            <a:p>
              <a:pPr eaLnBrk="1" hangingPunct="1">
                <a:spcBef>
                  <a:spcPct val="0"/>
                </a:spcBef>
                <a:buFontTx/>
                <a:buNone/>
              </a:pP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Speed controller</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② </a:t>
              </a:r>
              <a:r>
                <a:rPr lang="en-US" altLang="ko-KR" sz="900" b="1" smtClean="0">
                  <a:solidFill>
                    <a:srgbClr val="FF0000"/>
                  </a:solidFill>
                  <a:latin typeface="Times New Roman" pitchFamily="18" charset="0"/>
                  <a:ea typeface="돋움" pitchFamily="50" charset="-127"/>
                  <a:cs typeface="Times New Roman" pitchFamily="18" charset="0"/>
                </a:rPr>
                <a:t>Pressure Valve</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Check Valve</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Needle Valve</a:t>
              </a:r>
              <a:endParaRPr lang="ko-KR" altLang="en-US" sz="900">
                <a:latin typeface="Times New Roman" pitchFamily="18" charset="0"/>
                <a:ea typeface="돋움" pitchFamily="50" charset="-127"/>
                <a:cs typeface="Times New Roman" pitchFamily="18" charset="0"/>
              </a:endParaRPr>
            </a:p>
          </p:txBody>
        </p:sp>
        <p:grpSp>
          <p:nvGrpSpPr>
            <p:cNvPr id="10269" name="Group 10"/>
            <p:cNvGrpSpPr>
              <a:grpSpLocks/>
            </p:cNvGrpSpPr>
            <p:nvPr/>
          </p:nvGrpSpPr>
          <p:grpSpPr bwMode="auto">
            <a:xfrm>
              <a:off x="1298" y="2936"/>
              <a:ext cx="288" cy="366"/>
              <a:chOff x="1379" y="4034"/>
              <a:chExt cx="291" cy="363"/>
            </a:xfrm>
          </p:grpSpPr>
          <p:pic>
            <p:nvPicPr>
              <p:cNvPr id="10270" name="Picture 11"/>
              <p:cNvPicPr>
                <a:picLocks noChangeAspect="1" noChangeArrowheads="1"/>
              </p:cNvPicPr>
              <p:nvPr/>
            </p:nvPicPr>
            <p:blipFill>
              <a:blip r:embed="rId9">
                <a:extLst>
                  <a:ext uri="{28A0092B-C50C-407E-A947-70E740481C1C}">
                    <a14:useLocalDpi xmlns:a14="http://schemas.microsoft.com/office/drawing/2010/main" val="0"/>
                  </a:ext>
                </a:extLst>
              </a:blip>
              <a:srcRect l="69955" t="83253" r="12889" b="5893"/>
              <a:stretch>
                <a:fillRect/>
              </a:stretch>
            </p:blipFill>
            <p:spPr bwMode="auto">
              <a:xfrm>
                <a:off x="1379" y="4034"/>
                <a:ext cx="291"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0271" name="Rectangle 12"/>
              <p:cNvSpPr>
                <a:spLocks noChangeArrowheads="1"/>
              </p:cNvSpPr>
              <p:nvPr/>
            </p:nvSpPr>
            <p:spPr bwMode="auto">
              <a:xfrm>
                <a:off x="1384" y="4110"/>
                <a:ext cx="263" cy="258"/>
              </a:xfrm>
              <a:prstGeom prst="rect">
                <a:avLst/>
              </a:prstGeom>
              <a:noFill/>
              <a:ln w="952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grpSp>
      </p:grpSp>
    </p:spTree>
    <p:extLst>
      <p:ext uri="{BB962C8B-B14F-4D97-AF65-F5344CB8AC3E}">
        <p14:creationId xmlns:p14="http://schemas.microsoft.com/office/powerpoint/2010/main" val="158116016"/>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178182" name="Text Box 6"/>
          <p:cNvSpPr txBox="1">
            <a:spLocks noChangeArrowheads="1"/>
          </p:cNvSpPr>
          <p:nvPr/>
        </p:nvSpPr>
        <p:spPr bwMode="auto">
          <a:xfrm>
            <a:off x="123825" y="211016"/>
            <a:ext cx="3665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MÁY</a:t>
            </a:r>
            <a:r>
              <a:rPr lang="ko-KR" altLang="en-US"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12292" name="Rectangle 5"/>
          <p:cNvSpPr>
            <a:spLocks noChangeArrowheads="1"/>
          </p:cNvSpPr>
          <p:nvPr/>
        </p:nvSpPr>
        <p:spPr bwMode="auto">
          <a:xfrm>
            <a:off x="3384550" y="716574"/>
            <a:ext cx="3214688"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p:txBody>
      </p:sp>
      <p:sp>
        <p:nvSpPr>
          <p:cNvPr id="12293" name="Text Box 6"/>
          <p:cNvSpPr txBox="1">
            <a:spLocks noChangeArrowheads="1"/>
          </p:cNvSpPr>
          <p:nvPr/>
        </p:nvSpPr>
        <p:spPr bwMode="auto">
          <a:xfrm>
            <a:off x="292100" y="754674"/>
            <a:ext cx="13500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Máy</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Câu 61</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80</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2294" name="Rectangle 5"/>
          <p:cNvSpPr>
            <a:spLocks noChangeArrowheads="1"/>
          </p:cNvSpPr>
          <p:nvPr/>
        </p:nvSpPr>
        <p:spPr bwMode="auto">
          <a:xfrm>
            <a:off x="169864" y="716574"/>
            <a:ext cx="3214687"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ko-KR" altLang="en-US"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p:txBody>
      </p:sp>
      <p:sp>
        <p:nvSpPr>
          <p:cNvPr id="12295" name="직사각형 1"/>
          <p:cNvSpPr>
            <a:spLocks noChangeArrowheads="1"/>
          </p:cNvSpPr>
          <p:nvPr/>
        </p:nvSpPr>
        <p:spPr bwMode="auto">
          <a:xfrm>
            <a:off x="188914" y="961293"/>
            <a:ext cx="3195637" cy="7709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61. Điều gì không phù hợp với mô tả của </a:t>
            </a:r>
            <a:r>
              <a:rPr lang="en-US" altLang="ko-KR" sz="900" smtClean="0">
                <a:latin typeface="Times New Roman" pitchFamily="18" charset="0"/>
                <a:ea typeface="돋움" pitchFamily="50" charset="-127"/>
                <a:cs typeface="Times New Roman" pitchFamily="18" charset="0"/>
              </a:rPr>
              <a:t>thiết bị truyền động</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K</a:t>
            </a:r>
            <a:r>
              <a:rPr lang="vi-VN" altLang="ko-KR" sz="900" b="1" smtClean="0">
                <a:solidFill>
                  <a:srgbClr val="FF0000"/>
                </a:solidFill>
                <a:latin typeface="Times New Roman" pitchFamily="18" charset="0"/>
                <a:ea typeface="돋움" pitchFamily="50" charset="-127"/>
                <a:cs typeface="Times New Roman" pitchFamily="18" charset="0"/>
              </a:rPr>
              <a:t>hó </a:t>
            </a:r>
            <a:r>
              <a:rPr lang="vi-VN" altLang="ko-KR" sz="900" b="1">
                <a:solidFill>
                  <a:srgbClr val="FF0000"/>
                </a:solidFill>
                <a:latin typeface="Times New Roman" pitchFamily="18" charset="0"/>
                <a:ea typeface="돋움" pitchFamily="50" charset="-127"/>
                <a:cs typeface="Times New Roman" pitchFamily="18" charset="0"/>
              </a:rPr>
              <a:t>thiết kế và khó quản </a:t>
            </a:r>
            <a:r>
              <a:rPr lang="vi-VN" altLang="ko-KR" sz="900" b="1" smtClean="0">
                <a:solidFill>
                  <a:srgbClr val="FF0000"/>
                </a:solidFill>
                <a:latin typeface="Times New Roman" pitchFamily="18" charset="0"/>
                <a:ea typeface="돋움" pitchFamily="50" charset="-127"/>
                <a:cs typeface="Times New Roman" pitchFamily="18" charset="0"/>
              </a:rPr>
              <a:t>lý</a:t>
            </a:r>
            <a:r>
              <a:rPr lang="en-US" altLang="ko-KR" sz="900" b="1" smtClean="0">
                <a:solidFill>
                  <a:srgbClr val="FF0000"/>
                </a:solidFill>
                <a:latin typeface="Times New Roman" pitchFamily="18" charset="0"/>
                <a:ea typeface="돋움" pitchFamily="50" charset="-127"/>
                <a:cs typeface="Times New Roman" pitchFamily="18" charset="0"/>
              </a:rPr>
              <a:t> nguồn điện</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Truyền động điện chủ yếu bằng động cơ.</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Truyền động</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nén dầu</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thường được sử dụng khi cần một lượng công suất lớn.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Truyền động khí nén có độ lặp lại kém.</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62. Điều gì không phù hợp với mô tả của trục?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① Khi </a:t>
            </a:r>
            <a:r>
              <a:rPr lang="vi-VN" altLang="ko-KR" sz="900" b="1" smtClean="0">
                <a:solidFill>
                  <a:srgbClr val="FF0000"/>
                </a:solidFill>
                <a:latin typeface="Times New Roman" pitchFamily="18" charset="0"/>
                <a:ea typeface="돋움" pitchFamily="50" charset="-127"/>
                <a:cs typeface="Times New Roman" pitchFamily="18" charset="0"/>
              </a:rPr>
              <a:t>đường </a:t>
            </a:r>
            <a:r>
              <a:rPr lang="vi-VN" altLang="ko-KR" sz="900" b="1">
                <a:solidFill>
                  <a:srgbClr val="FF0000"/>
                </a:solidFill>
                <a:latin typeface="Times New Roman" pitchFamily="18" charset="0"/>
                <a:ea typeface="돋움" pitchFamily="50" charset="-127"/>
                <a:cs typeface="Times New Roman" pitchFamily="18" charset="0"/>
              </a:rPr>
              <a:t>kính lớn hoặc khi cần nhẹ, người ta sử dụng trục vòng đặc.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Tùy theo hình dạng mà có trục thẳng, trục </a:t>
            </a:r>
            <a:r>
              <a:rPr lang="en-US" altLang="ko-KR" sz="900" smtClean="0">
                <a:latin typeface="Times New Roman" pitchFamily="18" charset="0"/>
                <a:ea typeface="돋움" pitchFamily="50" charset="-127"/>
                <a:cs typeface="Times New Roman" pitchFamily="18" charset="0"/>
              </a:rPr>
              <a:t>khủy </a:t>
            </a:r>
            <a:r>
              <a:rPr lang="en-US" altLang="ko-KR" sz="900">
                <a:latin typeface="Times New Roman" pitchFamily="18" charset="0"/>
                <a:ea typeface="돋움" pitchFamily="50" charset="-127"/>
                <a:cs typeface="Times New Roman" pitchFamily="18" charset="0"/>
              </a:rPr>
              <a:t>và </a:t>
            </a:r>
            <a:r>
              <a:rPr lang="en-US" altLang="ko-KR" sz="900" smtClean="0">
                <a:latin typeface="Times New Roman" pitchFamily="18" charset="0"/>
                <a:ea typeface="돋움" pitchFamily="50" charset="-127"/>
                <a:cs typeface="Times New Roman" pitchFamily="18" charset="0"/>
              </a:rPr>
              <a:t>trục dẻo.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Trục </a:t>
            </a:r>
            <a:r>
              <a:rPr lang="en-US" altLang="ko-KR" sz="900" smtClean="0">
                <a:latin typeface="Times New Roman" pitchFamily="18" charset="0"/>
                <a:ea typeface="돋움" pitchFamily="50" charset="-127"/>
                <a:cs typeface="Times New Roman" pitchFamily="18" charset="0"/>
              </a:rPr>
              <a:t>Spindle </a:t>
            </a:r>
            <a:r>
              <a:rPr lang="vi-VN" altLang="ko-KR" sz="900" smtClean="0">
                <a:latin typeface="Times New Roman" pitchFamily="18" charset="0"/>
                <a:ea typeface="돋움" pitchFamily="50" charset="-127"/>
                <a:cs typeface="Times New Roman" pitchFamily="18" charset="0"/>
              </a:rPr>
              <a:t>quay </a:t>
            </a:r>
            <a:r>
              <a:rPr lang="vi-VN" altLang="ko-KR" sz="900">
                <a:latin typeface="Times New Roman" pitchFamily="18" charset="0"/>
                <a:ea typeface="돋움" pitchFamily="50" charset="-127"/>
                <a:cs typeface="Times New Roman" pitchFamily="18" charset="0"/>
              </a:rPr>
              <a:t>với tốc độ cao 10000 vòng / phút.</a:t>
            </a:r>
          </a:p>
          <a:p>
            <a:pPr>
              <a:buNone/>
            </a:pPr>
            <a:r>
              <a:rPr lang="vi-VN" altLang="ko-KR" sz="900">
                <a:latin typeface="Times New Roman" pitchFamily="18" charset="0"/>
                <a:ea typeface="돋움" pitchFamily="50" charset="-127"/>
                <a:cs typeface="Times New Roman" pitchFamily="18" charset="0"/>
              </a:rPr>
              <a:t>   ④ </a:t>
            </a:r>
            <a:r>
              <a:rPr lang="en-US" altLang="ko-KR" sz="900" smtClean="0">
                <a:solidFill>
                  <a:srgbClr val="000000"/>
                </a:solidFill>
                <a:latin typeface="Times New Roman" panose="02020603050405020304" pitchFamily="18" charset="0"/>
                <a:cs typeface="Times New Roman" panose="02020603050405020304" pitchFamily="18" charset="0"/>
              </a:rPr>
              <a:t>Tải </a:t>
            </a:r>
            <a:r>
              <a:rPr lang="en-US" altLang="ko-KR" sz="900">
                <a:solidFill>
                  <a:srgbClr val="000000"/>
                </a:solidFill>
                <a:latin typeface="Times New Roman" panose="02020603050405020304" pitchFamily="18" charset="0"/>
                <a:cs typeface="Times New Roman" panose="02020603050405020304" pitchFamily="18" charset="0"/>
              </a:rPr>
              <a:t>trọng tác động theo hướng trục </a:t>
            </a:r>
            <a:r>
              <a:rPr lang="en-US" altLang="ko-KR" sz="900" smtClean="0">
                <a:solidFill>
                  <a:srgbClr val="000000"/>
                </a:solidFill>
                <a:latin typeface="Times New Roman" panose="02020603050405020304" pitchFamily="18" charset="0"/>
                <a:cs typeface="Times New Roman" panose="02020603050405020304" pitchFamily="18" charset="0"/>
              </a:rPr>
              <a:t>là </a:t>
            </a:r>
            <a:r>
              <a:rPr lang="en-US" altLang="ko-KR" sz="900">
                <a:solidFill>
                  <a:srgbClr val="000000"/>
                </a:solidFill>
                <a:latin typeface="Times New Roman" panose="02020603050405020304" pitchFamily="18" charset="0"/>
                <a:cs typeface="Times New Roman" panose="02020603050405020304" pitchFamily="18" charset="0"/>
              </a:rPr>
              <a:t>trục</a:t>
            </a:r>
            <a:r>
              <a:rPr lang="ko-KR" altLang="ko-KR" sz="900">
                <a:solidFill>
                  <a:srgbClr val="000000"/>
                </a:solidFill>
                <a:latin typeface="Times New Roman" panose="02020603050405020304" pitchFamily="18" charset="0"/>
                <a:cs typeface="Times New Roman" panose="02020603050405020304" pitchFamily="18" charset="0"/>
              </a:rPr>
              <a:t> Pivot</a:t>
            </a: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Journal</a:t>
            </a:r>
          </a:p>
          <a:p>
            <a:pPr>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63. Điều gì là đúng về </a:t>
            </a:r>
            <a:r>
              <a:rPr lang="en-US" altLang="ko-KR" sz="900" smtClean="0">
                <a:latin typeface="Times New Roman" pitchFamily="18" charset="0"/>
                <a:ea typeface="돋움" pitchFamily="50" charset="-127"/>
                <a:cs typeface="Times New Roman" pitchFamily="18" charset="0"/>
              </a:rPr>
              <a:t>trục </a:t>
            </a:r>
            <a:r>
              <a:rPr lang="en-US" altLang="ko-KR" sz="900">
                <a:latin typeface="Times New Roman" pitchFamily="18" charset="0"/>
                <a:ea typeface="돋움" pitchFamily="50" charset="-127"/>
                <a:cs typeface="Times New Roman" pitchFamily="18" charset="0"/>
              </a:rPr>
              <a:t>A</a:t>
            </a:r>
            <a:r>
              <a:rPr lang="vi-VN" altLang="ko-KR" sz="900" smtClean="0">
                <a:latin typeface="Times New Roman" pitchFamily="18" charset="0"/>
                <a:ea typeface="돋움" pitchFamily="50" charset="-127"/>
                <a:cs typeface="Times New Roman" pitchFamily="18" charset="0"/>
              </a:rPr>
              <a:t>rbor</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Hình dạng và kích thước chính </a:t>
            </a:r>
            <a:r>
              <a:rPr lang="vi-VN" altLang="ko-KR" sz="900" smtClean="0">
                <a:latin typeface="Times New Roman" pitchFamily="18" charset="0"/>
                <a:ea typeface="돋움" pitchFamily="50" charset="-127"/>
                <a:cs typeface="Times New Roman" pitchFamily="18" charset="0"/>
              </a:rPr>
              <a:t>xác</a:t>
            </a:r>
            <a:r>
              <a:rPr lang="en-US" altLang="ko-KR" sz="900" smtClean="0">
                <a:latin typeface="Times New Roman" pitchFamily="18" charset="0"/>
                <a:ea typeface="돋움" pitchFamily="50" charset="-127"/>
                <a:cs typeface="Times New Roman" pitchFamily="18" charset="0"/>
              </a:rPr>
              <a:t>,</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ít bị biến </a:t>
            </a:r>
            <a:r>
              <a:rPr lang="vi-VN" altLang="ko-KR" sz="900" smtClean="0">
                <a:latin typeface="Times New Roman" pitchFamily="18" charset="0"/>
                <a:ea typeface="돋움" pitchFamily="50" charset="-127"/>
                <a:cs typeface="Times New Roman" pitchFamily="18" charset="0"/>
              </a:rPr>
              <a:t>dạng.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Khi nó quay, lực và mômen xoắn tác động.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③ </a:t>
            </a:r>
            <a:r>
              <a:rPr lang="vi-VN" altLang="ko-KR" sz="900" b="1" smtClean="0">
                <a:solidFill>
                  <a:srgbClr val="FF0000"/>
                </a:solidFill>
                <a:latin typeface="Times New Roman" pitchFamily="18" charset="0"/>
                <a:ea typeface="돋움" pitchFamily="50" charset="-127"/>
                <a:cs typeface="Times New Roman" pitchFamily="18" charset="0"/>
              </a:rPr>
              <a:t>Khả </a:t>
            </a:r>
            <a:r>
              <a:rPr lang="vi-VN" altLang="ko-KR" sz="900" b="1">
                <a:solidFill>
                  <a:srgbClr val="FF0000"/>
                </a:solidFill>
                <a:latin typeface="Times New Roman" pitchFamily="18" charset="0"/>
                <a:ea typeface="돋움" pitchFamily="50" charset="-127"/>
                <a:cs typeface="Times New Roman" pitchFamily="18" charset="0"/>
              </a:rPr>
              <a:t>năng chống mài mòn </a:t>
            </a:r>
            <a:r>
              <a:rPr lang="vi-VN" altLang="ko-KR" sz="900" b="1" smtClean="0">
                <a:solidFill>
                  <a:srgbClr val="FF0000"/>
                </a:solidFill>
                <a:latin typeface="Times New Roman" pitchFamily="18" charset="0"/>
                <a:ea typeface="돋움" pitchFamily="50" charset="-127"/>
                <a:cs typeface="Times New Roman" pitchFamily="18" charset="0"/>
              </a:rPr>
              <a:t>là </a:t>
            </a:r>
            <a:r>
              <a:rPr lang="vi-VN" altLang="ko-KR" sz="900" b="1">
                <a:solidFill>
                  <a:srgbClr val="FF0000"/>
                </a:solidFill>
                <a:latin typeface="Times New Roman" pitchFamily="18" charset="0"/>
                <a:ea typeface="돋움" pitchFamily="50" charset="-127"/>
                <a:cs typeface="Times New Roman" pitchFamily="18" charset="0"/>
              </a:rPr>
              <a:t>rất quan trọng</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Nó được hỗ trợ bởi vòng bi.</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64. </a:t>
            </a:r>
            <a:r>
              <a:rPr lang="vi-VN" altLang="ko-KR" sz="900" smtClean="0">
                <a:latin typeface="Times New Roman" pitchFamily="18" charset="0"/>
                <a:ea typeface="돋움" pitchFamily="50" charset="-127"/>
                <a:cs typeface="Times New Roman" pitchFamily="18" charset="0"/>
              </a:rPr>
              <a:t>Đ</a:t>
            </a:r>
            <a:r>
              <a:rPr lang="en-US" altLang="ko-KR" sz="900" smtClean="0">
                <a:latin typeface="Times New Roman" pitchFamily="18" charset="0"/>
                <a:ea typeface="돋움" pitchFamily="50" charset="-127"/>
                <a:cs typeface="Times New Roman" pitchFamily="18" charset="0"/>
              </a:rPr>
              <a:t>áp án</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đúng khi mô tả về </a:t>
            </a:r>
            <a:r>
              <a:rPr lang="en-US" altLang="ko-KR" sz="900" smtClean="0">
                <a:latin typeface="Times New Roman" pitchFamily="18" charset="0"/>
                <a:ea typeface="돋움" pitchFamily="50" charset="-127"/>
                <a:cs typeface="Times New Roman" pitchFamily="18" charset="0"/>
              </a:rPr>
              <a:t>lắp trục</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Ấn vào chỉ trường hợp</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xảy ra khi trục nhỏ và lỗ lớn.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Kích </a:t>
            </a:r>
            <a:r>
              <a:rPr lang="vi-VN" altLang="ko-KR" sz="900" smtClean="0">
                <a:latin typeface="Times New Roman" pitchFamily="18" charset="0"/>
                <a:ea typeface="돋움" pitchFamily="50" charset="-127"/>
                <a:cs typeface="Times New Roman" pitchFamily="18" charset="0"/>
              </a:rPr>
              <a:t>thước </a:t>
            </a:r>
            <a:r>
              <a:rPr lang="vi-VN" altLang="ko-KR" sz="900">
                <a:latin typeface="Times New Roman" pitchFamily="18" charset="0"/>
                <a:ea typeface="돋움" pitchFamily="50" charset="-127"/>
                <a:cs typeface="Times New Roman" pitchFamily="18" charset="0"/>
              </a:rPr>
              <a:t>tối đa cho phép là kích thước thực cộng với dung sai.</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③ Dung sai kích thước = kích thước tối đa cho </a:t>
            </a:r>
            <a:r>
              <a:rPr lang="vi-VN" altLang="ko-KR" sz="900" b="1" smtClean="0">
                <a:solidFill>
                  <a:srgbClr val="FF0000"/>
                </a:solidFill>
                <a:latin typeface="Times New Roman" pitchFamily="18" charset="0"/>
                <a:ea typeface="돋움" pitchFamily="50" charset="-127"/>
                <a:cs typeface="Times New Roman" pitchFamily="18" charset="0"/>
              </a:rPr>
              <a:t>phép</a:t>
            </a:r>
            <a:r>
              <a:rPr lang="en-US" altLang="ko-KR" sz="900" b="1" smtClean="0">
                <a:solidFill>
                  <a:srgbClr val="FF0000"/>
                </a:solidFill>
                <a:latin typeface="Times New Roman" pitchFamily="18" charset="0"/>
                <a:ea typeface="돋움" pitchFamily="50" charset="-127"/>
                <a:cs typeface="Times New Roman" pitchFamily="18" charset="0"/>
              </a:rPr>
              <a:t> trừ đi </a:t>
            </a:r>
            <a:r>
              <a:rPr lang="vi-VN" altLang="ko-KR" sz="900" b="1" smtClean="0">
                <a:solidFill>
                  <a:srgbClr val="FF0000"/>
                </a:solidFill>
                <a:latin typeface="Times New Roman" pitchFamily="18" charset="0"/>
                <a:ea typeface="돋움" pitchFamily="50" charset="-127"/>
                <a:cs typeface="Times New Roman" pitchFamily="18" charset="0"/>
              </a:rPr>
              <a:t>kích </a:t>
            </a:r>
            <a:r>
              <a:rPr lang="vi-VN" altLang="ko-KR" sz="900" b="1">
                <a:solidFill>
                  <a:srgbClr val="FF0000"/>
                </a:solidFill>
                <a:latin typeface="Times New Roman" pitchFamily="18" charset="0"/>
                <a:ea typeface="돋움" pitchFamily="50" charset="-127"/>
                <a:cs typeface="Times New Roman" pitchFamily="18" charset="0"/>
              </a:rPr>
              <a:t>thước tối thiểu cho phép</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Kích thước tối thiểu cho phép là kích thước thực cộng với dung sai.</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65. </a:t>
            </a:r>
            <a:r>
              <a:rPr lang="en-US" altLang="ko-KR" sz="900">
                <a:solidFill>
                  <a:srgbClr val="000000"/>
                </a:solidFill>
                <a:latin typeface="Times New Roman" panose="02020603050405020304" pitchFamily="18" charset="0"/>
                <a:cs typeface="Times New Roman" panose="02020603050405020304" pitchFamily="18" charset="0"/>
              </a:rPr>
              <a:t>Đ</a:t>
            </a:r>
            <a:r>
              <a:rPr lang="en-US" altLang="ko-KR" sz="900" smtClean="0">
                <a:solidFill>
                  <a:srgbClr val="000000"/>
                </a:solidFill>
                <a:latin typeface="Times New Roman" panose="02020603050405020304" pitchFamily="18" charset="0"/>
                <a:cs typeface="Times New Roman" panose="02020603050405020304" pitchFamily="18" charset="0"/>
              </a:rPr>
              <a:t>ược </a:t>
            </a:r>
            <a:r>
              <a:rPr lang="en-US" altLang="ko-KR" sz="900">
                <a:solidFill>
                  <a:srgbClr val="000000"/>
                </a:solidFill>
                <a:latin typeface="Times New Roman" panose="02020603050405020304" pitchFamily="18" charset="0"/>
                <a:cs typeface="Times New Roman" panose="02020603050405020304" pitchFamily="18" charset="0"/>
              </a:rPr>
              <a:t>cấu tạo bằng hai tấm thép đúc có hình bán nguyệt dùng để che phủ chỗ nối hai trục với nhau thông qua một lỗ có vách </a:t>
            </a:r>
            <a:r>
              <a:rPr lang="en-US" altLang="ko-KR" sz="900" smtClean="0">
                <a:solidFill>
                  <a:srgbClr val="000000"/>
                </a:solidFill>
                <a:latin typeface="Times New Roman" panose="02020603050405020304" pitchFamily="18" charset="0"/>
                <a:cs typeface="Times New Roman" panose="02020603050405020304" pitchFamily="18" charset="0"/>
              </a:rPr>
              <a:t>ngăn </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a:buNone/>
            </a:pP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① </a:t>
            </a:r>
            <a:r>
              <a:rPr lang="vi-VN" altLang="ko-KR" sz="900">
                <a:latin typeface="Times New Roman" pitchFamily="18" charset="0"/>
                <a:ea typeface="돋움" pitchFamily="50" charset="-127"/>
                <a:cs typeface="Times New Roman" pitchFamily="18" charset="0"/>
              </a:rPr>
              <a:t>Universal </a:t>
            </a:r>
            <a:r>
              <a:rPr lang="vi-VN" altLang="ko-KR" sz="900" smtClean="0">
                <a:latin typeface="Times New Roman" pitchFamily="18" charset="0"/>
                <a:ea typeface="돋움" pitchFamily="50" charset="-127"/>
                <a:cs typeface="Times New Roman" pitchFamily="18" charset="0"/>
              </a:rPr>
              <a:t>coupling</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Flange coupling</a:t>
            </a:r>
            <a:r>
              <a:rPr lang="en-US" altLang="ko-KR" sz="900">
                <a:latin typeface="Times New Roman" pitchFamily="18" charset="0"/>
                <a:ea typeface="돋움" pitchFamily="50" charset="-127"/>
                <a:cs typeface="Times New Roman" pitchFamily="18" charset="0"/>
              </a:rPr>
              <a:t> </a:t>
            </a:r>
          </a:p>
          <a:p>
            <a:pPr>
              <a:buNone/>
            </a:pPr>
            <a:r>
              <a:rPr lang="en-US" altLang="ko-KR" sz="900" smtClean="0">
                <a:latin typeface="Times New Roman" pitchFamily="18" charset="0"/>
                <a:ea typeface="돋움" pitchFamily="50" charset="-127"/>
                <a:cs typeface="Times New Roman" pitchFamily="18" charset="0"/>
              </a:rPr>
              <a:t>   ③ </a:t>
            </a:r>
            <a:r>
              <a:rPr lang="vi-VN" altLang="ko-KR" sz="900" smtClean="0">
                <a:latin typeface="Times New Roman" pitchFamily="18" charset="0"/>
                <a:ea typeface="돋움" pitchFamily="50" charset="-127"/>
                <a:cs typeface="Times New Roman" pitchFamily="18" charset="0"/>
              </a:rPr>
              <a:t>Sell</a:t>
            </a:r>
            <a:r>
              <a:rPr lang="en-US" altLang="ko-KR" sz="900" smtClean="0">
                <a:latin typeface="Times New Roman" pitchFamily="18" charset="0"/>
                <a:ea typeface="돋움" pitchFamily="50" charset="-127"/>
                <a:cs typeface="Times New Roman" pitchFamily="18" charset="0"/>
              </a:rPr>
              <a:t>er’s</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coupling</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④ </a:t>
            </a:r>
            <a:r>
              <a:rPr lang="vi-VN" altLang="ko-KR" sz="900" b="1">
                <a:solidFill>
                  <a:srgbClr val="FF0000"/>
                </a:solidFill>
                <a:latin typeface="Times New Roman" pitchFamily="18" charset="0"/>
                <a:ea typeface="돋움" pitchFamily="50" charset="-127"/>
                <a:cs typeface="Times New Roman" pitchFamily="18" charset="0"/>
              </a:rPr>
              <a:t>Muff </a:t>
            </a:r>
            <a:r>
              <a:rPr lang="vi-VN" altLang="ko-KR" sz="900" b="1" smtClean="0">
                <a:solidFill>
                  <a:srgbClr val="FF0000"/>
                </a:solidFill>
                <a:latin typeface="Times New Roman" pitchFamily="18" charset="0"/>
                <a:ea typeface="돋움" pitchFamily="50" charset="-127"/>
                <a:cs typeface="Times New Roman" pitchFamily="18" charset="0"/>
              </a:rPr>
              <a:t>coupling</a:t>
            </a:r>
            <a:endParaRPr lang="en-US" altLang="ko-KR" sz="900" b="1">
              <a:solidFill>
                <a:srgbClr val="FF0000"/>
              </a:solidFill>
              <a:latin typeface="Times New Roman" pitchFamily="18" charset="0"/>
              <a:ea typeface="돋움" pitchFamily="50" charset="-127"/>
              <a:cs typeface="Times New Roman" pitchFamily="18" charset="0"/>
            </a:endParaRPr>
          </a:p>
          <a:p>
            <a:pPr>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66. Mối ghép nào được sử dụng khi các đường trục cắt nhau?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Universal coupling</a:t>
            </a:r>
            <a:r>
              <a:rPr lang="en-US" altLang="ko-KR" sz="900" b="1">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 </a:t>
            </a:r>
            <a:r>
              <a:rPr lang="vi-VN" altLang="ko-KR" sz="900" b="1" smtClean="0">
                <a:solidFill>
                  <a:srgbClr val="FF0000"/>
                </a:solidFill>
                <a:latin typeface="Times New Roman" pitchFamily="18" charset="0"/>
                <a:ea typeface="돋움" pitchFamily="50" charset="-127"/>
                <a:cs typeface="Times New Roman" pitchFamily="18" charset="0"/>
              </a:rPr>
              <a:t> </a:t>
            </a:r>
            <a:r>
              <a:rPr lang="en-US" altLang="ko-KR" sz="900" b="1" smtClean="0">
                <a:solidFill>
                  <a:srgbClr val="FF0000"/>
                </a:solidFill>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Rubber coupling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Clamp coupling       </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④ </a:t>
            </a:r>
            <a:r>
              <a:rPr lang="vi-VN" altLang="ko-KR" sz="900">
                <a:latin typeface="Times New Roman" pitchFamily="18" charset="0"/>
                <a:ea typeface="돋움" pitchFamily="50" charset="-127"/>
                <a:cs typeface="Times New Roman" pitchFamily="18" charset="0"/>
              </a:rPr>
              <a:t>Sell</a:t>
            </a:r>
            <a:r>
              <a:rPr lang="en-US" altLang="ko-KR" sz="900">
                <a:latin typeface="Times New Roman" pitchFamily="18" charset="0"/>
                <a:ea typeface="돋움" pitchFamily="50" charset="-127"/>
                <a:cs typeface="Times New Roman" pitchFamily="18" charset="0"/>
              </a:rPr>
              <a:t>er’s</a:t>
            </a:r>
            <a:r>
              <a:rPr lang="vi-VN" altLang="ko-KR" sz="900">
                <a:latin typeface="Times New Roman" pitchFamily="18" charset="0"/>
                <a:ea typeface="돋움" pitchFamily="50" charset="-127"/>
                <a:cs typeface="Times New Roman" pitchFamily="18" charset="0"/>
              </a:rPr>
              <a:t> coupling</a:t>
            </a:r>
            <a:r>
              <a:rPr lang="en-US" altLang="ko-KR" sz="900">
                <a:latin typeface="Times New Roman" pitchFamily="18" charset="0"/>
                <a:ea typeface="돋움" pitchFamily="50" charset="-127"/>
                <a:cs typeface="Times New Roman" pitchFamily="18" charset="0"/>
              </a:rPr>
              <a:t> </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67. Đâu không phải là đặc điểm </a:t>
            </a:r>
            <a:r>
              <a:rPr lang="vi-VN" altLang="ko-KR" sz="900" smtClean="0">
                <a:latin typeface="Times New Roman" pitchFamily="18" charset="0"/>
                <a:ea typeface="돋움" pitchFamily="50" charset="-127"/>
                <a:cs typeface="Times New Roman" pitchFamily="18" charset="0"/>
              </a:rPr>
              <a:t>của</a:t>
            </a:r>
            <a:r>
              <a:rPr lang="en-US" altLang="ko-KR" sz="900" smtClean="0">
                <a:latin typeface="Times New Roman" pitchFamily="18" charset="0"/>
                <a:ea typeface="돋움" pitchFamily="50" charset="-127"/>
                <a:cs typeface="Times New Roman" pitchFamily="18" charset="0"/>
              </a:rPr>
              <a:t> Rolling bearing</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Mômen ma sát khởi động thấp.</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vi-VN" altLang="ko-KR" sz="900" smtClean="0">
                <a:latin typeface="Times New Roman" pitchFamily="18" charset="0"/>
                <a:ea typeface="돋움" pitchFamily="50" charset="-127"/>
                <a:cs typeface="Times New Roman" pitchFamily="18" charset="0"/>
              </a:rPr>
              <a:t>Nó tương thích và có thể được sử dụng thay thế cho nhau.</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Dễ dàng sử dụng ở nhiệt độ cao và thấp.</a:t>
            </a:r>
          </a:p>
          <a:p>
            <a:pPr eaLnBrk="1" hangingPunct="1">
              <a:spcBef>
                <a:spcPct val="0"/>
              </a:spcBef>
              <a:buFontTx/>
              <a:buNone/>
            </a:pPr>
            <a:r>
              <a:rPr lang="vi-VN" altLang="ko-KR" sz="900" b="1">
                <a:solidFill>
                  <a:srgbClr val="FF0000"/>
                </a:solidFill>
                <a:latin typeface="Times New Roman" pitchFamily="18" charset="0"/>
                <a:ea typeface="돋움" pitchFamily="50" charset="-127"/>
                <a:cs typeface="Times New Roman" pitchFamily="18" charset="0"/>
              </a:rPr>
              <a:t>  ④ Sức mạnh có thể được tăng lên bằng cách áp dụng tải trước</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p:txBody>
      </p:sp>
      <p:sp>
        <p:nvSpPr>
          <p:cNvPr id="12296" name="직사각형 2"/>
          <p:cNvSpPr>
            <a:spLocks noChangeArrowheads="1"/>
          </p:cNvSpPr>
          <p:nvPr/>
        </p:nvSpPr>
        <p:spPr bwMode="auto">
          <a:xfrm>
            <a:off x="3384550" y="716803"/>
            <a:ext cx="3214688" cy="8263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 68. Vòng trong được chia làm đôi và </a:t>
            </a:r>
            <a:r>
              <a:rPr lang="en-US" altLang="ko-KR" sz="900" smtClean="0">
                <a:latin typeface="Times New Roman" pitchFamily="18" charset="0"/>
                <a:ea typeface="돋움" pitchFamily="50" charset="-127"/>
                <a:cs typeface="Times New Roman" pitchFamily="18" charset="0"/>
              </a:rPr>
              <a:t>ở giữa </a:t>
            </a:r>
            <a:r>
              <a:rPr lang="vi-VN" altLang="ko-KR" sz="900" smtClean="0">
                <a:latin typeface="Times New Roman" pitchFamily="18" charset="0"/>
                <a:ea typeface="돋움" pitchFamily="50" charset="-127"/>
                <a:cs typeface="Times New Roman" pitchFamily="18" charset="0"/>
              </a:rPr>
              <a:t>dùng </a:t>
            </a:r>
            <a:r>
              <a:rPr lang="vi-VN" altLang="ko-KR" sz="900">
                <a:latin typeface="Times New Roman" pitchFamily="18" charset="0"/>
                <a:ea typeface="돋움" pitchFamily="50" charset="-127"/>
                <a:cs typeface="Times New Roman" pitchFamily="18" charset="0"/>
              </a:rPr>
              <a:t>lớp lót bằng hợp kim đồng</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None/>
            </a:pPr>
            <a:r>
              <a:rPr lang="vi-VN" altLang="ko-KR" sz="900">
                <a:latin typeface="Times New Roman" pitchFamily="18" charset="0"/>
                <a:ea typeface="돋움" pitchFamily="50" charset="-127"/>
                <a:cs typeface="Times New Roman" pitchFamily="18" charset="0"/>
              </a:rPr>
              <a:t>① </a:t>
            </a:r>
            <a:r>
              <a:rPr lang="en-US" altLang="ko-KR" sz="900">
                <a:latin typeface="Times New Roman" pitchFamily="18" charset="0"/>
                <a:ea typeface="돋움" pitchFamily="50" charset="-127"/>
                <a:cs typeface="Times New Roman" pitchFamily="18" charset="0"/>
              </a:rPr>
              <a:t>Double row angular ball bearing </a:t>
            </a:r>
          </a:p>
          <a:p>
            <a:pPr eaLnBrk="1" hangingPunct="1">
              <a:spcBef>
                <a:spcPct val="0"/>
              </a:spcBef>
              <a:buNone/>
            </a:pPr>
            <a:r>
              <a:rPr lang="vi-VN" altLang="ko-KR" sz="900" smtClean="0">
                <a:latin typeface="Times New Roman" pitchFamily="18" charset="0"/>
                <a:ea typeface="돋움" pitchFamily="50" charset="-127"/>
                <a:cs typeface="Times New Roman" pitchFamily="18" charset="0"/>
              </a:rPr>
              <a:t>② </a:t>
            </a:r>
            <a:r>
              <a:rPr lang="vi-VN" altLang="ko-KR" sz="900">
                <a:latin typeface="Times New Roman" pitchFamily="18" charset="0"/>
                <a:ea typeface="돋움" pitchFamily="50" charset="-127"/>
                <a:cs typeface="Times New Roman" pitchFamily="18" charset="0"/>
              </a:rPr>
              <a:t>Magneto ball bearing</a:t>
            </a:r>
            <a:endParaRPr lang="en-US" altLang="ko-KR" sz="900">
              <a:latin typeface="Times New Roman" pitchFamily="18" charset="0"/>
              <a:ea typeface="돋움" pitchFamily="50" charset="-127"/>
              <a:cs typeface="Times New Roman" pitchFamily="18" charset="0"/>
            </a:endParaRPr>
          </a:p>
          <a:p>
            <a:pPr eaLnBrk="1" hangingPunct="1">
              <a:spcBef>
                <a:spcPct val="0"/>
              </a:spcBef>
              <a:buNone/>
            </a:pPr>
            <a:r>
              <a:rPr lang="en-US" altLang="ko-KR" sz="900">
                <a:latin typeface="Times New Roman" pitchFamily="18" charset="0"/>
                <a:ea typeface="돋움" pitchFamily="50" charset="-127"/>
                <a:cs typeface="Times New Roman" pitchFamily="18" charset="0"/>
              </a:rPr>
              <a:t>③ </a:t>
            </a:r>
            <a:r>
              <a:rPr lang="vi-VN" altLang="ko-KR" sz="900" smtClean="0">
                <a:latin typeface="Times New Roman" pitchFamily="18" charset="0"/>
                <a:ea typeface="돋움" pitchFamily="50" charset="-127"/>
                <a:cs typeface="Times New Roman" pitchFamily="18" charset="0"/>
              </a:rPr>
              <a:t>Self-aligning </a:t>
            </a:r>
            <a:r>
              <a:rPr lang="vi-VN" altLang="ko-KR" sz="900">
                <a:latin typeface="Times New Roman" pitchFamily="18" charset="0"/>
                <a:ea typeface="돋움" pitchFamily="50" charset="-127"/>
                <a:cs typeface="Times New Roman" pitchFamily="18" charset="0"/>
              </a:rPr>
              <a:t>ball bearing</a:t>
            </a:r>
            <a:r>
              <a:rPr lang="en-US" altLang="ko-KR" sz="900">
                <a:latin typeface="Times New Roman" pitchFamily="18" charset="0"/>
                <a:ea typeface="돋움" pitchFamily="50" charset="-127"/>
                <a:cs typeface="Times New Roman" pitchFamily="18" charset="0"/>
              </a:rPr>
              <a:t> </a:t>
            </a:r>
          </a:p>
          <a:p>
            <a:pPr eaLnBrk="1" hangingPunct="1">
              <a:spcBef>
                <a:spcPct val="0"/>
              </a:spcBef>
              <a:buNone/>
            </a:pPr>
            <a:r>
              <a:rPr lang="vi-VN" altLang="ko-KR" sz="900" b="1">
                <a:solidFill>
                  <a:srgbClr val="FF0000"/>
                </a:solidFill>
                <a:latin typeface="Times New Roman" pitchFamily="18" charset="0"/>
                <a:ea typeface="돋움" pitchFamily="50" charset="-127"/>
                <a:cs typeface="Times New Roman" pitchFamily="18" charset="0"/>
              </a:rPr>
              <a:t>④ Ổ bi tiếp xúc bốn điểm</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69. Đinh </a:t>
            </a:r>
            <a:r>
              <a:rPr lang="en-US" altLang="ko-KR" sz="900" smtClean="0">
                <a:latin typeface="Times New Roman" pitchFamily="18" charset="0"/>
                <a:ea typeface="돋움" pitchFamily="50" charset="-127"/>
                <a:cs typeface="Times New Roman" pitchFamily="18" charset="0"/>
              </a:rPr>
              <a:t>ốc</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nào sau đây có góc ren là 30 độ?</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Đinh </a:t>
            </a:r>
            <a:r>
              <a:rPr lang="en-US" altLang="ko-KR" sz="900">
                <a:latin typeface="Times New Roman" pitchFamily="18" charset="0"/>
                <a:ea typeface="돋움" pitchFamily="50" charset="-127"/>
                <a:cs typeface="Times New Roman" pitchFamily="18" charset="0"/>
              </a:rPr>
              <a:t>ốc </a:t>
            </a:r>
            <a:r>
              <a:rPr lang="vi-VN" altLang="ko-KR" sz="900">
                <a:latin typeface="Times New Roman" pitchFamily="18" charset="0"/>
                <a:ea typeface="돋움" pitchFamily="50" charset="-127"/>
                <a:cs typeface="Times New Roman" pitchFamily="18" charset="0"/>
              </a:rPr>
              <a:t>Unified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Đinh ốc</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ống.</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③ </a:t>
            </a:r>
            <a:r>
              <a:rPr lang="en-US" altLang="ko-KR" sz="900" b="1" smtClean="0">
                <a:solidFill>
                  <a:srgbClr val="FF0000"/>
                </a:solidFill>
                <a:latin typeface="Times New Roman" pitchFamily="18" charset="0"/>
                <a:ea typeface="돋움" pitchFamily="50" charset="-127"/>
                <a:cs typeface="Times New Roman" pitchFamily="18" charset="0"/>
              </a:rPr>
              <a:t>Đinh ốc </a:t>
            </a:r>
            <a:r>
              <a:rPr lang="en-US" altLang="ko-KR" sz="900" b="1">
                <a:solidFill>
                  <a:srgbClr val="FF0000"/>
                </a:solidFill>
                <a:latin typeface="Times New Roman" pitchFamily="18" charset="0"/>
                <a:ea typeface="돋움" pitchFamily="50" charset="-127"/>
                <a:cs typeface="Times New Roman" pitchFamily="18" charset="0"/>
              </a:rPr>
              <a:t>tròn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Đinh ốc Metric</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70. Ý nào không đúng với cách giải thích về </a:t>
            </a:r>
            <a:r>
              <a:rPr lang="vi-VN" altLang="ko-KR" sz="900" smtClean="0">
                <a:latin typeface="Times New Roman" pitchFamily="18" charset="0"/>
                <a:ea typeface="돋움" pitchFamily="50" charset="-127"/>
                <a:cs typeface="Times New Roman" pitchFamily="18" charset="0"/>
              </a:rPr>
              <a:t>p</a:t>
            </a:r>
            <a:r>
              <a:rPr lang="en-US" altLang="ko-KR" sz="900" smtClean="0">
                <a:latin typeface="Times New Roman" pitchFamily="18" charset="0"/>
                <a:ea typeface="돋움" pitchFamily="50" charset="-127"/>
                <a:cs typeface="Times New Roman" pitchFamily="18" charset="0"/>
              </a:rPr>
              <a:t>hương pháp</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chống nới lỏng </a:t>
            </a:r>
            <a:r>
              <a:rPr lang="en-US" altLang="ko-KR" sz="900" smtClean="0">
                <a:latin typeface="Times New Roman" pitchFamily="18" charset="0"/>
                <a:ea typeface="돋움" pitchFamily="50" charset="-127"/>
                <a:cs typeface="Times New Roman" pitchFamily="18" charset="0"/>
              </a:rPr>
              <a:t>đinh ốc</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Vòng đệm </a:t>
            </a:r>
            <a:r>
              <a:rPr lang="en-US" altLang="ko-KR" sz="900" b="1" smtClean="0">
                <a:solidFill>
                  <a:srgbClr val="FF0000"/>
                </a:solidFill>
                <a:latin typeface="Times New Roman" pitchFamily="18" charset="0"/>
                <a:ea typeface="돋움" pitchFamily="50" charset="-127"/>
                <a:cs typeface="Times New Roman" pitchFamily="18" charset="0"/>
              </a:rPr>
              <a:t>vênh</a:t>
            </a:r>
            <a:r>
              <a:rPr lang="vi-VN" altLang="ko-KR" sz="900" b="1" smtClean="0">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phù hợp với </a:t>
            </a:r>
            <a:r>
              <a:rPr lang="en-US" altLang="ko-KR" sz="900" b="1" smtClean="0">
                <a:solidFill>
                  <a:srgbClr val="FF0000"/>
                </a:solidFill>
                <a:latin typeface="Times New Roman" pitchFamily="18" charset="0"/>
                <a:ea typeface="돋움" pitchFamily="50" charset="-127"/>
                <a:cs typeface="Times New Roman" pitchFamily="18" charset="0"/>
              </a:rPr>
              <a:t>hoạt động</a:t>
            </a:r>
            <a:r>
              <a:rPr lang="vi-VN" altLang="ko-KR" sz="900" b="1" smtClean="0">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rung</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Vòng đệm </a:t>
            </a:r>
            <a:r>
              <a:rPr lang="en-US" altLang="ko-KR" sz="900" smtClean="0">
                <a:latin typeface="Times New Roman" pitchFamily="18" charset="0"/>
                <a:ea typeface="돋움" pitchFamily="50" charset="-127"/>
                <a:cs typeface="Times New Roman" pitchFamily="18" charset="0"/>
              </a:rPr>
              <a:t>răng </a:t>
            </a:r>
            <a:r>
              <a:rPr lang="vi-VN" altLang="ko-KR" sz="900" smtClean="0">
                <a:latin typeface="Times New Roman" pitchFamily="18" charset="0"/>
                <a:ea typeface="돋움" pitchFamily="50" charset="-127"/>
                <a:cs typeface="Times New Roman" pitchFamily="18" charset="0"/>
              </a:rPr>
              <a:t>thường </a:t>
            </a:r>
            <a:r>
              <a:rPr lang="en-US" altLang="ko-KR" sz="900" smtClean="0">
                <a:latin typeface="Times New Roman" pitchFamily="18" charset="0"/>
                <a:ea typeface="돋움" pitchFamily="50" charset="-127"/>
                <a:cs typeface="Times New Roman" pitchFamily="18" charset="0"/>
              </a:rPr>
              <a:t>chỉ</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sử dụng cho các thiết bị điện nhỏ.</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Phương pháp chống</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lỏng bằng </a:t>
            </a:r>
            <a:r>
              <a:rPr lang="en-US" altLang="ko-KR" sz="900" smtClean="0">
                <a:latin typeface="Times New Roman" pitchFamily="18" charset="0"/>
                <a:ea typeface="돋움" pitchFamily="50" charset="-127"/>
                <a:cs typeface="Times New Roman" pitchFamily="18" charset="0"/>
              </a:rPr>
              <a:t>2 </a:t>
            </a:r>
            <a:r>
              <a:rPr lang="vi-VN" altLang="ko-KR" sz="900" smtClean="0">
                <a:latin typeface="Times New Roman" pitchFamily="18" charset="0"/>
                <a:ea typeface="돋움" pitchFamily="50" charset="-127"/>
                <a:cs typeface="Times New Roman" pitchFamily="18" charset="0"/>
              </a:rPr>
              <a:t>đai </a:t>
            </a:r>
            <a:r>
              <a:rPr lang="vi-VN" altLang="ko-KR" sz="900">
                <a:latin typeface="Times New Roman" pitchFamily="18" charset="0"/>
                <a:ea typeface="돋움" pitchFamily="50" charset="-127"/>
                <a:cs typeface="Times New Roman" pitchFamily="18" charset="0"/>
              </a:rPr>
              <a:t>ốc, đai ốc dưới được gọi là đai ốc khóa</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a:latin typeface="Times New Roman" pitchFamily="18" charset="0"/>
                <a:ea typeface="돋움" pitchFamily="50" charset="-127"/>
                <a:cs typeface="Times New Roman" pitchFamily="18" charset="0"/>
              </a:rPr>
              <a:t>Phương pháp chống</a:t>
            </a:r>
            <a:r>
              <a:rPr lang="vi-VN" altLang="ko-KR" sz="900">
                <a:latin typeface="Times New Roman" pitchFamily="18" charset="0"/>
                <a:ea typeface="돋움" pitchFamily="50" charset="-127"/>
                <a:cs typeface="Times New Roman" pitchFamily="18" charset="0"/>
              </a:rPr>
              <a:t> lỏng bằng </a:t>
            </a:r>
            <a:r>
              <a:rPr lang="en-US" altLang="ko-KR" sz="900">
                <a:latin typeface="Times New Roman" pitchFamily="18" charset="0"/>
                <a:ea typeface="돋움" pitchFamily="50" charset="-127"/>
                <a:cs typeface="Times New Roman" pitchFamily="18" charset="0"/>
              </a:rPr>
              <a:t>2 </a:t>
            </a:r>
            <a:r>
              <a:rPr lang="vi-VN" altLang="ko-KR" sz="900">
                <a:latin typeface="Times New Roman" pitchFamily="18" charset="0"/>
                <a:ea typeface="돋움" pitchFamily="50" charset="-127"/>
                <a:cs typeface="Times New Roman" pitchFamily="18" charset="0"/>
              </a:rPr>
              <a:t>đai ốc </a:t>
            </a:r>
            <a:r>
              <a:rPr lang="en-US" altLang="ko-KR" sz="900" smtClean="0">
                <a:latin typeface="Times New Roman" pitchFamily="18" charset="0"/>
                <a:ea typeface="돋움" pitchFamily="50" charset="-127"/>
                <a:cs typeface="Times New Roman" pitchFamily="18" charset="0"/>
              </a:rPr>
              <a:t>,</a:t>
            </a:r>
            <a:r>
              <a:rPr lang="vi-VN" altLang="ko-KR" sz="900" smtClean="0">
                <a:latin typeface="Times New Roman"/>
              </a:rPr>
              <a:t>hãy </a:t>
            </a:r>
            <a:r>
              <a:rPr lang="vi-VN" altLang="ko-KR" sz="900">
                <a:latin typeface="Times New Roman"/>
              </a:rPr>
              <a:t>sử dụng đai </a:t>
            </a:r>
            <a:r>
              <a:rPr lang="vi-VN" altLang="ko-KR" sz="900" smtClean="0">
                <a:latin typeface="Times New Roman"/>
              </a:rPr>
              <a:t>ốc</a:t>
            </a:r>
            <a:r>
              <a:rPr lang="en-US" altLang="ko-KR" sz="900" smtClean="0">
                <a:latin typeface="Times New Roman"/>
              </a:rPr>
              <a:t> dưới</a:t>
            </a:r>
            <a:r>
              <a:rPr lang="vi-VN" altLang="ko-KR" sz="900" smtClean="0">
                <a:latin typeface="Times New Roman"/>
              </a:rPr>
              <a:t> </a:t>
            </a:r>
            <a:r>
              <a:rPr lang="vi-VN" altLang="ko-KR" sz="900">
                <a:latin typeface="Times New Roman"/>
              </a:rPr>
              <a:t>có chiều cao thấp </a:t>
            </a:r>
            <a:r>
              <a:rPr lang="vi-VN" altLang="ko-KR" sz="900" smtClean="0">
                <a:latin typeface="Times New Roman"/>
              </a:rPr>
              <a:t>hơn</a:t>
            </a:r>
            <a:r>
              <a:rPr lang="en-US" altLang="ko-KR" sz="900" smtClean="0">
                <a:latin typeface="Times New Roman"/>
              </a:rPr>
              <a:t> đai ốc trên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71. </a:t>
            </a:r>
            <a:r>
              <a:rPr lang="en-US" altLang="ko-KR" sz="900" smtClean="0">
                <a:latin typeface="Times New Roman" pitchFamily="18" charset="0"/>
                <a:ea typeface="돋움" pitchFamily="50" charset="-127"/>
                <a:cs typeface="Times New Roman" pitchFamily="18" charset="0"/>
              </a:rPr>
              <a:t>Khóa nào</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có đặc </a:t>
            </a:r>
            <a:r>
              <a:rPr lang="vi-VN" altLang="ko-KR" sz="900" smtClean="0">
                <a:latin typeface="Times New Roman" pitchFamily="18" charset="0"/>
                <a:ea typeface="돋움" pitchFamily="50" charset="-127"/>
                <a:cs typeface="Times New Roman" pitchFamily="18" charset="0"/>
              </a:rPr>
              <a:t>điểm </a:t>
            </a:r>
            <a:r>
              <a:rPr lang="vi-VN" altLang="ko-KR" sz="900">
                <a:latin typeface="Times New Roman" pitchFamily="18" charset="0"/>
                <a:ea typeface="돋움" pitchFamily="50" charset="-127"/>
                <a:cs typeface="Times New Roman" pitchFamily="18" charset="0"/>
              </a:rPr>
              <a:t>làm giảm độ bền của trục?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Khóa Sunk</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Khó</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trượt.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Khóa </a:t>
            </a:r>
            <a:r>
              <a:rPr lang="en-US" altLang="ko-KR" sz="900">
                <a:latin typeface="Times New Roman" pitchFamily="18" charset="0"/>
                <a:ea typeface="돋움" pitchFamily="50" charset="-127"/>
                <a:cs typeface="Times New Roman" pitchFamily="18" charset="0"/>
              </a:rPr>
              <a:t>tròn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④ </a:t>
            </a:r>
            <a:r>
              <a:rPr lang="en-US" altLang="ko-KR" sz="900" b="1" smtClean="0">
                <a:solidFill>
                  <a:srgbClr val="FF0000"/>
                </a:solidFill>
                <a:latin typeface="Times New Roman" pitchFamily="18" charset="0"/>
                <a:ea typeface="돋움" pitchFamily="50" charset="-127"/>
                <a:cs typeface="Times New Roman" pitchFamily="18" charset="0"/>
              </a:rPr>
              <a:t>Khóa bán nguyệt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72. </a:t>
            </a:r>
            <a:r>
              <a:rPr lang="en-US" altLang="ko-KR" sz="900" smtClean="0">
                <a:latin typeface="Times New Roman" pitchFamily="18" charset="0"/>
                <a:ea typeface="돋움" pitchFamily="50" charset="-127"/>
                <a:cs typeface="Times New Roman" pitchFamily="18" charset="0"/>
              </a:rPr>
              <a:t>Đáp án</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không phù hợp với mô tả của bánh răng?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Truyền t</a:t>
            </a:r>
            <a:r>
              <a:rPr lang="vi-VN" altLang="ko-KR" sz="900" smtClean="0">
                <a:latin typeface="Times New Roman" pitchFamily="18" charset="0"/>
                <a:ea typeface="돋움" pitchFamily="50" charset="-127"/>
                <a:cs typeface="Times New Roman" pitchFamily="18" charset="0"/>
              </a:rPr>
              <a:t>ỷ lệ</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tốc </a:t>
            </a:r>
            <a:r>
              <a:rPr lang="vi-VN" altLang="ko-KR" sz="900">
                <a:latin typeface="Times New Roman" pitchFamily="18" charset="0"/>
                <a:ea typeface="돋움" pitchFamily="50" charset="-127"/>
                <a:cs typeface="Times New Roman" pitchFamily="18" charset="0"/>
              </a:rPr>
              <a:t>độ chính xác và mô-men xoắn lớn.</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Không có </a:t>
            </a:r>
            <a:r>
              <a:rPr lang="en-US" altLang="ko-KR" sz="900" b="1" smtClean="0">
                <a:solidFill>
                  <a:srgbClr val="FF0000"/>
                </a:solidFill>
                <a:latin typeface="Times New Roman" pitchFamily="18" charset="0"/>
                <a:ea typeface="돋움" pitchFamily="50" charset="-127"/>
                <a:cs typeface="Times New Roman" pitchFamily="18" charset="0"/>
              </a:rPr>
              <a:t>backlash</a:t>
            </a:r>
            <a:r>
              <a:rPr lang="vi-VN" altLang="ko-KR" sz="900" b="1" smtClean="0">
                <a:solidFill>
                  <a:srgbClr val="FF0000"/>
                </a:solidFill>
                <a:latin typeface="Times New Roman" pitchFamily="18" charset="0"/>
                <a:ea typeface="돋움" pitchFamily="50" charset="-127"/>
                <a:cs typeface="Times New Roman" pitchFamily="18" charset="0"/>
              </a:rPr>
              <a: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Rack gear có trục </a:t>
            </a:r>
            <a:r>
              <a:rPr lang="vi-VN" altLang="ko-KR" sz="900" smtClean="0">
                <a:latin typeface="Times New Roman" pitchFamily="18" charset="0"/>
                <a:ea typeface="돋움" pitchFamily="50" charset="-127"/>
                <a:cs typeface="Times New Roman" pitchFamily="18" charset="0"/>
              </a:rPr>
              <a:t>song </a:t>
            </a:r>
            <a:r>
              <a:rPr lang="vi-VN" altLang="ko-KR" sz="900">
                <a:latin typeface="Times New Roman" pitchFamily="18" charset="0"/>
                <a:ea typeface="돋움" pitchFamily="50" charset="-127"/>
                <a:cs typeface="Times New Roman" pitchFamily="18" charset="0"/>
              </a:rPr>
              <a:t>song.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Bánh răng trục </a:t>
            </a:r>
            <a:r>
              <a:rPr lang="en-US" altLang="ko-KR" sz="900">
                <a:latin typeface="Times New Roman" pitchFamily="18" charset="0"/>
                <a:ea typeface="돋움" pitchFamily="50" charset="-127"/>
                <a:cs typeface="Times New Roman" pitchFamily="18" charset="0"/>
              </a:rPr>
              <a:t>vít </a:t>
            </a:r>
            <a:r>
              <a:rPr lang="en-US" altLang="ko-KR" sz="900" smtClean="0">
                <a:latin typeface="Times New Roman" pitchFamily="18" charset="0"/>
                <a:ea typeface="돋움" pitchFamily="50" charset="-127"/>
                <a:cs typeface="Times New Roman" pitchFamily="18" charset="0"/>
              </a:rPr>
              <a:t>có trục </a:t>
            </a:r>
            <a:r>
              <a:rPr lang="en-US" altLang="ko-KR" sz="900">
                <a:latin typeface="Times New Roman" pitchFamily="18" charset="0"/>
                <a:ea typeface="돋움" pitchFamily="50" charset="-127"/>
                <a:cs typeface="Times New Roman" pitchFamily="18" charset="0"/>
              </a:rPr>
              <a:t>so le.</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73. </a:t>
            </a:r>
            <a:r>
              <a:rPr lang="en-US" altLang="ko-KR" sz="900" smtClean="0">
                <a:latin typeface="Times New Roman" pitchFamily="18" charset="0"/>
                <a:ea typeface="돋움" pitchFamily="50" charset="-127"/>
                <a:cs typeface="Times New Roman" pitchFamily="18" charset="0"/>
              </a:rPr>
              <a:t>Mô tả đúng đặc điểm của bánh răng trục xoắn</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Hai trục giao nhau.</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Tỷ </a:t>
            </a:r>
            <a:r>
              <a:rPr lang="en-US" altLang="ko-KR" sz="900" smtClean="0">
                <a:latin typeface="Times New Roman" pitchFamily="18" charset="0"/>
                <a:ea typeface="돋움" pitchFamily="50" charset="-127"/>
                <a:cs typeface="Times New Roman" pitchFamily="18" charset="0"/>
              </a:rPr>
              <a:t>lệ giảm tốc lớn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Giá rẻ.</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Có cùng chiều quay với bánh răng phẳng.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74. Đặc điểm nào không phải của </a:t>
            </a:r>
            <a:r>
              <a:rPr lang="en-US" altLang="ko-KR" sz="900" smtClean="0">
                <a:latin typeface="Times New Roman" pitchFamily="18" charset="0"/>
                <a:ea typeface="돋움" pitchFamily="50" charset="-127"/>
                <a:cs typeface="Times New Roman" pitchFamily="18" charset="0"/>
              </a:rPr>
              <a:t>ổ đĩa Harmonic</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Tỷ lệ giảm </a:t>
            </a:r>
            <a:r>
              <a:rPr lang="en-US" altLang="ko-KR" sz="900" smtClean="0">
                <a:latin typeface="Times New Roman" pitchFamily="18" charset="0"/>
                <a:ea typeface="돋움" pitchFamily="50" charset="-127"/>
                <a:cs typeface="Times New Roman" pitchFamily="18" charset="0"/>
              </a:rPr>
              <a:t>tốc cao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M</a:t>
            </a:r>
            <a:r>
              <a:rPr lang="en-US" altLang="ko-KR" sz="900" b="1" smtClean="0">
                <a:solidFill>
                  <a:srgbClr val="FF0000"/>
                </a:solidFill>
                <a:latin typeface="Times New Roman" pitchFamily="18" charset="0"/>
                <a:ea typeface="돋움" pitchFamily="50" charset="-127"/>
                <a:cs typeface="Times New Roman" pitchFamily="18" charset="0"/>
              </a:rPr>
              <a:t>ô-men </a:t>
            </a:r>
            <a:r>
              <a:rPr lang="en-US" altLang="ko-KR" sz="900" b="1">
                <a:solidFill>
                  <a:srgbClr val="FF0000"/>
                </a:solidFill>
                <a:latin typeface="Times New Roman" pitchFamily="18" charset="0"/>
                <a:ea typeface="돋움" pitchFamily="50" charset="-127"/>
                <a:cs typeface="Times New Roman" pitchFamily="18" charset="0"/>
              </a:rPr>
              <a:t>xoắn thấp</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Hiệu </a:t>
            </a:r>
            <a:r>
              <a:rPr lang="en-US" altLang="ko-KR" sz="900" smtClean="0">
                <a:latin typeface="Times New Roman" pitchFamily="18" charset="0"/>
                <a:ea typeface="돋움" pitchFamily="50" charset="-127"/>
                <a:cs typeface="Times New Roman" pitchFamily="18" charset="0"/>
              </a:rPr>
              <a:t>suất </a:t>
            </a:r>
            <a:r>
              <a:rPr lang="en-US" altLang="ko-KR" sz="900">
                <a:latin typeface="Times New Roman" pitchFamily="18" charset="0"/>
                <a:ea typeface="돋움" pitchFamily="50" charset="-127"/>
                <a:cs typeface="Times New Roman" pitchFamily="18" charset="0"/>
              </a:rPr>
              <a:t>cao</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Vận hành tĩnh</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75. Hộp giảm tốc thuộc loại nào?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Động cơ bánh răng.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a:t>
            </a:r>
            <a:r>
              <a:rPr lang="en-US" altLang="ko-KR" sz="900" smtClean="0">
                <a:latin typeface="Times New Roman" pitchFamily="18" charset="0"/>
                <a:ea typeface="돋움" pitchFamily="50" charset="-127"/>
                <a:cs typeface="Times New Roman" pitchFamily="18" charset="0"/>
              </a:rPr>
              <a:t>Trục đồng tâm.</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Loại </a:t>
            </a:r>
            <a:r>
              <a:rPr lang="en-US" altLang="ko-KR" sz="900">
                <a:latin typeface="Times New Roman" pitchFamily="18" charset="0"/>
                <a:ea typeface="돋움" pitchFamily="50" charset="-127"/>
                <a:cs typeface="Times New Roman" pitchFamily="18" charset="0"/>
              </a:rPr>
              <a:t>nằm ngang.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Trục đặc.</a:t>
            </a:r>
          </a:p>
        </p:txBody>
      </p:sp>
      <p:sp>
        <p:nvSpPr>
          <p:cNvPr id="9" name="TextBox 8"/>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7</a:t>
            </a:r>
          </a:p>
        </p:txBody>
      </p:sp>
    </p:spTree>
    <p:extLst>
      <p:ext uri="{BB962C8B-B14F-4D97-AF65-F5344CB8AC3E}">
        <p14:creationId xmlns:p14="http://schemas.microsoft.com/office/powerpoint/2010/main" val="529462331"/>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14340" name="Rectangle 4"/>
          <p:cNvSpPr>
            <a:spLocks noChangeArrowheads="1"/>
          </p:cNvSpPr>
          <p:nvPr/>
        </p:nvSpPr>
        <p:spPr bwMode="auto">
          <a:xfrm>
            <a:off x="260350" y="716574"/>
            <a:ext cx="3124200"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돋움" pitchFamily="50" charset="-127"/>
              <a:ea typeface="돋움" pitchFamily="50" charset="-127"/>
            </a:endParaRPr>
          </a:p>
        </p:txBody>
      </p:sp>
      <p:sp>
        <p:nvSpPr>
          <p:cNvPr id="14341" name="Rectangle 5"/>
          <p:cNvSpPr>
            <a:spLocks noChangeArrowheads="1"/>
          </p:cNvSpPr>
          <p:nvPr/>
        </p:nvSpPr>
        <p:spPr bwMode="auto">
          <a:xfrm>
            <a:off x="3384550" y="716574"/>
            <a:ext cx="3124200"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14342" name="직사각형 1"/>
          <p:cNvSpPr>
            <a:spLocks noChangeArrowheads="1"/>
          </p:cNvSpPr>
          <p:nvPr/>
        </p:nvSpPr>
        <p:spPr bwMode="auto">
          <a:xfrm>
            <a:off x="260350" y="748812"/>
            <a:ext cx="3130550" cy="6463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76. Trong số các loại </a:t>
            </a:r>
            <a:r>
              <a:rPr lang="en-US" altLang="ko-KR" sz="900" smtClean="0">
                <a:latin typeface="Times New Roman" pitchFamily="18" charset="0"/>
                <a:ea typeface="돋움" pitchFamily="50" charset="-127"/>
                <a:cs typeface="Times New Roman" pitchFamily="18" charset="0"/>
              </a:rPr>
              <a:t>Timing belt,</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dù có giảm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chiều rộng đi 60% thì độ bền gấp 4 </a:t>
            </a:r>
            <a:r>
              <a:rPr lang="vi-VN" altLang="ko-KR" sz="900" smtClean="0">
                <a:latin typeface="Times New Roman" pitchFamily="18" charset="0"/>
                <a:ea typeface="돋움" pitchFamily="50" charset="-127"/>
                <a:cs typeface="Times New Roman" pitchFamily="18" charset="0"/>
              </a:rPr>
              <a:t>lần</a:t>
            </a:r>
            <a:r>
              <a:rPr lang="fr-FR" altLang="ko-KR" sz="900" smtClean="0">
                <a:latin typeface="Times New Roman" pitchFamily="18" charset="0"/>
                <a:ea typeface="돋움" pitchFamily="50" charset="-127"/>
                <a:cs typeface="Times New Roman" pitchFamily="18" charset="0"/>
              </a:rPr>
              <a:t>?</a:t>
            </a:r>
            <a:endParaRPr lang="fr-FR"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Power Giip HTD</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Power Giip GT</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Poly Chain GT2</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Power Giip GT2</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77. Điều </a:t>
            </a:r>
            <a:r>
              <a:rPr lang="en-US" altLang="ko-KR" sz="900" smtClean="0">
                <a:latin typeface="Times New Roman" pitchFamily="18" charset="0"/>
                <a:ea typeface="돋움" pitchFamily="50" charset="-127"/>
                <a:cs typeface="Times New Roman" pitchFamily="18" charset="0"/>
              </a:rPr>
              <a:t>nào</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không phù hợp với đặc điểm của </a:t>
            </a:r>
            <a:r>
              <a:rPr lang="en-US" altLang="ko-KR" sz="900" smtClean="0">
                <a:latin typeface="Times New Roman" pitchFamily="18" charset="0"/>
                <a:ea typeface="돋움" pitchFamily="50" charset="-127"/>
                <a:cs typeface="Times New Roman" pitchFamily="18" charset="0"/>
              </a:rPr>
              <a:t>Ball Spline</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Truyền mô-men xoắn thông qua chuyển động </a:t>
            </a:r>
            <a:r>
              <a:rPr lang="en-US" altLang="ko-KR" sz="900" smtClean="0">
                <a:latin typeface="Times New Roman" pitchFamily="18" charset="0"/>
                <a:ea typeface="돋움" pitchFamily="50" charset="-127"/>
                <a:cs typeface="Times New Roman" pitchFamily="18" charset="0"/>
              </a:rPr>
              <a:t>thẳng nhẹ nhàng</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Có thể được sử dụng để thay thế cho </a:t>
            </a:r>
            <a:r>
              <a:rPr lang="en-US" altLang="ko-KR" sz="900">
                <a:latin typeface="Times New Roman" panose="02020603050405020304" pitchFamily="18" charset="0"/>
                <a:cs typeface="Times New Roman" panose="02020603050405020304" pitchFamily="18" charset="0"/>
              </a:rPr>
              <a:t>Linear </a:t>
            </a:r>
            <a:r>
              <a:rPr lang="en-US" altLang="ko-KR" sz="900" smtClean="0">
                <a:latin typeface="Times New Roman" panose="02020603050405020304" pitchFamily="18" charset="0"/>
                <a:cs typeface="Times New Roman" panose="02020603050405020304" pitchFamily="18" charset="0"/>
              </a:rPr>
              <a:t>Bush</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③ Cấu trúc không thể tải </a:t>
            </a:r>
            <a:r>
              <a:rPr lang="vi-VN" altLang="ko-KR" sz="900" b="1" smtClean="0">
                <a:solidFill>
                  <a:srgbClr val="FF0000"/>
                </a:solidFill>
                <a:latin typeface="Times New Roman" pitchFamily="18" charset="0"/>
                <a:ea typeface="돋움" pitchFamily="50" charset="-127"/>
                <a:cs typeface="Times New Roman" pitchFamily="18" charset="0"/>
              </a:rPr>
              <a:t>trước</a:t>
            </a:r>
            <a:r>
              <a:rPr lang="en-US" altLang="ko-KR" sz="900" b="1" smtClean="0">
                <a:solidFill>
                  <a:srgbClr val="FF0000"/>
                </a:solidFill>
                <a:latin typeface="Times New Roman" pitchFamily="18" charset="0"/>
                <a:ea typeface="돋움" pitchFamily="50" charset="-127"/>
                <a:cs typeface="Times New Roman" pitchFamily="18" charset="0"/>
              </a:rPr>
              <a:t> Preload</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Được sử dụng khi áp dụng tải trọng và mômen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nhô ra</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None/>
            </a:pPr>
            <a:r>
              <a:rPr lang="vi-VN" altLang="ko-KR" sz="900">
                <a:latin typeface="Times New Roman" pitchFamily="18" charset="0"/>
                <a:ea typeface="돋움" pitchFamily="50" charset="-127"/>
                <a:cs typeface="Times New Roman" pitchFamily="18" charset="0"/>
              </a:rPr>
              <a:t>78. </a:t>
            </a:r>
            <a:r>
              <a:rPr lang="en-US" altLang="ko-KR" sz="900" smtClean="0">
                <a:latin typeface="Times New Roman" pitchFamily="18" charset="0"/>
                <a:ea typeface="돋움" pitchFamily="50" charset="-127"/>
                <a:cs typeface="Times New Roman" pitchFamily="18" charset="0"/>
              </a:rPr>
              <a:t>Phương pháp t</a:t>
            </a:r>
            <a:r>
              <a:rPr lang="vi-VN" altLang="ko-KR" sz="900" smtClean="0">
                <a:latin typeface="Times New Roman" pitchFamily="18" charset="0"/>
                <a:ea typeface="돋움" pitchFamily="50" charset="-127"/>
                <a:cs typeface="Times New Roman" pitchFamily="18" charset="0"/>
              </a:rPr>
              <a:t>ải trước</a:t>
            </a:r>
            <a:r>
              <a:rPr lang="en-US" altLang="ko-KR" sz="900" smtClean="0">
                <a:latin typeface="Times New Roman" pitchFamily="18" charset="0"/>
                <a:ea typeface="돋움" pitchFamily="50" charset="-127"/>
                <a:cs typeface="Times New Roman" pitchFamily="18" charset="0"/>
              </a:rPr>
              <a:t> của</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Ball Screw</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sử dụng </a:t>
            </a:r>
            <a:r>
              <a:rPr lang="vi-VN" altLang="ko-KR" sz="900">
                <a:latin typeface="Times New Roman" pitchFamily="18" charset="0"/>
                <a:ea typeface="돋움" pitchFamily="50" charset="-127"/>
                <a:cs typeface="Times New Roman" pitchFamily="18" charset="0"/>
              </a:rPr>
              <a:t>cấu trúc lò</a:t>
            </a:r>
            <a:r>
              <a:rPr lang="en-US" altLang="ko-KR" sz="90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xo</a:t>
            </a:r>
            <a:r>
              <a:rPr lang="en-US" altLang="ko-KR" sz="900" smtClean="0">
                <a:latin typeface="Times New Roman" pitchFamily="18" charset="0"/>
                <a:ea typeface="돋움" pitchFamily="50" charset="-127"/>
                <a:cs typeface="Times New Roman" pitchFamily="18" charset="0"/>
              </a:rPr>
              <a:t> gọi là gì</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Phương pháp </a:t>
            </a:r>
            <a:r>
              <a:rPr lang="en-US" altLang="ko-KR" sz="900" smtClean="0">
                <a:latin typeface="Times New Roman" panose="02020603050405020304" pitchFamily="18" charset="0"/>
                <a:cs typeface="Times New Roman" panose="02020603050405020304" pitchFamily="18" charset="0"/>
              </a:rPr>
              <a:t>Position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Phương pháp </a:t>
            </a:r>
            <a:r>
              <a:rPr lang="en-US" altLang="ko-KR" sz="900" b="1" smtClean="0">
                <a:solidFill>
                  <a:srgbClr val="FF0000"/>
                </a:solidFill>
                <a:latin typeface="Times New Roman" pitchFamily="18" charset="0"/>
                <a:ea typeface="돋움" pitchFamily="50" charset="-127"/>
                <a:cs typeface="Times New Roman" pitchFamily="18" charset="0"/>
              </a:rPr>
              <a:t>Pressure</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Phương pháp </a:t>
            </a:r>
            <a:r>
              <a:rPr lang="en-US" altLang="ko-KR" sz="900" smtClean="0">
                <a:latin typeface="Times New Roman" pitchFamily="18" charset="0"/>
                <a:ea typeface="돋움" pitchFamily="50" charset="-127"/>
                <a:cs typeface="Times New Roman" pitchFamily="18" charset="0"/>
              </a:rPr>
              <a:t>Offset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Phương pháp Deflector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79. </a:t>
            </a:r>
            <a:r>
              <a:rPr lang="en-US" altLang="ko-KR" sz="900" smtClean="0">
                <a:latin typeface="Times New Roman" pitchFamily="18" charset="0"/>
                <a:ea typeface="돋움" pitchFamily="50" charset="-127"/>
                <a:cs typeface="Times New Roman" pitchFamily="18" charset="0"/>
              </a:rPr>
              <a:t>Đáp án </a:t>
            </a:r>
            <a:r>
              <a:rPr lang="en-US" altLang="ko-KR" sz="900">
                <a:latin typeface="Times New Roman" pitchFamily="18" charset="0"/>
                <a:ea typeface="돋움" pitchFamily="50" charset="-127"/>
                <a:cs typeface="Times New Roman" pitchFamily="18" charset="0"/>
              </a:rPr>
              <a:t>không </a:t>
            </a:r>
            <a:r>
              <a:rPr lang="en-US" altLang="ko-KR" sz="900" smtClean="0">
                <a:latin typeface="Times New Roman" pitchFamily="18" charset="0"/>
                <a:ea typeface="돋움" pitchFamily="50" charset="-127"/>
                <a:cs typeface="Times New Roman" pitchFamily="18" charset="0"/>
              </a:rPr>
              <a:t>đúng </a:t>
            </a:r>
            <a:r>
              <a:rPr lang="en-US" altLang="ko-KR" sz="900">
                <a:latin typeface="Times New Roman" pitchFamily="18" charset="0"/>
                <a:ea typeface="돋움" pitchFamily="50" charset="-127"/>
                <a:cs typeface="Times New Roman" pitchFamily="18" charset="0"/>
              </a:rPr>
              <a:t>với mô tả về </a:t>
            </a:r>
            <a:r>
              <a:rPr lang="en-US" altLang="ko-KR" sz="900" smtClean="0">
                <a:latin typeface="Times New Roman" pitchFamily="18" charset="0"/>
                <a:ea typeface="돋움" pitchFamily="50" charset="-127"/>
                <a:cs typeface="Times New Roman" pitchFamily="18" charset="0"/>
              </a:rPr>
              <a:t>Ball screw?</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Phương </a:t>
            </a:r>
            <a:r>
              <a:rPr lang="vi-VN" altLang="ko-KR" sz="900" smtClean="0">
                <a:latin typeface="Times New Roman" pitchFamily="18" charset="0"/>
                <a:ea typeface="돋움" pitchFamily="50" charset="-127"/>
                <a:cs typeface="Times New Roman" pitchFamily="18" charset="0"/>
              </a:rPr>
              <a:t>pháp </a:t>
            </a:r>
            <a:r>
              <a:rPr lang="vi-VN" altLang="ko-KR" sz="900">
                <a:latin typeface="Times New Roman" pitchFamily="18" charset="0"/>
                <a:ea typeface="돋움" pitchFamily="50" charset="-127"/>
                <a:cs typeface="Times New Roman" pitchFamily="18" charset="0"/>
              </a:rPr>
              <a:t>tải </a:t>
            </a:r>
            <a:r>
              <a:rPr lang="vi-VN" altLang="ko-KR" sz="900" smtClean="0">
                <a:latin typeface="Times New Roman" pitchFamily="18" charset="0"/>
                <a:ea typeface="돋움" pitchFamily="50" charset="-127"/>
                <a:cs typeface="Times New Roman" pitchFamily="18" charset="0"/>
              </a:rPr>
              <a:t>trước </a:t>
            </a:r>
            <a:r>
              <a:rPr lang="en-US" altLang="ko-KR" sz="900">
                <a:latin typeface="Times New Roman" panose="02020603050405020304" pitchFamily="18" charset="0"/>
                <a:cs typeface="Times New Roman" panose="02020603050405020304" pitchFamily="18" charset="0"/>
              </a:rPr>
              <a:t>Double </a:t>
            </a:r>
            <a:r>
              <a:rPr lang="en-US" altLang="ko-KR" sz="900" smtClean="0">
                <a:latin typeface="Times New Roman" panose="02020603050405020304" pitchFamily="18" charset="0"/>
                <a:cs typeface="Times New Roman" panose="02020603050405020304" pitchFamily="18" charset="0"/>
              </a:rPr>
              <a:t>Nut</a:t>
            </a:r>
            <a:r>
              <a:rPr lang="vi-VN" altLang="ko-KR" sz="900" smtClean="0">
                <a:latin typeface="Times New Roman" pitchFamily="18" charset="0"/>
                <a:ea typeface="돋움" pitchFamily="50" charset="-127"/>
                <a:cs typeface="Times New Roman" pitchFamily="18" charset="0"/>
              </a:rPr>
              <a:t>,</a:t>
            </a:r>
            <a:r>
              <a:rPr lang="en-US" altLang="ko-KR" sz="900" smtClean="0">
                <a:latin typeface="Times New Roman" pitchFamily="18" charset="0"/>
                <a:ea typeface="돋움" pitchFamily="50" charset="-127"/>
                <a:cs typeface="Times New Roman" pitchFamily="18" charset="0"/>
              </a:rPr>
              <a:t> được</a:t>
            </a:r>
            <a:r>
              <a:rPr lang="vi-VN" altLang="ko-KR" sz="900" smtClean="0">
                <a:latin typeface="Times New Roman" pitchFamily="18" charset="0"/>
                <a:ea typeface="돋움" pitchFamily="50" charset="-127"/>
                <a:cs typeface="Times New Roman" pitchFamily="18" charset="0"/>
              </a:rPr>
              <a:t> chèn </a:t>
            </a:r>
            <a:r>
              <a:rPr lang="vi-VN" altLang="ko-KR" sz="900">
                <a:latin typeface="Times New Roman" pitchFamily="18" charset="0"/>
                <a:ea typeface="돋움" pitchFamily="50" charset="-127"/>
                <a:cs typeface="Times New Roman" pitchFamily="18" charset="0"/>
              </a:rPr>
              <a:t>một miếng đệm.</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Phương pháp </a:t>
            </a:r>
            <a:r>
              <a:rPr lang="en-US" altLang="ko-KR" sz="900" b="1" smtClean="0">
                <a:solidFill>
                  <a:srgbClr val="FF0000"/>
                </a:solidFill>
                <a:latin typeface="Times New Roman" pitchFamily="18" charset="0"/>
                <a:ea typeface="돋움" pitchFamily="50" charset="-127"/>
                <a:cs typeface="Times New Roman" pitchFamily="18" charset="0"/>
              </a:rPr>
              <a:t>tải</a:t>
            </a:r>
            <a:r>
              <a:rPr lang="vi-VN" altLang="ko-KR" sz="900" b="1" smtClean="0">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trước </a:t>
            </a:r>
            <a:r>
              <a:rPr lang="en-US" altLang="ko-KR" sz="900" b="1">
                <a:solidFill>
                  <a:srgbClr val="FF0000"/>
                </a:solidFill>
                <a:latin typeface="Times New Roman" panose="02020603050405020304" pitchFamily="18" charset="0"/>
                <a:cs typeface="Times New Roman" panose="02020603050405020304" pitchFamily="18" charset="0"/>
              </a:rPr>
              <a:t>Static Pressure </a:t>
            </a:r>
            <a:r>
              <a:rPr lang="vi-VN" altLang="ko-KR" sz="900" b="1" smtClean="0">
                <a:solidFill>
                  <a:srgbClr val="FF0000"/>
                </a:solidFill>
                <a:latin typeface="Times New Roman" pitchFamily="18" charset="0"/>
                <a:ea typeface="돋움" pitchFamily="50" charset="-127"/>
                <a:cs typeface="Times New Roman" pitchFamily="18" charset="0"/>
              </a:rPr>
              <a:t>là </a:t>
            </a:r>
            <a:r>
              <a:rPr lang="vi-VN" altLang="ko-KR" sz="900" b="1">
                <a:solidFill>
                  <a:srgbClr val="FF0000"/>
                </a:solidFill>
                <a:latin typeface="Times New Roman" pitchFamily="18" charset="0"/>
                <a:ea typeface="돋움" pitchFamily="50" charset="-127"/>
                <a:cs typeface="Times New Roman" pitchFamily="18" charset="0"/>
              </a:rPr>
              <a:t>phương pháp thay </a:t>
            </a:r>
            <a:r>
              <a:rPr lang="en-US" altLang="ko-KR" sz="900" b="1" smtClean="0">
                <a:solidFill>
                  <a:srgbClr val="FF0000"/>
                </a:solidFill>
                <a:latin typeface="Times New Roman" panose="02020603050405020304" pitchFamily="18" charset="0"/>
                <a:cs typeface="Times New Roman" panose="02020603050405020304" pitchFamily="18" charset="0"/>
              </a:rPr>
              <a:t>đổi </a:t>
            </a:r>
            <a:r>
              <a:rPr lang="en-US" altLang="ko-KR" sz="900" b="1">
                <a:solidFill>
                  <a:srgbClr val="FF0000"/>
                </a:solidFill>
                <a:latin typeface="Times New Roman" panose="02020603050405020304" pitchFamily="18" charset="0"/>
                <a:cs typeface="Times New Roman" panose="02020603050405020304" pitchFamily="18" charset="0"/>
              </a:rPr>
              <a:t>Home Pitch</a:t>
            </a:r>
            <a:r>
              <a:rPr lang="vi-VN" altLang="ko-KR" sz="900" b="1" smtClean="0">
                <a:solidFill>
                  <a:srgbClr val="FF0000"/>
                </a:solidFill>
                <a:latin typeface="Times New Roman" pitchFamily="18" charset="0"/>
                <a:ea typeface="돋움" pitchFamily="50" charset="-127"/>
                <a:cs typeface="Times New Roman" pitchFamily="18" charset="0"/>
              </a:rPr>
              <a:t>.   </a:t>
            </a:r>
            <a:endParaRPr lang="en-US" altLang="ko-KR" sz="900" b="1" smtClean="0">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Phân loại thành loại tuần hoàn bi và loại tải trọng trước</a:t>
            </a:r>
            <a:r>
              <a:rPr lang="vi-VN" altLang="ko-KR" sz="900" smtClean="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Khi </a:t>
            </a:r>
            <a:r>
              <a:rPr lang="en-US" altLang="ko-KR" sz="900" smtClean="0">
                <a:latin typeface="Times New Roman" pitchFamily="18" charset="0"/>
                <a:ea typeface="돋움" pitchFamily="50" charset="-127"/>
                <a:cs typeface="Times New Roman" pitchFamily="18" charset="0"/>
              </a:rPr>
              <a:t>bảo quản Ball screw</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hãy cất nó theo hướng nằm ngang.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80. Trong số các loại vạch </a:t>
            </a:r>
            <a:r>
              <a:rPr lang="en-US" altLang="ko-KR" sz="900" smtClean="0">
                <a:latin typeface="Times New Roman" pitchFamily="18" charset="0"/>
                <a:ea typeface="돋움" pitchFamily="50" charset="-127"/>
                <a:cs typeface="Times New Roman" pitchFamily="18" charset="0"/>
              </a:rPr>
              <a:t>dưới</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đây, vạch nào có độ</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dày khác </a:t>
            </a:r>
            <a:r>
              <a:rPr lang="en-US" altLang="ko-KR" sz="900" smtClean="0">
                <a:latin typeface="Times New Roman" pitchFamily="18" charset="0"/>
                <a:ea typeface="돋움" pitchFamily="50" charset="-127"/>
                <a:cs typeface="Times New Roman" pitchFamily="18" charset="0"/>
              </a:rPr>
              <a:t>biệt nhất</a:t>
            </a:r>
            <a:r>
              <a:rPr lang="vi-VN" altLang="ko-KR" sz="900" smtClean="0">
                <a:latin typeface="Times New Roman" pitchFamily="18" charset="0"/>
                <a:ea typeface="돋움" pitchFamily="50" charset="-127"/>
                <a:cs typeface="Times New Roman"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Đường kích thước</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Đường trung tâm</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Dòng </a:t>
            </a:r>
            <a:r>
              <a:rPr lang="en-US" altLang="ko-KR" sz="900" smtClean="0">
                <a:latin typeface="Times New Roman" pitchFamily="18" charset="0"/>
                <a:ea typeface="돋움" pitchFamily="50" charset="-127"/>
                <a:cs typeface="Times New Roman" pitchFamily="18" charset="0"/>
              </a:rPr>
              <a:t>chỉ thị</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④ </a:t>
            </a:r>
            <a:r>
              <a:rPr lang="en-US" altLang="ko-KR" sz="900" b="1" smtClean="0">
                <a:solidFill>
                  <a:srgbClr val="FF0000"/>
                </a:solidFill>
                <a:latin typeface="Times New Roman" pitchFamily="18" charset="0"/>
                <a:ea typeface="돋움" pitchFamily="50" charset="-127"/>
                <a:cs typeface="Times New Roman" pitchFamily="18" charset="0"/>
              </a:rPr>
              <a:t>Đường </a:t>
            </a:r>
            <a:r>
              <a:rPr lang="en-US" altLang="ko-KR" sz="900" b="1">
                <a:solidFill>
                  <a:srgbClr val="FF0000"/>
                </a:solidFill>
                <a:latin typeface="Times New Roman" pitchFamily="18" charset="0"/>
                <a:ea typeface="돋움" pitchFamily="50" charset="-127"/>
                <a:cs typeface="Times New Roman" pitchFamily="18" charset="0"/>
              </a:rPr>
              <a:t>ẩn</a:t>
            </a:r>
          </a:p>
        </p:txBody>
      </p:sp>
      <p:sp>
        <p:nvSpPr>
          <p:cNvPr id="7" name="Text Box 6"/>
          <p:cNvSpPr txBox="1">
            <a:spLocks noChangeArrowheads="1"/>
          </p:cNvSpPr>
          <p:nvPr/>
        </p:nvSpPr>
        <p:spPr bwMode="auto">
          <a:xfrm>
            <a:off x="123825" y="211016"/>
            <a:ext cx="3665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MÁY</a:t>
            </a:r>
            <a:r>
              <a:rPr lang="ko-KR" altLang="en-US"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 </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8" name="TextBox 7"/>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8</a:t>
            </a:r>
          </a:p>
        </p:txBody>
      </p:sp>
    </p:spTree>
    <p:extLst>
      <p:ext uri="{BB962C8B-B14F-4D97-AF65-F5344CB8AC3E}">
        <p14:creationId xmlns:p14="http://schemas.microsoft.com/office/powerpoint/2010/main" val="3486267441"/>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2052" name="Rectangle 5"/>
          <p:cNvSpPr>
            <a:spLocks noChangeArrowheads="1"/>
          </p:cNvSpPr>
          <p:nvPr/>
        </p:nvSpPr>
        <p:spPr bwMode="auto">
          <a:xfrm>
            <a:off x="3384550" y="716574"/>
            <a:ext cx="3214688"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en-US" altLang="ko-KR" sz="900">
              <a:latin typeface="Dotum" pitchFamily="34" charset="-127"/>
              <a:ea typeface="Dotum" pitchFamily="34" charset="-127"/>
            </a:endParaRPr>
          </a:p>
        </p:txBody>
      </p:sp>
      <p:sp>
        <p:nvSpPr>
          <p:cNvPr id="2053" name="Text Box 6"/>
          <p:cNvSpPr txBox="1">
            <a:spLocks noChangeArrowheads="1"/>
          </p:cNvSpPr>
          <p:nvPr/>
        </p:nvSpPr>
        <p:spPr bwMode="auto">
          <a:xfrm>
            <a:off x="292100" y="754674"/>
            <a:ext cx="12218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000" b="1">
                <a:latin typeface="Times New Roman" panose="02020603050405020304" pitchFamily="18" charset="0"/>
                <a:ea typeface="Dotum" pitchFamily="34" charset="-127"/>
                <a:cs typeface="Times New Roman" panose="02020603050405020304" pitchFamily="18" charset="0"/>
              </a:rPr>
              <a:t>※ </a:t>
            </a:r>
            <a:r>
              <a:rPr lang="en-US" altLang="ko-KR" sz="1000" b="1" smtClean="0">
                <a:latin typeface="Times New Roman" panose="02020603050405020304" pitchFamily="18" charset="0"/>
                <a:ea typeface="Dotum" pitchFamily="34" charset="-127"/>
                <a:cs typeface="Times New Roman" panose="02020603050405020304" pitchFamily="18" charset="0"/>
              </a:rPr>
              <a:t>Máy: Câu1</a:t>
            </a:r>
            <a:r>
              <a:rPr lang="ko-KR" altLang="en-US" sz="1000" b="1" smtClean="0">
                <a:latin typeface="Times New Roman" panose="02020603050405020304" pitchFamily="18" charset="0"/>
                <a:ea typeface="Dotum" pitchFamily="34" charset="-127"/>
                <a:cs typeface="Times New Roman" panose="02020603050405020304" pitchFamily="18" charset="0"/>
              </a:rPr>
              <a:t> </a:t>
            </a:r>
            <a:r>
              <a:rPr lang="en-US" altLang="ko-KR" sz="1000" b="1">
                <a:latin typeface="Times New Roman" panose="02020603050405020304" pitchFamily="18" charset="0"/>
                <a:ea typeface="Dotum" pitchFamily="34" charset="-127"/>
                <a:cs typeface="Times New Roman" panose="02020603050405020304" pitchFamily="18" charset="0"/>
              </a:rPr>
              <a:t>~ </a:t>
            </a:r>
            <a:r>
              <a:rPr lang="en-US" altLang="ko-KR" sz="1000" b="1" smtClean="0">
                <a:latin typeface="Times New Roman" panose="02020603050405020304" pitchFamily="18" charset="0"/>
                <a:ea typeface="Dotum" pitchFamily="34" charset="-127"/>
                <a:cs typeface="Times New Roman" panose="02020603050405020304" pitchFamily="18" charset="0"/>
              </a:rPr>
              <a:t>20</a:t>
            </a:r>
            <a:endParaRPr lang="ko-KR" altLang="en-US" sz="1000" b="1">
              <a:latin typeface="Times New Roman" panose="02020603050405020304" pitchFamily="18" charset="0"/>
              <a:ea typeface="Dotum" pitchFamily="34" charset="-127"/>
              <a:cs typeface="Times New Roman" panose="02020603050405020304" pitchFamily="18" charset="0"/>
            </a:endParaRPr>
          </a:p>
        </p:txBody>
      </p:sp>
      <p:sp>
        <p:nvSpPr>
          <p:cNvPr id="2054" name="Rectangle 5"/>
          <p:cNvSpPr>
            <a:spLocks noChangeArrowheads="1"/>
          </p:cNvSpPr>
          <p:nvPr/>
        </p:nvSpPr>
        <p:spPr bwMode="auto">
          <a:xfrm>
            <a:off x="169864" y="716574"/>
            <a:ext cx="3214687"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en-US" altLang="ko-KR" sz="900">
              <a:latin typeface="Dotum" pitchFamily="34" charset="-127"/>
              <a:ea typeface="Dotum" pitchFamily="34" charset="-127"/>
            </a:endParaRPr>
          </a:p>
        </p:txBody>
      </p:sp>
      <p:sp>
        <p:nvSpPr>
          <p:cNvPr id="2055" name="직사각형 1"/>
          <p:cNvSpPr>
            <a:spLocks noChangeArrowheads="1"/>
          </p:cNvSpPr>
          <p:nvPr/>
        </p:nvSpPr>
        <p:spPr bwMode="auto">
          <a:xfrm>
            <a:off x="188914" y="961292"/>
            <a:ext cx="3195637" cy="7903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marL="228600" indent="-228600" eaLnBrk="1" hangingPunct="1">
              <a:spcBef>
                <a:spcPct val="0"/>
              </a:spcBef>
              <a:buFontTx/>
              <a:buAutoNum type="arabicPeriod"/>
            </a:pPr>
            <a:r>
              <a:rPr lang="en-US" altLang="ko-KR" sz="900" smtClean="0">
                <a:latin typeface="Times New Roman" panose="02020603050405020304" pitchFamily="18" charset="0"/>
                <a:ea typeface="Dotum" pitchFamily="34" charset="-127"/>
                <a:cs typeface="Times New Roman" panose="02020603050405020304" pitchFamily="18" charset="0"/>
              </a:rPr>
              <a:t>Đáp án </a:t>
            </a:r>
            <a:r>
              <a:rPr lang="en-US" altLang="ko-KR" sz="900">
                <a:latin typeface="Times New Roman" panose="02020603050405020304" pitchFamily="18" charset="0"/>
                <a:ea typeface="Dotum" pitchFamily="34" charset="-127"/>
                <a:cs typeface="Times New Roman" panose="02020603050405020304" pitchFamily="18" charset="0"/>
              </a:rPr>
              <a:t>không phù hợp với </a:t>
            </a:r>
            <a:r>
              <a:rPr lang="en-US" altLang="ko-KR" sz="900" smtClean="0">
                <a:latin typeface="Times New Roman" panose="02020603050405020304" pitchFamily="18" charset="0"/>
                <a:ea typeface="Dotum" pitchFamily="34" charset="-127"/>
                <a:cs typeface="Times New Roman" panose="02020603050405020304" pitchFamily="18" charset="0"/>
              </a:rPr>
              <a:t>ký hiệu </a:t>
            </a:r>
            <a:r>
              <a:rPr lang="en-US" altLang="ko-KR" sz="900">
                <a:latin typeface="Times New Roman" panose="02020603050405020304" pitchFamily="18" charset="0"/>
                <a:ea typeface="Dotum" pitchFamily="34" charset="-127"/>
                <a:cs typeface="Times New Roman" panose="02020603050405020304" pitchFamily="18" charset="0"/>
              </a:rPr>
              <a:t>tiêu chuẩn công nghiệp của mỗi quốc gia</a:t>
            </a:r>
            <a:r>
              <a:rPr lang="en-US" altLang="ko-KR" sz="900" smtClean="0">
                <a:latin typeface="Times New Roman" panose="02020603050405020304" pitchFamily="18" charset="0"/>
                <a:ea typeface="Dotum" pitchFamily="34" charset="-127"/>
                <a:cs typeface="Times New Roman" panose="02020603050405020304" pitchFamily="18" charset="0"/>
              </a:rPr>
              <a:t>?</a:t>
            </a:r>
          </a:p>
          <a:p>
            <a:pPr marL="228600" indent="-228600" eaLnBrk="1" hangingPunct="1">
              <a:spcBef>
                <a:spcPct val="0"/>
              </a:spcBef>
              <a:buFontTx/>
              <a:buAutoNum type="arabicPeriod"/>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① Đức - DN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② </a:t>
            </a:r>
            <a:r>
              <a:rPr lang="en-US" altLang="ko-KR" sz="900">
                <a:latin typeface="Times New Roman" panose="02020603050405020304" pitchFamily="18" charset="0"/>
                <a:ea typeface="Dotum" pitchFamily="34" charset="-127"/>
                <a:cs typeface="Times New Roman" panose="02020603050405020304" pitchFamily="18" charset="0"/>
              </a:rPr>
              <a:t>Anh - BS</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Thụy Sĩ-VSM </a:t>
            </a:r>
            <a:r>
              <a:rPr lang="en-US" altLang="ko-KR" sz="900" smtClean="0">
                <a:latin typeface="Times New Roman" panose="02020603050405020304" pitchFamily="18" charset="0"/>
                <a:ea typeface="Dotum" pitchFamily="34" charset="-127"/>
                <a:cs typeface="Times New Roman" panose="02020603050405020304" pitchFamily="18" charset="0"/>
              </a:rPr>
              <a:t>         ④ </a:t>
            </a:r>
            <a:r>
              <a:rPr lang="en-US" altLang="ko-KR" sz="900">
                <a:latin typeface="Times New Roman" panose="02020603050405020304" pitchFamily="18" charset="0"/>
                <a:ea typeface="Dotum" pitchFamily="34" charset="-127"/>
                <a:cs typeface="Times New Roman" panose="02020603050405020304" pitchFamily="18" charset="0"/>
              </a:rPr>
              <a:t>Nhật Bản-JIS</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2. Điều gì không </a:t>
            </a:r>
            <a:r>
              <a:rPr lang="en-US" altLang="ko-KR" sz="900" smtClean="0">
                <a:latin typeface="Times New Roman" panose="02020603050405020304" pitchFamily="18" charset="0"/>
                <a:ea typeface="Dotum" pitchFamily="34" charset="-127"/>
                <a:cs typeface="Times New Roman" panose="02020603050405020304" pitchFamily="18" charset="0"/>
              </a:rPr>
              <a:t>đúng </a:t>
            </a:r>
            <a:r>
              <a:rPr lang="en-US" altLang="ko-KR" sz="900">
                <a:latin typeface="Times New Roman" panose="02020603050405020304" pitchFamily="18" charset="0"/>
                <a:ea typeface="Dotum" pitchFamily="34" charset="-127"/>
                <a:cs typeface="Times New Roman" panose="02020603050405020304" pitchFamily="18" charset="0"/>
              </a:rPr>
              <a:t>với mô tả về trục </a:t>
            </a:r>
            <a:r>
              <a:rPr lang="en-US" altLang="ko-KR" sz="900" smtClean="0">
                <a:latin typeface="Times New Roman" panose="02020603050405020304" pitchFamily="18" charset="0"/>
                <a:ea typeface="Dotum" pitchFamily="34" charset="-127"/>
                <a:cs typeface="Times New Roman" panose="02020603050405020304" pitchFamily="18" charset="0"/>
              </a:rPr>
              <a:t>Spindle?</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① Đường kính trục lớn và chiều dài ngắn.</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② </a:t>
            </a:r>
            <a:r>
              <a:rPr lang="en-US" altLang="ko-KR" sz="900">
                <a:latin typeface="Times New Roman" panose="02020603050405020304" pitchFamily="18" charset="0"/>
                <a:ea typeface="Dotum" pitchFamily="34" charset="-127"/>
                <a:cs typeface="Times New Roman" panose="02020603050405020304" pitchFamily="18" charset="0"/>
              </a:rPr>
              <a:t>Q</a:t>
            </a:r>
            <a:r>
              <a:rPr lang="vi-VN" altLang="ko-KR" sz="900" smtClean="0">
                <a:latin typeface="Times New Roman" panose="02020603050405020304" pitchFamily="18" charset="0"/>
                <a:ea typeface="Dotum" pitchFamily="34" charset="-127"/>
                <a:cs typeface="Times New Roman" panose="02020603050405020304" pitchFamily="18" charset="0"/>
              </a:rPr>
              <a:t>uay </a:t>
            </a:r>
            <a:r>
              <a:rPr lang="vi-VN" altLang="ko-KR" sz="900">
                <a:latin typeface="Times New Roman" panose="02020603050405020304" pitchFamily="18" charset="0"/>
                <a:ea typeface="Dotum" pitchFamily="34" charset="-127"/>
                <a:cs typeface="Times New Roman" panose="02020603050405020304" pitchFamily="18" charset="0"/>
              </a:rPr>
              <a:t>với tốc độ cao khoảng 10000 </a:t>
            </a:r>
            <a:r>
              <a:rPr lang="vi-VN" altLang="ko-KR" sz="900" smtClean="0">
                <a:latin typeface="Times New Roman" panose="02020603050405020304" pitchFamily="18" charset="0"/>
                <a:ea typeface="Dotum" pitchFamily="34" charset="-127"/>
                <a:cs typeface="Times New Roman" panose="02020603050405020304" pitchFamily="18" charset="0"/>
              </a:rPr>
              <a:t>vòng/phút</a:t>
            </a:r>
            <a:r>
              <a:rPr lang="vi-VN" altLang="ko-KR" sz="900">
                <a:latin typeface="Times New Roman" panose="02020603050405020304" pitchFamily="18" charset="0"/>
                <a:ea typeface="Dotum" pitchFamily="34" charset="-127"/>
                <a:cs typeface="Times New Roman" panose="02020603050405020304" pitchFamily="18" charset="0"/>
              </a:rPr>
              <a:t>.</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a:t>
            </a:r>
            <a:r>
              <a:rPr lang="en-US" altLang="ko-KR" sz="900" smtClean="0">
                <a:latin typeface="Times New Roman" panose="02020603050405020304" pitchFamily="18" charset="0"/>
                <a:ea typeface="Dotum" pitchFamily="34" charset="-127"/>
                <a:cs typeface="Times New Roman" panose="02020603050405020304" pitchFamily="18" charset="0"/>
              </a:rPr>
              <a:t>Có thể bẻ cong và bẻ ngược</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④ Lượng biến dạng phải cực kỳ nhỏ</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3. </a:t>
            </a:r>
            <a:r>
              <a:rPr lang="en-US" altLang="ko-KR" sz="900" smtClean="0">
                <a:latin typeface="Times New Roman" panose="02020603050405020304" pitchFamily="18" charset="0"/>
                <a:ea typeface="Dotum" pitchFamily="34" charset="-127"/>
                <a:cs typeface="Times New Roman" panose="02020603050405020304" pitchFamily="18" charset="0"/>
              </a:rPr>
              <a:t>Chọn đáp án không thuộc </a:t>
            </a:r>
            <a:r>
              <a:rPr lang="en-US" altLang="ko-KR" sz="900">
                <a:latin typeface="Times New Roman" panose="02020603050405020304" pitchFamily="18" charset="0"/>
                <a:ea typeface="Dotum" pitchFamily="34" charset="-127"/>
                <a:cs typeface="Times New Roman" panose="02020603050405020304" pitchFamily="18" charset="0"/>
              </a:rPr>
              <a:t>về phân </a:t>
            </a:r>
            <a:r>
              <a:rPr lang="en-US" altLang="ko-KR" sz="900" smtClean="0">
                <a:latin typeface="Times New Roman" panose="02020603050405020304" pitchFamily="18" charset="0"/>
                <a:ea typeface="Dotum" pitchFamily="34" charset="-127"/>
                <a:cs typeface="Times New Roman" panose="02020603050405020304" pitchFamily="18" charset="0"/>
              </a:rPr>
              <a:t>loại trục </a:t>
            </a:r>
            <a:r>
              <a:rPr lang="en-US" altLang="ko-KR" sz="900">
                <a:latin typeface="Times New Roman" panose="02020603050405020304" pitchFamily="18" charset="0"/>
                <a:ea typeface="Dotum" pitchFamily="34" charset="-127"/>
                <a:cs typeface="Times New Roman" panose="02020603050405020304" pitchFamily="18" charset="0"/>
              </a:rPr>
              <a:t>theo hình </a:t>
            </a:r>
            <a:r>
              <a:rPr lang="en-US" altLang="ko-KR" sz="900" smtClean="0">
                <a:latin typeface="Times New Roman" panose="02020603050405020304" pitchFamily="18" charset="0"/>
                <a:ea typeface="Dotum" pitchFamily="34" charset="-127"/>
                <a:cs typeface="Times New Roman" panose="02020603050405020304" pitchFamily="18" charset="0"/>
              </a:rPr>
              <a:t>dạng?</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a:latin typeface="Times New Roman" panose="02020603050405020304" pitchFamily="18" charset="0"/>
                <a:ea typeface="Dotum" pitchFamily="34" charset="-127"/>
                <a:cs typeface="Times New Roman" panose="02020603050405020304" pitchFamily="18" charset="0"/>
              </a:rPr>
              <a:t>Trục </a:t>
            </a:r>
            <a:r>
              <a:rPr lang="vi-VN" altLang="ko-KR" sz="900" baseline="30000"/>
              <a:t> </a:t>
            </a:r>
            <a:r>
              <a:rPr lang="vi-VN" altLang="ko-KR" sz="900" smtClean="0">
                <a:latin typeface="Times New Roman" panose="02020603050405020304" pitchFamily="18" charset="0"/>
                <a:ea typeface="Dotum" pitchFamily="34" charset="-127"/>
                <a:cs typeface="Times New Roman" panose="02020603050405020304" pitchFamily="18" charset="0"/>
              </a:rPr>
              <a:t>Journal</a:t>
            </a: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② </a:t>
            </a:r>
            <a:r>
              <a:rPr lang="vi-VN" altLang="ko-KR" sz="900">
                <a:latin typeface="Times New Roman" panose="02020603050405020304" pitchFamily="18" charset="0"/>
                <a:ea typeface="Dotum" pitchFamily="34" charset="-127"/>
                <a:cs typeface="Times New Roman" panose="02020603050405020304" pitchFamily="18" charset="0"/>
              </a:rPr>
              <a:t>Trục </a:t>
            </a:r>
            <a:r>
              <a:rPr lang="en-US" altLang="ko-KR" sz="900" smtClean="0">
                <a:latin typeface="Times New Roman" panose="02020603050405020304" pitchFamily="18" charset="0"/>
                <a:ea typeface="Dotum" pitchFamily="34" charset="-127"/>
                <a:cs typeface="Times New Roman" panose="02020603050405020304" pitchFamily="18" charset="0"/>
              </a:rPr>
              <a:t>Liner</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③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Trục</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Alxe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④ Trục </a:t>
            </a:r>
            <a:r>
              <a:rPr lang="en-US" altLang="ko-KR" sz="900">
                <a:latin typeface="Times New Roman" panose="02020603050405020304" pitchFamily="18" charset="0"/>
                <a:ea typeface="Dotum" pitchFamily="34" charset="-127"/>
                <a:cs typeface="Times New Roman" panose="02020603050405020304" pitchFamily="18" charset="0"/>
              </a:rPr>
              <a:t>Crank</a:t>
            </a:r>
            <a:r>
              <a:rPr lang="vi-VN" altLang="ko-KR" sz="900" smtClean="0">
                <a:latin typeface="Times New Roman" panose="02020603050405020304" pitchFamily="18" charset="0"/>
                <a:ea typeface="Dotum" pitchFamily="34" charset="-127"/>
                <a:cs typeface="Times New Roman" panose="02020603050405020304" pitchFamily="18" charset="0"/>
              </a:rPr>
              <a:t> </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4. </a:t>
            </a:r>
            <a:r>
              <a:rPr lang="en-US" altLang="ko-KR" sz="900" smtClean="0">
                <a:latin typeface="Times New Roman" panose="02020603050405020304" pitchFamily="18" charset="0"/>
                <a:ea typeface="Dotum" pitchFamily="34" charset="-127"/>
                <a:cs typeface="Times New Roman" panose="02020603050405020304" pitchFamily="18" charset="0"/>
              </a:rPr>
              <a:t>Dung </a:t>
            </a:r>
            <a:r>
              <a:rPr lang="vi-VN" altLang="ko-KR" sz="900" smtClean="0">
                <a:latin typeface="Times New Roman" panose="02020603050405020304" pitchFamily="18" charset="0"/>
                <a:ea typeface="Dotum" pitchFamily="34" charset="-127"/>
                <a:cs typeface="Times New Roman" panose="02020603050405020304" pitchFamily="18" charset="0"/>
              </a:rPr>
              <a:t>sai </a:t>
            </a:r>
            <a:r>
              <a:rPr lang="vi-VN" altLang="ko-KR" sz="900">
                <a:latin typeface="Times New Roman" panose="02020603050405020304" pitchFamily="18" charset="0"/>
                <a:ea typeface="Dotum" pitchFamily="34" charset="-127"/>
                <a:cs typeface="Times New Roman" panose="02020603050405020304" pitchFamily="18" charset="0"/>
              </a:rPr>
              <a:t>kích thước là gì</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Là k</a:t>
            </a:r>
            <a:r>
              <a:rPr lang="vi-VN" altLang="ko-KR" sz="900" smtClean="0">
                <a:latin typeface="Times New Roman" panose="02020603050405020304" pitchFamily="18" charset="0"/>
                <a:ea typeface="Dotum" pitchFamily="34" charset="-127"/>
                <a:cs typeface="Times New Roman" panose="02020603050405020304" pitchFamily="18" charset="0"/>
              </a:rPr>
              <a:t>ích </a:t>
            </a:r>
            <a:r>
              <a:rPr lang="vi-VN" altLang="ko-KR" sz="900">
                <a:latin typeface="Times New Roman" panose="02020603050405020304" pitchFamily="18" charset="0"/>
                <a:ea typeface="Dotum" pitchFamily="34" charset="-127"/>
                <a:cs typeface="Times New Roman" panose="02020603050405020304" pitchFamily="18" charset="0"/>
              </a:rPr>
              <a:t>thước tối đa cho phép đối với kích thước thực tế</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② </a:t>
            </a:r>
            <a:r>
              <a:rPr lang="en-US" altLang="ko-KR" sz="900" smtClean="0">
                <a:latin typeface="Times New Roman" panose="02020603050405020304" pitchFamily="18" charset="0"/>
                <a:ea typeface="Dotum" pitchFamily="34" charset="-127"/>
                <a:cs typeface="Times New Roman" panose="02020603050405020304" pitchFamily="18" charset="0"/>
              </a:rPr>
              <a:t>Là k</a:t>
            </a:r>
            <a:r>
              <a:rPr lang="vi-VN" altLang="ko-KR" sz="900" smtClean="0">
                <a:latin typeface="Times New Roman" panose="02020603050405020304" pitchFamily="18" charset="0"/>
                <a:ea typeface="Dotum" pitchFamily="34" charset="-127"/>
                <a:cs typeface="Times New Roman" panose="02020603050405020304" pitchFamily="18" charset="0"/>
              </a:rPr>
              <a:t>ích </a:t>
            </a:r>
            <a:r>
              <a:rPr lang="vi-VN" altLang="ko-KR" sz="900">
                <a:latin typeface="Times New Roman" panose="02020603050405020304" pitchFamily="18" charset="0"/>
                <a:ea typeface="Dotum" pitchFamily="34" charset="-127"/>
                <a:cs typeface="Times New Roman" panose="02020603050405020304" pitchFamily="18" charset="0"/>
              </a:rPr>
              <a:t>thước tối thiểu cho phép đối với kích thước thực tế</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Là k</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ích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thước tối đa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cho phép trừ k</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ích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thước tối thiểu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cho phép</a:t>
            </a:r>
          </a:p>
          <a:p>
            <a:pPr eaLnBrk="1" hangingPunct="1">
              <a:spcBef>
                <a:spcPct val="0"/>
              </a:spcBef>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④ </a:t>
            </a:r>
            <a:r>
              <a:rPr lang="en-US" altLang="ko-KR" sz="900" smtClean="0">
                <a:latin typeface="Times New Roman" panose="02020603050405020304" pitchFamily="18" charset="0"/>
                <a:ea typeface="Dotum" pitchFamily="34" charset="-127"/>
                <a:cs typeface="Times New Roman" panose="02020603050405020304" pitchFamily="18" charset="0"/>
              </a:rPr>
              <a:t>Là k</a:t>
            </a:r>
            <a:r>
              <a:rPr lang="vi-VN" altLang="ko-KR" sz="900" smtClean="0">
                <a:latin typeface="Times New Roman" panose="02020603050405020304" pitchFamily="18" charset="0"/>
                <a:ea typeface="Dotum" pitchFamily="34" charset="-127"/>
                <a:cs typeface="Times New Roman" panose="02020603050405020304" pitchFamily="18" charset="0"/>
              </a:rPr>
              <a:t>ích </a:t>
            </a:r>
            <a:r>
              <a:rPr lang="vi-VN" altLang="ko-KR" sz="900">
                <a:latin typeface="Times New Roman" panose="02020603050405020304" pitchFamily="18" charset="0"/>
                <a:ea typeface="Dotum" pitchFamily="34" charset="-127"/>
                <a:cs typeface="Times New Roman" panose="02020603050405020304" pitchFamily="18" charset="0"/>
              </a:rPr>
              <a:t>thước </a:t>
            </a:r>
            <a:r>
              <a:rPr lang="vi-VN" altLang="ko-KR" sz="900" smtClean="0">
                <a:latin typeface="Times New Roman" panose="02020603050405020304" pitchFamily="18" charset="0"/>
                <a:ea typeface="Dotum" pitchFamily="34" charset="-127"/>
                <a:cs typeface="Times New Roman" panose="02020603050405020304" pitchFamily="18" charset="0"/>
              </a:rPr>
              <a:t>tối </a:t>
            </a:r>
            <a:r>
              <a:rPr lang="vi-VN" altLang="ko-KR" sz="900">
                <a:latin typeface="Times New Roman" panose="02020603050405020304" pitchFamily="18" charset="0"/>
                <a:ea typeface="Dotum" pitchFamily="34" charset="-127"/>
                <a:cs typeface="Times New Roman" panose="02020603050405020304" pitchFamily="18" charset="0"/>
              </a:rPr>
              <a:t>đa </a:t>
            </a:r>
            <a:r>
              <a:rPr lang="en-US" altLang="ko-KR" sz="900" smtClean="0">
                <a:latin typeface="Times New Roman" panose="02020603050405020304" pitchFamily="18" charset="0"/>
                <a:ea typeface="Dotum" pitchFamily="34" charset="-127"/>
                <a:cs typeface="Times New Roman" panose="02020603050405020304" pitchFamily="18" charset="0"/>
              </a:rPr>
              <a:t>cho phép</a:t>
            </a: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cộng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kích thước tối </a:t>
            </a:r>
            <a:r>
              <a:rPr lang="vi-VN" altLang="ko-KR" sz="900" smtClean="0">
                <a:latin typeface="Times New Roman" panose="02020603050405020304" pitchFamily="18" charset="0"/>
                <a:ea typeface="Dotum" pitchFamily="34" charset="-127"/>
                <a:cs typeface="Times New Roman" panose="02020603050405020304" pitchFamily="18" charset="0"/>
              </a:rPr>
              <a:t>thiểu</a:t>
            </a:r>
            <a:r>
              <a:rPr lang="en-US" altLang="ko-KR" sz="900" smtClean="0">
                <a:latin typeface="Times New Roman" panose="02020603050405020304" pitchFamily="18" charset="0"/>
                <a:ea typeface="Dotum" pitchFamily="34" charset="-127"/>
                <a:cs typeface="Times New Roman" panose="02020603050405020304" pitchFamily="18" charset="0"/>
              </a:rPr>
              <a:t> cho phép</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5. </a:t>
            </a:r>
            <a:r>
              <a:rPr lang="en-US" altLang="ko-KR" sz="900" smtClean="0">
                <a:latin typeface="Times New Roman" panose="02020603050405020304" pitchFamily="18" charset="0"/>
                <a:ea typeface="Dotum" pitchFamily="34" charset="-127"/>
                <a:cs typeface="Times New Roman" panose="02020603050405020304" pitchFamily="18" charset="0"/>
              </a:rPr>
              <a:t>Coupling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nào được sử dụng khi các đường trục cắt nhau</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a:buNone/>
            </a:pP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aseline="30000" smtClean="0"/>
              <a:t> </a:t>
            </a:r>
            <a:r>
              <a:rPr lang="vi-VN" altLang="ko-KR" sz="900">
                <a:latin typeface="Times New Roman" panose="02020603050405020304" pitchFamily="18" charset="0"/>
                <a:ea typeface="Dotum" pitchFamily="34" charset="-127"/>
                <a:cs typeface="Times New Roman" panose="02020603050405020304" pitchFamily="18" charset="0"/>
              </a:rPr>
              <a:t>① Cylindrical coupling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② </a:t>
            </a:r>
            <a:r>
              <a:rPr lang="vi-VN" altLang="ko-KR" sz="900">
                <a:latin typeface="Times New Roman" panose="02020603050405020304" pitchFamily="18" charset="0"/>
                <a:ea typeface="Dotum" pitchFamily="34" charset="-127"/>
                <a:cs typeface="Times New Roman" panose="02020603050405020304" pitchFamily="18" charset="0"/>
              </a:rPr>
              <a:t>Flange coupling</a:t>
            </a:r>
          </a:p>
          <a:p>
            <a:pPr>
              <a:buNone/>
            </a:pP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③ Seller coupling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④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Universal coupling</a:t>
            </a:r>
            <a:endParaRPr lang="en-US"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smtClean="0">
                <a:latin typeface="Times New Roman" panose="02020603050405020304" pitchFamily="18" charset="0"/>
                <a:ea typeface="Dotum" pitchFamily="34" charset="-127"/>
                <a:cs typeface="Times New Roman" panose="02020603050405020304" pitchFamily="18" charset="0"/>
              </a:rPr>
              <a:t>6</a:t>
            </a:r>
            <a:r>
              <a:rPr lang="vi-VN" altLang="ko-KR" sz="900">
                <a:latin typeface="Times New Roman" panose="02020603050405020304" pitchFamily="18" charset="0"/>
                <a:ea typeface="Dotum" pitchFamily="34" charset="-127"/>
                <a:cs typeface="Times New Roman" panose="02020603050405020304" pitchFamily="18" charset="0"/>
              </a:rPr>
              <a:t>. Đặc tính đúng của </a:t>
            </a:r>
            <a:r>
              <a:rPr lang="en-US" altLang="ko-KR" sz="900" smtClean="0">
                <a:latin typeface="Times New Roman" panose="02020603050405020304" pitchFamily="18" charset="0"/>
                <a:ea typeface="Dotum" pitchFamily="34" charset="-127"/>
                <a:cs typeface="Times New Roman" panose="02020603050405020304" pitchFamily="18" charset="0"/>
              </a:rPr>
              <a:t>Clamp Coupling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là gì</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a:buNone/>
            </a:pPr>
            <a:r>
              <a:rPr lang="en-US" altLang="ko-KR" sz="900" smtClean="0"/>
              <a:t> </a:t>
            </a:r>
            <a:r>
              <a:rPr lang="vi-VN" altLang="ko-KR" sz="900" smtClean="0"/>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① Dễ dàng tháo rời và lắp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ráp,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được sử dụng cho đường kính trục nhỏ hơn 200mm.</a:t>
            </a:r>
          </a:p>
          <a:p>
            <a:pPr>
              <a:buNone/>
            </a:pPr>
            <a:r>
              <a:rPr lang="vi-VN" altLang="ko-KR" sz="900">
                <a:latin typeface="Times New Roman" panose="02020603050405020304" pitchFamily="18" charset="0"/>
                <a:ea typeface="Dotum" pitchFamily="34" charset="-127"/>
                <a:cs typeface="Times New Roman" panose="02020603050405020304" pitchFamily="18" charset="0"/>
              </a:rPr>
              <a:t>  ② Sau khi kết hợp với 3 bu lông </a:t>
            </a:r>
            <a:r>
              <a:rPr lang="vi-VN" altLang="ko-KR" sz="900" smtClean="0">
                <a:latin typeface="Times New Roman" panose="02020603050405020304" pitchFamily="18" charset="0"/>
                <a:ea typeface="Dotum" pitchFamily="34" charset="-127"/>
                <a:cs typeface="Times New Roman" panose="02020603050405020304" pitchFamily="18" charset="0"/>
              </a:rPr>
              <a:t>dài,</a:t>
            </a:r>
            <a:r>
              <a:rPr lang="en-US" altLang="ko-KR" sz="900" smtClean="0">
                <a:latin typeface="Times New Roman" panose="02020603050405020304" pitchFamily="18" charset="0"/>
                <a:ea typeface="Dotum" pitchFamily="34" charset="-127"/>
                <a:cs typeface="Times New Roman" panose="02020603050405020304" pitchFamily="18" charset="0"/>
              </a:rPr>
              <a:t> được</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cố </a:t>
            </a:r>
            <a:r>
              <a:rPr lang="vi-VN" altLang="ko-KR" sz="900" smtClean="0">
                <a:latin typeface="Times New Roman" panose="02020603050405020304" pitchFamily="18" charset="0"/>
                <a:ea typeface="Dotum" pitchFamily="34" charset="-127"/>
                <a:cs typeface="Times New Roman" panose="02020603050405020304" pitchFamily="18" charset="0"/>
              </a:rPr>
              <a:t>định </a:t>
            </a:r>
            <a:r>
              <a:rPr lang="vi-VN" altLang="ko-KR" sz="900">
                <a:latin typeface="Times New Roman" panose="02020603050405020304" pitchFamily="18" charset="0"/>
                <a:ea typeface="Dotum" pitchFamily="34" charset="-127"/>
                <a:cs typeface="Times New Roman" panose="02020603050405020304" pitchFamily="18" charset="0"/>
              </a:rPr>
              <a:t>feather </a:t>
            </a:r>
            <a:r>
              <a:rPr lang="vi-VN" altLang="ko-KR" sz="900" smtClean="0">
                <a:latin typeface="Times New Roman" panose="02020603050405020304" pitchFamily="18" charset="0"/>
                <a:ea typeface="Dotum" pitchFamily="34" charset="-127"/>
                <a:cs typeface="Times New Roman" panose="02020603050405020304" pitchFamily="18" charset="0"/>
              </a:rPr>
              <a:t>key </a:t>
            </a:r>
            <a:r>
              <a:rPr lang="vi-VN" altLang="ko-KR" sz="900">
                <a:latin typeface="Times New Roman" panose="02020603050405020304" pitchFamily="18" charset="0"/>
                <a:ea typeface="Dotum" pitchFamily="34" charset="-127"/>
                <a:cs typeface="Times New Roman" panose="02020603050405020304" pitchFamily="18" charset="0"/>
              </a:rPr>
              <a:t>trên cả hai trục.</a:t>
            </a:r>
          </a:p>
          <a:p>
            <a:pPr>
              <a:buNone/>
            </a:pPr>
            <a:r>
              <a:rPr lang="vi-VN" altLang="ko-KR" sz="900">
                <a:latin typeface="Times New Roman" panose="02020603050405020304" pitchFamily="18" charset="0"/>
                <a:ea typeface="Dotum" pitchFamily="34" charset="-127"/>
                <a:cs typeface="Times New Roman" panose="02020603050405020304" pitchFamily="18" charset="0"/>
              </a:rPr>
              <a:t>  ③ Đặt </a:t>
            </a:r>
            <a:r>
              <a:rPr lang="en-US" altLang="ko-KR" sz="900" smtClean="0">
                <a:latin typeface="Times New Roman" panose="02020603050405020304" pitchFamily="18" charset="0"/>
                <a:ea typeface="Dotum" pitchFamily="34" charset="-127"/>
                <a:cs typeface="Times New Roman" panose="02020603050405020304" pitchFamily="18" charset="0"/>
              </a:rPr>
              <a:t>phần</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flanges</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vào </a:t>
            </a:r>
            <a:r>
              <a:rPr lang="vi-VN" altLang="ko-KR" sz="900">
                <a:latin typeface="Times New Roman" panose="02020603050405020304" pitchFamily="18" charset="0"/>
                <a:ea typeface="Dotum" pitchFamily="34" charset="-127"/>
                <a:cs typeface="Times New Roman" panose="02020603050405020304" pitchFamily="18" charset="0"/>
              </a:rPr>
              <a:t>đầu của hai trục, cố định chúng bằng </a:t>
            </a:r>
            <a:r>
              <a:rPr lang="en-US" altLang="ko-KR" sz="900" smtClean="0">
                <a:latin typeface="Times New Roman" panose="02020603050405020304" pitchFamily="18" charset="0"/>
                <a:ea typeface="Dotum" pitchFamily="34" charset="-127"/>
                <a:cs typeface="Times New Roman" panose="02020603050405020304" pitchFamily="18" charset="0"/>
              </a:rPr>
              <a:t>key</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và kết nối chúng bằng bu lông doa.</a:t>
            </a:r>
          </a:p>
          <a:p>
            <a:pPr>
              <a:buNone/>
            </a:pPr>
            <a:r>
              <a:rPr lang="vi-VN" altLang="ko-KR" sz="900">
                <a:latin typeface="Times New Roman" panose="02020603050405020304" pitchFamily="18" charset="0"/>
                <a:ea typeface="Dotum" pitchFamily="34" charset="-127"/>
                <a:cs typeface="Times New Roman" panose="02020603050405020304" pitchFamily="18" charset="0"/>
              </a:rPr>
              <a:t>  ④ Nó được sử dụng khi hai trục song song và khoảng cách giữa hai trục tương đối ngắn</a:t>
            </a:r>
            <a:r>
              <a:rPr lang="vi-VN" altLang="ko-KR" sz="900" smtClean="0"/>
              <a:t>.</a:t>
            </a:r>
            <a:endParaRPr lang="en-US" altLang="ko-KR" sz="900" smtClean="0"/>
          </a:p>
          <a:p>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Dotum" pitchFamily="34" charset="-127"/>
                <a:cs typeface="Times New Roman" panose="02020603050405020304" pitchFamily="18" charset="0"/>
              </a:rPr>
              <a:t>7. </a:t>
            </a:r>
            <a:r>
              <a:rPr lang="vi-VN" altLang="ko-KR" sz="900" smtClean="0">
                <a:latin typeface="Times New Roman" panose="02020603050405020304" pitchFamily="18" charset="0"/>
                <a:ea typeface="Dotum" pitchFamily="34" charset="-127"/>
                <a:cs typeface="Times New Roman" panose="02020603050405020304" pitchFamily="18" charset="0"/>
              </a:rPr>
              <a:t>Điều </a:t>
            </a:r>
            <a:r>
              <a:rPr lang="vi-VN" altLang="ko-KR" sz="900">
                <a:latin typeface="Times New Roman" panose="02020603050405020304" pitchFamily="18" charset="0"/>
                <a:ea typeface="Dotum" pitchFamily="34" charset="-127"/>
                <a:cs typeface="Times New Roman" panose="02020603050405020304" pitchFamily="18" charset="0"/>
              </a:rPr>
              <a:t>gì không phải là đặc điểm của ổ bi tiếp xúc </a:t>
            </a:r>
            <a:r>
              <a:rPr lang="vi-VN" altLang="ko-KR" sz="900" smtClean="0">
                <a:latin typeface="Times New Roman" panose="02020603050405020304" pitchFamily="18" charset="0"/>
                <a:ea typeface="Dotum" pitchFamily="34" charset="-127"/>
                <a:cs typeface="Times New Roman" panose="02020603050405020304" pitchFamily="18" charset="0"/>
              </a:rPr>
              <a:t>4 </a:t>
            </a:r>
            <a:r>
              <a:rPr lang="vi-VN" altLang="ko-KR" sz="900">
                <a:latin typeface="Times New Roman" panose="02020603050405020304" pitchFamily="18" charset="0"/>
                <a:ea typeface="Dotum" pitchFamily="34" charset="-127"/>
                <a:cs typeface="Times New Roman" panose="02020603050405020304" pitchFamily="18" charset="0"/>
              </a:rPr>
              <a:t>điểm</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Vòng trong được chia thành hai</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② Góc tiếp xúc giữa vòng trong và vòng ngoài là 35 </a:t>
            </a:r>
            <a:r>
              <a:rPr lang="vi-VN" altLang="ko-KR" sz="900" smtClean="0">
                <a:latin typeface="Times New Roman" panose="02020603050405020304" pitchFamily="18" charset="0"/>
                <a:ea typeface="Dotum" pitchFamily="34" charset="-127"/>
                <a:cs typeface="Times New Roman" panose="02020603050405020304" pitchFamily="18" charset="0"/>
              </a:rPr>
              <a:t>độ</a:t>
            </a:r>
            <a:r>
              <a:rPr lang="vi-VN" altLang="ko-KR" sz="900">
                <a:latin typeface="Times New Roman" panose="02020603050405020304" pitchFamily="18" charset="0"/>
                <a:ea typeface="Dotum" pitchFamily="34" charset="-127"/>
                <a:cs typeface="Times New Roman" panose="02020603050405020304" pitchFamily="18" charset="0"/>
              </a:rPr>
              <a:t>.</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Có thể được sử dụng thay cho </a:t>
            </a:r>
            <a:r>
              <a:rPr lang="vi-VN" altLang="ko-KR" sz="900" baseline="30000"/>
              <a:t> </a:t>
            </a:r>
            <a:r>
              <a:rPr lang="vi-VN" altLang="ko-KR" sz="900">
                <a:latin typeface="Times New Roman" panose="02020603050405020304" pitchFamily="18" charset="0"/>
                <a:ea typeface="Dotum" pitchFamily="34" charset="-127"/>
                <a:cs typeface="Times New Roman" panose="02020603050405020304" pitchFamily="18" charset="0"/>
              </a:rPr>
              <a:t>angular ball bearing</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Khi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được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sử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dụng</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nó được giữ bởi một tấm thép.</a:t>
            </a:r>
            <a:endParaRPr lang="vi-VN"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8. </a:t>
            </a:r>
            <a:r>
              <a:rPr lang="en-US" altLang="ko-KR" sz="900" smtClean="0">
                <a:latin typeface="Times New Roman" panose="02020603050405020304" pitchFamily="18" charset="0"/>
                <a:ea typeface="Dotum" pitchFamily="34" charset="-127"/>
                <a:cs typeface="Times New Roman" panose="02020603050405020304" pitchFamily="18" charset="0"/>
              </a:rPr>
              <a:t>Đáp án</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phù hợp cho </a:t>
            </a:r>
            <a:r>
              <a:rPr lang="en-US" altLang="ko-KR" sz="900" smtClean="0">
                <a:latin typeface="Times New Roman" panose="02020603050405020304" pitchFamily="18" charset="0"/>
                <a:ea typeface="Dotum" pitchFamily="34" charset="-127"/>
                <a:cs typeface="Times New Roman" panose="02020603050405020304" pitchFamily="18" charset="0"/>
              </a:rPr>
              <a:t>s</a:t>
            </a:r>
            <a:r>
              <a:rPr lang="vi-VN" altLang="ko-KR" sz="900">
                <a:latin typeface="Times New Roman" panose="02020603050405020304" pitchFamily="18" charset="0"/>
                <a:ea typeface="Dotum" pitchFamily="34" charset="-127"/>
                <a:cs typeface="Times New Roman" panose="02020603050405020304" pitchFamily="18" charset="0"/>
              </a:rPr>
              <a:t>elf-aligning ball </a:t>
            </a:r>
            <a:r>
              <a:rPr lang="vi-VN" altLang="ko-KR" sz="900" smtClean="0">
                <a:latin typeface="Times New Roman" panose="02020603050405020304" pitchFamily="18" charset="0"/>
                <a:ea typeface="Dotum" pitchFamily="34" charset="-127"/>
                <a:cs typeface="Times New Roman" panose="02020603050405020304" pitchFamily="18" charset="0"/>
              </a:rPr>
              <a:t>bearing</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là </a:t>
            </a:r>
            <a:r>
              <a:rPr lang="en-US" altLang="ko-KR" sz="900" smtClean="0">
                <a:latin typeface="Times New Roman" panose="02020603050405020304" pitchFamily="18" charset="0"/>
                <a:ea typeface="Dotum" pitchFamily="34" charset="-127"/>
                <a:cs typeface="Times New Roman" panose="02020603050405020304" pitchFamily="18" charset="0"/>
              </a:rPr>
              <a:t>gì</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a:latin typeface="Times New Roman" panose="02020603050405020304" pitchFamily="18" charset="0"/>
                <a:ea typeface="Dotum" pitchFamily="34" charset="-127"/>
                <a:cs typeface="Times New Roman" panose="02020603050405020304" pitchFamily="18" charset="0"/>
              </a:rPr>
              <a:t>②                 </a:t>
            </a:r>
            <a:r>
              <a:rPr lang="en-US" altLang="ko-KR" sz="900" smtClean="0">
                <a:latin typeface="Times New Roman" panose="02020603050405020304" pitchFamily="18" charset="0"/>
                <a:ea typeface="Dotum" pitchFamily="34" charset="-127"/>
                <a:cs typeface="Times New Roman" panose="02020603050405020304" pitchFamily="18" charset="0"/>
              </a:rPr>
              <a:t>        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④</a:t>
            </a:r>
            <a:endParaRPr lang="en-US"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p:txBody>
      </p:sp>
      <p:sp>
        <p:nvSpPr>
          <p:cNvPr id="2056" name="직사각형 2"/>
          <p:cNvSpPr>
            <a:spLocks noChangeArrowheads="1"/>
          </p:cNvSpPr>
          <p:nvPr/>
        </p:nvSpPr>
        <p:spPr bwMode="auto">
          <a:xfrm>
            <a:off x="3384550" y="783982"/>
            <a:ext cx="3214688" cy="8180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buNone/>
            </a:pPr>
            <a:r>
              <a:rPr lang="vi-VN" altLang="ko-KR" sz="900">
                <a:latin typeface="Times New Roman" panose="02020603050405020304" pitchFamily="18" charset="0"/>
                <a:ea typeface="Dotum" pitchFamily="34" charset="-127"/>
                <a:cs typeface="Times New Roman" panose="02020603050405020304" pitchFamily="18" charset="0"/>
              </a:rPr>
              <a:t> 9. </a:t>
            </a:r>
            <a:r>
              <a:rPr lang="en-US" altLang="ko-KR" sz="900" smtClean="0">
                <a:latin typeface="Times New Roman" panose="02020603050405020304" pitchFamily="18" charset="0"/>
                <a:ea typeface="Dotum" pitchFamily="34" charset="-127"/>
                <a:cs typeface="Times New Roman" panose="02020603050405020304" pitchFamily="18" charset="0"/>
              </a:rPr>
              <a:t>Đinh ốc</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nào được sử dụng khi hướng của áp suất không đổi, chẳng hạn như một máy ép</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a:buNone/>
            </a:pPr>
            <a:endParaRPr lang="vi-VN" altLang="ko-KR" sz="900">
              <a:latin typeface="Times New Roman" panose="02020603050405020304" pitchFamily="18" charset="0"/>
              <a:ea typeface="Dotum" pitchFamily="34" charset="-127"/>
              <a:cs typeface="Times New Roman" panose="02020603050405020304" pitchFamily="18" charset="0"/>
            </a:endParaRPr>
          </a:p>
          <a:p>
            <a:pPr>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Đinh ốc</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vuông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② </a:t>
            </a:r>
            <a:r>
              <a:rPr lang="en-US" altLang="ko-KR" sz="900" smtClean="0">
                <a:latin typeface="Times New Roman" panose="02020603050405020304" pitchFamily="18" charset="0"/>
                <a:ea typeface="Dotum" pitchFamily="34" charset="-127"/>
                <a:cs typeface="Times New Roman" panose="02020603050405020304" pitchFamily="18" charset="0"/>
              </a:rPr>
              <a:t>Đinh ốc</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hình thang</a:t>
            </a:r>
          </a:p>
          <a:p>
            <a:pPr>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Đinh ốc</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răng cưa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④ </a:t>
            </a:r>
            <a:r>
              <a:rPr lang="en-US" altLang="ko-KR" sz="900" smtClean="0">
                <a:latin typeface="Times New Roman" panose="02020603050405020304" pitchFamily="18" charset="0"/>
                <a:ea typeface="Dotum" pitchFamily="34" charset="-127"/>
                <a:cs typeface="Times New Roman" panose="02020603050405020304" pitchFamily="18" charset="0"/>
              </a:rPr>
              <a:t>Đinh ốc</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Knuckle</a:t>
            </a:r>
            <a:endParaRPr lang="en-US" altLang="ko-KR" sz="900">
              <a:latin typeface="Times New Roman" panose="02020603050405020304" pitchFamily="18" charset="0"/>
              <a:ea typeface="Dotum" pitchFamily="34" charset="-127"/>
              <a:cs typeface="Times New Roman" panose="02020603050405020304" pitchFamily="18" charset="0"/>
            </a:endParaRPr>
          </a:p>
          <a:p>
            <a:pPr>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10. </a:t>
            </a:r>
            <a:r>
              <a:rPr lang="en-US" altLang="ko-KR" sz="900" smtClean="0">
                <a:latin typeface="Times New Roman" panose="02020603050405020304" pitchFamily="18" charset="0"/>
                <a:ea typeface="Dotum" pitchFamily="34" charset="-127"/>
                <a:cs typeface="Times New Roman" panose="02020603050405020304" pitchFamily="18" charset="0"/>
              </a:rPr>
              <a:t>Đáp án </a:t>
            </a:r>
            <a:r>
              <a:rPr lang="en-US" altLang="ko-KR" sz="900">
                <a:latin typeface="Times New Roman" panose="02020603050405020304" pitchFamily="18" charset="0"/>
                <a:ea typeface="Dotum" pitchFamily="34" charset="-127"/>
                <a:cs typeface="Times New Roman" panose="02020603050405020304" pitchFamily="18" charset="0"/>
              </a:rPr>
              <a:t>không </a:t>
            </a:r>
            <a:r>
              <a:rPr lang="en-US" altLang="ko-KR" sz="900" smtClean="0">
                <a:latin typeface="Times New Roman" panose="02020603050405020304" pitchFamily="18" charset="0"/>
                <a:ea typeface="Dotum" pitchFamily="34" charset="-127"/>
                <a:cs typeface="Times New Roman" panose="02020603050405020304" pitchFamily="18" charset="0"/>
              </a:rPr>
              <a:t>đúng khi </a:t>
            </a:r>
            <a:r>
              <a:rPr lang="en-US" altLang="ko-KR" sz="900">
                <a:latin typeface="Times New Roman" panose="02020603050405020304" pitchFamily="18" charset="0"/>
                <a:ea typeface="Dotum" pitchFamily="34" charset="-127"/>
                <a:cs typeface="Times New Roman" panose="02020603050405020304" pitchFamily="18" charset="0"/>
              </a:rPr>
              <a:t>mô tả </a:t>
            </a:r>
            <a:r>
              <a:rPr lang="en-US" altLang="ko-KR" sz="900" smtClean="0">
                <a:latin typeface="Times New Roman" panose="02020603050405020304" pitchFamily="18" charset="0"/>
                <a:ea typeface="Dotum" pitchFamily="34" charset="-127"/>
                <a:cs typeface="Times New Roman" panose="02020603050405020304" pitchFamily="18" charset="0"/>
              </a:rPr>
              <a:t>của chốt Pin?</a:t>
            </a:r>
            <a:endParaRPr lang="en-US" altLang="ko-KR" sz="900">
              <a:latin typeface="Times New Roman" panose="02020603050405020304" pitchFamily="18" charset="0"/>
              <a:ea typeface="Dotum" pitchFamily="34" charset="-127"/>
              <a:cs typeface="Times New Roman" panose="02020603050405020304" pitchFamily="18" charset="0"/>
            </a:endParaRPr>
          </a:p>
          <a:p>
            <a:pPr>
              <a:buNone/>
            </a:pPr>
            <a:r>
              <a:rPr lang="vi-VN" altLang="ko-KR" sz="900"/>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①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Chốt Pin</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được sử dụng khi tải trọng tác dụng lên puli, bánh răng, ...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và cách lắp đặt đơn giản</a:t>
            </a:r>
            <a:r>
              <a:rPr lang="vi-VN" altLang="ko-KR" sz="900">
                <a:latin typeface="Times New Roman" panose="02020603050405020304" pitchFamily="18" charset="0"/>
                <a:ea typeface="Dotum" pitchFamily="34" charset="-127"/>
                <a:cs typeface="Times New Roman" panose="02020603050405020304" pitchFamily="18" charset="0"/>
              </a:rPr>
              <a:t>.</a:t>
            </a:r>
          </a:p>
          <a:p>
            <a:pPr>
              <a:buNone/>
            </a:pPr>
            <a:r>
              <a:rPr lang="vi-VN" altLang="ko-KR" sz="900">
                <a:latin typeface="Times New Roman" panose="02020603050405020304" pitchFamily="18" charset="0"/>
                <a:ea typeface="Dotum" pitchFamily="34" charset="-127"/>
                <a:cs typeface="Times New Roman" panose="02020603050405020304" pitchFamily="18" charset="0"/>
              </a:rPr>
              <a:t> ② Chốt côn có các đầu bị chẻ ngọn và không thể gãy được.</a:t>
            </a:r>
          </a:p>
          <a:p>
            <a:pPr>
              <a:buNone/>
            </a:pPr>
            <a:r>
              <a:rPr lang="vi-VN" altLang="ko-KR" sz="900">
                <a:latin typeface="Times New Roman" panose="02020603050405020304" pitchFamily="18" charset="0"/>
                <a:ea typeface="Dotum" pitchFamily="34" charset="-127"/>
                <a:cs typeface="Times New Roman" panose="02020603050405020304" pitchFamily="18" charset="0"/>
              </a:rPr>
              <a:t> ③ Chốt knuckle</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được kết nối để hai </a:t>
            </a:r>
            <a:r>
              <a:rPr lang="vi-VN" altLang="ko-KR" sz="900" smtClean="0">
                <a:latin typeface="Times New Roman" panose="02020603050405020304" pitchFamily="18" charset="0"/>
                <a:ea typeface="Dotum" pitchFamily="34" charset="-127"/>
                <a:cs typeface="Times New Roman" panose="02020603050405020304" pitchFamily="18" charset="0"/>
              </a:rPr>
              <a:t>thanh có thể thực hiện</a:t>
            </a:r>
            <a:r>
              <a:rPr lang="en-US" altLang="ko-KR" sz="900" smtClean="0">
                <a:latin typeface="Times New Roman" panose="02020603050405020304" pitchFamily="18" charset="0"/>
                <a:ea typeface="Dotum" pitchFamily="34" charset="-127"/>
                <a:cs typeface="Times New Roman" panose="02020603050405020304" pitchFamily="18" charset="0"/>
              </a:rPr>
              <a:t> chuyển động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riêng</a:t>
            </a:r>
            <a:endParaRPr lang="vi-VN" altLang="ko-KR" sz="900">
              <a:latin typeface="Times New Roman" panose="02020603050405020304" pitchFamily="18" charset="0"/>
              <a:ea typeface="Dotum" pitchFamily="34" charset="-127"/>
              <a:cs typeface="Times New Roman" panose="02020603050405020304" pitchFamily="18" charset="0"/>
            </a:endParaRPr>
          </a:p>
          <a:p>
            <a:pPr>
              <a:buNone/>
            </a:pPr>
            <a:r>
              <a:rPr lang="vi-VN" altLang="ko-KR" sz="900">
                <a:latin typeface="Times New Roman" panose="02020603050405020304" pitchFamily="18" charset="0"/>
                <a:ea typeface="Dotum" pitchFamily="34" charset="-127"/>
                <a:cs typeface="Times New Roman" panose="02020603050405020304" pitchFamily="18" charset="0"/>
              </a:rPr>
              <a:t> ④ </a:t>
            </a:r>
            <a:r>
              <a:rPr lang="en-US" altLang="ko-KR" sz="900">
                <a:latin typeface="Times New Roman" panose="02020603050405020304" pitchFamily="18" charset="0"/>
                <a:ea typeface="Dotum" pitchFamily="34" charset="-127"/>
                <a:cs typeface="Times New Roman" panose="02020603050405020304" pitchFamily="18" charset="0"/>
              </a:rPr>
              <a:t>Chốt </a:t>
            </a:r>
            <a:r>
              <a:rPr lang="vi-VN" altLang="ko-KR" sz="900">
                <a:latin typeface="Times New Roman" panose="02020603050405020304" pitchFamily="18" charset="0"/>
                <a:ea typeface="Dotum" pitchFamily="34" charset="-127"/>
                <a:cs typeface="Times New Roman" panose="02020603050405020304" pitchFamily="18" charset="0"/>
              </a:rPr>
              <a:t>Parallel</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được sử dụng để kết nối các thanh.</a:t>
            </a:r>
            <a:endParaRPr lang="en-US" altLang="ko-KR" sz="900">
              <a:latin typeface="Times New Roman" panose="02020603050405020304" pitchFamily="18" charset="0"/>
              <a:ea typeface="Dotum" pitchFamily="34" charset="-127"/>
              <a:cs typeface="Times New Roman" panose="02020603050405020304" pitchFamily="18" charset="0"/>
            </a:endParaRPr>
          </a:p>
          <a:p>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11. </a:t>
            </a:r>
            <a:r>
              <a:rPr lang="en-US" altLang="ko-KR" sz="900" smtClean="0">
                <a:latin typeface="Times New Roman" panose="02020603050405020304" pitchFamily="18" charset="0"/>
                <a:ea typeface="Dotum" pitchFamily="34" charset="-127"/>
                <a:cs typeface="Times New Roman" panose="02020603050405020304" pitchFamily="18" charset="0"/>
              </a:rPr>
              <a:t>Key</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nào làm giảm sức bền của trục do độ sâu của rãnh?</a:t>
            </a:r>
          </a:p>
          <a:p>
            <a:pPr>
              <a:buNone/>
            </a:pP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① </a:t>
            </a:r>
            <a:r>
              <a:rPr lang="vi-VN" altLang="ko-KR" sz="900">
                <a:latin typeface="Times New Roman" panose="02020603050405020304" pitchFamily="18" charset="0"/>
                <a:ea typeface="Dotum" pitchFamily="34" charset="-127"/>
                <a:cs typeface="Times New Roman" panose="02020603050405020304" pitchFamily="18" charset="0"/>
              </a:rPr>
              <a:t>Saddle </a:t>
            </a:r>
            <a:r>
              <a:rPr lang="vi-VN" altLang="ko-KR" sz="900" smtClean="0">
                <a:latin typeface="Times New Roman" panose="02020603050405020304" pitchFamily="18" charset="0"/>
                <a:ea typeface="Dotum" pitchFamily="34" charset="-127"/>
                <a:cs typeface="Times New Roman" panose="02020603050405020304" pitchFamily="18" charset="0"/>
              </a:rPr>
              <a:t>key</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② Sliding key</a:t>
            </a:r>
          </a:p>
          <a:p>
            <a:pPr>
              <a:buNone/>
            </a:pP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③ Pyeong key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④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Vandal key</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a:t>
            </a:r>
            <a:endPar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endParaRPr>
          </a:p>
          <a:p>
            <a:pPr>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12. Điều gì không phù hợp với đặc tính bánh răng?</a:t>
            </a:r>
          </a:p>
          <a:p>
            <a:pPr eaLnBrk="1" hangingPunct="1">
              <a:spcBef>
                <a:spcPct val="0"/>
              </a:spcBef>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solidFill>
                  <a:schemeClr val="tx1"/>
                </a:solidFill>
                <a:latin typeface="Times New Roman" panose="02020603050405020304" pitchFamily="18" charset="0"/>
                <a:cs typeface="Times New Roman" panose="02020603050405020304" pitchFamily="18" charset="0"/>
              </a:rPr>
              <a:t>Truyền động lực hay động lực quay chính xác</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  ②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T</a:t>
            </a:r>
            <a:r>
              <a:rPr lang="en-US" altLang="ko-KR" sz="900" b="1" smtClean="0">
                <a:solidFill>
                  <a:srgbClr val="FF0000"/>
                </a:solidFill>
                <a:latin typeface="Times New Roman" panose="02020603050405020304" pitchFamily="18" charset="0"/>
                <a:cs typeface="Times New Roman" panose="02020603050405020304" pitchFamily="18" charset="0"/>
              </a:rPr>
              <a:t>ỷ lệ tốc độ vòng quay kém chính xác</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Cấu trúc tương đối đơn giản</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④ </a:t>
            </a:r>
            <a:r>
              <a:rPr lang="en-US" altLang="ko-KR" sz="900" smtClean="0">
                <a:latin typeface="Times New Roman" panose="02020603050405020304" pitchFamily="18" charset="0"/>
                <a:ea typeface="Dotum" pitchFamily="34" charset="-127"/>
                <a:cs typeface="Times New Roman" panose="02020603050405020304" pitchFamily="18" charset="0"/>
              </a:rPr>
              <a:t>Ít tiêu tốn điện năng</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13. Bánh răng nào dùng cho trục so le?</a:t>
            </a:r>
          </a:p>
          <a:p>
            <a:pPr>
              <a:buNone/>
            </a:pPr>
            <a:r>
              <a:rPr lang="vi-VN" altLang="ko-KR" sz="900">
                <a:latin typeface="Times New Roman" panose="02020603050405020304" pitchFamily="18" charset="0"/>
                <a:ea typeface="Dotum" pitchFamily="34" charset="-127"/>
                <a:cs typeface="Times New Roman" panose="02020603050405020304" pitchFamily="18" charset="0"/>
              </a:rPr>
              <a:t>   ① Spur </a:t>
            </a:r>
            <a:r>
              <a:rPr lang="vi-VN" altLang="ko-KR" sz="900" smtClean="0">
                <a:latin typeface="Times New Roman" panose="02020603050405020304" pitchFamily="18" charset="0"/>
                <a:ea typeface="Dotum" pitchFamily="34" charset="-127"/>
                <a:cs typeface="Times New Roman" panose="02020603050405020304" pitchFamily="18" charset="0"/>
              </a:rPr>
              <a:t>Gear</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② Internal Gear</a:t>
            </a:r>
          </a:p>
          <a:p>
            <a:pPr>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Screw gear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④ </a:t>
            </a:r>
            <a:r>
              <a:rPr lang="vi-VN" altLang="ko-KR" sz="900">
                <a:latin typeface="Times New Roman" panose="02020603050405020304" pitchFamily="18" charset="0"/>
                <a:ea typeface="Dotum" pitchFamily="34" charset="-127"/>
                <a:cs typeface="Times New Roman" panose="02020603050405020304" pitchFamily="18" charset="0"/>
              </a:rPr>
              <a:t>Helical </a:t>
            </a:r>
            <a:r>
              <a:rPr lang="vi-VN" altLang="ko-KR" sz="900" smtClean="0">
                <a:latin typeface="Times New Roman" panose="02020603050405020304" pitchFamily="18" charset="0"/>
                <a:ea typeface="Dotum" pitchFamily="34" charset="-127"/>
                <a:cs typeface="Times New Roman" panose="02020603050405020304" pitchFamily="18" charset="0"/>
              </a:rPr>
              <a:t>gear</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14. Bánh răng nào được sử dụng khi hai trục cắt trên cùng một mặt </a:t>
            </a:r>
            <a:r>
              <a:rPr lang="vi-VN" altLang="ko-KR" sz="900" smtClean="0">
                <a:latin typeface="Times New Roman" panose="02020603050405020304" pitchFamily="18" charset="0"/>
                <a:ea typeface="Dotum" pitchFamily="34" charset="-127"/>
                <a:cs typeface="Times New Roman" panose="02020603050405020304" pitchFamily="18" charset="0"/>
              </a:rPr>
              <a:t>phẳng</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có răng </a:t>
            </a:r>
            <a:r>
              <a:rPr lang="vi-VN" altLang="ko-KR" sz="900">
                <a:latin typeface="Times New Roman" panose="02020603050405020304" pitchFamily="18" charset="0"/>
                <a:ea typeface="Dotum" pitchFamily="34" charset="-127"/>
                <a:cs typeface="Times New Roman" panose="02020603050405020304" pitchFamily="18" charset="0"/>
              </a:rPr>
              <a:t>trên bề mặt hình nón</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a:buNone/>
            </a:pPr>
            <a:r>
              <a:rPr lang="en-US" altLang="ko-KR" sz="900">
                <a:latin typeface="Times New Roman" panose="02020603050405020304" pitchFamily="18" charset="0"/>
                <a:ea typeface="Dotum" pitchFamily="34" charset="-127"/>
                <a:cs typeface="Times New Roman" panose="02020603050405020304" pitchFamily="18" charset="0"/>
              </a:rPr>
              <a:t>       ① Helicon </a:t>
            </a:r>
            <a:r>
              <a:rPr lang="en-US" altLang="ko-KR" sz="900" smtClean="0">
                <a:latin typeface="Times New Roman" panose="02020603050405020304" pitchFamily="18" charset="0"/>
                <a:ea typeface="Dotum" pitchFamily="34" charset="-127"/>
                <a:cs typeface="Times New Roman" panose="02020603050405020304" pitchFamily="18" charset="0"/>
              </a:rPr>
              <a:t>gear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② Straight bevel gear</a:t>
            </a:r>
          </a:p>
          <a:p>
            <a:pPr>
              <a:buNone/>
            </a:pPr>
            <a:r>
              <a:rPr lang="en-US" altLang="ko-KR" sz="900">
                <a:latin typeface="Times New Roman" panose="02020603050405020304" pitchFamily="18" charset="0"/>
                <a:ea typeface="Dotum" pitchFamily="34" charset="-127"/>
                <a:cs typeface="Times New Roman" panose="02020603050405020304" pitchFamily="18" charset="0"/>
              </a:rPr>
              <a:t>       ③ Spiral bevel gear </a:t>
            </a:r>
            <a:r>
              <a:rPr lang="en-US" altLang="ko-KR" sz="900" smtClean="0">
                <a:latin typeface="Times New Roman" panose="02020603050405020304" pitchFamily="18" charset="0"/>
                <a:ea typeface="Dotum" pitchFamily="34" charset="-127"/>
                <a:cs typeface="Times New Roman" panose="02020603050405020304" pitchFamily="18" charset="0"/>
              </a:rPr>
              <a:t>   ④ </a:t>
            </a:r>
            <a:r>
              <a:rPr lang="en-US" altLang="ko-KR" sz="900">
                <a:latin typeface="Times New Roman" panose="02020603050405020304" pitchFamily="18" charset="0"/>
                <a:ea typeface="Dotum" pitchFamily="34" charset="-127"/>
                <a:cs typeface="Times New Roman" panose="02020603050405020304" pitchFamily="18" charset="0"/>
              </a:rPr>
              <a:t>Rack </a:t>
            </a:r>
            <a:r>
              <a:rPr lang="en-US" altLang="ko-KR" sz="900" smtClean="0">
                <a:latin typeface="Times New Roman" panose="02020603050405020304" pitchFamily="18" charset="0"/>
                <a:ea typeface="Dotum" pitchFamily="34" charset="-127"/>
                <a:cs typeface="Times New Roman" panose="02020603050405020304" pitchFamily="18" charset="0"/>
              </a:rPr>
              <a:t>gear</a:t>
            </a:r>
          </a:p>
          <a:p>
            <a:pPr>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15. Điều gì không phù hợp với mô tả của bộ giảm tốc?</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① Hộp giảm tốc bánh răng xoắn có hai trục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so le</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nhau</a:t>
            </a:r>
            <a:r>
              <a:rPr lang="vi-VN" altLang="ko-KR" sz="900">
                <a:latin typeface="Times New Roman" panose="02020603050405020304" pitchFamily="18" charset="0"/>
                <a:ea typeface="Dotum" pitchFamily="34" charset="-127"/>
                <a:cs typeface="Times New Roman" panose="02020603050405020304" pitchFamily="18" charset="0"/>
              </a:rPr>
              <a:t>.</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② Đối với hộp giảm tốc bánh răng côn, 2 trục cắt nhau tại một điểm.</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Ổ đĩa </a:t>
            </a:r>
            <a:r>
              <a:rPr lang="en-US" altLang="ko-KR" sz="900" smtClean="0">
                <a:latin typeface="Times New Roman" panose="02020603050405020304" pitchFamily="18" charset="0"/>
                <a:ea typeface="Dotum" pitchFamily="34" charset="-127"/>
                <a:cs typeface="Times New Roman" panose="02020603050405020304" pitchFamily="18" charset="0"/>
              </a:rPr>
              <a:t>Harmonic</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có </a:t>
            </a:r>
            <a:r>
              <a:rPr lang="en-US" altLang="ko-KR" sz="900" smtClean="0">
                <a:latin typeface="Times New Roman" panose="02020603050405020304" pitchFamily="18" charset="0"/>
                <a:ea typeface="Dotum" pitchFamily="34" charset="-127"/>
                <a:cs typeface="Times New Roman" panose="02020603050405020304" pitchFamily="18" charset="0"/>
              </a:rPr>
              <a:t>Backlash nhỏ</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④ </a:t>
            </a:r>
            <a:r>
              <a:rPr lang="en-US" altLang="ko-KR" sz="900" smtClean="0">
                <a:latin typeface="Times New Roman" panose="02020603050405020304" pitchFamily="18" charset="0"/>
                <a:ea typeface="Dotum" pitchFamily="34" charset="-127"/>
                <a:cs typeface="Times New Roman" panose="02020603050405020304" pitchFamily="18" charset="0"/>
              </a:rPr>
              <a:t>Bộ</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giảm tốc </a:t>
            </a:r>
            <a:r>
              <a:rPr lang="en-US" altLang="ko-KR" sz="900" smtClean="0">
                <a:latin typeface="Times New Roman" panose="02020603050405020304" pitchFamily="18" charset="0"/>
                <a:ea typeface="Dotum" pitchFamily="34" charset="-127"/>
                <a:cs typeface="Times New Roman" panose="02020603050405020304" pitchFamily="18" charset="0"/>
              </a:rPr>
              <a:t>đa</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tầng </a:t>
            </a:r>
            <a:r>
              <a:rPr lang="en-US" altLang="ko-KR" sz="900" smtClean="0">
                <a:latin typeface="Times New Roman" panose="02020603050405020304" pitchFamily="18" charset="0"/>
                <a:ea typeface="Dotum" pitchFamily="34" charset="-127"/>
                <a:cs typeface="Times New Roman" panose="02020603050405020304" pitchFamily="18" charset="0"/>
              </a:rPr>
              <a:t>được sử dụng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cho tải trọng cao.</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16. Điều gì không phù hợp với đặc điểm của hộp giảm tốc bánh răng </a:t>
            </a:r>
            <a:r>
              <a:rPr lang="en-US" altLang="ko-KR" sz="900" smtClean="0">
                <a:latin typeface="Times New Roman" panose="02020603050405020304" pitchFamily="18" charset="0"/>
                <a:ea typeface="Dotum" pitchFamily="34" charset="-127"/>
                <a:cs typeface="Times New Roman" panose="02020603050405020304" pitchFamily="18" charset="0"/>
              </a:rPr>
              <a:t>worm</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lnSpc>
                <a:spcPct val="110000"/>
              </a:lnSpc>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① </a:t>
            </a:r>
            <a:r>
              <a:rPr lang="en-US" altLang="ko-KR" sz="900">
                <a:solidFill>
                  <a:srgbClr val="000000"/>
                </a:solidFill>
                <a:latin typeface="Times New Roman" panose="02020603050405020304" pitchFamily="18" charset="0"/>
                <a:cs typeface="Times New Roman" panose="02020603050405020304" pitchFamily="18" charset="0"/>
              </a:rPr>
              <a:t>Do có cấu tạo đơn giản</a:t>
            </a:r>
            <a:r>
              <a:rPr lang="ko-KR" altLang="en-US" sz="90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nên có tính kinh tế cao, tiếng ồn, rung khi </a:t>
            </a:r>
            <a:r>
              <a:rPr lang="en-US" altLang="ko-KR" sz="900" smtClean="0">
                <a:solidFill>
                  <a:srgbClr val="000000"/>
                </a:solidFill>
                <a:latin typeface="Times New Roman" panose="02020603050405020304" pitchFamily="18" charset="0"/>
                <a:cs typeface="Times New Roman" panose="02020603050405020304" pitchFamily="18" charset="0"/>
              </a:rPr>
              <a:t>chuyển </a:t>
            </a:r>
            <a:r>
              <a:rPr lang="en-US" altLang="ko-KR" sz="900">
                <a:solidFill>
                  <a:srgbClr val="000000"/>
                </a:solidFill>
                <a:latin typeface="Times New Roman" panose="02020603050405020304" pitchFamily="18" charset="0"/>
                <a:cs typeface="Times New Roman" panose="02020603050405020304" pitchFamily="18" charset="0"/>
              </a:rPr>
              <a:t>động thấp</a:t>
            </a:r>
            <a:r>
              <a:rPr lang="en-US" altLang="ko-KR" sz="900" smtClean="0">
                <a:latin typeface="Times New Roman" panose="02020603050405020304" pitchFamily="18" charset="0"/>
                <a:ea typeface="Dotum" pitchFamily="34" charset="-127"/>
                <a:cs typeface="Times New Roman" panose="02020603050405020304" pitchFamily="18" charset="0"/>
              </a:rPr>
              <a:t>  </a:t>
            </a:r>
          </a:p>
          <a:p>
            <a:pPr eaLnBrk="1" hangingPunct="1">
              <a:lnSpc>
                <a:spcPct val="110000"/>
              </a:lnSpc>
              <a:buNone/>
            </a:pP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② </a:t>
            </a:r>
            <a:r>
              <a:rPr lang="en-US" altLang="ko-KR" sz="900">
                <a:solidFill>
                  <a:srgbClr val="000000"/>
                </a:solidFill>
                <a:latin typeface="Times New Roman" panose="02020603050405020304" pitchFamily="18" charset="0"/>
                <a:cs typeface="Times New Roman" panose="02020603050405020304" pitchFamily="18" charset="0"/>
              </a:rPr>
              <a:t>Chịu tải trọng lớn, do có cấu tạo trục giao nhau vuông góc </a:t>
            </a:r>
            <a:r>
              <a:rPr lang="en-US" altLang="ko-KR" sz="900" smtClean="0">
                <a:solidFill>
                  <a:srgbClr val="000000"/>
                </a:solidFill>
                <a:latin typeface="Times New Roman" panose="02020603050405020304" pitchFamily="18" charset="0"/>
                <a:cs typeface="Times New Roman" panose="02020603050405020304" pitchFamily="18" charset="0"/>
              </a:rPr>
              <a:t>nên có </a:t>
            </a:r>
            <a:r>
              <a:rPr lang="en-US" altLang="ko-KR" sz="900">
                <a:solidFill>
                  <a:srgbClr val="000000"/>
                </a:solidFill>
                <a:latin typeface="Times New Roman" panose="02020603050405020304" pitchFamily="18" charset="0"/>
                <a:cs typeface="Times New Roman" panose="02020603050405020304" pitchFamily="18" charset="0"/>
              </a:rPr>
              <a:t>thể </a:t>
            </a:r>
            <a:r>
              <a:rPr lang="en-US" altLang="ko-KR" sz="900" smtClean="0">
                <a:solidFill>
                  <a:srgbClr val="000000"/>
                </a:solidFill>
                <a:latin typeface="Times New Roman" panose="02020603050405020304" pitchFamily="18" charset="0"/>
                <a:cs typeface="Times New Roman" panose="02020603050405020304" pitchFamily="18" charset="0"/>
              </a:rPr>
              <a:t>truyền, nhận </a:t>
            </a:r>
            <a:r>
              <a:rPr lang="en-US" altLang="ko-KR" sz="900">
                <a:solidFill>
                  <a:srgbClr val="000000"/>
                </a:solidFill>
                <a:latin typeface="Times New Roman" panose="02020603050405020304" pitchFamily="18" charset="0"/>
                <a:cs typeface="Times New Roman" panose="02020603050405020304" pitchFamily="18" charset="0"/>
              </a:rPr>
              <a:t>lực theo cả hai hướng</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a:t>
            </a:r>
            <a:r>
              <a:rPr lang="en-US" altLang="ko-KR" sz="900" b="1">
                <a:solidFill>
                  <a:srgbClr val="FF0000"/>
                </a:solidFill>
                <a:latin typeface="Times New Roman" panose="02020603050405020304" pitchFamily="18" charset="0"/>
                <a:cs typeface="Times New Roman" panose="02020603050405020304" pitchFamily="18" charset="0"/>
              </a:rPr>
              <a:t>Cần vận hành một cách phù hợp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và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ít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sinh nhiệt</a:t>
            </a:r>
            <a:endParaRPr lang="vi-VN"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④ </a:t>
            </a:r>
            <a:r>
              <a:rPr lang="en-US" altLang="ko-KR" sz="900">
                <a:solidFill>
                  <a:srgbClr val="000000"/>
                </a:solidFill>
                <a:latin typeface="Times New Roman" panose="02020603050405020304" pitchFamily="18" charset="0"/>
                <a:cs typeface="Times New Roman" panose="02020603050405020304" pitchFamily="18" charset="0"/>
              </a:rPr>
              <a:t>Tỷ lệ giảm tốc lớn, hiệu suất </a:t>
            </a:r>
            <a:r>
              <a:rPr lang="en-US" altLang="ko-KR" sz="900" smtClean="0">
                <a:solidFill>
                  <a:srgbClr val="000000"/>
                </a:solidFill>
                <a:latin typeface="Times New Roman" panose="02020603050405020304" pitchFamily="18" charset="0"/>
                <a:cs typeface="Times New Roman" panose="02020603050405020304" pitchFamily="18" charset="0"/>
              </a:rPr>
              <a:t>xấu </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17. </a:t>
            </a:r>
            <a:r>
              <a:rPr lang="vi-VN" altLang="ko-KR" sz="900" smtClean="0">
                <a:latin typeface="Times New Roman" panose="02020603050405020304" pitchFamily="18" charset="0"/>
                <a:ea typeface="Dotum" pitchFamily="34" charset="-127"/>
                <a:cs typeface="Times New Roman" panose="02020603050405020304" pitchFamily="18" charset="0"/>
              </a:rPr>
              <a:t>Đ</a:t>
            </a:r>
            <a:r>
              <a:rPr lang="en-US" altLang="ko-KR" sz="900" smtClean="0">
                <a:latin typeface="Times New Roman" panose="02020603050405020304" pitchFamily="18" charset="0"/>
                <a:ea typeface="Dotum" pitchFamily="34" charset="-127"/>
                <a:cs typeface="Times New Roman" panose="02020603050405020304" pitchFamily="18" charset="0"/>
              </a:rPr>
              <a:t>áp án</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không phù hợp với thành phần và chất liệu của </a:t>
            </a:r>
            <a:r>
              <a:rPr lang="en-US" altLang="ko-KR" sz="900" smtClean="0">
                <a:latin typeface="Times New Roman" panose="02020603050405020304" pitchFamily="18" charset="0"/>
                <a:ea typeface="Dotum" pitchFamily="34" charset="-127"/>
                <a:cs typeface="Times New Roman" panose="02020603050405020304" pitchFamily="18" charset="0"/>
              </a:rPr>
              <a:t>Timing Belt</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Sợi gia cường                      </a:t>
            </a:r>
            <a:r>
              <a:rPr lang="vi-VN" altLang="ko-KR" sz="900" smtClean="0">
                <a:latin typeface="Times New Roman" panose="02020603050405020304" pitchFamily="18" charset="0"/>
                <a:ea typeface="Dotum" pitchFamily="34" charset="-127"/>
                <a:cs typeface="Times New Roman" panose="02020603050405020304" pitchFamily="18" charset="0"/>
              </a:rPr>
              <a:t>② </a:t>
            </a:r>
            <a:r>
              <a:rPr lang="en-US" altLang="ko-KR" sz="900" smtClean="0">
                <a:latin typeface="Times New Roman" panose="02020603050405020304" pitchFamily="18" charset="0"/>
                <a:ea typeface="Dotum" pitchFamily="34" charset="-127"/>
                <a:cs typeface="Times New Roman" panose="02020603050405020304" pitchFamily="18" charset="0"/>
              </a:rPr>
              <a:t>Răng c</a:t>
            </a:r>
            <a:r>
              <a:rPr lang="vi-VN" altLang="ko-KR" sz="900" smtClean="0">
                <a:latin typeface="Times New Roman" panose="02020603050405020304" pitchFamily="18" charset="0"/>
                <a:ea typeface="Dotum" pitchFamily="34" charset="-127"/>
                <a:cs typeface="Times New Roman" panose="02020603050405020304" pitchFamily="18" charset="0"/>
              </a:rPr>
              <a:t>ao su</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Cao su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mặt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bên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④ </a:t>
            </a:r>
            <a:r>
              <a:rPr lang="en-US" altLang="ko-KR" sz="900" smtClean="0">
                <a:latin typeface="Times New Roman" panose="02020603050405020304" pitchFamily="18" charset="0"/>
                <a:ea typeface="Dotum" pitchFamily="34" charset="-127"/>
                <a:cs typeface="Times New Roman" panose="02020603050405020304" pitchFamily="18" charset="0"/>
              </a:rPr>
              <a:t>Vải b</a:t>
            </a:r>
            <a:r>
              <a:rPr lang="vi-VN" altLang="ko-KR" sz="900" smtClean="0">
                <a:latin typeface="Times New Roman" panose="02020603050405020304" pitchFamily="18" charset="0"/>
                <a:ea typeface="Dotum" pitchFamily="34" charset="-127"/>
                <a:cs typeface="Times New Roman" panose="02020603050405020304" pitchFamily="18" charset="0"/>
              </a:rPr>
              <a:t>ạt </a:t>
            </a:r>
            <a:r>
              <a:rPr lang="vi-VN" altLang="ko-KR" sz="900">
                <a:latin typeface="Times New Roman" panose="02020603050405020304" pitchFamily="18" charset="0"/>
                <a:ea typeface="Dotum" pitchFamily="34" charset="-127"/>
                <a:cs typeface="Times New Roman" panose="02020603050405020304" pitchFamily="18" charset="0"/>
              </a:rPr>
              <a:t>dưới</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pic>
        <p:nvPicPr>
          <p:cNvPr id="2057" name="Picture 142"/>
          <p:cNvPicPr>
            <a:picLocks noChangeAspect="1" noChangeArrowheads="1"/>
          </p:cNvPicPr>
          <p:nvPr/>
        </p:nvPicPr>
        <p:blipFill>
          <a:blip r:embed="rId3">
            <a:clrChange>
              <a:clrFrom>
                <a:srgbClr val="ACCFED"/>
              </a:clrFrom>
              <a:clrTo>
                <a:srgbClr val="ACCFED">
                  <a:alpha val="0"/>
                </a:srgbClr>
              </a:clrTo>
            </a:clrChange>
            <a:extLst>
              <a:ext uri="{28A0092B-C50C-407E-A947-70E740481C1C}">
                <a14:useLocalDpi xmlns:a14="http://schemas.microsoft.com/office/drawing/2010/main" val="0"/>
              </a:ext>
            </a:extLst>
          </a:blip>
          <a:srcRect/>
          <a:stretch>
            <a:fillRect/>
          </a:stretch>
        </p:blipFill>
        <p:spPr bwMode="auto">
          <a:xfrm>
            <a:off x="304800" y="8229600"/>
            <a:ext cx="304800" cy="3472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163"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 name="Picture 144"/>
          <p:cNvPicPr>
            <a:picLocks noChangeAspect="1" noChangeArrowheads="1"/>
          </p:cNvPicPr>
          <p:nvPr/>
        </p:nvPicPr>
        <p:blipFill>
          <a:blip r:embed="rId4">
            <a:clrChange>
              <a:clrFrom>
                <a:srgbClr val="ACCFED"/>
              </a:clrFrom>
              <a:clrTo>
                <a:srgbClr val="ACCFED">
                  <a:alpha val="0"/>
                </a:srgbClr>
              </a:clrTo>
            </a:clrChange>
            <a:extLst>
              <a:ext uri="{28A0092B-C50C-407E-A947-70E740481C1C}">
                <a14:useLocalDpi xmlns:a14="http://schemas.microsoft.com/office/drawing/2010/main" val="0"/>
              </a:ext>
            </a:extLst>
          </a:blip>
          <a:srcRect l="19229" r="20000" b="82082"/>
          <a:stretch>
            <a:fillRect/>
          </a:stretch>
        </p:blipFill>
        <p:spPr bwMode="auto">
          <a:xfrm>
            <a:off x="953442" y="8229601"/>
            <a:ext cx="376238" cy="331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163"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9" name="Picture 147"/>
          <p:cNvPicPr>
            <a:picLocks noChangeAspect="1" noChangeArrowheads="1"/>
          </p:cNvPicPr>
          <p:nvPr/>
        </p:nvPicPr>
        <p:blipFill>
          <a:blip r:embed="rId4">
            <a:clrChange>
              <a:clrFrom>
                <a:srgbClr val="ACCFED"/>
              </a:clrFrom>
              <a:clrTo>
                <a:srgbClr val="ACCFED">
                  <a:alpha val="0"/>
                </a:srgbClr>
              </a:clrTo>
            </a:clrChange>
            <a:extLst>
              <a:ext uri="{28A0092B-C50C-407E-A947-70E740481C1C}">
                <a14:useLocalDpi xmlns:a14="http://schemas.microsoft.com/office/drawing/2010/main" val="0"/>
              </a:ext>
            </a:extLst>
          </a:blip>
          <a:srcRect l="4102" t="61264" r="256" b="21870"/>
          <a:stretch>
            <a:fillRect/>
          </a:stretch>
        </p:blipFill>
        <p:spPr bwMode="auto">
          <a:xfrm>
            <a:off x="1784202" y="8236103"/>
            <a:ext cx="409575" cy="2593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163"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60" name="Picture 148"/>
          <p:cNvPicPr>
            <a:picLocks noChangeAspect="1" noChangeArrowheads="1"/>
          </p:cNvPicPr>
          <p:nvPr/>
        </p:nvPicPr>
        <p:blipFill>
          <a:blip r:embed="rId4">
            <a:clrChange>
              <a:clrFrom>
                <a:srgbClr val="ACCFED"/>
              </a:clrFrom>
              <a:clrTo>
                <a:srgbClr val="ACCFED">
                  <a:alpha val="0"/>
                </a:srgbClr>
              </a:clrTo>
            </a:clrChange>
            <a:extLst>
              <a:ext uri="{28A0092B-C50C-407E-A947-70E740481C1C}">
                <a14:useLocalDpi xmlns:a14="http://schemas.microsoft.com/office/drawing/2010/main" val="0"/>
              </a:ext>
            </a:extLst>
          </a:blip>
          <a:srcRect l="14357" t="81685" r="10768" b="-459"/>
          <a:stretch>
            <a:fillRect/>
          </a:stretch>
        </p:blipFill>
        <p:spPr bwMode="auto">
          <a:xfrm>
            <a:off x="2545556" y="8229601"/>
            <a:ext cx="368300" cy="331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0163"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2318377954"/>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p>
        </p:txBody>
      </p:sp>
      <p:sp>
        <p:nvSpPr>
          <p:cNvPr id="3076" name="Rectangle 5"/>
          <p:cNvSpPr>
            <a:spLocks noChangeArrowheads="1"/>
          </p:cNvSpPr>
          <p:nvPr/>
        </p:nvSpPr>
        <p:spPr bwMode="auto">
          <a:xfrm>
            <a:off x="3384550" y="716574"/>
            <a:ext cx="3214688"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en-US" altLang="ko-KR" sz="900">
              <a:latin typeface="Dotum" pitchFamily="34" charset="-127"/>
              <a:ea typeface="Dotum" pitchFamily="34" charset="-127"/>
            </a:endParaRPr>
          </a:p>
        </p:txBody>
      </p:sp>
      <p:sp>
        <p:nvSpPr>
          <p:cNvPr id="3078" name="Rectangle 5"/>
          <p:cNvSpPr>
            <a:spLocks noChangeArrowheads="1"/>
          </p:cNvSpPr>
          <p:nvPr/>
        </p:nvSpPr>
        <p:spPr bwMode="auto">
          <a:xfrm>
            <a:off x="169864" y="716574"/>
            <a:ext cx="3214687"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ko-KR" altLang="en-US" sz="900">
              <a:latin typeface="Dotum" pitchFamily="34" charset="-127"/>
              <a:ea typeface="Dotum" pitchFamily="34" charset="-127"/>
            </a:endParaRPr>
          </a:p>
          <a:p>
            <a:pPr eaLnBrk="1" hangingPunct="1">
              <a:spcBef>
                <a:spcPct val="0"/>
              </a:spcBef>
              <a:buFontTx/>
              <a:buNone/>
            </a:pPr>
            <a:endParaRPr lang="en-US" altLang="ko-KR" sz="900">
              <a:latin typeface="Dotum" pitchFamily="34" charset="-127"/>
              <a:ea typeface="Dotum" pitchFamily="34" charset="-127"/>
            </a:endParaRPr>
          </a:p>
        </p:txBody>
      </p:sp>
      <p:sp>
        <p:nvSpPr>
          <p:cNvPr id="3079" name="Rectangle 1"/>
          <p:cNvSpPr>
            <a:spLocks noChangeArrowheads="1"/>
          </p:cNvSpPr>
          <p:nvPr/>
        </p:nvSpPr>
        <p:spPr bwMode="auto">
          <a:xfrm>
            <a:off x="169863" y="1115158"/>
            <a:ext cx="3221037" cy="3277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18. Đâu không phải là phương pháp </a:t>
            </a:r>
            <a:r>
              <a:rPr lang="en-US" altLang="ko-KR" sz="900" smtClean="0">
                <a:latin typeface="Times New Roman" panose="02020603050405020304" pitchFamily="18" charset="0"/>
                <a:ea typeface="Dotum" pitchFamily="34" charset="-127"/>
                <a:cs typeface="Times New Roman" panose="02020603050405020304" pitchFamily="18" charset="0"/>
              </a:rPr>
              <a:t>Preload </a:t>
            </a:r>
            <a:r>
              <a:rPr lang="vi-VN" altLang="ko-KR" sz="900" smtClean="0">
                <a:latin typeface="Times New Roman" panose="02020603050405020304" pitchFamily="18" charset="0"/>
                <a:ea typeface="Dotum" pitchFamily="34" charset="-127"/>
                <a:cs typeface="Times New Roman" panose="02020603050405020304" pitchFamily="18" charset="0"/>
              </a:rPr>
              <a:t>trục </a:t>
            </a:r>
            <a:r>
              <a:rPr lang="en-US" altLang="ko-KR" sz="900" smtClean="0">
                <a:latin typeface="Times New Roman" panose="02020603050405020304" pitchFamily="18" charset="0"/>
                <a:ea typeface="Dotum" pitchFamily="34" charset="-127"/>
                <a:cs typeface="Times New Roman" panose="02020603050405020304" pitchFamily="18" charset="0"/>
              </a:rPr>
              <a:t>Ballscrew</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a:latin typeface="Times New Roman" panose="02020603050405020304" pitchFamily="18" charset="0"/>
                <a:cs typeface="Times New Roman" panose="02020603050405020304" pitchFamily="18" charset="0"/>
              </a:rPr>
              <a:t>Static Pressure Preload Type</a:t>
            </a:r>
          </a:p>
          <a:p>
            <a:pPr>
              <a:buNone/>
            </a:pP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Deflector method</a:t>
            </a:r>
          </a:p>
          <a:p>
            <a:pPr>
              <a:buNone/>
            </a:pPr>
            <a:r>
              <a:rPr lang="vi-VN" altLang="ko-KR" sz="900">
                <a:latin typeface="Times New Roman" panose="02020603050405020304" pitchFamily="18" charset="0"/>
                <a:ea typeface="Dotum" pitchFamily="34" charset="-127"/>
                <a:cs typeface="Times New Roman" panose="02020603050405020304" pitchFamily="18" charset="0"/>
              </a:rPr>
              <a:t> </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   ③ Double nut method</a:t>
            </a:r>
          </a:p>
          <a:p>
            <a:pPr>
              <a:buNone/>
            </a:pP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    ④ Offset method</a:t>
            </a:r>
            <a:endParaRPr lang="en-US" altLang="ko-KR" sz="900">
              <a:latin typeface="Times New Roman" panose="02020603050405020304" pitchFamily="18" charset="0"/>
              <a:ea typeface="Dotum" pitchFamily="34" charset="-127"/>
              <a:cs typeface="Times New Roman" panose="02020603050405020304" pitchFamily="18" charset="0"/>
            </a:endParaRPr>
          </a:p>
          <a:p>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19. Điều gì được mô tả </a:t>
            </a:r>
            <a:r>
              <a:rPr lang="vi-VN" altLang="ko-KR" sz="900" smtClean="0">
                <a:latin typeface="Times New Roman" panose="02020603050405020304" pitchFamily="18" charset="0"/>
                <a:ea typeface="Dotum" pitchFamily="34" charset="-127"/>
                <a:cs typeface="Times New Roman" panose="02020603050405020304" pitchFamily="18" charset="0"/>
              </a:rPr>
              <a:t>sai </a:t>
            </a:r>
            <a:r>
              <a:rPr lang="vi-VN" altLang="ko-KR" sz="900">
                <a:latin typeface="Times New Roman" panose="02020603050405020304" pitchFamily="18" charset="0"/>
                <a:ea typeface="Dotum" pitchFamily="34" charset="-127"/>
                <a:cs typeface="Times New Roman" panose="02020603050405020304" pitchFamily="18" charset="0"/>
              </a:rPr>
              <a:t>đặc điểm của phương pháp dẫn </a:t>
            </a:r>
            <a:r>
              <a:rPr lang="vi-VN" altLang="ko-KR" sz="900" smtClean="0">
                <a:latin typeface="Times New Roman" panose="02020603050405020304" pitchFamily="18" charset="0"/>
                <a:ea typeface="Dotum" pitchFamily="34" charset="-127"/>
                <a:cs typeface="Times New Roman" panose="02020603050405020304" pitchFamily="18" charset="0"/>
              </a:rPr>
              <a:t>hướng</a:t>
            </a:r>
            <a:r>
              <a:rPr lang="en-US" altLang="ko-KR" sz="900" smtClean="0">
                <a:latin typeface="Times New Roman" panose="02020603050405020304" pitchFamily="18" charset="0"/>
                <a:ea typeface="Dotum" pitchFamily="34" charset="-127"/>
                <a:cs typeface="Times New Roman" panose="02020603050405020304" pitchFamily="18" charset="0"/>
              </a:rPr>
              <a:t> Linear</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a:buNone/>
            </a:pPr>
            <a:r>
              <a:rPr lang="vi-VN" altLang="ko-KR" sz="900">
                <a:latin typeface="Times New Roman" panose="02020603050405020304" pitchFamily="18" charset="0"/>
                <a:ea typeface="Dotum" pitchFamily="34" charset="-127"/>
                <a:cs typeface="Times New Roman" panose="02020603050405020304" pitchFamily="18" charset="0"/>
              </a:rPr>
              <a:t>   ① Phương pháp dẫn hướng trượt có hệ số ma sát lớn, hiệu quả kém.</a:t>
            </a:r>
          </a:p>
          <a:p>
            <a:pPr>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Linear Bush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có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tải trọng cho phép lớn.</a:t>
            </a:r>
          </a:p>
          <a:p>
            <a:pPr>
              <a:buNone/>
            </a:pPr>
            <a:r>
              <a:rPr lang="vi-VN" altLang="ko-KR" sz="900">
                <a:latin typeface="Times New Roman" panose="02020603050405020304" pitchFamily="18" charset="0"/>
                <a:ea typeface="Dotum" pitchFamily="34" charset="-127"/>
                <a:cs typeface="Times New Roman" panose="02020603050405020304" pitchFamily="18" charset="0"/>
              </a:rPr>
              <a:t>   ③ Thanh dẫn hướng LM hầu như không có hiện tượng trượt thanh và mất chuyển động.</a:t>
            </a:r>
          </a:p>
          <a:p>
            <a:pPr>
              <a:buNone/>
            </a:pPr>
            <a:r>
              <a:rPr lang="vi-VN" altLang="ko-KR" sz="900">
                <a:latin typeface="Times New Roman" panose="02020603050405020304" pitchFamily="18" charset="0"/>
                <a:ea typeface="Dotum" pitchFamily="34" charset="-127"/>
                <a:cs typeface="Times New Roman" panose="02020603050405020304" pitchFamily="18" charset="0"/>
              </a:rPr>
              <a:t>   ④ </a:t>
            </a:r>
            <a:r>
              <a:rPr lang="en-US" altLang="ko-KR" sz="900" smtClean="0">
                <a:latin typeface="Times New Roman" panose="02020603050405020304" pitchFamily="18" charset="0"/>
                <a:ea typeface="Dotum" pitchFamily="34" charset="-127"/>
                <a:cs typeface="Times New Roman" panose="02020603050405020304" pitchFamily="18" charset="0"/>
              </a:rPr>
              <a:t>Ball screw </a:t>
            </a:r>
            <a:r>
              <a:rPr lang="vi-VN" altLang="ko-KR" sz="900" smtClean="0">
                <a:latin typeface="Times New Roman" panose="02020603050405020304" pitchFamily="18" charset="0"/>
                <a:ea typeface="Dotum" pitchFamily="34" charset="-127"/>
                <a:cs typeface="Times New Roman" panose="02020603050405020304" pitchFamily="18" charset="0"/>
              </a:rPr>
              <a:t>có </a:t>
            </a:r>
            <a:r>
              <a:rPr lang="vi-VN" altLang="ko-KR" sz="900">
                <a:latin typeface="Times New Roman" panose="02020603050405020304" pitchFamily="18" charset="0"/>
                <a:ea typeface="Dotum" pitchFamily="34" charset="-127"/>
                <a:cs typeface="Times New Roman" panose="02020603050405020304" pitchFamily="18" charset="0"/>
              </a:rPr>
              <a:t>thể giảm thiểu </a:t>
            </a:r>
            <a:r>
              <a:rPr lang="en-US" altLang="ko-KR" sz="900" smtClean="0">
                <a:latin typeface="Times New Roman" panose="02020603050405020304" pitchFamily="18" charset="0"/>
                <a:ea typeface="Dotum" pitchFamily="34" charset="-127"/>
                <a:cs typeface="Times New Roman" panose="02020603050405020304" pitchFamily="18" charset="0"/>
              </a:rPr>
              <a:t>Backlash</a:t>
            </a:r>
            <a:endParaRPr lang="en-US" altLang="ko-KR" sz="900">
              <a:latin typeface="Times New Roman" panose="02020603050405020304" pitchFamily="18" charset="0"/>
              <a:ea typeface="Dotum" pitchFamily="34" charset="-127"/>
              <a:cs typeface="Times New Roman" panose="02020603050405020304" pitchFamily="18" charset="0"/>
            </a:endParaRPr>
          </a:p>
          <a:p>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20. Trong số các </a:t>
            </a:r>
            <a:r>
              <a:rPr lang="en-US" altLang="ko-KR" sz="900" smtClean="0">
                <a:latin typeface="Times New Roman" panose="02020603050405020304" pitchFamily="18" charset="0"/>
                <a:ea typeface="Dotum" pitchFamily="34" charset="-127"/>
                <a:cs typeface="Times New Roman" panose="02020603050405020304" pitchFamily="18" charset="0"/>
              </a:rPr>
              <a:t>chức năng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của</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bôi trơn, chức năng nào kéo dài tuổi thọ máy bằng cách giảm ma sát và </a:t>
            </a:r>
            <a:r>
              <a:rPr lang="en-US" altLang="ko-KR" sz="900" smtClean="0">
                <a:latin typeface="Times New Roman" panose="02020603050405020304" pitchFamily="18" charset="0"/>
                <a:ea typeface="Dotum" pitchFamily="34" charset="-127"/>
                <a:cs typeface="Times New Roman" panose="02020603050405020304" pitchFamily="18" charset="0"/>
              </a:rPr>
              <a:t>hỏng hóc</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a:latin typeface="Times New Roman" panose="02020603050405020304" pitchFamily="18" charset="0"/>
                <a:ea typeface="Dotum" pitchFamily="34" charset="-127"/>
                <a:cs typeface="Times New Roman" panose="02020603050405020304" pitchFamily="18" charset="0"/>
              </a:rPr>
              <a:t>L</a:t>
            </a:r>
            <a:r>
              <a:rPr lang="vi-VN" altLang="ko-KR" sz="900" smtClean="0">
                <a:latin typeface="Times New Roman" panose="02020603050405020304" pitchFamily="18" charset="0"/>
                <a:ea typeface="Dotum" pitchFamily="34" charset="-127"/>
                <a:cs typeface="Times New Roman" panose="02020603050405020304" pitchFamily="18" charset="0"/>
              </a:rPr>
              <a:t>àm </a:t>
            </a:r>
            <a:r>
              <a:rPr lang="vi-VN" altLang="ko-KR" sz="900">
                <a:latin typeface="Times New Roman" panose="02020603050405020304" pitchFamily="18" charset="0"/>
                <a:ea typeface="Dotum" pitchFamily="34" charset="-127"/>
                <a:cs typeface="Times New Roman" panose="02020603050405020304" pitchFamily="18" charset="0"/>
              </a:rPr>
              <a:t>mát</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② </a:t>
            </a:r>
            <a:r>
              <a:rPr lang="en-US" altLang="ko-KR" sz="900">
                <a:latin typeface="Times New Roman" panose="02020603050405020304" pitchFamily="18" charset="0"/>
                <a:ea typeface="Dotum" pitchFamily="34" charset="-127"/>
                <a:cs typeface="Times New Roman" panose="02020603050405020304" pitchFamily="18" charset="0"/>
              </a:rPr>
              <a:t>P</a:t>
            </a:r>
            <a:r>
              <a:rPr lang="vi-VN" altLang="ko-KR" sz="900" smtClean="0">
                <a:latin typeface="Times New Roman" panose="02020603050405020304" pitchFamily="18" charset="0"/>
                <a:ea typeface="Dotum" pitchFamily="34" charset="-127"/>
                <a:cs typeface="Times New Roman" panose="02020603050405020304" pitchFamily="18" charset="0"/>
              </a:rPr>
              <a:t>hân </a:t>
            </a:r>
            <a:r>
              <a:rPr lang="vi-VN" altLang="ko-KR" sz="900">
                <a:latin typeface="Times New Roman" panose="02020603050405020304" pitchFamily="18" charset="0"/>
                <a:ea typeface="Dotum" pitchFamily="34" charset="-127"/>
                <a:cs typeface="Times New Roman" panose="02020603050405020304" pitchFamily="18" charset="0"/>
              </a:rPr>
              <a:t>tán </a:t>
            </a:r>
            <a:r>
              <a:rPr lang="en-US" altLang="ko-KR" sz="900" smtClean="0">
                <a:latin typeface="Times New Roman" panose="02020603050405020304" pitchFamily="18" charset="0"/>
                <a:ea typeface="Dotum" pitchFamily="34" charset="-127"/>
                <a:cs typeface="Times New Roman" panose="02020603050405020304" pitchFamily="18" charset="0"/>
              </a:rPr>
              <a:t>tải trọng</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a:t>
            </a:r>
            <a:r>
              <a:rPr lang="en-US" altLang="ko-KR" sz="900">
                <a:latin typeface="Times New Roman" panose="02020603050405020304" pitchFamily="18" charset="0"/>
                <a:ea typeface="Dotum" pitchFamily="34" charset="-127"/>
                <a:cs typeface="Times New Roman" panose="02020603050405020304" pitchFamily="18" charset="0"/>
              </a:rPr>
              <a:t>N</a:t>
            </a:r>
            <a:r>
              <a:rPr lang="vi-VN" altLang="ko-KR" sz="900" smtClean="0">
                <a:latin typeface="Times New Roman" panose="02020603050405020304" pitchFamily="18" charset="0"/>
                <a:ea typeface="Dotum" pitchFamily="34" charset="-127"/>
                <a:cs typeface="Times New Roman" panose="02020603050405020304" pitchFamily="18" charset="0"/>
              </a:rPr>
              <a:t>iêm </a:t>
            </a:r>
            <a:r>
              <a:rPr lang="vi-VN" altLang="ko-KR" sz="900">
                <a:latin typeface="Times New Roman" panose="02020603050405020304" pitchFamily="18" charset="0"/>
                <a:ea typeface="Dotum" pitchFamily="34" charset="-127"/>
                <a:cs typeface="Times New Roman" panose="02020603050405020304" pitchFamily="18" charset="0"/>
              </a:rPr>
              <a:t>phong</a:t>
            </a: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   ④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Giảm mài mòn</a:t>
            </a:r>
            <a:endParaRPr lang="vi-VN"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p:txBody>
      </p:sp>
      <p:sp>
        <p:nvSpPr>
          <p:cNvPr id="6" name="TextBox 5"/>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2</a:t>
            </a:r>
          </a:p>
        </p:txBody>
      </p:sp>
    </p:spTree>
    <p:extLst>
      <p:ext uri="{BB962C8B-B14F-4D97-AF65-F5344CB8AC3E}">
        <p14:creationId xmlns:p14="http://schemas.microsoft.com/office/powerpoint/2010/main" val="3699203621"/>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1" name="Rectangle 3"/>
          <p:cNvSpPr>
            <a:spLocks noChangeArrowheads="1"/>
          </p:cNvSpPr>
          <p:nvPr/>
        </p:nvSpPr>
        <p:spPr bwMode="auto">
          <a:xfrm>
            <a:off x="304800" y="716574"/>
            <a:ext cx="3124200" cy="8351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54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돋움" pitchFamily="50" charset="-127"/>
              <a:ea typeface="돋움" pitchFamily="50" charset="-127"/>
            </a:endParaRPr>
          </a:p>
          <a:p>
            <a:pPr eaLnBrk="1" hangingPunct="1">
              <a:spcBef>
                <a:spcPct val="0"/>
              </a:spcBef>
              <a:buFontTx/>
              <a:buNone/>
            </a:pPr>
            <a:endParaRPr lang="en-US" altLang="ko-KR" sz="900">
              <a:latin typeface="돋움" pitchFamily="50" charset="-127"/>
              <a:ea typeface="돋움" pitchFamily="50" charset="-127"/>
            </a:endParaRPr>
          </a:p>
        </p:txBody>
      </p:sp>
      <p:sp>
        <p:nvSpPr>
          <p:cNvPr id="2052" name="Rectangle 4"/>
          <p:cNvSpPr>
            <a:spLocks noChangeArrowheads="1"/>
          </p:cNvSpPr>
          <p:nvPr/>
        </p:nvSpPr>
        <p:spPr bwMode="auto">
          <a:xfrm>
            <a:off x="3429000" y="716574"/>
            <a:ext cx="3124200" cy="8351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2053" name="Text Box 6"/>
          <p:cNvSpPr txBox="1">
            <a:spLocks noChangeArrowheads="1"/>
          </p:cNvSpPr>
          <p:nvPr/>
        </p:nvSpPr>
        <p:spPr bwMode="auto">
          <a:xfrm>
            <a:off x="292101" y="754674"/>
            <a:ext cx="1292341" cy="24622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itchFamily="18" charset="0"/>
                <a:ea typeface="돋움" pitchFamily="50" charset="-127"/>
                <a:cs typeface="Times New Roman" pitchFamily="18" charset="0"/>
              </a:rPr>
              <a:t>※ Điện</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Câu 1</a:t>
            </a:r>
            <a:r>
              <a:rPr lang="ko-KR" altLang="en-US" sz="1000" b="1">
                <a:latin typeface="Times New Roman" pitchFamily="18" charset="0"/>
                <a:ea typeface="돋움" pitchFamily="50" charset="-127"/>
                <a:cs typeface="Times New Roman" pitchFamily="18" charset="0"/>
              </a:rPr>
              <a:t> </a:t>
            </a:r>
            <a:r>
              <a:rPr lang="en-US" altLang="ko-KR" sz="1000" b="1">
                <a:latin typeface="Times New Roman" pitchFamily="18" charset="0"/>
                <a:ea typeface="돋움" pitchFamily="50" charset="-127"/>
                <a:cs typeface="Times New Roman" pitchFamily="18" charset="0"/>
              </a:rPr>
              <a:t>~ 20</a:t>
            </a:r>
            <a:endParaRPr lang="ko-KR" altLang="en-US" sz="1000" b="1">
              <a:latin typeface="Times New Roman" pitchFamily="18" charset="0"/>
              <a:ea typeface="돋움" pitchFamily="50" charset="-127"/>
              <a:cs typeface="Times New Roman" pitchFamily="18" charset="0"/>
            </a:endParaRPr>
          </a:p>
        </p:txBody>
      </p:sp>
      <p:sp>
        <p:nvSpPr>
          <p:cNvPr id="50" name="Text Box 6"/>
          <p:cNvSpPr txBox="1">
            <a:spLocks noChangeArrowheads="1"/>
          </p:cNvSpPr>
          <p:nvPr/>
        </p:nvSpPr>
        <p:spPr bwMode="auto">
          <a:xfrm>
            <a:off x="123825" y="211016"/>
            <a:ext cx="595035" cy="338554"/>
          </a:xfrm>
          <a:prstGeom prst="rect">
            <a:avLst/>
          </a:prstGeom>
          <a:noFill/>
          <a:ln w="9525">
            <a:noFill/>
            <a:miter lim="800000"/>
            <a:headEnd/>
            <a:tailEnd/>
          </a:ln>
          <a:effectLst/>
        </p:spPr>
        <p:txBody>
          <a:bodyPr wrap="none">
            <a:spAutoFit/>
          </a:bodyPr>
          <a:lstStyle/>
          <a:p>
            <a:pPr>
              <a:defRPr/>
            </a:pP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Điện</a:t>
            </a:r>
            <a:endParaRPr lang="ko-KR" altLang="en-US"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2055" name="Rectangle 7"/>
          <p:cNvSpPr>
            <a:spLocks noChangeArrowheads="1"/>
          </p:cNvSpPr>
          <p:nvPr/>
        </p:nvSpPr>
        <p:spPr bwMode="auto">
          <a:xfrm>
            <a:off x="255588" y="927589"/>
            <a:ext cx="3186112" cy="79868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1. Ý nào không đúng khi giải thích về</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cấu tạo của nguyên tử?</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vi-VN" altLang="ko-KR" sz="900">
                <a:latin typeface="Times New Roman" pitchFamily="18" charset="0"/>
                <a:ea typeface="돋움" pitchFamily="50" charset="-127"/>
                <a:cs typeface="Times New Roman" pitchFamily="18" charset="0"/>
              </a:rPr>
              <a:t>Hạt nhân nguyên tử: gồm proton và nơtron</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vi-VN" altLang="ko-KR" sz="900">
                <a:latin typeface="Times New Roman" pitchFamily="18" charset="0"/>
                <a:ea typeface="돋움" pitchFamily="50" charset="-127"/>
                <a:cs typeface="Times New Roman" pitchFamily="18" charset="0"/>
              </a:rPr>
              <a:t>Các proton và neutron có khối lượng gần như</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bằng nhau, và  các electron có hạt lớn hơn khoảng 1840 lần</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b="1">
                <a:solidFill>
                  <a:srgbClr val="FF0000"/>
                </a:solidFill>
                <a:latin typeface="Times New Roman" pitchFamily="18" charset="0"/>
                <a:ea typeface="돋움" pitchFamily="50" charset="-127"/>
                <a:cs typeface="Times New Roman" pitchFamily="18" charset="0"/>
              </a:rPr>
              <a:t> ③ </a:t>
            </a:r>
            <a:r>
              <a:rPr lang="en-US" altLang="ko-KR" sz="900" b="1">
                <a:solidFill>
                  <a:srgbClr val="FF0000"/>
                </a:solidFill>
                <a:latin typeface="Times New Roman" pitchFamily="18" charset="0"/>
                <a:ea typeface="돋움" pitchFamily="50" charset="-127"/>
                <a:cs typeface="Times New Roman" pitchFamily="18" charset="0"/>
              </a:rPr>
              <a:t>Số</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proton Z = số</a:t>
            </a:r>
            <a:r>
              <a:rPr lang="ko-KR" altLang="en-US" sz="900" b="1">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điện tích = số</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hiệu nguyên tử</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=&gt; giống số</a:t>
            </a:r>
            <a:r>
              <a:rPr lang="ko-KR" altLang="en-US" sz="900" b="1">
                <a:solidFill>
                  <a:srgbClr val="FF0000"/>
                </a:solidFill>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electron</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vi-VN" altLang="ko-KR" sz="900">
                <a:latin typeface="Times New Roman" pitchFamily="18" charset="0"/>
                <a:ea typeface="돋움" pitchFamily="50" charset="-127"/>
                <a:cs typeface="Times New Roman" pitchFamily="18" charset="0"/>
              </a:rPr>
              <a:t>Lượng hạt điện tích dương là chính xác nhưng lượng hạt trung tính có thể</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hơn kém vài đơn vị</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 Điện năng do các êlectron tự</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do di chuyển giữa các nguyên tử</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tạo ra được gọi là?</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vi-VN" altLang="ko-KR" sz="900">
                <a:latin typeface="Times New Roman" pitchFamily="18" charset="0"/>
                <a:ea typeface="돋움" pitchFamily="50" charset="-127"/>
                <a:cs typeface="Times New Roman" pitchFamily="18" charset="0"/>
              </a:rPr>
              <a:t>Nhiễm điện</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Ion hóa</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③ </a:t>
            </a:r>
            <a:r>
              <a:rPr lang="en-US" altLang="ko-KR" sz="900" b="1">
                <a:solidFill>
                  <a:srgbClr val="FF0000"/>
                </a:solidFill>
                <a:latin typeface="Times New Roman" pitchFamily="18" charset="0"/>
                <a:ea typeface="돋움" pitchFamily="50" charset="-127"/>
                <a:cs typeface="Times New Roman" pitchFamily="18" charset="0"/>
              </a:rPr>
              <a:t>Điện tích</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Điện ly</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3. Trong số</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nhiễu dao động điện áp, hiện tượng mất đi 1 phần pha của dòng điện xoay chiều thường gặp gọi là gì?</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vi-VN" altLang="ko-KR" sz="900">
                <a:latin typeface="Times New Roman" pitchFamily="18" charset="0"/>
                <a:ea typeface="돋움" pitchFamily="50" charset="-127"/>
                <a:cs typeface="Times New Roman" pitchFamily="18" charset="0"/>
              </a:rPr>
              <a:t>Mất điện tức thời</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vi-VN" altLang="ko-KR" sz="900">
                <a:latin typeface="Times New Roman" pitchFamily="18" charset="0"/>
                <a:ea typeface="돋움" pitchFamily="50" charset="-127"/>
                <a:cs typeface="Times New Roman" pitchFamily="18" charset="0"/>
              </a:rPr>
              <a:t>Giảm điện áp tức thời</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Sấm sét</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④ </a:t>
            </a:r>
            <a:r>
              <a:rPr lang="vi-VN" altLang="ko-KR" sz="900" b="1">
                <a:solidFill>
                  <a:srgbClr val="FF0000"/>
                </a:solidFill>
                <a:latin typeface="Times New Roman" pitchFamily="18" charset="0"/>
                <a:ea typeface="돋움" pitchFamily="50" charset="-127"/>
                <a:cs typeface="Times New Roman" pitchFamily="18" charset="0"/>
              </a:rPr>
              <a:t>Nháy điện</a:t>
            </a:r>
            <a:endParaRPr lang="en-US"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4. Dạng sóng có giá trị</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đỉnh-đỉnh là</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20V. Vậy giá</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trị</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Vave là bao nhiêu?</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6,37V</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7,07V</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12,74V</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14,14V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fr-FR" altLang="ko-KR" sz="900">
                <a:latin typeface="Times New Roman" pitchFamily="18" charset="0"/>
                <a:ea typeface="돋움" pitchFamily="50" charset="-127"/>
                <a:cs typeface="Times New Roman" pitchFamily="18" charset="0"/>
              </a:rPr>
              <a:t>5. Đâu không phải là</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chế</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độ</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thu nhận của máy hiện sóng?</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Chu kỳ</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Đỉnh</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Trung bình</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④ </a:t>
            </a:r>
            <a:r>
              <a:rPr lang="en-US" altLang="ko-KR" sz="900" b="1">
                <a:solidFill>
                  <a:srgbClr val="FF0000"/>
                </a:solidFill>
                <a:latin typeface="Times New Roman" pitchFamily="18" charset="0"/>
                <a:ea typeface="돋움" pitchFamily="50" charset="-127"/>
                <a:cs typeface="Times New Roman" pitchFamily="18" charset="0"/>
              </a:rPr>
              <a:t>Xung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 Loại điện trở</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nào được mô</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tả</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dưới đây?</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[Bởi vì nó là một loại nhựa không cháy, nó không bắt lửa ngay cả</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ở</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nhiệt độ</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cao. Nó</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rất dễ</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lắp đặt do đặc tính cách nhiệt phong phú]</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① </a:t>
            </a:r>
            <a:r>
              <a:rPr lang="en-US" altLang="ko-KR" sz="900">
                <a:latin typeface="Times New Roman" pitchFamily="18" charset="0"/>
                <a:ea typeface="돋움" pitchFamily="50" charset="-127"/>
                <a:cs typeface="Times New Roman" pitchFamily="18" charset="0"/>
              </a:rPr>
              <a:t>Điện trở</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cố</a:t>
            </a:r>
            <a:r>
              <a:rPr lang="ko-KR" altLang="en-US"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định màng carbon nhỏ</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② </a:t>
            </a:r>
            <a:r>
              <a:rPr lang="en-US" altLang="ko-KR" sz="900">
                <a:latin typeface="Times New Roman" pitchFamily="18" charset="0"/>
                <a:ea typeface="돋움" pitchFamily="50" charset="-127"/>
                <a:cs typeface="Times New Roman" pitchFamily="18" charset="0"/>
              </a:rPr>
              <a:t>Điện trở</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phim kim loại</a:t>
            </a:r>
            <a:endParaRPr lang="ko-KR" altLang="en-US" sz="900">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a:t>
            </a:r>
            <a:r>
              <a:rPr lang="ko-KR" altLang="en-US" sz="900" b="1">
                <a:solidFill>
                  <a:srgbClr val="FF0000"/>
                </a:solidFill>
                <a:latin typeface="Times New Roman" pitchFamily="18" charset="0"/>
                <a:ea typeface="돋움" pitchFamily="50" charset="-127"/>
                <a:cs typeface="Times New Roman" pitchFamily="18" charset="0"/>
              </a:rPr>
              <a:t>③ </a:t>
            </a:r>
            <a:r>
              <a:rPr lang="en-US" altLang="ko-KR" sz="900" b="1">
                <a:solidFill>
                  <a:srgbClr val="FF0000"/>
                </a:solidFill>
                <a:latin typeface="Times New Roman" pitchFamily="18" charset="0"/>
                <a:ea typeface="돋움" pitchFamily="50" charset="-127"/>
                <a:cs typeface="Times New Roman" pitchFamily="18" charset="0"/>
              </a:rPr>
              <a:t>Điện trở</a:t>
            </a:r>
            <a:r>
              <a:rPr lang="ko-KR" altLang="en-US" sz="900" b="1">
                <a:solidFill>
                  <a:srgbClr val="FF0000"/>
                </a:solidFill>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xi măng</a:t>
            </a:r>
            <a:endParaRPr lang="ko-KR" altLang="en-US"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r>
              <a:rPr lang="ko-KR" altLang="en-US"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Điện trở</a:t>
            </a:r>
            <a:r>
              <a:rPr lang="ko-KR" altLang="en-US"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khả biến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7. Theo cấu tạo, đâu không phải là một loại biến trở ?</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Loại màng carbon</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Loại màng kim loại</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Loại phủ sứ</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Loại cuộn cảm</a:t>
            </a:r>
          </a:p>
        </p:txBody>
      </p:sp>
      <p:sp>
        <p:nvSpPr>
          <p:cNvPr id="2056" name="Rectangle 7"/>
          <p:cNvSpPr>
            <a:spLocks noChangeArrowheads="1"/>
          </p:cNvSpPr>
          <p:nvPr/>
        </p:nvSpPr>
        <p:spPr bwMode="auto">
          <a:xfrm>
            <a:off x="3363913" y="728297"/>
            <a:ext cx="3186112" cy="82638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8. </a:t>
            </a:r>
            <a:r>
              <a:rPr lang="en-US" altLang="ko-KR" sz="900">
                <a:latin typeface="Times New Roman" pitchFamily="18" charset="0"/>
                <a:ea typeface="돋움" pitchFamily="50" charset="-127"/>
                <a:cs typeface="Times New Roman" pitchFamily="18" charset="0"/>
              </a:rPr>
              <a:t>Tụ nào thông thường sử dụng ở mạch ghép hoặc mạch hằng số thời gian nhanh</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Tụ </a:t>
            </a:r>
            <a:r>
              <a:rPr lang="en-US" altLang="ko-KR" sz="900">
                <a:latin typeface="Times New Roman" pitchFamily="18" charset="0"/>
                <a:ea typeface="돋움" pitchFamily="50" charset="-127"/>
                <a:cs typeface="Times New Roman" pitchFamily="18" charset="0"/>
              </a:rPr>
              <a:t>hóa</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② Tụ Mylar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Tụ sứ</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Tụ Tantal</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9. Suất điện động sinh ra khi từ thông đi qua cuộn dây bị thay đổi.</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Hiện tượng </a:t>
            </a:r>
            <a:r>
              <a:rPr lang="en-US" altLang="ko-KR" sz="900">
                <a:latin typeface="Times New Roman" pitchFamily="18" charset="0"/>
                <a:ea typeface="돋움" pitchFamily="50" charset="-127"/>
                <a:cs typeface="Times New Roman" pitchFamily="18" charset="0"/>
              </a:rPr>
              <a:t>đó </a:t>
            </a:r>
            <a:r>
              <a:rPr lang="vi-VN" altLang="ko-KR" sz="900">
                <a:latin typeface="Times New Roman" pitchFamily="18" charset="0"/>
                <a:ea typeface="돋움" pitchFamily="50" charset="-127"/>
                <a:cs typeface="Times New Roman" pitchFamily="18" charset="0"/>
              </a:rPr>
              <a:t>được gọi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C</a:t>
            </a:r>
            <a:r>
              <a:rPr lang="vi-VN" altLang="ko-KR" sz="900" b="1">
                <a:solidFill>
                  <a:srgbClr val="FF0000"/>
                </a:solidFill>
                <a:latin typeface="Times New Roman" pitchFamily="18" charset="0"/>
                <a:ea typeface="돋움" pitchFamily="50" charset="-127"/>
                <a:cs typeface="Times New Roman" pitchFamily="18" charset="0"/>
              </a:rPr>
              <a:t>ảm ứng điện từ</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Suất điện động</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Định luật Lenz</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Điện cảm tương hỗ</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10. Tụ điện mắc song song trước sau là loại cuộn dây nào?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RFC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FCZ</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③ IFT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Cuộn cảm cho nguồn điện</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11. </a:t>
            </a:r>
            <a:r>
              <a:rPr lang="en-US" altLang="ko-KR" sz="900">
                <a:solidFill>
                  <a:srgbClr val="000000"/>
                </a:solidFill>
                <a:latin typeface="Times New Roman" pitchFamily="18" charset="0"/>
                <a:ea typeface="돋움" pitchFamily="50" charset="-127"/>
                <a:cs typeface="Times New Roman" pitchFamily="18" charset="0"/>
              </a:rPr>
              <a:t>Là phần tử đóng mở, chuyên sử dụng cho điện áp ngược cao, dòng điện cao </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TR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SCR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TRIAC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SSR</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12. Điều gì không phải là đặc điểm của SSR?</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Tiếng ồn thấp</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Không phát ra tiếng</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Chức năng cao</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④ Khả năng chịu nhiệt</a:t>
            </a:r>
            <a:r>
              <a:rPr lang="en-US" altLang="ko-KR" sz="900" b="1">
                <a:solidFill>
                  <a:srgbClr val="FF0000"/>
                </a:solidFill>
                <a:latin typeface="Times New Roman" pitchFamily="18" charset="0"/>
                <a:ea typeface="돋움" pitchFamily="50" charset="-127"/>
                <a:cs typeface="Times New Roman" pitchFamily="18" charset="0"/>
              </a:rPr>
              <a:t> tốt</a:t>
            </a:r>
            <a:endParaRPr lang="vi-VN" altLang="ko-KR" sz="900" b="1">
              <a:solidFill>
                <a:srgbClr val="FF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13. Thành phần phù hợp của Photo Coupler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LED + Diode</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LED + Photo Diode</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③ Diode phát quang + Photo TR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Diode phát quang + Photo Diode</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14. Trong số các loại điện trở</a:t>
            </a:r>
            <a:r>
              <a:rPr lang="en-US" altLang="ko-KR" sz="900">
                <a:latin typeface="Times New Roman" pitchFamily="18" charset="0"/>
                <a:ea typeface="돋움" pitchFamily="50" charset="-127"/>
                <a:cs typeface="Times New Roman" pitchFamily="18" charset="0"/>
              </a:rPr>
              <a:t> nhiệt</a:t>
            </a:r>
            <a:r>
              <a:rPr lang="vi-VN" altLang="ko-KR" sz="900">
                <a:latin typeface="Times New Roman" pitchFamily="18" charset="0"/>
                <a:ea typeface="돋움" pitchFamily="50" charset="-127"/>
                <a:cs typeface="Times New Roman" pitchFamily="18" charset="0"/>
              </a:rPr>
              <a:t>,</a:t>
            </a:r>
            <a:r>
              <a:rPr lang="en-US" altLang="ko-KR" sz="900">
                <a:latin typeface="Times New Roman" pitchFamily="18" charset="0"/>
                <a:ea typeface="돋움" pitchFamily="50" charset="-127"/>
                <a:cs typeface="Times New Roman" pitchFamily="18" charset="0"/>
              </a:rPr>
              <a:t> loại nào</a:t>
            </a:r>
            <a:r>
              <a:rPr lang="vi-VN" altLang="ko-KR" sz="900">
                <a:latin typeface="Times New Roman" pitchFamily="18" charset="0"/>
                <a:ea typeface="돋움" pitchFamily="50" charset="-127"/>
                <a:cs typeface="Times New Roman" pitchFamily="18" charset="0"/>
              </a:rPr>
              <a:t> khi nhiệt độ tăng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thì giá trị điện trở giảm</a:t>
            </a:r>
            <a:r>
              <a:rPr lang="en-US" altLang="ko-KR" sz="900">
                <a:latin typeface="Times New Roman" pitchFamily="18" charset="0"/>
                <a:ea typeface="돋움" pitchFamily="50" charset="-127"/>
                <a:cs typeface="Times New Roman" pitchFamily="18" charset="0"/>
              </a:rPr>
              <a: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NTC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PTC</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CTR</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PPT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15. Trong số các loại cảm biến loại nhỏ, loại nào </a:t>
            </a:r>
            <a:r>
              <a:rPr lang="en-US" altLang="ko-KR" sz="900">
                <a:latin typeface="Times New Roman" pitchFamily="18" charset="0"/>
                <a:ea typeface="돋움" pitchFamily="50" charset="-127"/>
                <a:cs typeface="Times New Roman" pitchFamily="18" charset="0"/>
              </a:rPr>
              <a:t>để</a:t>
            </a:r>
            <a:r>
              <a:rPr lang="vi-VN" altLang="ko-KR" sz="900">
                <a:latin typeface="Times New Roman" pitchFamily="18" charset="0"/>
                <a:ea typeface="돋움" pitchFamily="50" charset="-127"/>
                <a:cs typeface="Times New Roman" pitchFamily="18" charset="0"/>
              </a:rPr>
              <a:t> lắp PCB?</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Kiểu móng ngựa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Kiểu phản chiếu </a:t>
            </a:r>
            <a:r>
              <a:rPr lang="en-US" altLang="ko-KR" sz="900">
                <a:latin typeface="Times New Roman" pitchFamily="18" charset="0"/>
                <a:ea typeface="돋움" pitchFamily="50" charset="-127"/>
                <a:cs typeface="Times New Roman" pitchFamily="18" charset="0"/>
              </a:rPr>
              <a:t>hồi quy</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Loại phản xạ</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④ Photo interrupter</a:t>
            </a:r>
            <a:endParaRPr lang="ko-KR" altLang="en-US" sz="900" b="1">
              <a:solidFill>
                <a:srgbClr val="FF0000"/>
              </a:solidFill>
              <a:latin typeface="Times New Roman" pitchFamily="18" charset="0"/>
              <a:ea typeface="돋움" pitchFamily="50" charset="-127"/>
              <a:cs typeface="Times New Roman" pitchFamily="18" charset="0"/>
            </a:endParaRPr>
          </a:p>
        </p:txBody>
      </p:sp>
    </p:spTree>
    <p:extLst>
      <p:ext uri="{BB962C8B-B14F-4D97-AF65-F5344CB8AC3E}">
        <p14:creationId xmlns:p14="http://schemas.microsoft.com/office/powerpoint/2010/main" val="4171004016"/>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075"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54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3076"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72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돋움" pitchFamily="50" charset="-127"/>
              <a:ea typeface="돋움" pitchFamily="50" charset="-127"/>
            </a:endParaRPr>
          </a:p>
        </p:txBody>
      </p:sp>
      <p:sp>
        <p:nvSpPr>
          <p:cNvPr id="3077" name="Rectangle 7"/>
          <p:cNvSpPr>
            <a:spLocks noChangeArrowheads="1"/>
          </p:cNvSpPr>
          <p:nvPr/>
        </p:nvSpPr>
        <p:spPr bwMode="auto">
          <a:xfrm>
            <a:off x="304800" y="716573"/>
            <a:ext cx="3124200" cy="5632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itchFamily="18" charset="0"/>
                <a:ea typeface="돋움" pitchFamily="50" charset="-127"/>
                <a:cs typeface="Times New Roman" pitchFamily="18" charset="0"/>
              </a:rPr>
              <a:t>16. Khi kết nối cảm biến đầu ra </a:t>
            </a:r>
            <a:r>
              <a:rPr lang="en-US" altLang="ko-KR" sz="900">
                <a:latin typeface="Times New Roman" pitchFamily="18" charset="0"/>
                <a:ea typeface="돋움" pitchFamily="50" charset="-127"/>
                <a:cs typeface="Times New Roman" pitchFamily="18" charset="0"/>
              </a:rPr>
              <a:t>là</a:t>
            </a:r>
            <a:r>
              <a:rPr lang="vi-VN" altLang="ko-KR" sz="900">
                <a:latin typeface="Times New Roman" pitchFamily="18" charset="0"/>
                <a:ea typeface="돋움" pitchFamily="50" charset="-127"/>
                <a:cs typeface="Times New Roman" pitchFamily="18" charset="0"/>
              </a:rPr>
              <a:t> các </a:t>
            </a:r>
            <a:r>
              <a:rPr lang="en-US" altLang="ko-KR" sz="900">
                <a:latin typeface="Times New Roman" pitchFamily="18" charset="0"/>
                <a:ea typeface="돋움" pitchFamily="50" charset="-127"/>
                <a:cs typeface="Times New Roman" pitchFamily="18" charset="0"/>
              </a:rPr>
              <a:t>chân</a:t>
            </a:r>
            <a:r>
              <a:rPr lang="vi-VN" altLang="ko-KR" sz="900">
                <a:latin typeface="Times New Roman" pitchFamily="18" charset="0"/>
                <a:ea typeface="돋움" pitchFamily="50" charset="-127"/>
                <a:cs typeface="Times New Roman" pitchFamily="18" charset="0"/>
              </a:rPr>
              <a:t> I + và V + </a:t>
            </a:r>
            <a:r>
              <a:rPr lang="en-US" altLang="ko-KR" sz="900">
                <a:latin typeface="Times New Roman" pitchFamily="18" charset="0"/>
                <a:ea typeface="돋움" pitchFamily="50" charset="-127"/>
                <a:cs typeface="Times New Roman" pitchFamily="18" charset="0"/>
              </a:rPr>
              <a:t>. Bạn cần sử dụng loại module AD nào?</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Q64AD    </a:t>
            </a:r>
            <a:r>
              <a:rPr lang="en-US" altLang="ko-KR" sz="900">
                <a:latin typeface="Times New Roman" pitchFamily="18" charset="0"/>
                <a:ea typeface="돋움" pitchFamily="50" charset="-127"/>
                <a:cs typeface="Times New Roman" pitchFamily="18" charset="0"/>
              </a:rPr>
              <a:t>② Q68ADV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Q68ADI   ④ Q61P</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fr-FR" altLang="ko-KR" sz="900">
                <a:latin typeface="Times New Roman" pitchFamily="18" charset="0"/>
                <a:ea typeface="돋움" pitchFamily="50" charset="-127"/>
                <a:cs typeface="Times New Roman" pitchFamily="18" charset="0"/>
              </a:rPr>
              <a:t>17. Điện áp cutin (ngưỡng) của Diode Ge là gì?</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① 0,2V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0,7V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0,5V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1,4V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18. Điều gì sai với phương pháp tắt SCR đã bật?</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Đ</a:t>
            </a:r>
            <a:r>
              <a:rPr lang="en-US" altLang="ko-KR" sz="900">
                <a:latin typeface="Times New Roman" pitchFamily="18" charset="0"/>
                <a:ea typeface="돋움" pitchFamily="50" charset="-127"/>
                <a:cs typeface="Times New Roman" pitchFamily="18" charset="0"/>
              </a:rPr>
              <a:t>ưa</a:t>
            </a:r>
            <a:r>
              <a:rPr lang="vi-VN" altLang="ko-KR" sz="900">
                <a:latin typeface="Times New Roman" pitchFamily="18" charset="0"/>
                <a:ea typeface="돋움" pitchFamily="50" charset="-127"/>
                <a:cs typeface="Times New Roman" pitchFamily="18" charset="0"/>
              </a:rPr>
              <a:t> điện áp cực dương </a:t>
            </a:r>
            <a:r>
              <a:rPr lang="en-US" altLang="ko-KR" sz="900">
                <a:latin typeface="Times New Roman" pitchFamily="18" charset="0"/>
                <a:ea typeface="돋움" pitchFamily="50" charset="-127"/>
                <a:cs typeface="Times New Roman" pitchFamily="18" charset="0"/>
              </a:rPr>
              <a:t>về giá trị </a:t>
            </a:r>
            <a:r>
              <a:rPr lang="vi-VN" altLang="ko-KR" sz="900">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Tắt điện áp cực dương bằng công tắc</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③ Đ</a:t>
            </a:r>
            <a:r>
              <a:rPr lang="en-US" altLang="ko-KR" sz="900" b="1">
                <a:solidFill>
                  <a:srgbClr val="FF0000"/>
                </a:solidFill>
                <a:latin typeface="Times New Roman" pitchFamily="18" charset="0"/>
                <a:ea typeface="돋움" pitchFamily="50" charset="-127"/>
                <a:cs typeface="Times New Roman" pitchFamily="18" charset="0"/>
              </a:rPr>
              <a:t>ưa</a:t>
            </a:r>
            <a:r>
              <a:rPr lang="vi-VN" altLang="ko-KR" sz="900" b="1">
                <a:solidFill>
                  <a:srgbClr val="FF0000"/>
                </a:solidFill>
                <a:latin typeface="Times New Roman" pitchFamily="18" charset="0"/>
                <a:ea typeface="돋움" pitchFamily="50" charset="-127"/>
                <a:cs typeface="Times New Roman" pitchFamily="18" charset="0"/>
              </a:rPr>
              <a:t> điện áp cực dương </a:t>
            </a:r>
            <a:r>
              <a:rPr lang="en-US" altLang="ko-KR" sz="900" b="1">
                <a:solidFill>
                  <a:srgbClr val="FF0000"/>
                </a:solidFill>
                <a:latin typeface="Times New Roman" pitchFamily="18" charset="0"/>
                <a:ea typeface="돋움" pitchFamily="50" charset="-127"/>
                <a:cs typeface="Times New Roman" pitchFamily="18" charset="0"/>
              </a:rPr>
              <a:t>về giá trị </a:t>
            </a:r>
            <a:r>
              <a:rPr lang="vi-VN" altLang="ko-KR" sz="900" b="1">
                <a:solidFill>
                  <a:srgbClr val="FF0000"/>
                </a:solidFill>
                <a:latin typeface="Times New Roman" pitchFamily="18" charset="0"/>
                <a:ea typeface="돋움" pitchFamily="50" charset="-127"/>
                <a:cs typeface="Times New Roman" pitchFamily="18" charset="0"/>
              </a:rPr>
              <a:t>+</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④ Đưa điện áp cực dương về </a:t>
            </a:r>
            <a:r>
              <a:rPr lang="en-US" altLang="ko-KR" sz="900">
                <a:latin typeface="Times New Roman" pitchFamily="18" charset="0"/>
                <a:ea typeface="돋움" pitchFamily="50" charset="-127"/>
                <a:cs typeface="Times New Roman" pitchFamily="18" charset="0"/>
              </a:rPr>
              <a:t>giá trị </a:t>
            </a:r>
            <a:r>
              <a:rPr lang="vi-VN" altLang="ko-KR" sz="900">
                <a:latin typeface="Times New Roman" pitchFamily="18" charset="0"/>
                <a:ea typeface="돋움" pitchFamily="50" charset="-127"/>
                <a:cs typeface="Times New Roman" pitchFamily="18" charset="0"/>
              </a:rPr>
              <a:t>0</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19. Hiệu điện thế </a:t>
            </a:r>
            <a:r>
              <a:rPr lang="en-US" altLang="ko-KR" sz="900">
                <a:latin typeface="Times New Roman" pitchFamily="18" charset="0"/>
                <a:ea typeface="돋움" pitchFamily="50" charset="-127"/>
                <a:cs typeface="Times New Roman" pitchFamily="18" charset="0"/>
              </a:rPr>
              <a:t>tại</a:t>
            </a:r>
            <a:r>
              <a:rPr lang="vi-VN" altLang="ko-KR" sz="900">
                <a:latin typeface="Times New Roman" pitchFamily="18" charset="0"/>
                <a:ea typeface="돋움" pitchFamily="50" charset="-127"/>
                <a:cs typeface="Times New Roman" pitchFamily="18" charset="0"/>
              </a:rPr>
              <a:t> Ⓐ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0V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② 0,7V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4.3V</a:t>
            </a:r>
          </a:p>
          <a:p>
            <a:pPr eaLnBrk="1" hangingPunct="1">
              <a:spcBef>
                <a:spcPct val="0"/>
              </a:spcBef>
              <a:buFontTx/>
              <a:buNone/>
            </a:pPr>
            <a:r>
              <a:rPr lang="en-US" altLang="ko-KR" sz="900" b="1">
                <a:solidFill>
                  <a:srgbClr val="FF0000"/>
                </a:solidFill>
                <a:latin typeface="Times New Roman" pitchFamily="18" charset="0"/>
                <a:ea typeface="돋움" pitchFamily="50" charset="-127"/>
                <a:cs typeface="Times New Roman" pitchFamily="18" charset="0"/>
              </a:rPr>
              <a:t> ④ 5V</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20. Hiệu điện thế </a:t>
            </a:r>
            <a:r>
              <a:rPr lang="en-US" altLang="ko-KR" sz="900">
                <a:latin typeface="Times New Roman" pitchFamily="18" charset="0"/>
                <a:ea typeface="돋움" pitchFamily="50" charset="-127"/>
                <a:cs typeface="Times New Roman" pitchFamily="18" charset="0"/>
              </a:rPr>
              <a:t>tại</a:t>
            </a:r>
            <a:r>
              <a:rPr lang="vi-VN" altLang="ko-KR" sz="900">
                <a:latin typeface="Times New Roman" pitchFamily="18" charset="0"/>
                <a:ea typeface="돋움" pitchFamily="50" charset="-127"/>
                <a:cs typeface="Times New Roman" pitchFamily="18" charset="0"/>
              </a:rPr>
              <a:t> Ⓐ là bao nhiêu?</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0V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b="1">
                <a:solidFill>
                  <a:srgbClr val="FF0000"/>
                </a:solidFill>
                <a:latin typeface="Times New Roman" pitchFamily="18" charset="0"/>
                <a:ea typeface="돋움" pitchFamily="50" charset="-127"/>
                <a:cs typeface="Times New Roman" pitchFamily="18" charset="0"/>
              </a:rPr>
              <a:t>② 2,9V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9.1V</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12V</a:t>
            </a:r>
          </a:p>
        </p:txBody>
      </p:sp>
      <p:grpSp>
        <p:nvGrpSpPr>
          <p:cNvPr id="3078" name="그룹 1"/>
          <p:cNvGrpSpPr>
            <a:grpSpLocks/>
          </p:cNvGrpSpPr>
          <p:nvPr/>
        </p:nvGrpSpPr>
        <p:grpSpPr bwMode="auto">
          <a:xfrm>
            <a:off x="1279525" y="4211515"/>
            <a:ext cx="1601785" cy="970085"/>
            <a:chOff x="1440317" y="4229472"/>
            <a:chExt cx="2005407" cy="1383623"/>
          </a:xfrm>
        </p:grpSpPr>
        <p:sp>
          <p:nvSpPr>
            <p:cNvPr id="3109" name="Line 36"/>
            <p:cNvSpPr>
              <a:spLocks noChangeShapeType="1"/>
            </p:cNvSpPr>
            <p:nvPr/>
          </p:nvSpPr>
          <p:spPr bwMode="auto">
            <a:xfrm>
              <a:off x="1970534" y="4229472"/>
              <a:ext cx="0" cy="6667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0" name="Line 37"/>
            <p:cNvSpPr>
              <a:spLocks noChangeShapeType="1"/>
            </p:cNvSpPr>
            <p:nvPr/>
          </p:nvSpPr>
          <p:spPr bwMode="auto">
            <a:xfrm>
              <a:off x="1961009" y="4229472"/>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1" name="Line 38"/>
            <p:cNvSpPr>
              <a:spLocks noChangeShapeType="1"/>
            </p:cNvSpPr>
            <p:nvPr/>
          </p:nvSpPr>
          <p:spPr bwMode="auto">
            <a:xfrm>
              <a:off x="2886522" y="4229472"/>
              <a:ext cx="0" cy="203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3112" name="Group 39"/>
            <p:cNvGrpSpPr>
              <a:grpSpLocks/>
            </p:cNvGrpSpPr>
            <p:nvPr/>
          </p:nvGrpSpPr>
          <p:grpSpPr bwMode="auto">
            <a:xfrm>
              <a:off x="2794447" y="4432672"/>
              <a:ext cx="184150" cy="254000"/>
              <a:chOff x="1488" y="1152"/>
              <a:chExt cx="192" cy="336"/>
            </a:xfrm>
          </p:grpSpPr>
          <p:sp>
            <p:nvSpPr>
              <p:cNvPr id="3127" name="Line 40"/>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8" name="Line 41"/>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9" name="Line 42"/>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0" name="Line 43"/>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1" name="Line 44"/>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2" name="Line 45"/>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33" name="Line 46"/>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3113" name="Line 47"/>
            <p:cNvSpPr>
              <a:spLocks noChangeShapeType="1"/>
            </p:cNvSpPr>
            <p:nvPr/>
          </p:nvSpPr>
          <p:spPr bwMode="auto">
            <a:xfrm>
              <a:off x="2886522" y="4686672"/>
              <a:ext cx="0" cy="4762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4" name="AutoShape 48"/>
            <p:cNvSpPr>
              <a:spLocks noChangeArrowheads="1"/>
            </p:cNvSpPr>
            <p:nvPr/>
          </p:nvSpPr>
          <p:spPr bwMode="auto">
            <a:xfrm rot="10800000" flipV="1">
              <a:off x="2764284" y="5169024"/>
              <a:ext cx="244475" cy="10160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3115" name="Line 49"/>
            <p:cNvSpPr>
              <a:spLocks noChangeShapeType="1"/>
            </p:cNvSpPr>
            <p:nvPr/>
          </p:nvSpPr>
          <p:spPr bwMode="auto">
            <a:xfrm flipV="1">
              <a:off x="2764284" y="5173656"/>
              <a:ext cx="2444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6" name="Line 50"/>
            <p:cNvSpPr>
              <a:spLocks noChangeShapeType="1"/>
            </p:cNvSpPr>
            <p:nvPr/>
          </p:nvSpPr>
          <p:spPr bwMode="auto">
            <a:xfrm>
              <a:off x="1970534" y="5601072"/>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7" name="Line 51"/>
            <p:cNvSpPr>
              <a:spLocks noChangeShapeType="1"/>
            </p:cNvSpPr>
            <p:nvPr/>
          </p:nvSpPr>
          <p:spPr bwMode="auto">
            <a:xfrm>
              <a:off x="2886522" y="5245472"/>
              <a:ext cx="0" cy="3556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18" name="Text Box 52"/>
            <p:cNvSpPr txBox="1">
              <a:spLocks noChangeArrowheads="1"/>
            </p:cNvSpPr>
            <p:nvPr/>
          </p:nvSpPr>
          <p:spPr bwMode="auto">
            <a:xfrm>
              <a:off x="2398409" y="4366178"/>
              <a:ext cx="381720" cy="4389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a:latin typeface="Times New Roman" pitchFamily="18" charset="0"/>
                  <a:ea typeface="돋움" pitchFamily="50" charset="-127"/>
                </a:rPr>
                <a:t>R</a:t>
              </a:r>
            </a:p>
          </p:txBody>
        </p:sp>
        <p:sp>
          <p:nvSpPr>
            <p:cNvPr id="25" name="Text Box 53"/>
            <p:cNvSpPr txBox="1">
              <a:spLocks noChangeArrowheads="1"/>
            </p:cNvSpPr>
            <p:nvPr/>
          </p:nvSpPr>
          <p:spPr bwMode="auto">
            <a:xfrm>
              <a:off x="2225389" y="5000707"/>
              <a:ext cx="484072" cy="5926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050" dirty="0">
                  <a:latin typeface="Times New Roman" pitchFamily="18" charset="0"/>
                </a:rPr>
                <a:t>D2</a:t>
              </a:r>
            </a:p>
            <a:p>
              <a:pPr>
                <a:defRPr/>
              </a:pPr>
              <a:r>
                <a:rPr lang="en-US" altLang="ko-KR" sz="1050" dirty="0">
                  <a:latin typeface="Times New Roman" pitchFamily="18" charset="0"/>
                </a:rPr>
                <a:t>(Si)</a:t>
              </a:r>
            </a:p>
          </p:txBody>
        </p:sp>
        <p:sp>
          <p:nvSpPr>
            <p:cNvPr id="3120" name="Line 54"/>
            <p:cNvSpPr>
              <a:spLocks noChangeShapeType="1"/>
            </p:cNvSpPr>
            <p:nvPr/>
          </p:nvSpPr>
          <p:spPr bwMode="auto">
            <a:xfrm flipV="1">
              <a:off x="1970534" y="4924795"/>
              <a:ext cx="0" cy="6883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1" name="Line 55"/>
            <p:cNvSpPr>
              <a:spLocks noChangeShapeType="1"/>
            </p:cNvSpPr>
            <p:nvPr/>
          </p:nvSpPr>
          <p:spPr bwMode="auto">
            <a:xfrm>
              <a:off x="1856234" y="4886697"/>
              <a:ext cx="23812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2" name="Line 56"/>
            <p:cNvSpPr>
              <a:spLocks noChangeShapeType="1"/>
            </p:cNvSpPr>
            <p:nvPr/>
          </p:nvSpPr>
          <p:spPr bwMode="auto">
            <a:xfrm>
              <a:off x="1894334" y="4934322"/>
              <a:ext cx="15240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3" name="Line 59"/>
            <p:cNvSpPr>
              <a:spLocks noChangeShapeType="1"/>
            </p:cNvSpPr>
            <p:nvPr/>
          </p:nvSpPr>
          <p:spPr bwMode="auto">
            <a:xfrm flipH="1" flipV="1">
              <a:off x="2980184" y="4894635"/>
              <a:ext cx="230188" cy="230187"/>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4" name="Line 60"/>
            <p:cNvSpPr>
              <a:spLocks noChangeShapeType="1"/>
            </p:cNvSpPr>
            <p:nvPr/>
          </p:nvSpPr>
          <p:spPr bwMode="auto">
            <a:xfrm flipH="1">
              <a:off x="2980184" y="5372472"/>
              <a:ext cx="230188" cy="152400"/>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25" name="Text Box 61"/>
            <p:cNvSpPr txBox="1">
              <a:spLocks noChangeArrowheads="1"/>
            </p:cNvSpPr>
            <p:nvPr/>
          </p:nvSpPr>
          <p:spPr bwMode="auto">
            <a:xfrm>
              <a:off x="1440317" y="4746141"/>
              <a:ext cx="504141" cy="32923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rPr>
                <a:t>5[V]</a:t>
              </a:r>
            </a:p>
          </p:txBody>
        </p:sp>
        <p:sp>
          <p:nvSpPr>
            <p:cNvPr id="3126" name="Text Box 52"/>
            <p:cNvSpPr txBox="1">
              <a:spLocks noChangeArrowheads="1"/>
            </p:cNvSpPr>
            <p:nvPr/>
          </p:nvSpPr>
          <p:spPr bwMode="auto">
            <a:xfrm>
              <a:off x="3021860" y="5065360"/>
              <a:ext cx="423864" cy="3950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1200">
                  <a:latin typeface="Times New Roman" pitchFamily="18" charset="0"/>
                  <a:ea typeface="돋움" pitchFamily="50" charset="-127"/>
                </a:rPr>
                <a:t>Ⓐ</a:t>
              </a:r>
              <a:endParaRPr lang="en-US" altLang="ko-KR" sz="1200">
                <a:latin typeface="Times New Roman" pitchFamily="18" charset="0"/>
                <a:ea typeface="돋움" pitchFamily="50" charset="-127"/>
              </a:endParaRPr>
            </a:p>
          </p:txBody>
        </p:sp>
      </p:grpSp>
      <p:grpSp>
        <p:nvGrpSpPr>
          <p:cNvPr id="3079" name="그룹 2"/>
          <p:cNvGrpSpPr>
            <a:grpSpLocks/>
          </p:cNvGrpSpPr>
          <p:nvPr/>
        </p:nvGrpSpPr>
        <p:grpSpPr bwMode="auto">
          <a:xfrm>
            <a:off x="1196976" y="5778011"/>
            <a:ext cx="1757255" cy="1003789"/>
            <a:chOff x="1156926" y="5957664"/>
            <a:chExt cx="2041626" cy="1376591"/>
          </a:xfrm>
        </p:grpSpPr>
        <p:sp>
          <p:nvSpPr>
            <p:cNvPr id="3081" name="Line 75"/>
            <p:cNvSpPr>
              <a:spLocks noChangeShapeType="1"/>
            </p:cNvSpPr>
            <p:nvPr/>
          </p:nvSpPr>
          <p:spPr bwMode="auto">
            <a:xfrm>
              <a:off x="1715071" y="5957664"/>
              <a:ext cx="0" cy="6667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2" name="Line 76"/>
            <p:cNvSpPr>
              <a:spLocks noChangeShapeType="1"/>
            </p:cNvSpPr>
            <p:nvPr/>
          </p:nvSpPr>
          <p:spPr bwMode="auto">
            <a:xfrm>
              <a:off x="1705546" y="5957664"/>
              <a:ext cx="915987"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3" name="Line 77"/>
            <p:cNvSpPr>
              <a:spLocks noChangeShapeType="1"/>
            </p:cNvSpPr>
            <p:nvPr/>
          </p:nvSpPr>
          <p:spPr bwMode="auto">
            <a:xfrm>
              <a:off x="2631058" y="5957664"/>
              <a:ext cx="0" cy="203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3084" name="Group 78"/>
            <p:cNvGrpSpPr>
              <a:grpSpLocks/>
            </p:cNvGrpSpPr>
            <p:nvPr/>
          </p:nvGrpSpPr>
          <p:grpSpPr bwMode="auto">
            <a:xfrm>
              <a:off x="2538983" y="6160864"/>
              <a:ext cx="184150" cy="254000"/>
              <a:chOff x="1488" y="1152"/>
              <a:chExt cx="192" cy="336"/>
            </a:xfrm>
          </p:grpSpPr>
          <p:sp>
            <p:nvSpPr>
              <p:cNvPr id="3102" name="Line 79"/>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3" name="Line 80"/>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4" name="Line 81"/>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5" name="Line 82"/>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6" name="Line 83"/>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7" name="Line 84"/>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8" name="Line 85"/>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3085" name="Line 86"/>
            <p:cNvSpPr>
              <a:spLocks noChangeShapeType="1"/>
            </p:cNvSpPr>
            <p:nvPr/>
          </p:nvSpPr>
          <p:spPr bwMode="auto">
            <a:xfrm>
              <a:off x="2631058" y="6414864"/>
              <a:ext cx="0" cy="4381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6" name="AutoShape 87"/>
            <p:cNvSpPr>
              <a:spLocks noChangeArrowheads="1"/>
            </p:cNvSpPr>
            <p:nvPr/>
          </p:nvSpPr>
          <p:spPr bwMode="auto">
            <a:xfrm>
              <a:off x="2508821" y="6853014"/>
              <a:ext cx="244475" cy="12700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돋움" pitchFamily="50" charset="-127"/>
                <a:ea typeface="돋움" pitchFamily="50" charset="-127"/>
              </a:endParaRPr>
            </a:p>
          </p:txBody>
        </p:sp>
        <p:sp>
          <p:nvSpPr>
            <p:cNvPr id="3087" name="Line 88"/>
            <p:cNvSpPr>
              <a:spLocks noChangeShapeType="1"/>
            </p:cNvSpPr>
            <p:nvPr/>
          </p:nvSpPr>
          <p:spPr bwMode="auto">
            <a:xfrm>
              <a:off x="2508821" y="6980014"/>
              <a:ext cx="2444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8" name="Line 89"/>
            <p:cNvSpPr>
              <a:spLocks noChangeShapeType="1"/>
            </p:cNvSpPr>
            <p:nvPr/>
          </p:nvSpPr>
          <p:spPr bwMode="auto">
            <a:xfrm>
              <a:off x="1715071" y="7329264"/>
              <a:ext cx="915987"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89" name="Line 90"/>
            <p:cNvSpPr>
              <a:spLocks noChangeShapeType="1"/>
            </p:cNvSpPr>
            <p:nvPr/>
          </p:nvSpPr>
          <p:spPr bwMode="auto">
            <a:xfrm>
              <a:off x="2631058" y="6973664"/>
              <a:ext cx="0" cy="3556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0" name="Text Box 91"/>
            <p:cNvSpPr txBox="1">
              <a:spLocks noChangeArrowheads="1"/>
            </p:cNvSpPr>
            <p:nvPr/>
          </p:nvSpPr>
          <p:spPr bwMode="auto">
            <a:xfrm>
              <a:off x="2272284" y="6152927"/>
              <a:ext cx="354232" cy="4220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a:latin typeface="Times New Roman" pitchFamily="18" charset="0"/>
                  <a:ea typeface="돋움" pitchFamily="50" charset="-127"/>
                </a:rPr>
                <a:t>R</a:t>
              </a:r>
            </a:p>
          </p:txBody>
        </p:sp>
        <p:sp>
          <p:nvSpPr>
            <p:cNvPr id="3091" name="Line 92"/>
            <p:cNvSpPr>
              <a:spLocks noChangeShapeType="1"/>
            </p:cNvSpPr>
            <p:nvPr/>
          </p:nvSpPr>
          <p:spPr bwMode="auto">
            <a:xfrm flipV="1">
              <a:off x="1715071" y="6652988"/>
              <a:ext cx="0" cy="68126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2" name="Line 93"/>
            <p:cNvSpPr>
              <a:spLocks noChangeShapeType="1"/>
            </p:cNvSpPr>
            <p:nvPr/>
          </p:nvSpPr>
          <p:spPr bwMode="auto">
            <a:xfrm>
              <a:off x="1600771" y="6614889"/>
              <a:ext cx="23812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3" name="Line 94"/>
            <p:cNvSpPr>
              <a:spLocks noChangeShapeType="1"/>
            </p:cNvSpPr>
            <p:nvPr/>
          </p:nvSpPr>
          <p:spPr bwMode="auto">
            <a:xfrm>
              <a:off x="1638871" y="6662514"/>
              <a:ext cx="15240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4" name="Line 96"/>
            <p:cNvSpPr>
              <a:spLocks noChangeShapeType="1"/>
            </p:cNvSpPr>
            <p:nvPr/>
          </p:nvSpPr>
          <p:spPr bwMode="auto">
            <a:xfrm>
              <a:off x="2505646" y="6853014"/>
              <a:ext cx="24765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5" name="Line 97"/>
            <p:cNvSpPr>
              <a:spLocks noChangeShapeType="1"/>
            </p:cNvSpPr>
            <p:nvPr/>
          </p:nvSpPr>
          <p:spPr bwMode="auto">
            <a:xfrm>
              <a:off x="2753296" y="6853014"/>
              <a:ext cx="76200" cy="76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6" name="Line 98"/>
            <p:cNvSpPr>
              <a:spLocks noChangeShapeType="1"/>
            </p:cNvSpPr>
            <p:nvPr/>
          </p:nvSpPr>
          <p:spPr bwMode="auto">
            <a:xfrm flipH="1" flipV="1">
              <a:off x="2419921" y="6776814"/>
              <a:ext cx="76200" cy="76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097" name="Text Box 99"/>
            <p:cNvSpPr txBox="1">
              <a:spLocks noChangeArrowheads="1"/>
            </p:cNvSpPr>
            <p:nvPr/>
          </p:nvSpPr>
          <p:spPr bwMode="auto">
            <a:xfrm>
              <a:off x="1943671" y="6681564"/>
              <a:ext cx="568408" cy="506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rPr>
                <a:t>  ZD</a:t>
              </a:r>
            </a:p>
            <a:p>
              <a:pPr eaLnBrk="1" hangingPunct="1">
                <a:spcBef>
                  <a:spcPct val="0"/>
                </a:spcBef>
                <a:buFontTx/>
                <a:buNone/>
              </a:pPr>
              <a:r>
                <a:rPr lang="en-US" altLang="ko-KR" sz="900">
                  <a:latin typeface="Times New Roman" pitchFamily="18" charset="0"/>
                  <a:ea typeface="돋움" pitchFamily="50" charset="-127"/>
                </a:rPr>
                <a:t>(9.1V)</a:t>
              </a:r>
            </a:p>
          </p:txBody>
        </p:sp>
        <p:sp>
          <p:nvSpPr>
            <p:cNvPr id="3098" name="Text Box 100"/>
            <p:cNvSpPr txBox="1">
              <a:spLocks noChangeArrowheads="1"/>
            </p:cNvSpPr>
            <p:nvPr/>
          </p:nvSpPr>
          <p:spPr bwMode="auto">
            <a:xfrm>
              <a:off x="1156926" y="6496394"/>
              <a:ext cx="534884" cy="316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rPr>
                <a:t>12[V]</a:t>
              </a:r>
            </a:p>
          </p:txBody>
        </p:sp>
        <p:sp>
          <p:nvSpPr>
            <p:cNvPr id="3099" name="Line 101"/>
            <p:cNvSpPr>
              <a:spLocks noChangeShapeType="1"/>
            </p:cNvSpPr>
            <p:nvPr/>
          </p:nvSpPr>
          <p:spPr bwMode="auto">
            <a:xfrm flipH="1" flipV="1">
              <a:off x="2705671" y="5983064"/>
              <a:ext cx="230187" cy="230188"/>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0" name="Line 102"/>
            <p:cNvSpPr>
              <a:spLocks noChangeShapeType="1"/>
            </p:cNvSpPr>
            <p:nvPr/>
          </p:nvSpPr>
          <p:spPr bwMode="auto">
            <a:xfrm flipH="1">
              <a:off x="2694757" y="6445027"/>
              <a:ext cx="230187" cy="166687"/>
            </a:xfrm>
            <a:prstGeom prst="line">
              <a:avLst/>
            </a:prstGeom>
            <a:noFill/>
            <a:ln w="9525">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101" name="Text Box 103"/>
            <p:cNvSpPr txBox="1">
              <a:spLocks noChangeArrowheads="1"/>
            </p:cNvSpPr>
            <p:nvPr/>
          </p:nvSpPr>
          <p:spPr bwMode="auto">
            <a:xfrm>
              <a:off x="2805211" y="6149294"/>
              <a:ext cx="393341" cy="379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1200">
                  <a:latin typeface="Times New Roman" pitchFamily="18" charset="0"/>
                  <a:ea typeface="돋움" pitchFamily="50" charset="-127"/>
                </a:rPr>
                <a:t>Ⓐ</a:t>
              </a:r>
              <a:endParaRPr lang="en-US" altLang="ko-KR" sz="1200">
                <a:latin typeface="Times New Roman" pitchFamily="18" charset="0"/>
                <a:ea typeface="돋움" pitchFamily="50" charset="-127"/>
              </a:endParaRPr>
            </a:p>
          </p:txBody>
        </p:sp>
      </p:grpSp>
      <p:sp>
        <p:nvSpPr>
          <p:cNvPr id="61" name="TextBox 6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4</a:t>
            </a:r>
          </a:p>
        </p:txBody>
      </p:sp>
    </p:spTree>
    <p:extLst>
      <p:ext uri="{BB962C8B-B14F-4D97-AF65-F5344CB8AC3E}">
        <p14:creationId xmlns:p14="http://schemas.microsoft.com/office/powerpoint/2010/main" val="646975441"/>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35" name="Text Box 5"/>
          <p:cNvSpPr txBox="1">
            <a:spLocks noChangeArrowheads="1"/>
          </p:cNvSpPr>
          <p:nvPr/>
        </p:nvSpPr>
        <p:spPr bwMode="auto">
          <a:xfrm>
            <a:off x="174625" y="221274"/>
            <a:ext cx="88678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900">
                <a:solidFill>
                  <a:schemeClr val="tx1"/>
                </a:solidFill>
                <a:latin typeface="Dotum" pitchFamily="34" charset="-127"/>
                <a:ea typeface="Dotum" pitchFamily="34" charset="-127"/>
              </a:defRPr>
            </a:lvl1pPr>
            <a:lvl2pPr marL="742950" indent="-285750" eaLnBrk="0" hangingPunct="0">
              <a:defRPr kumimoji="1" sz="900">
                <a:solidFill>
                  <a:schemeClr val="tx1"/>
                </a:solidFill>
                <a:latin typeface="Dotum" pitchFamily="34" charset="-127"/>
                <a:ea typeface="Dotum" pitchFamily="34" charset="-127"/>
              </a:defRPr>
            </a:lvl2pPr>
            <a:lvl3pPr marL="1143000" indent="-228600" eaLnBrk="0" hangingPunct="0">
              <a:defRPr kumimoji="1" sz="900">
                <a:solidFill>
                  <a:schemeClr val="tx1"/>
                </a:solidFill>
                <a:latin typeface="Dotum" pitchFamily="34" charset="-127"/>
                <a:ea typeface="Dotum" pitchFamily="34" charset="-127"/>
              </a:defRPr>
            </a:lvl3pPr>
            <a:lvl4pPr marL="1600200" indent="-228600" eaLnBrk="0" hangingPunct="0">
              <a:defRPr kumimoji="1" sz="900">
                <a:solidFill>
                  <a:schemeClr val="tx1"/>
                </a:solidFill>
                <a:latin typeface="Dotum" pitchFamily="34" charset="-127"/>
                <a:ea typeface="Dotum" pitchFamily="34" charset="-127"/>
              </a:defRPr>
            </a:lvl4pPr>
            <a:lvl5pPr marL="2057400" indent="-228600" eaLnBrk="0" hangingPunct="0">
              <a:defRPr kumimoji="1" sz="900">
                <a:solidFill>
                  <a:schemeClr val="tx1"/>
                </a:solidFill>
                <a:latin typeface="Dotum" pitchFamily="34" charset="-127"/>
                <a:ea typeface="Dotum" pitchFamily="34" charset="-127"/>
              </a:defRPr>
            </a:lvl5pPr>
            <a:lvl6pPr marL="2514600" indent="-228600" eaLnBrk="0" fontAlgn="base" hangingPunct="0">
              <a:spcBef>
                <a:spcPct val="0"/>
              </a:spcBef>
              <a:spcAft>
                <a:spcPct val="0"/>
              </a:spcAft>
              <a:defRPr kumimoji="1" sz="900">
                <a:solidFill>
                  <a:schemeClr val="tx1"/>
                </a:solidFill>
                <a:latin typeface="Dotum" pitchFamily="34" charset="-127"/>
                <a:ea typeface="Dotum" pitchFamily="34" charset="-127"/>
              </a:defRPr>
            </a:lvl6pPr>
            <a:lvl7pPr marL="2971800" indent="-228600" eaLnBrk="0" fontAlgn="base" hangingPunct="0">
              <a:spcBef>
                <a:spcPct val="0"/>
              </a:spcBef>
              <a:spcAft>
                <a:spcPct val="0"/>
              </a:spcAft>
              <a:defRPr kumimoji="1" sz="900">
                <a:solidFill>
                  <a:schemeClr val="tx1"/>
                </a:solidFill>
                <a:latin typeface="Dotum" pitchFamily="34" charset="-127"/>
                <a:ea typeface="Dotum" pitchFamily="34" charset="-127"/>
              </a:defRPr>
            </a:lvl7pPr>
            <a:lvl8pPr marL="3429000" indent="-228600" eaLnBrk="0" fontAlgn="base" hangingPunct="0">
              <a:spcBef>
                <a:spcPct val="0"/>
              </a:spcBef>
              <a:spcAft>
                <a:spcPct val="0"/>
              </a:spcAft>
              <a:defRPr kumimoji="1" sz="900">
                <a:solidFill>
                  <a:schemeClr val="tx1"/>
                </a:solidFill>
                <a:latin typeface="Dotum" pitchFamily="34" charset="-127"/>
                <a:ea typeface="Dotum" pitchFamily="34" charset="-127"/>
              </a:defRPr>
            </a:lvl8pPr>
            <a:lvl9pPr marL="3886200" indent="-228600" eaLnBrk="0" fontAlgn="base" hangingPunct="0">
              <a:spcBef>
                <a:spcPct val="0"/>
              </a:spcBef>
              <a:spcAft>
                <a:spcPct val="0"/>
              </a:spcAft>
              <a:defRPr kumimoji="1" sz="900">
                <a:solidFill>
                  <a:schemeClr val="tx1"/>
                </a:solidFill>
                <a:latin typeface="Dotum" pitchFamily="34" charset="-127"/>
                <a:ea typeface="Dotum" pitchFamily="34" charset="-127"/>
              </a:defRPr>
            </a:lvl9pPr>
          </a:lstStyle>
          <a:p>
            <a:pPr eaLnBrk="1" hangingPunct="1"/>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Khí nén</a:t>
            </a:r>
            <a:endParaRPr lang="en-US" altLang="ko-KR" sz="1600" b="1">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9220"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9221"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9222" name="Rectangle 50"/>
          <p:cNvSpPr>
            <a:spLocks noChangeArrowheads="1"/>
          </p:cNvSpPr>
          <p:nvPr/>
        </p:nvSpPr>
        <p:spPr bwMode="auto">
          <a:xfrm>
            <a:off x="3422651" y="6034454"/>
            <a:ext cx="31416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12. Chi phí lắp đặt và bảo trì cao, nhưng máy sấy khí nào có thể được sử dụng bán </a:t>
            </a:r>
            <a:r>
              <a:rPr lang="en-US" altLang="ko-KR" sz="900" smtClean="0">
                <a:latin typeface="Times New Roman" panose="02020603050405020304" pitchFamily="18" charset="0"/>
                <a:ea typeface="Dotum" pitchFamily="34" charset="-127"/>
                <a:cs typeface="Times New Roman" panose="02020603050405020304" pitchFamily="18" charset="0"/>
              </a:rPr>
              <a:t>vĩnh cửu</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vì nó có thể tái sinh bằng cách tác động nhiệt</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Máy sấy khí làm mát bằng không khí</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② Máy sấy khí làm mát</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Máy sấy khí hấp thụ</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④ Máy sấy khí hấp phụ</a:t>
            </a:r>
            <a:endParaRPr lang="ko-KR" altLang="en-US" sz="900" b="1">
              <a:solidFill>
                <a:srgbClr val="FF0000"/>
              </a:solidFill>
              <a:latin typeface="Times New Roman" panose="02020603050405020304" pitchFamily="18" charset="0"/>
              <a:ea typeface="Dotum" pitchFamily="34" charset="-127"/>
              <a:cs typeface="Times New Roman" panose="02020603050405020304" pitchFamily="18" charset="0"/>
            </a:endParaRPr>
          </a:p>
        </p:txBody>
      </p:sp>
      <p:sp>
        <p:nvSpPr>
          <p:cNvPr id="9223" name="Rectangle 124"/>
          <p:cNvSpPr>
            <a:spLocks noChangeArrowheads="1"/>
          </p:cNvSpPr>
          <p:nvPr/>
        </p:nvSpPr>
        <p:spPr bwMode="auto">
          <a:xfrm>
            <a:off x="3435351" y="1647368"/>
            <a:ext cx="3128963"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9. Chức năng nào không phải của bộ giảm thanh khí nén?</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Hiệu ứng tiếng ồn lớn</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② Không bị biến dạng do va đập hoặc rung động của ống xả</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Nó phải có hình dạng nhỏ gọn để dễ dàng gắn vào van điện từ, v.v.</a:t>
            </a: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 ④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Chịu được sự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tắc nghẽn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lớn để sử dụng lâu dài.</a:t>
            </a:r>
          </a:p>
        </p:txBody>
      </p:sp>
      <p:sp>
        <p:nvSpPr>
          <p:cNvPr id="9224" name="Rectangle 151"/>
          <p:cNvSpPr>
            <a:spLocks noChangeArrowheads="1"/>
          </p:cNvSpPr>
          <p:nvPr/>
        </p:nvSpPr>
        <p:spPr bwMode="auto">
          <a:xfrm>
            <a:off x="3429001" y="5303228"/>
            <a:ext cx="30956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11. Chức năng nào không phải là chức năng đại diện của rơle?</a:t>
            </a: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① Chức năng chuyển đổi </a:t>
            </a: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② </a:t>
            </a:r>
            <a:r>
              <a:rPr lang="vi-VN" altLang="ko-KR" sz="900">
                <a:latin typeface="Times New Roman" panose="02020603050405020304" pitchFamily="18" charset="0"/>
                <a:ea typeface="Dotum" pitchFamily="34" charset="-127"/>
                <a:cs typeface="Times New Roman" panose="02020603050405020304" pitchFamily="18" charset="0"/>
              </a:rPr>
              <a:t>Chức năng rẽ nhánh</a:t>
            </a: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Chức năng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nhân đôi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tốc đ</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ộ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④ Chức năng bộ nhớ</a:t>
            </a: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9225" name="Rectangle 59"/>
          <p:cNvSpPr>
            <a:spLocks noChangeArrowheads="1"/>
          </p:cNvSpPr>
          <p:nvPr/>
        </p:nvSpPr>
        <p:spPr bwMode="auto">
          <a:xfrm>
            <a:off x="285750" y="1780443"/>
            <a:ext cx="31623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2. </a:t>
            </a:r>
            <a:r>
              <a:rPr lang="en-US" altLang="ko-KR" sz="900" smtClean="0">
                <a:latin typeface="Times New Roman" panose="02020603050405020304" pitchFamily="18" charset="0"/>
                <a:cs typeface="Times New Roman" panose="02020603050405020304" pitchFamily="18" charset="0"/>
              </a:rPr>
              <a:t>Phụ tùng nào có </a:t>
            </a:r>
            <a:r>
              <a:rPr lang="en-US" altLang="ko-KR" sz="900">
                <a:latin typeface="Times New Roman" panose="02020603050405020304" pitchFamily="18" charset="0"/>
                <a:cs typeface="Times New Roman" panose="02020603050405020304" pitchFamily="18" charset="0"/>
              </a:rPr>
              <a:t>điện cảm ở bộ phận phân tích, phân tích lượng biến hóa dung lượng tĩnh điện đó do giữa đất</a:t>
            </a:r>
            <a:r>
              <a:rPr lang="ko-KR" altLang="en-US" sz="90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và điện cực tồn tại vật thể </a:t>
            </a:r>
            <a:r>
              <a:rPr lang="en-US" altLang="ko-KR" sz="900" smtClean="0">
                <a:latin typeface="Times New Roman" panose="02020603050405020304" pitchFamily="18" charset="0"/>
                <a:cs typeface="Times New Roman" panose="02020603050405020304" pitchFamily="18" charset="0"/>
              </a:rPr>
              <a:t>phát </a:t>
            </a:r>
            <a:r>
              <a:rPr lang="en-US" altLang="ko-KR" sz="900">
                <a:latin typeface="Times New Roman" panose="02020603050405020304" pitchFamily="18" charset="0"/>
                <a:cs typeface="Times New Roman" panose="02020603050405020304" pitchFamily="18" charset="0"/>
              </a:rPr>
              <a:t>tín hiệu đầu ra</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① </a:t>
            </a:r>
            <a:r>
              <a:rPr lang="vi-VN" altLang="ko-KR" sz="900" smtClean="0">
                <a:latin typeface="Times New Roman" panose="02020603050405020304" pitchFamily="18" charset="0"/>
                <a:ea typeface="Dotum" pitchFamily="34" charset="-127"/>
                <a:cs typeface="Times New Roman" panose="02020603050405020304" pitchFamily="18" charset="0"/>
              </a:rPr>
              <a:t>C</a:t>
            </a:r>
            <a:r>
              <a:rPr lang="en-US" altLang="ko-KR" sz="900" smtClean="0">
                <a:latin typeface="Times New Roman" panose="02020603050405020304" pitchFamily="18" charset="0"/>
                <a:ea typeface="Dotum" pitchFamily="34" charset="-127"/>
                <a:cs typeface="Times New Roman" panose="02020603050405020304" pitchFamily="18" charset="0"/>
              </a:rPr>
              <a:t>ông tắc limit và micro</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② </a:t>
            </a:r>
            <a:r>
              <a:rPr lang="en-US" altLang="ko-KR" sz="900" smtClean="0">
                <a:latin typeface="Times New Roman" panose="02020603050405020304" pitchFamily="18" charset="0"/>
                <a:ea typeface="Dotum" pitchFamily="34" charset="-127"/>
                <a:cs typeface="Times New Roman" panose="02020603050405020304" pitchFamily="18" charset="0"/>
              </a:rPr>
              <a:t>Công tắc tiếp giáp</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Công tắc</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điện dung </a:t>
            </a:r>
            <a:endParaRPr lang="en-US"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④ </a:t>
            </a:r>
            <a:r>
              <a:rPr lang="en-US" altLang="ko-KR" sz="900" smtClean="0">
                <a:latin typeface="Times New Roman" panose="02020603050405020304" pitchFamily="18" charset="0"/>
                <a:ea typeface="Dotum" pitchFamily="34" charset="-127"/>
                <a:cs typeface="Times New Roman" panose="02020603050405020304" pitchFamily="18" charset="0"/>
              </a:rPr>
              <a:t>Công tăc quang điện</a:t>
            </a:r>
            <a:endParaRPr lang="vi-VN" altLang="ko-KR" sz="900">
              <a:latin typeface="Times New Roman" panose="02020603050405020304" pitchFamily="18" charset="0"/>
              <a:ea typeface="Dotum" pitchFamily="34" charset="-127"/>
              <a:cs typeface="Times New Roman" panose="02020603050405020304" pitchFamily="18" charset="0"/>
            </a:endParaRPr>
          </a:p>
        </p:txBody>
      </p:sp>
      <p:sp>
        <p:nvSpPr>
          <p:cNvPr id="9226" name="Text Box 44"/>
          <p:cNvSpPr txBox="1">
            <a:spLocks noChangeArrowheads="1"/>
          </p:cNvSpPr>
          <p:nvPr/>
        </p:nvSpPr>
        <p:spPr bwMode="auto">
          <a:xfrm>
            <a:off x="304801" y="4673112"/>
            <a:ext cx="310515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4. </a:t>
            </a:r>
            <a:r>
              <a:rPr lang="en-US" altLang="ko-KR" sz="900" smtClean="0">
                <a:latin typeface="Times New Roman" panose="02020603050405020304" pitchFamily="18" charset="0"/>
                <a:cs typeface="Times New Roman" panose="02020603050405020304" pitchFamily="18" charset="0"/>
              </a:rPr>
              <a:t>Cho </a:t>
            </a:r>
            <a:r>
              <a:rPr lang="en-US" altLang="ko-KR" sz="900">
                <a:latin typeface="Times New Roman" panose="02020603050405020304" pitchFamily="18" charset="0"/>
                <a:cs typeface="Times New Roman" panose="02020603050405020304" pitchFamily="18" charset="0"/>
              </a:rPr>
              <a:t>điện chạy qua bộ hẹn giờ thì tiếp điểm được nối dựa vào hoạt động hút của nam châm điện, cam của đoạn sau tiếp điểm quay, hoạt động tiếp điểm</a:t>
            </a:r>
            <a:r>
              <a:rPr lang="vi-VN" altLang="ko-KR" sz="900" smtClean="0">
                <a:latin typeface="Times New Roman" panose="02020603050405020304" pitchFamily="18" charset="0"/>
                <a:cs typeface="Times New Roman" panose="02020603050405020304" pitchFamily="18" charset="0"/>
              </a:rPr>
              <a:t>?</a:t>
            </a:r>
            <a:r>
              <a:rPr lang="en-US" altLang="ko-KR" sz="900" smtClean="0">
                <a:latin typeface="Times New Roman" panose="02020603050405020304" pitchFamily="18" charset="0"/>
                <a:cs typeface="Times New Roman" panose="02020603050405020304" pitchFamily="18" charset="0"/>
              </a:rPr>
              <a:t> </a:t>
            </a: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① Hẹn giờ khí nén            </a:t>
            </a: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② Hẹn giờ kỹ thuật số</a:t>
            </a:r>
          </a:p>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 </a:t>
            </a:r>
            <a:r>
              <a:rPr lang="vi-VN" altLang="ko-KR" sz="900" b="1">
                <a:solidFill>
                  <a:srgbClr val="FF0000"/>
                </a:solidFill>
                <a:latin typeface="Times New Roman" panose="02020603050405020304" pitchFamily="18" charset="0"/>
                <a:cs typeface="Times New Roman" panose="02020603050405020304" pitchFamily="18" charset="0"/>
              </a:rPr>
              <a:t>③ Hẹn giờ kiểu động cơ </a:t>
            </a:r>
            <a:r>
              <a:rPr lang="en-US" altLang="ko-KR" sz="900" b="1">
                <a:solidFill>
                  <a:srgbClr val="FF0000"/>
                </a:solidFill>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④ Hẹn giờ điện tử</a:t>
            </a:r>
          </a:p>
        </p:txBody>
      </p:sp>
      <p:sp>
        <p:nvSpPr>
          <p:cNvPr id="9227" name="Rectangle 100"/>
          <p:cNvSpPr>
            <a:spLocks noChangeArrowheads="1"/>
          </p:cNvSpPr>
          <p:nvPr/>
        </p:nvSpPr>
        <p:spPr bwMode="auto">
          <a:xfrm>
            <a:off x="3409951" y="832338"/>
            <a:ext cx="3114675" cy="840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8. </a:t>
            </a:r>
            <a:r>
              <a:rPr lang="en-US" altLang="ko-KR" sz="900" smtClean="0">
                <a:latin typeface="Times New Roman" panose="02020603050405020304" pitchFamily="18" charset="0"/>
                <a:ea typeface="Dotum" pitchFamily="34" charset="-127"/>
                <a:cs typeface="Times New Roman" panose="02020603050405020304" pitchFamily="18" charset="0"/>
              </a:rPr>
              <a:t>Trong cấu tạo của Xilanh</a:t>
            </a:r>
            <a:r>
              <a:rPr lang="vi-VN" altLang="ko-KR" sz="900" smtClean="0">
                <a:latin typeface="Times New Roman" panose="02020603050405020304" pitchFamily="18" charset="0"/>
                <a:ea typeface="Dotum" pitchFamily="34" charset="-127"/>
                <a:cs typeface="Times New Roman" panose="02020603050405020304" pitchFamily="18" charset="0"/>
              </a:rPr>
              <a:t> có</a:t>
            </a:r>
            <a:r>
              <a:rPr lang="en-US" altLang="ko-KR" sz="900" smtClean="0">
                <a:latin typeface="Times New Roman" panose="02020603050405020304" pitchFamily="18" charset="0"/>
                <a:ea typeface="Dotum" pitchFamily="34" charset="-127"/>
                <a:cs typeface="Times New Roman" panose="02020603050405020304" pitchFamily="18" charset="0"/>
              </a:rPr>
              <a:t> bộ phận</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giảm chấn</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Cái </a:t>
            </a:r>
            <a:r>
              <a:rPr lang="en-US" altLang="ko-KR" sz="900" smtClean="0">
                <a:latin typeface="Times New Roman" panose="02020603050405020304" pitchFamily="18" charset="0"/>
                <a:ea typeface="Dotum" pitchFamily="34" charset="-127"/>
                <a:cs typeface="Times New Roman" panose="02020603050405020304" pitchFamily="18" charset="0"/>
              </a:rPr>
              <a:t>nào</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dưới đây không được coi là giảm chấn</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a:buNone/>
            </a:pPr>
            <a:r>
              <a:rPr lang="vi-VN" altLang="ko-KR" sz="900">
                <a:latin typeface="Times New Roman" panose="02020603050405020304" pitchFamily="18" charset="0"/>
                <a:ea typeface="Dotum" pitchFamily="34" charset="-127"/>
                <a:cs typeface="Times New Roman" panose="02020603050405020304" pitchFamily="18" charset="0"/>
              </a:rPr>
              <a:t>   ① Cushion adjustment screw</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 </a:t>
            </a: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Scraping ring</a:t>
            </a:r>
          </a:p>
          <a:p>
            <a:pPr>
              <a:buNone/>
            </a:pP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  ③ Cushion ring</a:t>
            </a: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④ Sealing ring</a:t>
            </a:r>
          </a:p>
        </p:txBody>
      </p:sp>
      <p:sp>
        <p:nvSpPr>
          <p:cNvPr id="9228" name="Rectangle 67"/>
          <p:cNvSpPr>
            <a:spLocks noChangeArrowheads="1"/>
          </p:cNvSpPr>
          <p:nvPr/>
        </p:nvSpPr>
        <p:spPr bwMode="auto">
          <a:xfrm>
            <a:off x="279400" y="3234105"/>
            <a:ext cx="316865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3. Biểu tượng khí nén cho van điều khiển hướng dưới đây. Giải thích đúng cho mũi tên là gì</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① Vị trí ban đầu của van </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Hướng dòng chảy của van</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③ Số </a:t>
            </a:r>
            <a:r>
              <a:rPr lang="en-US" altLang="ko-KR" sz="900" smtClean="0">
                <a:latin typeface="Times New Roman" panose="02020603050405020304" pitchFamily="18" charset="0"/>
                <a:ea typeface="Dotum" pitchFamily="34" charset="-127"/>
                <a:cs typeface="Times New Roman" panose="02020603050405020304" pitchFamily="18" charset="0"/>
              </a:rPr>
              <a:t>cửa </a:t>
            </a:r>
            <a:r>
              <a:rPr lang="en-US" altLang="ko-KR" sz="900">
                <a:latin typeface="Times New Roman" panose="02020603050405020304" pitchFamily="18" charset="0"/>
                <a:ea typeface="Dotum" pitchFamily="34" charset="-127"/>
                <a:cs typeface="Times New Roman" panose="02020603050405020304" pitchFamily="18" charset="0"/>
              </a:rPr>
              <a:t>trên van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④ Ngắt dòng chất lỏng khỏi van</a:t>
            </a:r>
          </a:p>
        </p:txBody>
      </p:sp>
      <p:pic>
        <p:nvPicPr>
          <p:cNvPr id="9229" name="Picture 7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84314" y="3600107"/>
            <a:ext cx="396875" cy="3736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230" name="Rectangle 113"/>
          <p:cNvSpPr>
            <a:spLocks noChangeArrowheads="1"/>
          </p:cNvSpPr>
          <p:nvPr/>
        </p:nvSpPr>
        <p:spPr bwMode="auto">
          <a:xfrm>
            <a:off x="274638" y="5701972"/>
            <a:ext cx="319722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50000"/>
              </a:spcBef>
              <a:buFontTx/>
              <a:buNone/>
            </a:pPr>
            <a:r>
              <a:rPr lang="en-US" altLang="ko-KR" sz="900">
                <a:latin typeface="Times New Roman" panose="02020603050405020304" pitchFamily="18" charset="0"/>
                <a:ea typeface="Dotum" pitchFamily="34" charset="-127"/>
                <a:cs typeface="Times New Roman" panose="02020603050405020304" pitchFamily="18" charset="0"/>
              </a:rPr>
              <a:t>5. </a:t>
            </a:r>
            <a:r>
              <a:rPr lang="en-US" altLang="ko-KR" sz="900" smtClean="0">
                <a:latin typeface="Times New Roman" panose="02020603050405020304" pitchFamily="18" charset="0"/>
                <a:ea typeface="Dotum" pitchFamily="34" charset="-127"/>
                <a:cs typeface="Times New Roman" panose="02020603050405020304" pitchFamily="18" charset="0"/>
              </a:rPr>
              <a:t>Công tắc </a:t>
            </a:r>
            <a:r>
              <a:rPr lang="en-US" altLang="ko-KR" sz="900">
                <a:latin typeface="Times New Roman" panose="02020603050405020304" pitchFamily="18" charset="0"/>
                <a:ea typeface="Dotum" pitchFamily="34" charset="-127"/>
                <a:cs typeface="Times New Roman" panose="02020603050405020304" pitchFamily="18" charset="0"/>
              </a:rPr>
              <a:t>không thuộc về </a:t>
            </a:r>
            <a:r>
              <a:rPr lang="en-US" altLang="ko-KR" sz="900" smtClean="0">
                <a:latin typeface="Times New Roman" panose="02020603050405020304" pitchFamily="18" charset="0"/>
                <a:ea typeface="Dotum" pitchFamily="34" charset="-127"/>
                <a:cs typeface="Times New Roman" panose="02020603050405020304" pitchFamily="18" charset="0"/>
              </a:rPr>
              <a:t>loại </a:t>
            </a:r>
            <a:r>
              <a:rPr lang="en-US" altLang="ko-KR" sz="900">
                <a:latin typeface="Times New Roman" panose="02020603050405020304" pitchFamily="18" charset="0"/>
                <a:ea typeface="Dotum" pitchFamily="34" charset="-127"/>
                <a:cs typeface="Times New Roman" panose="02020603050405020304" pitchFamily="18" charset="0"/>
              </a:rPr>
              <a:t>không tiếp xúc?</a:t>
            </a:r>
          </a:p>
          <a:p>
            <a:pPr eaLnBrk="1" hangingPunct="1">
              <a:spcBef>
                <a:spcPct val="0"/>
              </a:spcBef>
              <a:buNone/>
            </a:pPr>
            <a:r>
              <a:rPr lang="en-US" altLang="ko-KR" sz="900">
                <a:solidFill>
                  <a:srgbClr val="FF0000"/>
                </a:solidFill>
                <a:latin typeface="Times New Roman" panose="02020603050405020304" pitchFamily="18" charset="0"/>
                <a:cs typeface="Times New Roman" panose="02020603050405020304" pitchFamily="18" charset="0"/>
              </a:rPr>
              <a:t>① Công tắc micro </a:t>
            </a:r>
          </a:p>
          <a:p>
            <a:pPr eaLnBrk="1" hangingPunct="1">
              <a:spcBef>
                <a:spcPct val="0"/>
              </a:spcBef>
              <a:buNone/>
            </a:pPr>
            <a:r>
              <a:rPr lang="en-US" altLang="ko-KR" sz="900">
                <a:latin typeface="Times New Roman" panose="02020603050405020304" pitchFamily="18" charset="0"/>
                <a:cs typeface="Times New Roman" panose="02020603050405020304" pitchFamily="18" charset="0"/>
              </a:rPr>
              <a:t>② Công tắc quang điện</a:t>
            </a:r>
          </a:p>
          <a:p>
            <a:pPr eaLnBrk="1" hangingPunct="1">
              <a:spcBef>
                <a:spcPct val="0"/>
              </a:spcBef>
              <a:buNone/>
            </a:pPr>
            <a:r>
              <a:rPr lang="en-US" altLang="ko-KR" sz="900">
                <a:latin typeface="Times New Roman" panose="02020603050405020304" pitchFamily="18" charset="0"/>
                <a:cs typeface="Times New Roman" panose="02020603050405020304" pitchFamily="18" charset="0"/>
              </a:rPr>
              <a:t>③ Công tắc sóng siêu âm </a:t>
            </a:r>
          </a:p>
          <a:p>
            <a:pPr eaLnBrk="1" hangingPunct="1">
              <a:spcBef>
                <a:spcPct val="0"/>
              </a:spcBef>
              <a:buNone/>
            </a:pPr>
            <a:r>
              <a:rPr lang="en-US" altLang="ko-KR" sz="900">
                <a:latin typeface="Times New Roman" panose="02020603050405020304" pitchFamily="18" charset="0"/>
                <a:cs typeface="Times New Roman" panose="02020603050405020304" pitchFamily="18" charset="0"/>
              </a:rPr>
              <a:t>④ Công tắc tiếp giáp</a:t>
            </a:r>
          </a:p>
        </p:txBody>
      </p:sp>
      <p:sp>
        <p:nvSpPr>
          <p:cNvPr id="9231" name="Rectangle 143"/>
          <p:cNvSpPr>
            <a:spLocks noChangeArrowheads="1"/>
          </p:cNvSpPr>
          <p:nvPr/>
        </p:nvSpPr>
        <p:spPr bwMode="auto">
          <a:xfrm>
            <a:off x="304800" y="6553200"/>
            <a:ext cx="31623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6. Đâu không phải là đặc điểm của thiết bị hút chân </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không (ejector</a:t>
            </a:r>
            <a:r>
              <a:rPr lang="vi-VN" altLang="ko-KR" sz="900" smtClean="0">
                <a:latin typeface="Times New Roman" panose="02020603050405020304" pitchFamily="18" charset="0"/>
                <a:ea typeface="Dotum" pitchFamily="34" charset="-127"/>
                <a:cs typeface="Times New Roman" panose="02020603050405020304" pitchFamily="18" charset="0"/>
              </a:rPr>
              <a:t>)?</a:t>
            </a:r>
            <a:r>
              <a:rPr lang="en-US" altLang="ko-KR" sz="900" smtClean="0">
                <a:latin typeface="Times New Roman" panose="02020603050405020304" pitchFamily="18" charset="0"/>
                <a:ea typeface="Dotum" pitchFamily="34" charset="-127"/>
                <a:cs typeface="Times New Roman" panose="02020603050405020304" pitchFamily="18" charset="0"/>
              </a:rPr>
              <a:t>  </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Không có bộ phận chuyển động trong bộ phận tạo </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chân không </a:t>
            </a:r>
            <a:r>
              <a:rPr lang="en-US" altLang="ko-KR" sz="900" smtClean="0">
                <a:latin typeface="Times New Roman" panose="02020603050405020304" pitchFamily="18" charset="0"/>
                <a:ea typeface="Dotum" pitchFamily="34" charset="-127"/>
                <a:cs typeface="Times New Roman" panose="02020603050405020304" pitchFamily="18" charset="0"/>
              </a:rPr>
              <a:t>nên</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có tuổi thọ cao.</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② Có thể kiểm soát tốt</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Có thể sử dụng van điều khiển chung</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Có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xung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đột áp lực nên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cần có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bình chứa.</a:t>
            </a:r>
            <a:endParaRPr lang="en-US"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Thích hợp khi lặp lại On-Off</a:t>
            </a:r>
          </a:p>
        </p:txBody>
      </p:sp>
      <p:sp>
        <p:nvSpPr>
          <p:cNvPr id="9232" name="Rectangle 40"/>
          <p:cNvSpPr>
            <a:spLocks noChangeArrowheads="1"/>
          </p:cNvSpPr>
          <p:nvPr/>
        </p:nvSpPr>
        <p:spPr bwMode="auto">
          <a:xfrm>
            <a:off x="269875" y="1036027"/>
            <a:ext cx="31623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50000"/>
              </a:spcBef>
              <a:buFontTx/>
              <a:buNone/>
            </a:pPr>
            <a:r>
              <a:rPr lang="vi-VN" altLang="ko-KR" sz="900">
                <a:latin typeface="Times New Roman" panose="02020603050405020304" pitchFamily="18" charset="0"/>
                <a:ea typeface="Dotum" pitchFamily="34" charset="-127"/>
                <a:cs typeface="Times New Roman" panose="02020603050405020304" pitchFamily="18" charset="0"/>
              </a:rPr>
              <a:t>1. </a:t>
            </a:r>
            <a:r>
              <a:rPr lang="en-US" altLang="ko-KR" sz="900" smtClean="0">
                <a:latin typeface="Times New Roman" panose="02020603050405020304" pitchFamily="18" charset="0"/>
                <a:ea typeface="Dotum" pitchFamily="34" charset="-127"/>
                <a:cs typeface="Times New Roman" panose="02020603050405020304" pitchFamily="18" charset="0"/>
              </a:rPr>
              <a:t>Van nào</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không thuộc van điều khiển áp suất?</a:t>
            </a:r>
          </a:p>
          <a:p>
            <a:pPr eaLnBrk="1" hangingPunct="1">
              <a:spcBef>
                <a:spcPct val="50000"/>
              </a:spcBef>
              <a:buFontTx/>
              <a:buNone/>
            </a:pPr>
            <a:r>
              <a:rPr lang="vi-VN" altLang="ko-KR" sz="900">
                <a:latin typeface="Times New Roman" panose="02020603050405020304" pitchFamily="18" charset="0"/>
                <a:ea typeface="Dotum" pitchFamily="34" charset="-127"/>
                <a:cs typeface="Times New Roman" panose="02020603050405020304" pitchFamily="18" charset="0"/>
              </a:rPr>
              <a:t>① Van giảm áp </a:t>
            </a: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② Van tuần tự</a:t>
            </a:r>
          </a:p>
          <a:p>
            <a:pPr eaLnBrk="1" hangingPunct="1">
              <a:spcBef>
                <a:spcPct val="50000"/>
              </a:spcBef>
              <a:buFontTx/>
              <a:buNone/>
            </a:pPr>
            <a:r>
              <a:rPr lang="vi-VN" altLang="ko-KR" sz="900">
                <a:latin typeface="Times New Roman" panose="02020603050405020304" pitchFamily="18" charset="0"/>
                <a:ea typeface="Dotum" pitchFamily="34" charset="-127"/>
                <a:cs typeface="Times New Roman" panose="02020603050405020304" pitchFamily="18" charset="0"/>
              </a:rPr>
              <a:t>③ Van </a:t>
            </a:r>
            <a:r>
              <a:rPr lang="en-US" altLang="ko-KR" sz="900" smtClean="0">
                <a:latin typeface="Times New Roman" panose="02020603050405020304" pitchFamily="18" charset="0"/>
                <a:ea typeface="Dotum" pitchFamily="34" charset="-127"/>
                <a:cs typeface="Times New Roman" panose="02020603050405020304" pitchFamily="18" charset="0"/>
              </a:rPr>
              <a:t>Relief</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④ Van xả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cấp tốc</a:t>
            </a:r>
            <a:endParaRPr lang="ko-KR" altLang="en-US" sz="900" b="1">
              <a:solidFill>
                <a:srgbClr val="FF0000"/>
              </a:solidFill>
              <a:latin typeface="Times New Roman" panose="02020603050405020304" pitchFamily="18" charset="0"/>
              <a:ea typeface="Dotum" pitchFamily="34" charset="-127"/>
              <a:cs typeface="Times New Roman" panose="02020603050405020304" pitchFamily="18" charset="0"/>
            </a:endParaRPr>
          </a:p>
        </p:txBody>
      </p:sp>
      <p:grpSp>
        <p:nvGrpSpPr>
          <p:cNvPr id="9233" name="Group 7"/>
          <p:cNvGrpSpPr>
            <a:grpSpLocks/>
          </p:cNvGrpSpPr>
          <p:nvPr/>
        </p:nvGrpSpPr>
        <p:grpSpPr bwMode="auto">
          <a:xfrm>
            <a:off x="3441701" y="2783407"/>
            <a:ext cx="3082925" cy="2170235"/>
            <a:chOff x="2160" y="1692"/>
            <a:chExt cx="1950" cy="1481"/>
          </a:xfrm>
        </p:grpSpPr>
        <p:sp>
          <p:nvSpPr>
            <p:cNvPr id="9252" name="Text Box 8"/>
            <p:cNvSpPr txBox="1">
              <a:spLocks noChangeArrowheads="1"/>
            </p:cNvSpPr>
            <p:nvPr/>
          </p:nvSpPr>
          <p:spPr bwMode="auto">
            <a:xfrm>
              <a:off x="2160" y="1692"/>
              <a:ext cx="1950" cy="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10. </a:t>
              </a:r>
              <a:r>
                <a:rPr lang="vi-VN" altLang="ko-KR" sz="900">
                  <a:latin typeface="Times New Roman" panose="02020603050405020304" pitchFamily="18" charset="0"/>
                  <a:ea typeface="Dotum" pitchFamily="34" charset="-127"/>
                  <a:cs typeface="Times New Roman" panose="02020603050405020304" pitchFamily="18" charset="0"/>
                </a:rPr>
                <a:t>Ký hiệu khí nén nào đúng cho van định hướng sau đây?</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②</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a:t>
              </a:r>
              <a:r>
                <a:rPr lang="en-US" altLang="ko-KR" sz="900" smtClean="0">
                  <a:latin typeface="Times New Roman" panose="02020603050405020304" pitchFamily="18" charset="0"/>
                  <a:ea typeface="Dotum" pitchFamily="34" charset="-127"/>
                  <a:cs typeface="Times New Roman" panose="02020603050405020304" pitchFamily="18" charset="0"/>
                </a:rPr>
                <a:t>                 ④</a:t>
              </a:r>
              <a:endParaRPr lang="en-US" altLang="ko-KR" sz="900">
                <a:latin typeface="Times New Roman" panose="02020603050405020304" pitchFamily="18" charset="0"/>
                <a:ea typeface="Dotum" pitchFamily="34" charset="-127"/>
                <a:cs typeface="Times New Roman" panose="02020603050405020304" pitchFamily="18" charset="0"/>
              </a:endParaRPr>
            </a:p>
          </p:txBody>
        </p:sp>
        <p:pic>
          <p:nvPicPr>
            <p:cNvPr id="9253" name="Picture 9"/>
            <p:cNvPicPr>
              <a:picLocks noChangeAspect="1" noChangeArrowheads="1"/>
            </p:cNvPicPr>
            <p:nvPr/>
          </p:nvPicPr>
          <p:blipFill>
            <a:blip r:embed="rId4">
              <a:extLst>
                <a:ext uri="{28A0092B-C50C-407E-A947-70E740481C1C}">
                  <a14:useLocalDpi xmlns:a14="http://schemas.microsoft.com/office/drawing/2010/main" val="0"/>
                </a:ext>
              </a:extLst>
            </a:blip>
            <a:srcRect l="24219" t="40608" r="60429" b="43880"/>
            <a:stretch>
              <a:fillRect/>
            </a:stretch>
          </p:blipFill>
          <p:spPr bwMode="auto">
            <a:xfrm>
              <a:off x="2613" y="1831"/>
              <a:ext cx="953" cy="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54" name="Picture 10"/>
            <p:cNvPicPr>
              <a:picLocks noChangeAspect="1" noChangeArrowheads="1"/>
            </p:cNvPicPr>
            <p:nvPr/>
          </p:nvPicPr>
          <p:blipFill>
            <a:blip r:embed="rId4">
              <a:extLst>
                <a:ext uri="{28A0092B-C50C-407E-A947-70E740481C1C}">
                  <a14:useLocalDpi xmlns:a14="http://schemas.microsoft.com/office/drawing/2010/main" val="0"/>
                </a:ext>
              </a:extLst>
            </a:blip>
            <a:srcRect l="60834" t="44287" r="24986" b="46843"/>
            <a:stretch>
              <a:fillRect/>
            </a:stretch>
          </p:blipFill>
          <p:spPr bwMode="auto">
            <a:xfrm>
              <a:off x="3430" y="2401"/>
              <a:ext cx="680"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55" name="Picture 11"/>
            <p:cNvPicPr>
              <a:picLocks noChangeAspect="1" noChangeArrowheads="1"/>
            </p:cNvPicPr>
            <p:nvPr/>
          </p:nvPicPr>
          <p:blipFill>
            <a:blip r:embed="rId5">
              <a:extLst>
                <a:ext uri="{28A0092B-C50C-407E-A947-70E740481C1C}">
                  <a14:useLocalDpi xmlns:a14="http://schemas.microsoft.com/office/drawing/2010/main" val="0"/>
                </a:ext>
              </a:extLst>
            </a:blip>
            <a:srcRect l="65585" t="51677" r="22018" b="40933"/>
            <a:stretch>
              <a:fillRect/>
            </a:stretch>
          </p:blipFill>
          <p:spPr bwMode="auto">
            <a:xfrm>
              <a:off x="3427" y="2780"/>
              <a:ext cx="635"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56" name="Picture 12"/>
            <p:cNvPicPr>
              <a:picLocks noChangeAspect="1" noChangeArrowheads="1"/>
            </p:cNvPicPr>
            <p:nvPr/>
          </p:nvPicPr>
          <p:blipFill>
            <a:blip r:embed="rId6">
              <a:extLst>
                <a:ext uri="{28A0092B-C50C-407E-A947-70E740481C1C}">
                  <a14:useLocalDpi xmlns:a14="http://schemas.microsoft.com/office/drawing/2010/main" val="0"/>
                </a:ext>
              </a:extLst>
            </a:blip>
            <a:srcRect l="64961" t="64404" r="22630" b="29688"/>
            <a:stretch>
              <a:fillRect/>
            </a:stretch>
          </p:blipFill>
          <p:spPr bwMode="auto">
            <a:xfrm>
              <a:off x="2383" y="2822"/>
              <a:ext cx="68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57" name="Picture 13"/>
            <p:cNvPicPr>
              <a:picLocks noChangeAspect="1" noChangeArrowheads="1"/>
            </p:cNvPicPr>
            <p:nvPr/>
          </p:nvPicPr>
          <p:blipFill>
            <a:blip r:embed="rId7">
              <a:extLst>
                <a:ext uri="{28A0092B-C50C-407E-A947-70E740481C1C}">
                  <a14:useLocalDpi xmlns:a14="http://schemas.microsoft.com/office/drawing/2010/main" val="0"/>
                </a:ext>
              </a:extLst>
            </a:blip>
            <a:srcRect l="77147" t="4941" r="3831" b="68022"/>
            <a:stretch>
              <a:fillRect/>
            </a:stretch>
          </p:blipFill>
          <p:spPr bwMode="auto">
            <a:xfrm>
              <a:off x="2382" y="2372"/>
              <a:ext cx="726"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grpSp>
      <p:sp>
        <p:nvSpPr>
          <p:cNvPr id="9234" name="Rectangle 102"/>
          <p:cNvSpPr>
            <a:spLocks noChangeArrowheads="1"/>
          </p:cNvSpPr>
          <p:nvPr/>
        </p:nvSpPr>
        <p:spPr bwMode="auto">
          <a:xfrm>
            <a:off x="292100" y="7828978"/>
            <a:ext cx="314642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50000"/>
              </a:spcBef>
              <a:buFontTx/>
              <a:buNone/>
            </a:pPr>
            <a:r>
              <a:rPr lang="vi-VN" altLang="ko-KR" sz="900">
                <a:latin typeface="Times New Roman" panose="02020603050405020304" pitchFamily="18" charset="0"/>
                <a:ea typeface="Dotum" pitchFamily="34" charset="-127"/>
                <a:cs typeface="Times New Roman" panose="02020603050405020304" pitchFamily="18" charset="0"/>
              </a:rPr>
              <a:t>7. </a:t>
            </a:r>
            <a:r>
              <a:rPr lang="en-US" altLang="ko-KR" sz="900">
                <a:latin typeface="Times New Roman" panose="02020603050405020304" pitchFamily="18" charset="0"/>
                <a:ea typeface="Dotum" pitchFamily="34" charset="-127"/>
                <a:cs typeface="Times New Roman" panose="02020603050405020304" pitchFamily="18" charset="0"/>
              </a:rPr>
              <a:t>K</a:t>
            </a:r>
            <a:r>
              <a:rPr lang="vi-VN" altLang="ko-KR" sz="900" smtClean="0">
                <a:latin typeface="Times New Roman" panose="02020603050405020304" pitchFamily="18" charset="0"/>
                <a:ea typeface="Dotum" pitchFamily="34" charset="-127"/>
                <a:cs typeface="Times New Roman" panose="02020603050405020304" pitchFamily="18" charset="0"/>
              </a:rPr>
              <a:t>hông </a:t>
            </a:r>
            <a:r>
              <a:rPr lang="vi-VN" altLang="ko-KR" sz="900">
                <a:latin typeface="Times New Roman" panose="02020603050405020304" pitchFamily="18" charset="0"/>
                <a:ea typeface="Dotum" pitchFamily="34" charset="-127"/>
                <a:cs typeface="Times New Roman" panose="02020603050405020304" pitchFamily="18" charset="0"/>
              </a:rPr>
              <a:t>được phân loại theo phương </a:t>
            </a:r>
            <a:r>
              <a:rPr lang="vi-VN" altLang="ko-KR" sz="900" smtClean="0">
                <a:latin typeface="Times New Roman" panose="02020603050405020304" pitchFamily="18" charset="0"/>
                <a:ea typeface="Dotum" pitchFamily="34" charset="-127"/>
                <a:cs typeface="Times New Roman" panose="02020603050405020304" pitchFamily="18" charset="0"/>
              </a:rPr>
              <a:t>pháp </a:t>
            </a:r>
            <a:r>
              <a:rPr lang="en-US" altLang="ko-KR" sz="900" smtClean="0">
                <a:latin typeface="Times New Roman" panose="02020603050405020304" pitchFamily="18" charset="0"/>
                <a:ea typeface="Dotum" pitchFamily="34" charset="-127"/>
                <a:cs typeface="Times New Roman" panose="02020603050405020304" pitchFamily="18" charset="0"/>
              </a:rPr>
              <a:t>trở lại (return) của Valve</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None/>
            </a:pPr>
            <a:r>
              <a:rPr lang="en-US" altLang="ko-KR" sz="90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a:solidFill>
                  <a:srgbClr val="FF0000"/>
                </a:solidFill>
                <a:latin typeface="Times New Roman" panose="02020603050405020304" pitchFamily="18" charset="0"/>
                <a:ea typeface="Dotum" pitchFamily="34" charset="-127"/>
                <a:cs typeface="Times New Roman" panose="02020603050405020304" pitchFamily="18" charset="0"/>
              </a:rPr>
              <a:t>① Trở lại </a:t>
            </a:r>
            <a:r>
              <a:rPr lang="en-US" altLang="ko-KR" sz="900">
                <a:solidFill>
                  <a:srgbClr val="FF0000"/>
                </a:solidFill>
                <a:latin typeface="Times New Roman" panose="02020603050405020304" pitchFamily="18" charset="0"/>
                <a:ea typeface="Dotum" pitchFamily="34" charset="-127"/>
                <a:cs typeface="Times New Roman" panose="02020603050405020304" pitchFamily="18" charset="0"/>
              </a:rPr>
              <a:t>bằng tác động con người</a:t>
            </a:r>
            <a:r>
              <a:rPr lang="vi-VN" altLang="ko-KR" sz="900">
                <a:solidFill>
                  <a:srgbClr val="FF0000"/>
                </a:solidFill>
                <a:latin typeface="Times New Roman" panose="02020603050405020304" pitchFamily="18" charset="0"/>
                <a:ea typeface="Dotum" pitchFamily="34" charset="-127"/>
                <a:cs typeface="Times New Roman" panose="02020603050405020304" pitchFamily="18" charset="0"/>
              </a:rPr>
              <a:t> </a:t>
            </a:r>
            <a:r>
              <a:rPr lang="en-US" altLang="ko-KR" sz="900">
                <a:solidFill>
                  <a:srgbClr val="FF0000"/>
                </a:solidFill>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None/>
            </a:pP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② </a:t>
            </a:r>
            <a:r>
              <a:rPr lang="en-US" altLang="ko-KR" sz="900">
                <a:latin typeface="Times New Roman" panose="02020603050405020304" pitchFamily="18" charset="0"/>
                <a:ea typeface="Dotum" pitchFamily="34" charset="-127"/>
                <a:cs typeface="Times New Roman" panose="02020603050405020304" pitchFamily="18" charset="0"/>
              </a:rPr>
              <a:t>Trở lại bằng lò xo</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None/>
            </a:pP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③ </a:t>
            </a:r>
            <a:r>
              <a:rPr lang="en-US" altLang="ko-KR" sz="900">
                <a:latin typeface="Times New Roman" panose="02020603050405020304" pitchFamily="18" charset="0"/>
                <a:ea typeface="Dotum" pitchFamily="34" charset="-127"/>
                <a:cs typeface="Times New Roman" panose="02020603050405020304" pitchFamily="18" charset="0"/>
              </a:rPr>
              <a:t>Trở lại</a:t>
            </a:r>
            <a:r>
              <a:rPr lang="vi-VN" altLang="ko-KR" sz="900">
                <a:latin typeface="Times New Roman" panose="02020603050405020304" pitchFamily="18" charset="0"/>
                <a:ea typeface="Dotum" pitchFamily="34" charset="-127"/>
                <a:cs typeface="Times New Roman" panose="02020603050405020304" pitchFamily="18" charset="0"/>
              </a:rPr>
              <a:t> bằng khí nén</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None/>
            </a:pP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④ Trở lại phát hiện</a:t>
            </a: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9235" name="Text Box 6"/>
          <p:cNvSpPr txBox="1">
            <a:spLocks noChangeArrowheads="1"/>
          </p:cNvSpPr>
          <p:nvPr/>
        </p:nvSpPr>
        <p:spPr bwMode="auto">
          <a:xfrm>
            <a:off x="292100" y="754674"/>
            <a:ext cx="147187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000" b="1">
                <a:latin typeface="Times New Roman" panose="02020603050405020304" pitchFamily="18" charset="0"/>
                <a:ea typeface="Dotum" pitchFamily="34" charset="-127"/>
                <a:cs typeface="Times New Roman" panose="02020603050405020304" pitchFamily="18" charset="0"/>
              </a:rPr>
              <a:t>※ </a:t>
            </a:r>
            <a:r>
              <a:rPr lang="en-US" altLang="ko-KR" sz="1000" b="1" smtClean="0">
                <a:latin typeface="Times New Roman" panose="02020603050405020304" pitchFamily="18" charset="0"/>
                <a:ea typeface="Dotum" pitchFamily="34" charset="-127"/>
                <a:cs typeface="Times New Roman" panose="02020603050405020304" pitchFamily="18" charset="0"/>
              </a:rPr>
              <a:t>Khí nén</a:t>
            </a:r>
            <a:r>
              <a:rPr lang="ko-KR" altLang="en-US" sz="1000" b="1" smtClean="0">
                <a:latin typeface="Times New Roman" panose="02020603050405020304" pitchFamily="18" charset="0"/>
                <a:ea typeface="Dotum" pitchFamily="34" charset="-127"/>
                <a:cs typeface="Times New Roman" panose="02020603050405020304" pitchFamily="18" charset="0"/>
              </a:rPr>
              <a:t> </a:t>
            </a:r>
            <a:r>
              <a:rPr lang="en-US" altLang="ko-KR" sz="1000" b="1">
                <a:latin typeface="Times New Roman" panose="02020603050405020304" pitchFamily="18" charset="0"/>
                <a:ea typeface="Dotum" pitchFamily="34" charset="-127"/>
                <a:cs typeface="Times New Roman" panose="02020603050405020304" pitchFamily="18" charset="0"/>
              </a:rPr>
              <a:t>: </a:t>
            </a:r>
            <a:r>
              <a:rPr lang="en-US" altLang="ko-KR" sz="1000" b="1" smtClean="0">
                <a:latin typeface="Times New Roman" panose="02020603050405020304" pitchFamily="18" charset="0"/>
                <a:ea typeface="Dotum" pitchFamily="34" charset="-127"/>
                <a:cs typeface="Times New Roman" panose="02020603050405020304" pitchFamily="18" charset="0"/>
              </a:rPr>
              <a:t>Câu 1</a:t>
            </a:r>
            <a:r>
              <a:rPr lang="ko-KR" altLang="en-US" sz="1000" b="1" smtClean="0">
                <a:latin typeface="Times New Roman" panose="02020603050405020304" pitchFamily="18" charset="0"/>
                <a:ea typeface="Dotum" pitchFamily="34" charset="-127"/>
                <a:cs typeface="Times New Roman" panose="02020603050405020304" pitchFamily="18" charset="0"/>
              </a:rPr>
              <a:t> </a:t>
            </a:r>
            <a:r>
              <a:rPr lang="en-US" altLang="ko-KR" sz="1000" b="1">
                <a:latin typeface="Times New Roman" panose="02020603050405020304" pitchFamily="18" charset="0"/>
                <a:ea typeface="Dotum" pitchFamily="34" charset="-127"/>
                <a:cs typeface="Times New Roman" panose="02020603050405020304" pitchFamily="18" charset="0"/>
              </a:rPr>
              <a:t>~ </a:t>
            </a:r>
            <a:r>
              <a:rPr lang="en-US" altLang="ko-KR" sz="1000" b="1" smtClean="0">
                <a:latin typeface="Times New Roman" panose="02020603050405020304" pitchFamily="18" charset="0"/>
                <a:ea typeface="Dotum" pitchFamily="34" charset="-127"/>
                <a:cs typeface="Times New Roman" panose="02020603050405020304" pitchFamily="18" charset="0"/>
              </a:rPr>
              <a:t>20</a:t>
            </a:r>
            <a:endParaRPr lang="ko-KR" altLang="en-US" sz="1000" b="1">
              <a:latin typeface="Times New Roman" panose="02020603050405020304" pitchFamily="18" charset="0"/>
              <a:ea typeface="Dotum" pitchFamily="34" charset="-127"/>
              <a:cs typeface="Times New Roman" panose="02020603050405020304" pitchFamily="18" charset="0"/>
            </a:endParaRPr>
          </a:p>
        </p:txBody>
      </p:sp>
      <p:grpSp>
        <p:nvGrpSpPr>
          <p:cNvPr id="9236" name="그룹 25"/>
          <p:cNvGrpSpPr>
            <a:grpSpLocks/>
          </p:cNvGrpSpPr>
          <p:nvPr/>
        </p:nvGrpSpPr>
        <p:grpSpPr bwMode="auto">
          <a:xfrm>
            <a:off x="3425826" y="7297616"/>
            <a:ext cx="3159125" cy="1615827"/>
            <a:chOff x="279400" y="794916"/>
            <a:chExt cx="3159125" cy="1750209"/>
          </a:xfrm>
        </p:grpSpPr>
        <p:sp>
          <p:nvSpPr>
            <p:cNvPr id="9250" name="Rectangle 110"/>
            <p:cNvSpPr>
              <a:spLocks noChangeArrowheads="1"/>
            </p:cNvSpPr>
            <p:nvPr/>
          </p:nvSpPr>
          <p:spPr bwMode="auto">
            <a:xfrm>
              <a:off x="279400" y="794916"/>
              <a:ext cx="3159125" cy="1750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13. Nhìn vào ví dụ sau, hãy cho biết áp suất đầu ra đúng là bao nhiêu?</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 </a:t>
              </a:r>
              <a:r>
                <a:rPr lang="ko-KR" altLang="en-US" sz="900" b="1">
                  <a:solidFill>
                    <a:srgbClr val="FF0000"/>
                  </a:solidFill>
                  <a:latin typeface="Times New Roman" panose="02020603050405020304" pitchFamily="18" charset="0"/>
                  <a:ea typeface="Dotum" pitchFamily="34" charset="-127"/>
                  <a:cs typeface="Times New Roman" panose="02020603050405020304" pitchFamily="18" charset="0"/>
                </a:rPr>
                <a:t>①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4kgf / ㎠, </a:t>
              </a:r>
              <a:r>
                <a:rPr lang="ko-KR" altLang="en-US" sz="900" b="1">
                  <a:solidFill>
                    <a:srgbClr val="FF0000"/>
                  </a:solidFill>
                  <a:latin typeface="Times New Roman" panose="02020603050405020304" pitchFamily="18" charset="0"/>
                  <a:ea typeface="Dotum" pitchFamily="34" charset="-127"/>
                  <a:cs typeface="Times New Roman" panose="02020603050405020304" pitchFamily="18" charset="0"/>
                </a:rPr>
                <a:t>㉡</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6kgf / ㎠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② </a:t>
              </a:r>
              <a:r>
                <a:rPr lang="ko-KR" altLang="en-US" sz="90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 4kgf / ㎠, </a:t>
              </a:r>
              <a:r>
                <a:rPr lang="ko-KR" altLang="en-US" sz="90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 4kgf / ㎠</a:t>
              </a:r>
            </a:p>
            <a:p>
              <a:pP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 ③ ㉠</a:t>
              </a:r>
              <a:r>
                <a:rPr lang="en-US" altLang="ko-KR" sz="900">
                  <a:latin typeface="Times New Roman" panose="02020603050405020304" pitchFamily="18" charset="0"/>
                  <a:ea typeface="Dotum" pitchFamily="34" charset="-127"/>
                  <a:cs typeface="Times New Roman" panose="02020603050405020304" pitchFamily="18" charset="0"/>
                </a:rPr>
                <a:t>: 5kgf / ㎠, </a:t>
              </a:r>
              <a:r>
                <a:rPr lang="ko-KR" altLang="en-US" sz="90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 6kgf / ㎠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④ </a:t>
              </a:r>
              <a:r>
                <a:rPr lang="ko-KR" altLang="en-US" sz="90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 5kgf / ㎠, </a:t>
              </a:r>
              <a:r>
                <a:rPr lang="ko-KR" altLang="en-US" sz="90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 4kgf / ㎠</a:t>
              </a:r>
            </a:p>
          </p:txBody>
        </p:sp>
        <p:sp>
          <p:nvSpPr>
            <p:cNvPr id="9251" name="Text Box 75"/>
            <p:cNvSpPr txBox="1">
              <a:spLocks noChangeArrowheads="1"/>
            </p:cNvSpPr>
            <p:nvPr/>
          </p:nvSpPr>
          <p:spPr bwMode="auto">
            <a:xfrm>
              <a:off x="2232025" y="1160463"/>
              <a:ext cx="184731" cy="2500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Times New Roman" panose="02020603050405020304" pitchFamily="18" charset="0"/>
                <a:ea typeface="Dotum" pitchFamily="34" charset="-127"/>
                <a:cs typeface="Times New Roman" panose="02020603050405020304" pitchFamily="18" charset="0"/>
              </a:endParaRPr>
            </a:p>
          </p:txBody>
        </p:sp>
      </p:grpSp>
      <p:grpSp>
        <p:nvGrpSpPr>
          <p:cNvPr id="9237" name="Group 1"/>
          <p:cNvGrpSpPr>
            <a:grpSpLocks/>
          </p:cNvGrpSpPr>
          <p:nvPr/>
        </p:nvGrpSpPr>
        <p:grpSpPr bwMode="auto">
          <a:xfrm>
            <a:off x="3500438" y="7526212"/>
            <a:ext cx="2464614" cy="721736"/>
            <a:chOff x="3665538" y="8270875"/>
            <a:chExt cx="2464614" cy="781880"/>
          </a:xfrm>
        </p:grpSpPr>
        <p:pic>
          <p:nvPicPr>
            <p:cNvPr id="9238" name="Picture 68"/>
            <p:cNvPicPr>
              <a:picLocks noChangeAspect="1" noChangeArrowheads="1"/>
            </p:cNvPicPr>
            <p:nvPr/>
          </p:nvPicPr>
          <p:blipFill>
            <a:blip r:embed="rId8">
              <a:extLst>
                <a:ext uri="{28A0092B-C50C-407E-A947-70E740481C1C}">
                  <a14:useLocalDpi xmlns:a14="http://schemas.microsoft.com/office/drawing/2010/main" val="0"/>
                </a:ext>
              </a:extLst>
            </a:blip>
            <a:srcRect l="6609" r="6755" b="12042"/>
            <a:stretch>
              <a:fillRect/>
            </a:stretch>
          </p:blipFill>
          <p:spPr bwMode="auto">
            <a:xfrm>
              <a:off x="3921125" y="8442325"/>
              <a:ext cx="64928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239" name="Line 69"/>
            <p:cNvSpPr>
              <a:spLocks noChangeShapeType="1"/>
            </p:cNvSpPr>
            <p:nvPr/>
          </p:nvSpPr>
          <p:spPr bwMode="auto">
            <a:xfrm>
              <a:off x="3940175" y="8650287"/>
              <a:ext cx="0" cy="215900"/>
            </a:xfrm>
            <a:prstGeom prst="line">
              <a:avLst/>
            </a:prstGeom>
            <a:noFill/>
            <a:ln w="19050">
              <a:solidFill>
                <a:srgbClr val="777777"/>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9240" name="Line 70"/>
            <p:cNvSpPr>
              <a:spLocks noChangeShapeType="1"/>
            </p:cNvSpPr>
            <p:nvPr/>
          </p:nvSpPr>
          <p:spPr bwMode="auto">
            <a:xfrm>
              <a:off x="4506913" y="8650287"/>
              <a:ext cx="0" cy="215900"/>
            </a:xfrm>
            <a:prstGeom prst="line">
              <a:avLst/>
            </a:prstGeom>
            <a:noFill/>
            <a:ln w="19050">
              <a:solidFill>
                <a:srgbClr val="777777"/>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9241" name="Text Box 71"/>
            <p:cNvSpPr txBox="1">
              <a:spLocks noChangeArrowheads="1"/>
            </p:cNvSpPr>
            <p:nvPr/>
          </p:nvSpPr>
          <p:spPr bwMode="auto">
            <a:xfrm>
              <a:off x="4083050" y="8270875"/>
              <a:ext cx="300082" cy="250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a:t>
              </a:r>
            </a:p>
          </p:txBody>
        </p:sp>
        <p:sp>
          <p:nvSpPr>
            <p:cNvPr id="9242" name="Text Box 72"/>
            <p:cNvSpPr txBox="1">
              <a:spLocks noChangeArrowheads="1"/>
            </p:cNvSpPr>
            <p:nvPr/>
          </p:nvSpPr>
          <p:spPr bwMode="auto">
            <a:xfrm>
              <a:off x="3665538" y="8802687"/>
              <a:ext cx="543739" cy="250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4kgf/㎠</a:t>
              </a:r>
              <a:endParaRPr lang="ko-KR" altLang="en-US" sz="900">
                <a:latin typeface="Times New Roman" panose="02020603050405020304" pitchFamily="18" charset="0"/>
                <a:ea typeface="Dotum" pitchFamily="34" charset="-127"/>
                <a:cs typeface="Times New Roman" panose="02020603050405020304" pitchFamily="18" charset="0"/>
              </a:endParaRPr>
            </a:p>
          </p:txBody>
        </p:sp>
        <p:sp>
          <p:nvSpPr>
            <p:cNvPr id="9243" name="Text Box 73"/>
            <p:cNvSpPr txBox="1">
              <a:spLocks noChangeArrowheads="1"/>
            </p:cNvSpPr>
            <p:nvPr/>
          </p:nvSpPr>
          <p:spPr bwMode="auto">
            <a:xfrm>
              <a:off x="4243388" y="8802687"/>
              <a:ext cx="543739" cy="250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5kgf/㎠</a:t>
              </a:r>
              <a:endParaRPr lang="ko-KR" altLang="en-US" sz="900">
                <a:latin typeface="Times New Roman" panose="02020603050405020304" pitchFamily="18" charset="0"/>
                <a:ea typeface="Dotum" pitchFamily="34" charset="-127"/>
                <a:cs typeface="Times New Roman" panose="02020603050405020304" pitchFamily="18" charset="0"/>
              </a:endParaRPr>
            </a:p>
          </p:txBody>
        </p:sp>
        <p:pic>
          <p:nvPicPr>
            <p:cNvPr id="9244" name="Picture 74"/>
            <p:cNvPicPr>
              <a:picLocks noChangeAspect="1" noChangeArrowheads="1"/>
            </p:cNvPicPr>
            <p:nvPr/>
          </p:nvPicPr>
          <p:blipFill>
            <a:blip r:embed="rId9">
              <a:extLst>
                <a:ext uri="{28A0092B-C50C-407E-A947-70E740481C1C}">
                  <a14:useLocalDpi xmlns:a14="http://schemas.microsoft.com/office/drawing/2010/main" val="0"/>
                </a:ext>
              </a:extLst>
            </a:blip>
            <a:srcRect l="7243" t="11058" r="7086" b="12741"/>
            <a:stretch>
              <a:fillRect/>
            </a:stretch>
          </p:blipFill>
          <p:spPr bwMode="auto">
            <a:xfrm>
              <a:off x="5216525" y="8442325"/>
              <a:ext cx="647700"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245" name="Text Box 75"/>
            <p:cNvSpPr txBox="1">
              <a:spLocks noChangeArrowheads="1"/>
            </p:cNvSpPr>
            <p:nvPr/>
          </p:nvSpPr>
          <p:spPr bwMode="auto">
            <a:xfrm>
              <a:off x="5378450" y="8270875"/>
              <a:ext cx="300082" cy="250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a:t>
              </a:r>
            </a:p>
          </p:txBody>
        </p:sp>
        <p:sp>
          <p:nvSpPr>
            <p:cNvPr id="9246" name="Text Box 76"/>
            <p:cNvSpPr txBox="1">
              <a:spLocks noChangeArrowheads="1"/>
            </p:cNvSpPr>
            <p:nvPr/>
          </p:nvSpPr>
          <p:spPr bwMode="auto">
            <a:xfrm>
              <a:off x="4960938" y="8802687"/>
              <a:ext cx="543739" cy="250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6kgf/㎠</a:t>
              </a:r>
              <a:endParaRPr lang="ko-KR" altLang="en-US" sz="900">
                <a:latin typeface="Times New Roman" panose="02020603050405020304" pitchFamily="18" charset="0"/>
                <a:ea typeface="Dotum" pitchFamily="34" charset="-127"/>
                <a:cs typeface="Times New Roman" panose="02020603050405020304" pitchFamily="18" charset="0"/>
              </a:endParaRPr>
            </a:p>
          </p:txBody>
        </p:sp>
        <p:sp>
          <p:nvSpPr>
            <p:cNvPr id="9247" name="Text Box 77"/>
            <p:cNvSpPr txBox="1">
              <a:spLocks noChangeArrowheads="1"/>
            </p:cNvSpPr>
            <p:nvPr/>
          </p:nvSpPr>
          <p:spPr bwMode="auto">
            <a:xfrm>
              <a:off x="5586413" y="8802687"/>
              <a:ext cx="543739" cy="250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4kgf/㎠</a:t>
              </a:r>
              <a:endParaRPr lang="ko-KR" altLang="en-US" sz="900">
                <a:latin typeface="Times New Roman" panose="02020603050405020304" pitchFamily="18" charset="0"/>
                <a:ea typeface="Dotum" pitchFamily="34" charset="-127"/>
                <a:cs typeface="Times New Roman" panose="02020603050405020304" pitchFamily="18" charset="0"/>
              </a:endParaRPr>
            </a:p>
          </p:txBody>
        </p:sp>
        <p:sp>
          <p:nvSpPr>
            <p:cNvPr id="9248" name="Line 78"/>
            <p:cNvSpPr>
              <a:spLocks noChangeShapeType="1"/>
            </p:cNvSpPr>
            <p:nvPr/>
          </p:nvSpPr>
          <p:spPr bwMode="auto">
            <a:xfrm>
              <a:off x="5235575" y="8650287"/>
              <a:ext cx="0" cy="215900"/>
            </a:xfrm>
            <a:prstGeom prst="line">
              <a:avLst/>
            </a:prstGeom>
            <a:noFill/>
            <a:ln w="19050">
              <a:solidFill>
                <a:srgbClr val="777777"/>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9249" name="Line 79"/>
            <p:cNvSpPr>
              <a:spLocks noChangeShapeType="1"/>
            </p:cNvSpPr>
            <p:nvPr/>
          </p:nvSpPr>
          <p:spPr bwMode="auto">
            <a:xfrm>
              <a:off x="5864225" y="8650287"/>
              <a:ext cx="0" cy="215900"/>
            </a:xfrm>
            <a:prstGeom prst="line">
              <a:avLst/>
            </a:prstGeom>
            <a:noFill/>
            <a:ln w="19050">
              <a:solidFill>
                <a:srgbClr val="777777"/>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772676619"/>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1267"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11268"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11269" name="Rectangle 130"/>
          <p:cNvSpPr>
            <a:spLocks noChangeArrowheads="1"/>
          </p:cNvSpPr>
          <p:nvPr/>
        </p:nvSpPr>
        <p:spPr bwMode="auto">
          <a:xfrm>
            <a:off x="295275" y="4506059"/>
            <a:ext cx="306228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17. Các điều kiện lựa chọn khác nhau đối với bộ lọc khí nén là gì?</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Ít tổn </a:t>
            </a:r>
            <a:r>
              <a:rPr lang="en-US" altLang="ko-KR" sz="900">
                <a:latin typeface="Times New Roman" panose="02020603050405020304" pitchFamily="18" charset="0"/>
                <a:ea typeface="Dotum" pitchFamily="34" charset="-127"/>
                <a:cs typeface="Times New Roman" panose="02020603050405020304" pitchFamily="18" charset="0"/>
              </a:rPr>
              <a:t>thất áp suất</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② Thời gian sử dụng phải lâu dài</a:t>
            </a:r>
          </a:p>
          <a:p>
            <a:pPr eaLnBrk="1" hangingPunct="1">
              <a:spcBef>
                <a:spcPct val="0"/>
              </a:spcBef>
              <a:buFontTx/>
              <a:buNone/>
            </a:pP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Phạm vi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lọc phải nhỏ</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④ Phải có khả năng tách nước cao</a:t>
            </a:r>
          </a:p>
        </p:txBody>
      </p:sp>
      <p:sp>
        <p:nvSpPr>
          <p:cNvPr id="11270" name="Rectangle 100"/>
          <p:cNvSpPr>
            <a:spLocks noChangeArrowheads="1"/>
          </p:cNvSpPr>
          <p:nvPr/>
        </p:nvSpPr>
        <p:spPr bwMode="auto">
          <a:xfrm>
            <a:off x="3419476" y="4659923"/>
            <a:ext cx="3133725" cy="3554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20. </a:t>
            </a:r>
            <a:r>
              <a:rPr lang="vi-VN" altLang="ko-KR" sz="900">
                <a:latin typeface="Times New Roman" panose="02020603050405020304" pitchFamily="18" charset="0"/>
                <a:ea typeface="Dotum" pitchFamily="34" charset="-127"/>
                <a:cs typeface="Times New Roman" panose="02020603050405020304" pitchFamily="18" charset="0"/>
              </a:rPr>
              <a:t>Nhìn vào biểu đồ dưới đây, mạch điện phù hợp cho bộ hẹn </a:t>
            </a:r>
            <a:r>
              <a:rPr lang="vi-VN" altLang="ko-KR" sz="900" smtClean="0">
                <a:latin typeface="Times New Roman" panose="02020603050405020304" pitchFamily="18" charset="0"/>
                <a:ea typeface="Dotum" pitchFamily="34" charset="-127"/>
                <a:cs typeface="Times New Roman" panose="02020603050405020304" pitchFamily="18" charset="0"/>
              </a:rPr>
              <a:t>giờ</a:t>
            </a:r>
            <a:r>
              <a:rPr lang="en-US" altLang="ko-KR" sz="900" smtClean="0">
                <a:latin typeface="Times New Roman" panose="02020603050405020304" pitchFamily="18" charset="0"/>
                <a:ea typeface="Dotum" pitchFamily="34" charset="-127"/>
                <a:cs typeface="Times New Roman" panose="02020603050405020304" pitchFamily="18" charset="0"/>
              </a:rPr>
              <a:t> (timer)</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khí nén là gì?</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①</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②</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③ </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④</a:t>
            </a:r>
          </a:p>
        </p:txBody>
      </p:sp>
      <p:grpSp>
        <p:nvGrpSpPr>
          <p:cNvPr id="11271" name="Group 82"/>
          <p:cNvGrpSpPr>
            <a:grpSpLocks/>
          </p:cNvGrpSpPr>
          <p:nvPr/>
        </p:nvGrpSpPr>
        <p:grpSpPr bwMode="auto">
          <a:xfrm>
            <a:off x="3808413" y="5612424"/>
            <a:ext cx="1890712" cy="571500"/>
            <a:chOff x="2375" y="5161"/>
            <a:chExt cx="1191" cy="390"/>
          </a:xfrm>
        </p:grpSpPr>
        <p:pic>
          <p:nvPicPr>
            <p:cNvPr id="11332" name="Picture 10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5" y="5161"/>
              <a:ext cx="1191" cy="3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prstDash val="dash"/>
                  <a:miter lim="800000"/>
                  <a:headEnd/>
                  <a:tailEnd/>
                </a14:hiddenLine>
              </a:ext>
            </a:extLst>
          </p:spPr>
        </p:pic>
        <p:grpSp>
          <p:nvGrpSpPr>
            <p:cNvPr id="11333" name="Group 123"/>
            <p:cNvGrpSpPr>
              <a:grpSpLocks/>
            </p:cNvGrpSpPr>
            <p:nvPr/>
          </p:nvGrpSpPr>
          <p:grpSpPr bwMode="auto">
            <a:xfrm rot="10800000">
              <a:off x="2592" y="5303"/>
              <a:ext cx="45" cy="45"/>
              <a:chOff x="2704" y="4390"/>
              <a:chExt cx="45" cy="45"/>
            </a:xfrm>
          </p:grpSpPr>
          <p:sp>
            <p:nvSpPr>
              <p:cNvPr id="11334" name="Line 121"/>
              <p:cNvSpPr>
                <a:spLocks noChangeShapeType="1"/>
              </p:cNvSpPr>
              <p:nvPr/>
            </p:nvSpPr>
            <p:spPr bwMode="auto">
              <a:xfrm>
                <a:off x="2704" y="4390"/>
                <a:ext cx="45" cy="23"/>
              </a:xfrm>
              <a:prstGeom prst="line">
                <a:avLst/>
              </a:prstGeom>
              <a:noFill/>
              <a:ln w="3175">
                <a:solidFill>
                  <a:srgbClr val="777777"/>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1335" name="Line 122"/>
              <p:cNvSpPr>
                <a:spLocks noChangeShapeType="1"/>
              </p:cNvSpPr>
              <p:nvPr/>
            </p:nvSpPr>
            <p:spPr bwMode="auto">
              <a:xfrm flipH="1">
                <a:off x="2704" y="4413"/>
                <a:ext cx="45" cy="22"/>
              </a:xfrm>
              <a:prstGeom prst="line">
                <a:avLst/>
              </a:prstGeom>
              <a:noFill/>
              <a:ln w="3175">
                <a:solidFill>
                  <a:srgbClr val="777777"/>
                </a:solidFill>
                <a:round/>
                <a:headEnd/>
                <a:tailEnd/>
              </a:ln>
              <a:extLst>
                <a:ext uri="{909E8E84-426E-40DD-AFC4-6F175D3DCCD1}">
                  <a14:hiddenFill xmlns:a14="http://schemas.microsoft.com/office/drawing/2010/main">
                    <a:no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grpSp>
      <p:pic>
        <p:nvPicPr>
          <p:cNvPr id="11272" name="Picture 8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06813" y="7543800"/>
            <a:ext cx="2017712" cy="5509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73" name="Picture 8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49663" y="6896100"/>
            <a:ext cx="2049462" cy="5890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74" name="Group 89"/>
          <p:cNvGrpSpPr>
            <a:grpSpLocks/>
          </p:cNvGrpSpPr>
          <p:nvPr/>
        </p:nvGrpSpPr>
        <p:grpSpPr bwMode="auto">
          <a:xfrm>
            <a:off x="3827463" y="6254262"/>
            <a:ext cx="1871662" cy="597877"/>
            <a:chOff x="2387" y="3982"/>
            <a:chExt cx="1179" cy="408"/>
          </a:xfrm>
        </p:grpSpPr>
        <p:pic>
          <p:nvPicPr>
            <p:cNvPr id="11330" name="Picture 1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87" y="3982"/>
              <a:ext cx="1179" cy="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31" name="Rectangle 91"/>
            <p:cNvSpPr>
              <a:spLocks noChangeArrowheads="1"/>
            </p:cNvSpPr>
            <p:nvPr/>
          </p:nvSpPr>
          <p:spPr bwMode="auto">
            <a:xfrm>
              <a:off x="2399" y="4009"/>
              <a:ext cx="1134" cy="363"/>
            </a:xfrm>
            <a:prstGeom prst="rect">
              <a:avLst/>
            </a:prstGeom>
            <a:noFill/>
            <a:ln w="6350">
              <a:solidFill>
                <a:srgbClr val="777777"/>
              </a:solidFill>
              <a:prstDash val="lgDash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Times New Roman" panose="02020603050405020304" pitchFamily="18" charset="0"/>
                <a:ea typeface="Dotum" pitchFamily="34" charset="-127"/>
                <a:cs typeface="Times New Roman" panose="02020603050405020304" pitchFamily="18" charset="0"/>
              </a:endParaRPr>
            </a:p>
          </p:txBody>
        </p:sp>
      </p:grpSp>
      <p:pic>
        <p:nvPicPr>
          <p:cNvPr id="11275" name="Picture 92"/>
          <p:cNvPicPr>
            <a:picLocks noChangeAspect="1" noChangeArrowheads="1"/>
          </p:cNvPicPr>
          <p:nvPr/>
        </p:nvPicPr>
        <p:blipFill>
          <a:blip r:embed="rId7">
            <a:extLst>
              <a:ext uri="{28A0092B-C50C-407E-A947-70E740481C1C}">
                <a14:useLocalDpi xmlns:a14="http://schemas.microsoft.com/office/drawing/2010/main" val="0"/>
              </a:ext>
            </a:extLst>
          </a:blip>
          <a:srcRect l="5528" t="79105"/>
          <a:stretch>
            <a:fillRect/>
          </a:stretch>
        </p:blipFill>
        <p:spPr bwMode="auto">
          <a:xfrm>
            <a:off x="3649663" y="5048251"/>
            <a:ext cx="2520950" cy="5685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76" name="Rectangle 90"/>
          <p:cNvSpPr>
            <a:spLocks noChangeArrowheads="1"/>
          </p:cNvSpPr>
          <p:nvPr/>
        </p:nvSpPr>
        <p:spPr bwMode="auto">
          <a:xfrm>
            <a:off x="304800" y="3175489"/>
            <a:ext cx="31146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16. </a:t>
            </a:r>
            <a:r>
              <a:rPr lang="vi-VN" sz="900">
                <a:latin typeface="Times New Roman" panose="02020603050405020304" pitchFamily="18" charset="0"/>
                <a:ea typeface="Dotum" pitchFamily="34" charset="-127"/>
                <a:cs typeface="Times New Roman" panose="02020603050405020304" pitchFamily="18" charset="0"/>
              </a:rPr>
              <a:t>Trong số các phương pháp làm mát của máy nén khí </a:t>
            </a:r>
            <a:r>
              <a:rPr lang="vi-VN" sz="900" smtClean="0">
                <a:latin typeface="Times New Roman" panose="02020603050405020304" pitchFamily="18" charset="0"/>
                <a:ea typeface="Dotum" pitchFamily="34" charset="-127"/>
                <a:cs typeface="Times New Roman" panose="02020603050405020304" pitchFamily="18" charset="0"/>
              </a:rPr>
              <a:t>piston</a:t>
            </a:r>
            <a:r>
              <a:rPr lang="en-US" sz="900" smtClean="0">
                <a:latin typeface="Times New Roman" panose="02020603050405020304" pitchFamily="18" charset="0"/>
                <a:ea typeface="Dotum" pitchFamily="34" charset="-127"/>
                <a:cs typeface="Times New Roman" panose="02020603050405020304" pitchFamily="18" charset="0"/>
              </a:rPr>
              <a:t> đa tầng</a:t>
            </a:r>
            <a:r>
              <a:rPr lang="vi-VN" sz="900" smtClean="0">
                <a:latin typeface="Times New Roman" panose="02020603050405020304" pitchFamily="18" charset="0"/>
                <a:ea typeface="Dotum" pitchFamily="34" charset="-127"/>
                <a:cs typeface="Times New Roman" panose="02020603050405020304" pitchFamily="18" charset="0"/>
              </a:rPr>
              <a:t>, </a:t>
            </a:r>
            <a:r>
              <a:rPr lang="vi-VN" sz="900">
                <a:latin typeface="Times New Roman" panose="02020603050405020304" pitchFamily="18" charset="0"/>
                <a:ea typeface="Dotum" pitchFamily="34" charset="-127"/>
                <a:cs typeface="Times New Roman" panose="02020603050405020304" pitchFamily="18" charset="0"/>
              </a:rPr>
              <a:t>phương pháp làm mát nào chủ yếu được sử dụng cho máy nén nhỏ</a:t>
            </a:r>
            <a:r>
              <a:rPr lang="vi-VN" altLang="ko-KR" sz="900">
                <a:latin typeface="Times New Roman" panose="02020603050405020304" pitchFamily="18" charset="0"/>
                <a:ea typeface="Dotum" pitchFamily="34" charset="-127"/>
                <a:cs typeface="Times New Roman" panose="02020603050405020304" pitchFamily="18" charset="0"/>
              </a:rPr>
              <a:t>?</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Loại làm mát bằng nước </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Loại làm mát bằng không khí</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Loại hấp thụ </a:t>
            </a:r>
          </a:p>
          <a:p>
            <a:pPr eaLnBrk="1" hangingPunct="1">
              <a:spcBef>
                <a:spcPct val="0"/>
              </a:spcBef>
              <a:buFontTx/>
              <a:buNone/>
            </a:pPr>
            <a:r>
              <a:rPr lang="en-US" altLang="ko-KR" sz="900" smtClean="0">
                <a:latin typeface="Times New Roman" panose="02020603050405020304" pitchFamily="18" charset="0"/>
                <a:ea typeface="Dotum" pitchFamily="34" charset="-127"/>
                <a:cs typeface="Times New Roman" panose="02020603050405020304" pitchFamily="18" charset="0"/>
              </a:rPr>
              <a:t> ④ </a:t>
            </a:r>
            <a:r>
              <a:rPr lang="en-US" altLang="ko-KR" sz="900">
                <a:latin typeface="Times New Roman" panose="02020603050405020304" pitchFamily="18" charset="0"/>
                <a:ea typeface="Dotum" pitchFamily="34" charset="-127"/>
                <a:cs typeface="Times New Roman" panose="02020603050405020304" pitchFamily="18" charset="0"/>
              </a:rPr>
              <a:t>Loại làm mát</a:t>
            </a:r>
          </a:p>
        </p:txBody>
      </p:sp>
      <p:grpSp>
        <p:nvGrpSpPr>
          <p:cNvPr id="11277" name="Group 172"/>
          <p:cNvGrpSpPr>
            <a:grpSpLocks/>
          </p:cNvGrpSpPr>
          <p:nvPr/>
        </p:nvGrpSpPr>
        <p:grpSpPr bwMode="auto">
          <a:xfrm>
            <a:off x="3429000" y="823547"/>
            <a:ext cx="3024336" cy="3664928"/>
            <a:chOff x="182" y="571"/>
            <a:chExt cx="1978" cy="2501"/>
          </a:xfrm>
        </p:grpSpPr>
        <p:sp>
          <p:nvSpPr>
            <p:cNvPr id="11326" name="Rectangle 173"/>
            <p:cNvSpPr>
              <a:spLocks noChangeArrowheads="1"/>
            </p:cNvSpPr>
            <p:nvPr/>
          </p:nvSpPr>
          <p:spPr bwMode="auto">
            <a:xfrm>
              <a:off x="182" y="571"/>
              <a:ext cx="1978" cy="2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19. Giải thích nào về phương pháp </a:t>
              </a:r>
              <a:r>
                <a:rPr lang="en-US" altLang="ko-KR" sz="900" smtClean="0">
                  <a:latin typeface="Times New Roman" panose="02020603050405020304" pitchFamily="18" charset="0"/>
                  <a:ea typeface="Dotum" pitchFamily="34" charset="-127"/>
                  <a:cs typeface="Times New Roman" panose="02020603050405020304" pitchFamily="18" charset="0"/>
                </a:rPr>
                <a:t>điều khiển tốc độ</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là đúng?</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a:buNone/>
              </a:pPr>
              <a:r>
                <a:rPr lang="en-US" sz="900" smtClean="0">
                  <a:latin typeface="Times New Roman" panose="02020603050405020304" pitchFamily="18" charset="0"/>
                  <a:ea typeface="Dotum" pitchFamily="34" charset="-127"/>
                  <a:cs typeface="Times New Roman" panose="02020603050405020304" pitchFamily="18" charset="0"/>
                </a:rPr>
                <a:t>    ① </a:t>
              </a:r>
              <a:r>
                <a:rPr lang="en-US" sz="900">
                  <a:latin typeface="Times New Roman" panose="02020603050405020304" pitchFamily="18" charset="0"/>
                  <a:ea typeface="Dotum" pitchFamily="34" charset="-127"/>
                  <a:cs typeface="Times New Roman" panose="02020603050405020304" pitchFamily="18" charset="0"/>
                </a:rPr>
                <a:t>Vì áp suất ở phía ⓑ ở trạng thái chảy tự do, nó ngay </a:t>
              </a:r>
              <a:r>
                <a:rPr lang="en-US" sz="900" smtClean="0">
                  <a:latin typeface="Times New Roman" panose="02020603050405020304" pitchFamily="18" charset="0"/>
                  <a:ea typeface="Dotum" pitchFamily="34" charset="-127"/>
                  <a:cs typeface="Times New Roman" panose="02020603050405020304" pitchFamily="18" charset="0"/>
                </a:rPr>
                <a:t>lập  </a:t>
              </a:r>
              <a:r>
                <a:rPr lang="en-US" sz="900">
                  <a:latin typeface="Times New Roman" panose="02020603050405020304" pitchFamily="18" charset="0"/>
                  <a:ea typeface="Dotum" pitchFamily="34" charset="-127"/>
                  <a:cs typeface="Times New Roman" panose="02020603050405020304" pitchFamily="18" charset="0"/>
                </a:rPr>
                <a:t>tức giảm xuống áp suất khí quyển.</a:t>
              </a:r>
            </a:p>
            <a:p>
              <a:pPr>
                <a:buNone/>
              </a:pPr>
              <a:r>
                <a:rPr lang="en-US" sz="900" smtClean="0">
                  <a:latin typeface="Times New Roman" panose="02020603050405020304" pitchFamily="18" charset="0"/>
                  <a:ea typeface="Dotum" pitchFamily="34" charset="-127"/>
                  <a:cs typeface="Times New Roman" panose="02020603050405020304" pitchFamily="18" charset="0"/>
                </a:rPr>
                <a:t>    </a:t>
              </a:r>
              <a:r>
                <a:rPr lang="vi-VN" sz="900" smtClean="0">
                  <a:latin typeface="Times New Roman" panose="02020603050405020304" pitchFamily="18" charset="0"/>
                  <a:ea typeface="Dotum" pitchFamily="34" charset="-127"/>
                  <a:cs typeface="Times New Roman" panose="02020603050405020304" pitchFamily="18" charset="0"/>
                </a:rPr>
                <a:t>② </a:t>
              </a:r>
              <a:r>
                <a:rPr lang="vi-VN" sz="900">
                  <a:latin typeface="Times New Roman" panose="02020603050405020304" pitchFamily="18" charset="0"/>
                  <a:ea typeface="Dotum" pitchFamily="34" charset="-127"/>
                  <a:cs typeface="Times New Roman" panose="02020603050405020304" pitchFamily="18" charset="0"/>
                </a:rPr>
                <a:t>Do không khí cung cấp bị hạn chế, nên cần thời gian để áp suất ở phía ⓐ tăng lên.</a:t>
              </a:r>
            </a:p>
            <a:p>
              <a:pPr>
                <a:buNone/>
              </a:pPr>
              <a:r>
                <a:rPr lang="en-US"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sz="900" b="1" smtClean="0">
                  <a:solidFill>
                    <a:srgbClr val="FF0000"/>
                  </a:solidFill>
                  <a:latin typeface="Times New Roman" panose="02020603050405020304" pitchFamily="18" charset="0"/>
                  <a:ea typeface="Dotum" pitchFamily="34" charset="-127"/>
                  <a:cs typeface="Times New Roman" panose="02020603050405020304" pitchFamily="18" charset="0"/>
                </a:rPr>
                <a:t>③ </a:t>
              </a:r>
              <a:r>
                <a:rPr lang="vi-VN" sz="900" b="1">
                  <a:solidFill>
                    <a:srgbClr val="FF0000"/>
                  </a:solidFill>
                  <a:latin typeface="Times New Roman" panose="02020603050405020304" pitchFamily="18" charset="0"/>
                  <a:ea typeface="Dotum" pitchFamily="34" charset="-127"/>
                  <a:cs typeface="Times New Roman" panose="02020603050405020304" pitchFamily="18" charset="0"/>
                </a:rPr>
                <a:t>Do khả năng nén của không khí, khó có thể ngăn cản </a:t>
              </a:r>
              <a:r>
                <a:rPr lang="en-US"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sz="900" b="1" smtClean="0">
                  <a:solidFill>
                    <a:srgbClr val="FF0000"/>
                  </a:solidFill>
                  <a:latin typeface="Times New Roman" panose="02020603050405020304" pitchFamily="18" charset="0"/>
                  <a:ea typeface="Dotum" pitchFamily="34" charset="-127"/>
                  <a:cs typeface="Times New Roman" panose="02020603050405020304" pitchFamily="18" charset="0"/>
                </a:rPr>
                <a:t>hoàn </a:t>
              </a:r>
              <a:r>
                <a:rPr lang="vi-VN" sz="900" b="1">
                  <a:solidFill>
                    <a:srgbClr val="FF0000"/>
                  </a:solidFill>
                  <a:latin typeface="Times New Roman" panose="02020603050405020304" pitchFamily="18" charset="0"/>
                  <a:ea typeface="Dotum" pitchFamily="34" charset="-127"/>
                  <a:cs typeface="Times New Roman" panose="02020603050405020304" pitchFamily="18" charset="0"/>
                </a:rPr>
                <a:t>toàn sự khởi động nhanh của piston.</a:t>
              </a:r>
            </a:p>
            <a:p>
              <a:pPr>
                <a:buNone/>
              </a:pPr>
              <a:r>
                <a:rPr lang="en-US" sz="900" smtClean="0">
                  <a:latin typeface="Times New Roman" panose="02020603050405020304" pitchFamily="18" charset="0"/>
                  <a:ea typeface="Dotum" pitchFamily="34" charset="-127"/>
                  <a:cs typeface="Times New Roman" panose="02020603050405020304" pitchFamily="18" charset="0"/>
                </a:rPr>
                <a:t>    </a:t>
              </a:r>
              <a:r>
                <a:rPr lang="vi-VN" sz="900" smtClean="0">
                  <a:latin typeface="Times New Roman" panose="02020603050405020304" pitchFamily="18" charset="0"/>
                  <a:ea typeface="Dotum" pitchFamily="34" charset="-127"/>
                  <a:cs typeface="Times New Roman" panose="02020603050405020304" pitchFamily="18" charset="0"/>
                </a:rPr>
                <a:t>④ </a:t>
              </a:r>
              <a:r>
                <a:rPr lang="vi-VN" sz="900">
                  <a:latin typeface="Times New Roman" panose="02020603050405020304" pitchFamily="18" charset="0"/>
                  <a:ea typeface="Dotum" pitchFamily="34" charset="-127"/>
                  <a:cs typeface="Times New Roman" panose="02020603050405020304" pitchFamily="18" charset="0"/>
                </a:rPr>
                <a:t>Chuyển động của piston không ổn định do sự cân </a:t>
              </a:r>
              <a:r>
                <a:rPr lang="en-US" sz="900" smtClean="0">
                  <a:latin typeface="Times New Roman" panose="02020603050405020304" pitchFamily="18" charset="0"/>
                  <a:ea typeface="Dotum" pitchFamily="34" charset="-127"/>
                  <a:cs typeface="Times New Roman" panose="02020603050405020304" pitchFamily="18" charset="0"/>
                </a:rPr>
                <a:t> </a:t>
              </a:r>
              <a:r>
                <a:rPr lang="vi-VN" sz="900" smtClean="0">
                  <a:latin typeface="Times New Roman" panose="02020603050405020304" pitchFamily="18" charset="0"/>
                  <a:ea typeface="Dotum" pitchFamily="34" charset="-127"/>
                  <a:cs typeface="Times New Roman" panose="02020603050405020304" pitchFamily="18" charset="0"/>
                </a:rPr>
                <a:t>bằng </a:t>
              </a:r>
              <a:r>
                <a:rPr lang="vi-VN" sz="900">
                  <a:latin typeface="Times New Roman" panose="02020603050405020304" pitchFamily="18" charset="0"/>
                  <a:ea typeface="Dotum" pitchFamily="34" charset="-127"/>
                  <a:cs typeface="Times New Roman" panose="02020603050405020304" pitchFamily="18" charset="0"/>
                </a:rPr>
                <a:t>áp suất giữa ⓐ và ⓑ không đúng.</a:t>
              </a:r>
              <a:endParaRPr lang="vi-VN" altLang="ko-KR" sz="900">
                <a:latin typeface="Times New Roman" panose="02020603050405020304" pitchFamily="18" charset="0"/>
                <a:ea typeface="Dotum" pitchFamily="34" charset="-127"/>
                <a:cs typeface="Times New Roman" panose="02020603050405020304" pitchFamily="18" charset="0"/>
              </a:endParaRPr>
            </a:p>
          </p:txBody>
        </p:sp>
        <p:pic>
          <p:nvPicPr>
            <p:cNvPr id="11327" name="Picture 174" descr="미터아웃"/>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2" y="749"/>
              <a:ext cx="1008"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28" name="Rectangle 175"/>
            <p:cNvSpPr>
              <a:spLocks noChangeArrowheads="1"/>
            </p:cNvSpPr>
            <p:nvPr/>
          </p:nvSpPr>
          <p:spPr bwMode="auto">
            <a:xfrm>
              <a:off x="786" y="983"/>
              <a:ext cx="180" cy="13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a:t>
              </a:r>
            </a:p>
          </p:txBody>
        </p:sp>
        <p:sp>
          <p:nvSpPr>
            <p:cNvPr id="11329" name="Rectangle 176"/>
            <p:cNvSpPr>
              <a:spLocks noChangeArrowheads="1"/>
            </p:cNvSpPr>
            <p:nvPr/>
          </p:nvSpPr>
          <p:spPr bwMode="auto">
            <a:xfrm>
              <a:off x="1224" y="976"/>
              <a:ext cx="180" cy="13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a:t>
              </a:r>
            </a:p>
          </p:txBody>
        </p:sp>
      </p:grpSp>
      <p:sp>
        <p:nvSpPr>
          <p:cNvPr id="11278" name="Text Box 15"/>
          <p:cNvSpPr txBox="1">
            <a:spLocks noChangeArrowheads="1"/>
          </p:cNvSpPr>
          <p:nvPr/>
        </p:nvSpPr>
        <p:spPr bwMode="auto">
          <a:xfrm>
            <a:off x="279400" y="5776546"/>
            <a:ext cx="314960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18. </a:t>
            </a:r>
            <a:r>
              <a:rPr lang="vi-VN" altLang="ko-KR" sz="900" smtClean="0">
                <a:latin typeface="Times New Roman" panose="02020603050405020304" pitchFamily="18" charset="0"/>
                <a:ea typeface="Dotum" pitchFamily="34" charset="-127"/>
                <a:cs typeface="Times New Roman" panose="02020603050405020304" pitchFamily="18" charset="0"/>
              </a:rPr>
              <a:t>Đi</a:t>
            </a:r>
            <a:r>
              <a:rPr lang="en-US" altLang="ko-KR" sz="900" smtClean="0">
                <a:latin typeface="Times New Roman" panose="02020603050405020304" pitchFamily="18" charset="0"/>
                <a:ea typeface="Dotum" pitchFamily="34" charset="-127"/>
                <a:cs typeface="Times New Roman" panose="02020603050405020304" pitchFamily="18" charset="0"/>
              </a:rPr>
              <a:t>ền đáp án thích hợp</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cho</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đồ thị sau đây?</a:t>
            </a:r>
            <a:endParaRPr lang="en-US" altLang="ko-KR" sz="900">
              <a:latin typeface="Times New Roman" panose="02020603050405020304" pitchFamily="18" charset="0"/>
              <a:ea typeface="Dotum" pitchFamily="34" charset="-127"/>
              <a:cs typeface="Times New Roman" panose="02020603050405020304" pitchFamily="18" charset="0"/>
            </a:endParaRPr>
          </a:p>
        </p:txBody>
      </p:sp>
      <p:grpSp>
        <p:nvGrpSpPr>
          <p:cNvPr id="11279" name="Group 16"/>
          <p:cNvGrpSpPr>
            <a:grpSpLocks/>
          </p:cNvGrpSpPr>
          <p:nvPr/>
        </p:nvGrpSpPr>
        <p:grpSpPr bwMode="auto">
          <a:xfrm>
            <a:off x="442913" y="6161943"/>
            <a:ext cx="2914650" cy="1135673"/>
            <a:chOff x="369" y="3343"/>
            <a:chExt cx="1836" cy="775"/>
          </a:xfrm>
        </p:grpSpPr>
        <p:grpSp>
          <p:nvGrpSpPr>
            <p:cNvPr id="11310" name="Group 17"/>
            <p:cNvGrpSpPr>
              <a:grpSpLocks/>
            </p:cNvGrpSpPr>
            <p:nvPr/>
          </p:nvGrpSpPr>
          <p:grpSpPr bwMode="auto">
            <a:xfrm>
              <a:off x="369" y="3347"/>
              <a:ext cx="1337" cy="771"/>
              <a:chOff x="369" y="3347"/>
              <a:chExt cx="2585" cy="1268"/>
            </a:xfrm>
          </p:grpSpPr>
          <p:sp>
            <p:nvSpPr>
              <p:cNvPr id="11315" name="Line 18"/>
              <p:cNvSpPr>
                <a:spLocks noChangeShapeType="1"/>
              </p:cNvSpPr>
              <p:nvPr/>
            </p:nvSpPr>
            <p:spPr bwMode="auto">
              <a:xfrm>
                <a:off x="369" y="3347"/>
                <a:ext cx="2585"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16" name="Line 19"/>
              <p:cNvSpPr>
                <a:spLocks noChangeShapeType="1"/>
              </p:cNvSpPr>
              <p:nvPr/>
            </p:nvSpPr>
            <p:spPr bwMode="auto">
              <a:xfrm>
                <a:off x="369" y="3801"/>
                <a:ext cx="258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17" name="Line 20"/>
              <p:cNvSpPr>
                <a:spLocks noChangeShapeType="1"/>
              </p:cNvSpPr>
              <p:nvPr/>
            </p:nvSpPr>
            <p:spPr bwMode="auto">
              <a:xfrm>
                <a:off x="369" y="4615"/>
                <a:ext cx="258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18" name="Line 21"/>
              <p:cNvSpPr>
                <a:spLocks noChangeShapeType="1"/>
              </p:cNvSpPr>
              <p:nvPr/>
            </p:nvSpPr>
            <p:spPr bwMode="auto">
              <a:xfrm flipV="1">
                <a:off x="1230" y="3347"/>
                <a:ext cx="0" cy="45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19" name="Line 22"/>
              <p:cNvSpPr>
                <a:spLocks noChangeShapeType="1"/>
              </p:cNvSpPr>
              <p:nvPr/>
            </p:nvSpPr>
            <p:spPr bwMode="auto">
              <a:xfrm flipV="1">
                <a:off x="610" y="3795"/>
                <a:ext cx="0" cy="81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1320" name="Line 23"/>
              <p:cNvSpPr>
                <a:spLocks noChangeShapeType="1"/>
              </p:cNvSpPr>
              <p:nvPr/>
            </p:nvSpPr>
            <p:spPr bwMode="auto">
              <a:xfrm flipH="1">
                <a:off x="1731" y="3801"/>
                <a:ext cx="15" cy="38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1321" name="Line 24"/>
              <p:cNvSpPr>
                <a:spLocks noChangeShapeType="1"/>
              </p:cNvSpPr>
              <p:nvPr/>
            </p:nvSpPr>
            <p:spPr bwMode="auto">
              <a:xfrm>
                <a:off x="1004" y="4167"/>
                <a:ext cx="942"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1322" name="Line 25"/>
              <p:cNvSpPr>
                <a:spLocks noChangeShapeType="1"/>
              </p:cNvSpPr>
              <p:nvPr/>
            </p:nvSpPr>
            <p:spPr bwMode="auto">
              <a:xfrm flipV="1">
                <a:off x="1890" y="4072"/>
                <a:ext cx="0" cy="53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1323" name="Line 26"/>
              <p:cNvSpPr>
                <a:spLocks noChangeShapeType="1"/>
              </p:cNvSpPr>
              <p:nvPr/>
            </p:nvSpPr>
            <p:spPr bwMode="auto">
              <a:xfrm flipV="1">
                <a:off x="2527" y="3351"/>
                <a:ext cx="0" cy="125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1324" name="Line 27"/>
              <p:cNvSpPr>
                <a:spLocks noChangeShapeType="1"/>
              </p:cNvSpPr>
              <p:nvPr/>
            </p:nvSpPr>
            <p:spPr bwMode="auto">
              <a:xfrm flipH="1">
                <a:off x="1911" y="4228"/>
                <a:ext cx="804" cy="215"/>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1325" name="Line 28"/>
              <p:cNvSpPr>
                <a:spLocks noChangeShapeType="1"/>
              </p:cNvSpPr>
              <p:nvPr/>
            </p:nvSpPr>
            <p:spPr bwMode="auto">
              <a:xfrm flipH="1" flipV="1">
                <a:off x="2545" y="4146"/>
                <a:ext cx="170" cy="82"/>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grpSp>
        <p:sp>
          <p:nvSpPr>
            <p:cNvPr id="11311" name="Rectangle 29"/>
            <p:cNvSpPr>
              <a:spLocks noChangeArrowheads="1"/>
            </p:cNvSpPr>
            <p:nvPr/>
          </p:nvSpPr>
          <p:spPr bwMode="auto">
            <a:xfrm>
              <a:off x="1703" y="3485"/>
              <a:ext cx="455" cy="20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①</a:t>
              </a:r>
              <a:r>
                <a:rPr lang="en-US" altLang="ko-KR" sz="900">
                  <a:latin typeface="Times New Roman" panose="02020603050405020304" pitchFamily="18" charset="0"/>
                  <a:ea typeface="Dotum" pitchFamily="34" charset="-127"/>
                  <a:cs typeface="Times New Roman" panose="02020603050405020304" pitchFamily="18" charset="0"/>
                </a:rPr>
                <a:t>(áp suất</a:t>
              </a:r>
            </a:p>
            <a:p>
              <a:pPr algn="ct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khí quyển)</a:t>
              </a:r>
            </a:p>
          </p:txBody>
        </p:sp>
        <p:sp>
          <p:nvSpPr>
            <p:cNvPr id="11312" name="Rectangle 30"/>
            <p:cNvSpPr>
              <a:spLocks noChangeArrowheads="1"/>
            </p:cNvSpPr>
            <p:nvPr/>
          </p:nvSpPr>
          <p:spPr bwMode="auto">
            <a:xfrm>
              <a:off x="856" y="3343"/>
              <a:ext cx="518" cy="2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② (áp suất</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khí quyển)</a:t>
              </a:r>
            </a:p>
          </p:txBody>
        </p:sp>
        <p:sp>
          <p:nvSpPr>
            <p:cNvPr id="11313" name="Rectangle 31"/>
            <p:cNvSpPr>
              <a:spLocks noChangeArrowheads="1"/>
            </p:cNvSpPr>
            <p:nvPr/>
          </p:nvSpPr>
          <p:spPr bwMode="auto">
            <a:xfrm>
              <a:off x="1605" y="3812"/>
              <a:ext cx="600" cy="26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ko-KR" altLang="en-US" sz="900">
                  <a:latin typeface="Times New Roman" panose="02020603050405020304" pitchFamily="18" charset="0"/>
                  <a:ea typeface="Dotum" pitchFamily="34" charset="-127"/>
                  <a:cs typeface="Times New Roman" panose="02020603050405020304" pitchFamily="18" charset="0"/>
                </a:rPr>
                <a:t>③</a:t>
              </a:r>
              <a:r>
                <a:rPr lang="en-US" altLang="ko-KR" sz="900">
                  <a:latin typeface="Times New Roman" panose="02020603050405020304" pitchFamily="18" charset="0"/>
                  <a:ea typeface="Dotum" pitchFamily="34" charset="-127"/>
                  <a:cs typeface="Times New Roman" panose="02020603050405020304" pitchFamily="18" charset="0"/>
                </a:rPr>
                <a:t>(+</a:t>
              </a:r>
              <a:r>
                <a:rPr lang="vi-VN" altLang="ko-KR" sz="900">
                  <a:latin typeface="Times New Roman" panose="02020603050405020304" pitchFamily="18" charset="0"/>
                  <a:ea typeface="Dotum" pitchFamily="34" charset="-127"/>
                  <a:cs typeface="Times New Roman" panose="02020603050405020304" pitchFamily="18" charset="0"/>
                </a:rPr>
                <a:t> Đồng hồ đo</a:t>
              </a:r>
              <a:endParaRPr lang="en-US" altLang="ko-KR" sz="900">
                <a:latin typeface="Times New Roman" panose="02020603050405020304" pitchFamily="18" charset="0"/>
                <a:ea typeface="Dotum" pitchFamily="34" charset="-127"/>
                <a:cs typeface="Times New Roman" panose="02020603050405020304" pitchFamily="18" charset="0"/>
              </a:endParaRPr>
            </a:p>
            <a:p>
              <a:pPr algn="ct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áp suất</a:t>
              </a:r>
              <a:r>
                <a:rPr lang="en-US" altLang="ko-KR" sz="900">
                  <a:latin typeface="Times New Roman" panose="02020603050405020304" pitchFamily="18" charset="0"/>
                  <a:ea typeface="Dotum" pitchFamily="34" charset="-127"/>
                  <a:cs typeface="Times New Roman" panose="02020603050405020304" pitchFamily="18" charset="0"/>
                </a:rPr>
                <a:t>)</a:t>
              </a:r>
            </a:p>
          </p:txBody>
        </p:sp>
        <p:sp>
          <p:nvSpPr>
            <p:cNvPr id="11314" name="Rectangle 32"/>
            <p:cNvSpPr>
              <a:spLocks noChangeArrowheads="1"/>
            </p:cNvSpPr>
            <p:nvPr/>
          </p:nvSpPr>
          <p:spPr bwMode="auto">
            <a:xfrm>
              <a:off x="530" y="3635"/>
              <a:ext cx="450" cy="19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④ (áp suất </a:t>
              </a:r>
            </a:p>
            <a:p>
              <a:pPr algn="ctr" eaLnBrk="1" hangingPunct="1">
                <a:spcBef>
                  <a:spcPct val="0"/>
                </a:spcBef>
                <a:buFontTx/>
                <a:buNone/>
              </a:pP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chân không</a:t>
              </a:r>
              <a:r>
                <a:rPr lang="en-US" altLang="ko-KR" sz="900">
                  <a:solidFill>
                    <a:srgbClr val="FF0000"/>
                  </a:solidFill>
                  <a:latin typeface="Times New Roman" panose="02020603050405020304" pitchFamily="18" charset="0"/>
                  <a:ea typeface="Dotum" pitchFamily="34" charset="-127"/>
                  <a:cs typeface="Times New Roman" panose="02020603050405020304" pitchFamily="18" charset="0"/>
                </a:rPr>
                <a:t>)</a:t>
              </a:r>
            </a:p>
          </p:txBody>
        </p:sp>
      </p:grpSp>
      <p:sp>
        <p:nvSpPr>
          <p:cNvPr id="11280" name="Text Box 8"/>
          <p:cNvSpPr txBox="1">
            <a:spLocks noChangeArrowheads="1"/>
          </p:cNvSpPr>
          <p:nvPr/>
        </p:nvSpPr>
        <p:spPr bwMode="auto">
          <a:xfrm>
            <a:off x="269875" y="820616"/>
            <a:ext cx="314325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14. </a:t>
            </a:r>
            <a:r>
              <a:rPr lang="en-US" altLang="ko-KR" sz="900" smtClean="0">
                <a:latin typeface="Times New Roman" panose="02020603050405020304" pitchFamily="18" charset="0"/>
                <a:cs typeface="Times New Roman" panose="02020603050405020304" pitchFamily="18" charset="0"/>
              </a:rPr>
              <a:t>Hình bên dưới</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đây đề cập </a:t>
            </a:r>
            <a:r>
              <a:rPr lang="vi-VN" altLang="ko-KR" sz="900" smtClean="0">
                <a:latin typeface="Times New Roman" panose="02020603050405020304" pitchFamily="18" charset="0"/>
                <a:cs typeface="Times New Roman" panose="02020603050405020304" pitchFamily="18" charset="0"/>
              </a:rPr>
              <a:t>đến đ</a:t>
            </a:r>
            <a:r>
              <a:rPr lang="en-US" altLang="ko-KR" sz="900" smtClean="0">
                <a:latin typeface="Times New Roman" panose="02020603050405020304" pitchFamily="18" charset="0"/>
                <a:cs typeface="Times New Roman" panose="02020603050405020304" pitchFamily="18" charset="0"/>
              </a:rPr>
              <a:t>ịnh </a:t>
            </a:r>
            <a:r>
              <a:rPr lang="vi-VN" altLang="ko-KR" sz="900" smtClean="0">
                <a:latin typeface="Times New Roman" panose="02020603050405020304" pitchFamily="18" charset="0"/>
                <a:cs typeface="Times New Roman" panose="02020603050405020304" pitchFamily="18" charset="0"/>
              </a:rPr>
              <a:t>luật </a:t>
            </a:r>
            <a:r>
              <a:rPr lang="vi-VN" altLang="ko-KR" sz="900">
                <a:latin typeface="Times New Roman" panose="02020603050405020304" pitchFamily="18" charset="0"/>
                <a:cs typeface="Times New Roman" panose="02020603050405020304" pitchFamily="18" charset="0"/>
              </a:rPr>
              <a:t>nào?</a:t>
            </a: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① Định luật Charles-Boyle    ② Định luật Pascal</a:t>
            </a: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a:t>
            </a:r>
            <a:r>
              <a:rPr lang="en-US" altLang="ko-KR" sz="900" b="1">
                <a:solidFill>
                  <a:srgbClr val="FF0000"/>
                </a:solidFill>
                <a:latin typeface="Times New Roman" panose="02020603050405020304" pitchFamily="18" charset="0"/>
                <a:cs typeface="Times New Roman" panose="02020603050405020304" pitchFamily="18" charset="0"/>
              </a:rPr>
              <a:t>③ Định luật Boyle                 </a:t>
            </a:r>
            <a:r>
              <a:rPr lang="en-US" altLang="ko-KR" sz="900">
                <a:latin typeface="Times New Roman" panose="02020603050405020304" pitchFamily="18" charset="0"/>
                <a:cs typeface="Times New Roman" panose="02020603050405020304" pitchFamily="18" charset="0"/>
              </a:rPr>
              <a:t>④ Định luật Charles</a:t>
            </a:r>
          </a:p>
        </p:txBody>
      </p:sp>
      <p:grpSp>
        <p:nvGrpSpPr>
          <p:cNvPr id="11281" name="Group 180"/>
          <p:cNvGrpSpPr>
            <a:grpSpLocks/>
          </p:cNvGrpSpPr>
          <p:nvPr/>
        </p:nvGrpSpPr>
        <p:grpSpPr bwMode="auto">
          <a:xfrm>
            <a:off x="774701" y="1112232"/>
            <a:ext cx="2022476" cy="650632"/>
            <a:chOff x="2475" y="2019"/>
            <a:chExt cx="1274" cy="444"/>
          </a:xfrm>
        </p:grpSpPr>
        <p:grpSp>
          <p:nvGrpSpPr>
            <p:cNvPr id="11286" name="Group 181"/>
            <p:cNvGrpSpPr>
              <a:grpSpLocks/>
            </p:cNvGrpSpPr>
            <p:nvPr/>
          </p:nvGrpSpPr>
          <p:grpSpPr bwMode="auto">
            <a:xfrm>
              <a:off x="2475" y="2019"/>
              <a:ext cx="1150" cy="444"/>
              <a:chOff x="1202" y="2453"/>
              <a:chExt cx="2206" cy="943"/>
            </a:xfrm>
          </p:grpSpPr>
          <p:pic>
            <p:nvPicPr>
              <p:cNvPr id="11291" name="Picture 182"/>
              <p:cNvPicPr>
                <a:picLocks noChangeAspect="1" noChangeArrowheads="1"/>
              </p:cNvPicPr>
              <p:nvPr/>
            </p:nvPicPr>
            <p:blipFill>
              <a:blip r:embed="rId9">
                <a:extLst>
                  <a:ext uri="{28A0092B-C50C-407E-A947-70E740481C1C}">
                    <a14:useLocalDpi xmlns:a14="http://schemas.microsoft.com/office/drawing/2010/main" val="0"/>
                  </a:ext>
                </a:extLst>
              </a:blip>
              <a:srcRect l="57628" r="3883"/>
              <a:stretch>
                <a:fillRect/>
              </a:stretch>
            </p:blipFill>
            <p:spPr bwMode="auto">
              <a:xfrm>
                <a:off x="2576" y="2453"/>
                <a:ext cx="668" cy="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92" name="Picture 183"/>
              <p:cNvPicPr>
                <a:picLocks noChangeAspect="1" noChangeArrowheads="1"/>
              </p:cNvPicPr>
              <p:nvPr/>
            </p:nvPicPr>
            <p:blipFill>
              <a:blip r:embed="rId9">
                <a:extLst>
                  <a:ext uri="{28A0092B-C50C-407E-A947-70E740481C1C}">
                    <a14:useLocalDpi xmlns:a14="http://schemas.microsoft.com/office/drawing/2010/main" val="0"/>
                  </a:ext>
                </a:extLst>
              </a:blip>
              <a:srcRect l="6355" r="55156"/>
              <a:stretch>
                <a:fillRect/>
              </a:stretch>
            </p:blipFill>
            <p:spPr bwMode="auto">
              <a:xfrm>
                <a:off x="1202" y="2453"/>
                <a:ext cx="668" cy="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93" name="AutoShape 184"/>
              <p:cNvSpPr>
                <a:spLocks noChangeArrowheads="1"/>
              </p:cNvSpPr>
              <p:nvPr/>
            </p:nvSpPr>
            <p:spPr bwMode="auto">
              <a:xfrm>
                <a:off x="2152" y="2556"/>
                <a:ext cx="223" cy="665"/>
              </a:xfrm>
              <a:prstGeom prst="rightArrow">
                <a:avLst>
                  <a:gd name="adj1" fmla="val 50000"/>
                  <a:gd name="adj2" fmla="val 25000"/>
                </a:avLst>
              </a:prstGeom>
              <a:noFill/>
              <a:ln w="9525" algn="ctr">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Times New Roman" panose="02020603050405020304" pitchFamily="18" charset="0"/>
                  <a:ea typeface="Dotum" pitchFamily="34" charset="-127"/>
                  <a:cs typeface="Times New Roman" panose="02020603050405020304" pitchFamily="18" charset="0"/>
                </a:endParaRPr>
              </a:p>
            </p:txBody>
          </p:sp>
          <p:grpSp>
            <p:nvGrpSpPr>
              <p:cNvPr id="11294" name="Group 185"/>
              <p:cNvGrpSpPr>
                <a:grpSpLocks/>
              </p:cNvGrpSpPr>
              <p:nvPr/>
            </p:nvGrpSpPr>
            <p:grpSpPr bwMode="auto">
              <a:xfrm>
                <a:off x="1837" y="2968"/>
                <a:ext cx="173" cy="120"/>
                <a:chOff x="1837" y="2968"/>
                <a:chExt cx="173" cy="120"/>
              </a:xfrm>
            </p:grpSpPr>
            <p:pic>
              <p:nvPicPr>
                <p:cNvPr id="11306" name="Picture 186"/>
                <p:cNvPicPr>
                  <a:picLocks noChangeAspect="1" noChangeArrowheads="1"/>
                </p:cNvPicPr>
                <p:nvPr/>
              </p:nvPicPr>
              <p:blipFill>
                <a:blip r:embed="rId10" cstate="print">
                  <a:extLst>
                    <a:ext uri="{28A0092B-C50C-407E-A947-70E740481C1C}">
                      <a14:useLocalDpi xmlns:a14="http://schemas.microsoft.com/office/drawing/2010/main" val="0"/>
                    </a:ext>
                  </a:extLst>
                </a:blip>
                <a:srcRect b="2873"/>
                <a:stretch>
                  <a:fillRect/>
                </a:stretch>
              </p:blipFill>
              <p:spPr bwMode="auto">
                <a:xfrm>
                  <a:off x="1874" y="2968"/>
                  <a:ext cx="136" cy="1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307" name="Group 187"/>
                <p:cNvGrpSpPr>
                  <a:grpSpLocks/>
                </p:cNvGrpSpPr>
                <p:nvPr/>
              </p:nvGrpSpPr>
              <p:grpSpPr bwMode="auto">
                <a:xfrm>
                  <a:off x="1837" y="3024"/>
                  <a:ext cx="45" cy="19"/>
                  <a:chOff x="1791" y="3022"/>
                  <a:chExt cx="91" cy="19"/>
                </a:xfrm>
              </p:grpSpPr>
              <p:sp>
                <p:nvSpPr>
                  <p:cNvPr id="11308" name="Line 188"/>
                  <p:cNvSpPr>
                    <a:spLocks noChangeShapeType="1"/>
                  </p:cNvSpPr>
                  <p:nvPr/>
                </p:nvSpPr>
                <p:spPr bwMode="auto">
                  <a:xfrm>
                    <a:off x="1791" y="3022"/>
                    <a:ext cx="91"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09" name="Line 189"/>
                  <p:cNvSpPr>
                    <a:spLocks noChangeShapeType="1"/>
                  </p:cNvSpPr>
                  <p:nvPr/>
                </p:nvSpPr>
                <p:spPr bwMode="auto">
                  <a:xfrm>
                    <a:off x="1791" y="3041"/>
                    <a:ext cx="91"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grpSp>
          </p:grpSp>
          <p:grpSp>
            <p:nvGrpSpPr>
              <p:cNvPr id="11295" name="Group 190"/>
              <p:cNvGrpSpPr>
                <a:grpSpLocks/>
              </p:cNvGrpSpPr>
              <p:nvPr/>
            </p:nvGrpSpPr>
            <p:grpSpPr bwMode="auto">
              <a:xfrm>
                <a:off x="3216" y="2976"/>
                <a:ext cx="159" cy="119"/>
                <a:chOff x="3216" y="2976"/>
                <a:chExt cx="159" cy="119"/>
              </a:xfrm>
            </p:grpSpPr>
            <p:grpSp>
              <p:nvGrpSpPr>
                <p:cNvPr id="11302" name="Group 191"/>
                <p:cNvGrpSpPr>
                  <a:grpSpLocks/>
                </p:cNvGrpSpPr>
                <p:nvPr/>
              </p:nvGrpSpPr>
              <p:grpSpPr bwMode="auto">
                <a:xfrm>
                  <a:off x="3216" y="3024"/>
                  <a:ext cx="45" cy="19"/>
                  <a:chOff x="1791" y="3022"/>
                  <a:chExt cx="91" cy="19"/>
                </a:xfrm>
              </p:grpSpPr>
              <p:sp>
                <p:nvSpPr>
                  <p:cNvPr id="11304" name="Line 192"/>
                  <p:cNvSpPr>
                    <a:spLocks noChangeShapeType="1"/>
                  </p:cNvSpPr>
                  <p:nvPr/>
                </p:nvSpPr>
                <p:spPr bwMode="auto">
                  <a:xfrm>
                    <a:off x="1791" y="3022"/>
                    <a:ext cx="91"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05" name="Line 193"/>
                  <p:cNvSpPr>
                    <a:spLocks noChangeShapeType="1"/>
                  </p:cNvSpPr>
                  <p:nvPr/>
                </p:nvSpPr>
                <p:spPr bwMode="auto">
                  <a:xfrm>
                    <a:off x="1791" y="3041"/>
                    <a:ext cx="91"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grpSp>
            <p:pic>
              <p:nvPicPr>
                <p:cNvPr id="11303" name="Picture 194"/>
                <p:cNvPicPr>
                  <a:picLocks noChangeAspect="1" noChangeArrowheads="1"/>
                </p:cNvPicPr>
                <p:nvPr/>
              </p:nvPicPr>
              <p:blipFill>
                <a:blip r:embed="rId11" cstate="print">
                  <a:extLst>
                    <a:ext uri="{28A0092B-C50C-407E-A947-70E740481C1C}">
                      <a14:useLocalDpi xmlns:a14="http://schemas.microsoft.com/office/drawing/2010/main" val="0"/>
                    </a:ext>
                  </a:extLst>
                </a:blip>
                <a:srcRect l="3703" t="10216"/>
                <a:stretch>
                  <a:fillRect/>
                </a:stretch>
              </p:blipFill>
              <p:spPr bwMode="auto">
                <a:xfrm>
                  <a:off x="3264" y="2976"/>
                  <a:ext cx="111" cy="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1296" name="Group 195"/>
              <p:cNvGrpSpPr>
                <a:grpSpLocks/>
              </p:cNvGrpSpPr>
              <p:nvPr/>
            </p:nvGrpSpPr>
            <p:grpSpPr bwMode="auto">
              <a:xfrm>
                <a:off x="1712" y="2921"/>
                <a:ext cx="314" cy="471"/>
                <a:chOff x="1700" y="2921"/>
                <a:chExt cx="314" cy="471"/>
              </a:xfrm>
            </p:grpSpPr>
            <p:sp>
              <p:nvSpPr>
                <p:cNvPr id="11300" name="Line 196"/>
                <p:cNvSpPr>
                  <a:spLocks noChangeShapeType="1"/>
                </p:cNvSpPr>
                <p:nvPr/>
              </p:nvSpPr>
              <p:spPr bwMode="auto">
                <a:xfrm>
                  <a:off x="1710" y="3154"/>
                  <a:ext cx="272"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301" name="Oval 197"/>
                <p:cNvSpPr>
                  <a:spLocks noChangeArrowheads="1"/>
                </p:cNvSpPr>
                <p:nvPr/>
              </p:nvSpPr>
              <p:spPr bwMode="auto">
                <a:xfrm>
                  <a:off x="1700" y="2921"/>
                  <a:ext cx="314" cy="471"/>
                </a:xfrm>
                <a:prstGeom prst="ellipse">
                  <a:avLst/>
                </a:prstGeom>
                <a:solidFill>
                  <a:schemeClr val="tx1"/>
                </a:solidFill>
                <a:ln w="9525" algn="ctr">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Times New Roman" panose="02020603050405020304" pitchFamily="18" charset="0"/>
                    <a:ea typeface="Dotum" pitchFamily="34" charset="-127"/>
                    <a:cs typeface="Times New Roman" panose="02020603050405020304" pitchFamily="18" charset="0"/>
                  </a:endParaRPr>
                </a:p>
              </p:txBody>
            </p:sp>
          </p:grpSp>
          <p:grpSp>
            <p:nvGrpSpPr>
              <p:cNvPr id="11297" name="Group 198"/>
              <p:cNvGrpSpPr>
                <a:grpSpLocks/>
              </p:cNvGrpSpPr>
              <p:nvPr/>
            </p:nvGrpSpPr>
            <p:grpSpPr bwMode="auto">
              <a:xfrm>
                <a:off x="3094" y="2925"/>
                <a:ext cx="314" cy="471"/>
                <a:chOff x="1699" y="2925"/>
                <a:chExt cx="314" cy="471"/>
              </a:xfrm>
            </p:grpSpPr>
            <p:sp>
              <p:nvSpPr>
                <p:cNvPr id="11298" name="Line 199"/>
                <p:cNvSpPr>
                  <a:spLocks noChangeShapeType="1"/>
                </p:cNvSpPr>
                <p:nvPr/>
              </p:nvSpPr>
              <p:spPr bwMode="auto">
                <a:xfrm>
                  <a:off x="1710" y="3154"/>
                  <a:ext cx="272" cy="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1299" name="Oval 200"/>
                <p:cNvSpPr>
                  <a:spLocks noChangeArrowheads="1"/>
                </p:cNvSpPr>
                <p:nvPr/>
              </p:nvSpPr>
              <p:spPr bwMode="auto">
                <a:xfrm>
                  <a:off x="1699" y="2925"/>
                  <a:ext cx="314" cy="471"/>
                </a:xfrm>
                <a:prstGeom prst="ellipse">
                  <a:avLst/>
                </a:prstGeom>
                <a:solidFill>
                  <a:schemeClr val="tx1"/>
                </a:solidFill>
                <a:ln w="9525" algn="ctr">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latin typeface="Times New Roman" panose="02020603050405020304" pitchFamily="18" charset="0"/>
                    <a:ea typeface="Dotum" pitchFamily="34" charset="-127"/>
                    <a:cs typeface="Times New Roman" panose="02020603050405020304" pitchFamily="18" charset="0"/>
                  </a:endParaRPr>
                </a:p>
              </p:txBody>
            </p:sp>
          </p:grpSp>
        </p:grpSp>
        <p:sp>
          <p:nvSpPr>
            <p:cNvPr id="11287" name="Text Box 201"/>
            <p:cNvSpPr txBox="1">
              <a:spLocks noChangeArrowheads="1"/>
            </p:cNvSpPr>
            <p:nvPr/>
          </p:nvSpPr>
          <p:spPr bwMode="auto">
            <a:xfrm>
              <a:off x="2843" y="2214"/>
              <a:ext cx="176"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latinLnBrk="0" hangingPunct="1">
                <a:lnSpc>
                  <a:spcPct val="120000"/>
                </a:lnSpc>
                <a:spcBef>
                  <a:spcPct val="0"/>
                </a:spcBef>
                <a:buFontTx/>
                <a:buNone/>
              </a:pPr>
              <a:r>
                <a:rPr lang="en-US" altLang="ko-KR" sz="700">
                  <a:latin typeface="Times New Roman" panose="02020603050405020304" pitchFamily="18" charset="0"/>
                  <a:cs typeface="Times New Roman" panose="02020603050405020304" pitchFamily="18" charset="0"/>
                </a:rPr>
                <a:t>P1</a:t>
              </a:r>
            </a:p>
          </p:txBody>
        </p:sp>
        <p:sp>
          <p:nvSpPr>
            <p:cNvPr id="11288" name="Text Box 202"/>
            <p:cNvSpPr txBox="1">
              <a:spLocks noChangeArrowheads="1"/>
            </p:cNvSpPr>
            <p:nvPr/>
          </p:nvSpPr>
          <p:spPr bwMode="auto">
            <a:xfrm>
              <a:off x="2845" y="2302"/>
              <a:ext cx="185"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latinLnBrk="0" hangingPunct="1">
                <a:lnSpc>
                  <a:spcPct val="120000"/>
                </a:lnSpc>
                <a:spcBef>
                  <a:spcPct val="0"/>
                </a:spcBef>
                <a:buFontTx/>
                <a:buNone/>
              </a:pPr>
              <a:r>
                <a:rPr lang="en-US" altLang="ko-KR" sz="700">
                  <a:latin typeface="Times New Roman" panose="02020603050405020304" pitchFamily="18" charset="0"/>
                  <a:cs typeface="Times New Roman" panose="02020603050405020304" pitchFamily="18" charset="0"/>
                </a:rPr>
                <a:t>V1</a:t>
              </a:r>
            </a:p>
          </p:txBody>
        </p:sp>
        <p:sp>
          <p:nvSpPr>
            <p:cNvPr id="11289" name="Text Box 203"/>
            <p:cNvSpPr txBox="1">
              <a:spLocks noChangeArrowheads="1"/>
            </p:cNvSpPr>
            <p:nvPr/>
          </p:nvSpPr>
          <p:spPr bwMode="auto">
            <a:xfrm>
              <a:off x="3564" y="2214"/>
              <a:ext cx="176"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latinLnBrk="0" hangingPunct="1">
                <a:lnSpc>
                  <a:spcPct val="120000"/>
                </a:lnSpc>
                <a:spcBef>
                  <a:spcPct val="0"/>
                </a:spcBef>
                <a:buFontTx/>
                <a:buNone/>
              </a:pPr>
              <a:r>
                <a:rPr lang="en-US" altLang="ko-KR" sz="700">
                  <a:latin typeface="Times New Roman" panose="02020603050405020304" pitchFamily="18" charset="0"/>
                  <a:cs typeface="Times New Roman" panose="02020603050405020304" pitchFamily="18" charset="0"/>
                </a:rPr>
                <a:t>P2</a:t>
              </a:r>
            </a:p>
          </p:txBody>
        </p:sp>
        <p:sp>
          <p:nvSpPr>
            <p:cNvPr id="11290" name="Text Box 204"/>
            <p:cNvSpPr txBox="1">
              <a:spLocks noChangeArrowheads="1"/>
            </p:cNvSpPr>
            <p:nvPr/>
          </p:nvSpPr>
          <p:spPr bwMode="auto">
            <a:xfrm>
              <a:off x="3564" y="2302"/>
              <a:ext cx="185" cy="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latinLnBrk="0" hangingPunct="1">
                <a:lnSpc>
                  <a:spcPct val="120000"/>
                </a:lnSpc>
                <a:spcBef>
                  <a:spcPct val="0"/>
                </a:spcBef>
                <a:buFontTx/>
                <a:buNone/>
              </a:pPr>
              <a:r>
                <a:rPr lang="en-US" altLang="ko-KR" sz="700">
                  <a:latin typeface="Times New Roman" panose="02020603050405020304" pitchFamily="18" charset="0"/>
                  <a:cs typeface="Times New Roman" panose="02020603050405020304" pitchFamily="18" charset="0"/>
                </a:rPr>
                <a:t>V2</a:t>
              </a:r>
            </a:p>
          </p:txBody>
        </p:sp>
      </p:grpSp>
      <p:sp>
        <p:nvSpPr>
          <p:cNvPr id="11282" name="Rectangle 41"/>
          <p:cNvSpPr>
            <a:spLocks noChangeArrowheads="1"/>
          </p:cNvSpPr>
          <p:nvPr/>
        </p:nvSpPr>
        <p:spPr bwMode="auto">
          <a:xfrm>
            <a:off x="279400" y="2445728"/>
            <a:ext cx="3162300" cy="563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50000"/>
              </a:spcBef>
              <a:buFontTx/>
              <a:buNone/>
            </a:pPr>
            <a:r>
              <a:rPr lang="en-US" altLang="ko-KR" sz="900">
                <a:latin typeface="Times New Roman" panose="02020603050405020304" pitchFamily="18" charset="0"/>
                <a:ea typeface="Dotum" pitchFamily="34" charset="-127"/>
                <a:cs typeface="Times New Roman" panose="02020603050405020304" pitchFamily="18" charset="0"/>
              </a:rPr>
              <a:t>15. Đâu không phải là </a:t>
            </a:r>
            <a:r>
              <a:rPr lang="en-US" altLang="ko-KR" sz="900" smtClean="0">
                <a:latin typeface="Times New Roman" panose="02020603050405020304" pitchFamily="18" charset="0"/>
                <a:ea typeface="Dotum" pitchFamily="34" charset="-127"/>
                <a:cs typeface="Times New Roman" panose="02020603050405020304" pitchFamily="18" charset="0"/>
              </a:rPr>
              <a:t>thành phần của One- touch fiiting?</a:t>
            </a:r>
            <a:endParaRPr lang="en-US" altLang="ko-KR" sz="900">
              <a:latin typeface="Times New Roman" panose="02020603050405020304" pitchFamily="18" charset="0"/>
              <a:ea typeface="Dotum" pitchFamily="34" charset="-127"/>
              <a:cs typeface="Times New Roman" panose="02020603050405020304" pitchFamily="18" charset="0"/>
            </a:endParaRPr>
          </a:p>
          <a:p>
            <a:pPr>
              <a:buNone/>
            </a:pPr>
            <a:r>
              <a:rPr lang="en-US" sz="900" smtClean="0">
                <a:latin typeface="Times New Roman" panose="02020603050405020304" pitchFamily="18" charset="0"/>
                <a:ea typeface="Dotum" pitchFamily="34" charset="-127"/>
                <a:cs typeface="Times New Roman" panose="02020603050405020304" pitchFamily="18" charset="0"/>
              </a:rPr>
              <a:t>  ① </a:t>
            </a:r>
            <a:r>
              <a:rPr lang="en-US" sz="900">
                <a:latin typeface="Times New Roman" panose="02020603050405020304" pitchFamily="18" charset="0"/>
                <a:ea typeface="Dotum" pitchFamily="34" charset="-127"/>
                <a:cs typeface="Times New Roman" panose="02020603050405020304" pitchFamily="18" charset="0"/>
              </a:rPr>
              <a:t>Thread part </a:t>
            </a:r>
            <a:r>
              <a:rPr lang="en-US" sz="900" smtClean="0">
                <a:latin typeface="Times New Roman" panose="02020603050405020304" pitchFamily="18" charset="0"/>
                <a:ea typeface="Dotum" pitchFamily="34" charset="-127"/>
                <a:cs typeface="Times New Roman" panose="02020603050405020304" pitchFamily="18" charset="0"/>
              </a:rPr>
              <a:t>         ② </a:t>
            </a:r>
            <a:r>
              <a:rPr lang="en-US" sz="900">
                <a:latin typeface="Times New Roman" panose="02020603050405020304" pitchFamily="18" charset="0"/>
                <a:ea typeface="Dotum" pitchFamily="34" charset="-127"/>
                <a:cs typeface="Times New Roman" panose="02020603050405020304" pitchFamily="18" charset="0"/>
              </a:rPr>
              <a:t>Tube fitting part</a:t>
            </a:r>
          </a:p>
          <a:p>
            <a:pPr>
              <a:buNone/>
            </a:pPr>
            <a:r>
              <a:rPr lang="en-US" sz="900" smtClean="0">
                <a:latin typeface="Times New Roman" panose="02020603050405020304" pitchFamily="18" charset="0"/>
                <a:ea typeface="Dotum" pitchFamily="34" charset="-127"/>
                <a:cs typeface="Times New Roman" panose="02020603050405020304" pitchFamily="18" charset="0"/>
              </a:rPr>
              <a:t>  ③ </a:t>
            </a:r>
            <a:r>
              <a:rPr lang="en-US" sz="900">
                <a:latin typeface="Times New Roman" panose="02020603050405020304" pitchFamily="18" charset="0"/>
                <a:ea typeface="Dotum" pitchFamily="34" charset="-127"/>
                <a:cs typeface="Times New Roman" panose="02020603050405020304" pitchFamily="18" charset="0"/>
              </a:rPr>
              <a:t>Housing part </a:t>
            </a:r>
            <a:r>
              <a:rPr lang="en-US" sz="900" smtClean="0">
                <a:latin typeface="Times New Roman" panose="02020603050405020304" pitchFamily="18" charset="0"/>
                <a:ea typeface="Dotum" pitchFamily="34" charset="-127"/>
                <a:cs typeface="Times New Roman" panose="02020603050405020304" pitchFamily="18" charset="0"/>
              </a:rPr>
              <a:t>       </a:t>
            </a:r>
            <a:r>
              <a:rPr lang="en-US" sz="900" b="1" smtClean="0">
                <a:solidFill>
                  <a:srgbClr val="FF0000"/>
                </a:solidFill>
                <a:latin typeface="Times New Roman" panose="02020603050405020304" pitchFamily="18" charset="0"/>
                <a:ea typeface="Dotum" pitchFamily="34" charset="-127"/>
                <a:cs typeface="Times New Roman" panose="02020603050405020304" pitchFamily="18" charset="0"/>
              </a:rPr>
              <a:t>④ </a:t>
            </a:r>
            <a:r>
              <a:rPr lang="en-US" sz="900" b="1">
                <a:solidFill>
                  <a:srgbClr val="FF0000"/>
                </a:solidFill>
                <a:latin typeface="Times New Roman" panose="02020603050405020304" pitchFamily="18" charset="0"/>
                <a:ea typeface="Dotum" pitchFamily="34" charset="-127"/>
                <a:cs typeface="Times New Roman" panose="02020603050405020304" pitchFamily="18" charset="0"/>
              </a:rPr>
              <a:t>Flange part</a:t>
            </a:r>
            <a:endParaRPr lang="ko-KR" altLang="en-US" sz="900" b="1">
              <a:solidFill>
                <a:srgbClr val="FF0000"/>
              </a:solidFill>
              <a:latin typeface="Times New Roman" panose="02020603050405020304" pitchFamily="18" charset="0"/>
              <a:ea typeface="Dotum" pitchFamily="34" charset="-127"/>
              <a:cs typeface="Times New Roman" panose="02020603050405020304" pitchFamily="18" charset="0"/>
            </a:endParaRPr>
          </a:p>
        </p:txBody>
      </p:sp>
      <p:cxnSp>
        <p:nvCxnSpPr>
          <p:cNvPr id="11283" name="직선 연결선 2"/>
          <p:cNvCxnSpPr>
            <a:cxnSpLocks noChangeShapeType="1"/>
          </p:cNvCxnSpPr>
          <p:nvPr/>
        </p:nvCxnSpPr>
        <p:spPr bwMode="auto">
          <a:xfrm flipH="1">
            <a:off x="1176339" y="6392008"/>
            <a:ext cx="142875" cy="0"/>
          </a:xfrm>
          <a:prstGeom prst="line">
            <a:avLst/>
          </a:prstGeom>
          <a:noFill/>
          <a:ln w="9525" algn="ctr">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1284" name="직선 연결선 84"/>
          <p:cNvCxnSpPr>
            <a:cxnSpLocks noChangeShapeType="1"/>
          </p:cNvCxnSpPr>
          <p:nvPr/>
        </p:nvCxnSpPr>
        <p:spPr bwMode="auto">
          <a:xfrm>
            <a:off x="1358900" y="6664569"/>
            <a:ext cx="184150" cy="0"/>
          </a:xfrm>
          <a:prstGeom prst="line">
            <a:avLst/>
          </a:prstGeom>
          <a:noFill/>
          <a:ln w="9525" algn="ctr">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1" name="TextBox 7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6</a:t>
            </a:r>
          </a:p>
        </p:txBody>
      </p:sp>
    </p:spTree>
    <p:extLst>
      <p:ext uri="{BB962C8B-B14F-4D97-AF65-F5344CB8AC3E}">
        <p14:creationId xmlns:p14="http://schemas.microsoft.com/office/powerpoint/2010/main" val="3026769365"/>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5" name="Text Box 6"/>
          <p:cNvSpPr txBox="1">
            <a:spLocks noChangeArrowheads="1"/>
          </p:cNvSpPr>
          <p:nvPr/>
        </p:nvSpPr>
        <p:spPr bwMode="auto">
          <a:xfrm>
            <a:off x="123825" y="211016"/>
            <a:ext cx="644728" cy="338554"/>
          </a:xfrm>
          <a:prstGeom prst="rect">
            <a:avLst/>
          </a:prstGeom>
          <a:noFill/>
          <a:ln w="9525">
            <a:noFill/>
            <a:miter lim="800000"/>
            <a:headEnd/>
            <a:tailEnd/>
          </a:ln>
          <a:effectLst/>
        </p:spPr>
        <p:txBody>
          <a:bodyPr wrap="none">
            <a:spAutoFit/>
          </a:bodyPr>
          <a:lstStyle>
            <a:lvl1pPr eaLnBrk="0" hangingPunct="0">
              <a:defRPr kumimoji="1" sz="900">
                <a:solidFill>
                  <a:schemeClr val="tx1"/>
                </a:solidFill>
                <a:latin typeface="Dotum" pitchFamily="34" charset="-127"/>
                <a:ea typeface="Dotum" pitchFamily="34" charset="-127"/>
              </a:defRPr>
            </a:lvl1pPr>
            <a:lvl2pPr marL="742950" indent="-285750" eaLnBrk="0" hangingPunct="0">
              <a:defRPr kumimoji="1" sz="900">
                <a:solidFill>
                  <a:schemeClr val="tx1"/>
                </a:solidFill>
                <a:latin typeface="Dotum" pitchFamily="34" charset="-127"/>
                <a:ea typeface="Dotum" pitchFamily="34" charset="-127"/>
              </a:defRPr>
            </a:lvl2pPr>
            <a:lvl3pPr marL="1143000" indent="-228600" eaLnBrk="0" hangingPunct="0">
              <a:defRPr kumimoji="1" sz="900">
                <a:solidFill>
                  <a:schemeClr val="tx1"/>
                </a:solidFill>
                <a:latin typeface="Dotum" pitchFamily="34" charset="-127"/>
                <a:ea typeface="Dotum" pitchFamily="34" charset="-127"/>
              </a:defRPr>
            </a:lvl3pPr>
            <a:lvl4pPr marL="1600200" indent="-228600" eaLnBrk="0" hangingPunct="0">
              <a:defRPr kumimoji="1" sz="900">
                <a:solidFill>
                  <a:schemeClr val="tx1"/>
                </a:solidFill>
                <a:latin typeface="Dotum" pitchFamily="34" charset="-127"/>
                <a:ea typeface="Dotum" pitchFamily="34" charset="-127"/>
              </a:defRPr>
            </a:lvl4pPr>
            <a:lvl5pPr marL="2057400" indent="-228600" eaLnBrk="0" hangingPunct="0">
              <a:defRPr kumimoji="1" sz="900">
                <a:solidFill>
                  <a:schemeClr val="tx1"/>
                </a:solidFill>
                <a:latin typeface="Dotum" pitchFamily="34" charset="-127"/>
                <a:ea typeface="Dotum" pitchFamily="34" charset="-127"/>
              </a:defRPr>
            </a:lvl5pPr>
            <a:lvl6pPr marL="2514600" indent="-228600" eaLnBrk="0" fontAlgn="base" hangingPunct="0">
              <a:spcBef>
                <a:spcPct val="0"/>
              </a:spcBef>
              <a:spcAft>
                <a:spcPct val="0"/>
              </a:spcAft>
              <a:defRPr kumimoji="1" sz="900">
                <a:solidFill>
                  <a:schemeClr val="tx1"/>
                </a:solidFill>
                <a:latin typeface="Dotum" pitchFamily="34" charset="-127"/>
                <a:ea typeface="Dotum" pitchFamily="34" charset="-127"/>
              </a:defRPr>
            </a:lvl6pPr>
            <a:lvl7pPr marL="2971800" indent="-228600" eaLnBrk="0" fontAlgn="base" hangingPunct="0">
              <a:spcBef>
                <a:spcPct val="0"/>
              </a:spcBef>
              <a:spcAft>
                <a:spcPct val="0"/>
              </a:spcAft>
              <a:defRPr kumimoji="1" sz="900">
                <a:solidFill>
                  <a:schemeClr val="tx1"/>
                </a:solidFill>
                <a:latin typeface="Dotum" pitchFamily="34" charset="-127"/>
                <a:ea typeface="Dotum" pitchFamily="34" charset="-127"/>
              </a:defRPr>
            </a:lvl7pPr>
            <a:lvl8pPr marL="3429000" indent="-228600" eaLnBrk="0" fontAlgn="base" hangingPunct="0">
              <a:spcBef>
                <a:spcPct val="0"/>
              </a:spcBef>
              <a:spcAft>
                <a:spcPct val="0"/>
              </a:spcAft>
              <a:defRPr kumimoji="1" sz="900">
                <a:solidFill>
                  <a:schemeClr val="tx1"/>
                </a:solidFill>
                <a:latin typeface="Dotum" pitchFamily="34" charset="-127"/>
                <a:ea typeface="Dotum" pitchFamily="34" charset="-127"/>
              </a:defRPr>
            </a:lvl8pPr>
            <a:lvl9pPr marL="3886200" indent="-228600" eaLnBrk="0" fontAlgn="base" hangingPunct="0">
              <a:spcBef>
                <a:spcPct val="0"/>
              </a:spcBef>
              <a:spcAft>
                <a:spcPct val="0"/>
              </a:spcAft>
              <a:defRPr kumimoji="1" sz="900">
                <a:solidFill>
                  <a:schemeClr val="tx1"/>
                </a:solidFill>
                <a:latin typeface="Dotum" pitchFamily="34" charset="-127"/>
                <a:ea typeface="Dotum" pitchFamily="34" charset="-127"/>
              </a:defRPr>
            </a:lvl9pPr>
          </a:lstStyle>
          <a:p>
            <a:pPr eaLnBrk="1" hangingPunct="1"/>
            <a:r>
              <a:rPr lang="en-US" altLang="ko-KR" sz="1600" b="1">
                <a:effectLst>
                  <a:outerShdw blurRad="38100" dist="38100" dir="2700000" algn="tl">
                    <a:srgbClr val="C0C0C0"/>
                  </a:outerShdw>
                </a:effectLst>
                <a:latin typeface="Times New Roman" panose="02020603050405020304" pitchFamily="18" charset="0"/>
                <a:cs typeface="Times New Roman" panose="02020603050405020304" pitchFamily="18" charset="0"/>
              </a:rPr>
              <a:t>PLC </a:t>
            </a:r>
            <a:endParaRPr lang="ko-KR" altLang="en-US" sz="1600" b="1">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1331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PLC: </a:t>
            </a:r>
            <a:r>
              <a:rPr lang="en-US" altLang="ko-KR" sz="900" smtClean="0">
                <a:latin typeface="Times New Roman" panose="02020603050405020304" pitchFamily="18" charset="0"/>
                <a:ea typeface="Dotum" pitchFamily="34" charset="-127"/>
                <a:cs typeface="Times New Roman" panose="02020603050405020304" pitchFamily="18" charset="0"/>
              </a:rPr>
              <a:t>Câu 1 </a:t>
            </a: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20</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 Điều gì sai trong mô tả của bảng điều khiển </a:t>
            </a:r>
            <a:r>
              <a:rPr lang="vi-VN" altLang="ko-KR" sz="900" smtClean="0">
                <a:latin typeface="Times New Roman" panose="02020603050405020304" pitchFamily="18" charset="0"/>
                <a:ea typeface="Dotum" pitchFamily="34" charset="-127"/>
                <a:cs typeface="Times New Roman" panose="02020603050405020304" pitchFamily="18" charset="0"/>
              </a:rPr>
              <a:t>r</a:t>
            </a:r>
            <a:r>
              <a:rPr lang="en-US" altLang="ko-KR" sz="900" smtClean="0">
                <a:latin typeface="Times New Roman" panose="02020603050405020304" pitchFamily="18" charset="0"/>
                <a:ea typeface="Dotum" pitchFamily="34" charset="-127"/>
                <a:cs typeface="Times New Roman" panose="02020603050405020304" pitchFamily="18" charset="0"/>
              </a:rPr>
              <a:t>elay</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Có tiếp điểm</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Dotum" pitchFamily="34" charset="-127"/>
                <a:cs typeface="Times New Roman" panose="02020603050405020304" pitchFamily="18" charset="0"/>
              </a:rPr>
              <a:t> ② </a:t>
            </a:r>
            <a:r>
              <a:rPr lang="en-US" altLang="ko-KR" sz="900">
                <a:latin typeface="Times New Roman" panose="02020603050405020304" pitchFamily="18" charset="0"/>
                <a:ea typeface="Dotum" pitchFamily="34" charset="-127"/>
                <a:cs typeface="Times New Roman" panose="02020603050405020304" pitchFamily="18" charset="0"/>
              </a:rPr>
              <a:t>Khó mở rộng hệ thống</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Sử dụng thuật toán Logic</a:t>
            </a:r>
            <a:endParaRPr lang="en-US"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④ Khó giảm kích thước</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2. Cấu hình của bộ nhớ trong của CPU PLC là gì?</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① Thẻ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nhớ                       </a:t>
            </a:r>
            <a:r>
              <a:rPr lang="en-US" altLang="ko-KR" sz="900">
                <a:latin typeface="Times New Roman" panose="02020603050405020304" pitchFamily="18" charset="0"/>
                <a:ea typeface="Dotum" pitchFamily="34" charset="-127"/>
                <a:cs typeface="Times New Roman" panose="02020603050405020304" pitchFamily="18" charset="0"/>
              </a:rPr>
              <a:t>② RAM tiêu chuẩn</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Bộ nhớ chương trình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④ </a:t>
            </a:r>
            <a:r>
              <a:rPr lang="vi-VN" altLang="ko-KR" sz="900">
                <a:latin typeface="Times New Roman" panose="02020603050405020304" pitchFamily="18" charset="0"/>
                <a:ea typeface="Dotum" pitchFamily="34" charset="-127"/>
                <a:cs typeface="Times New Roman" panose="02020603050405020304" pitchFamily="18" charset="0"/>
              </a:rPr>
              <a:t>ROM tiêu chuẩn</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Dotum" pitchFamily="34" charset="-127"/>
                <a:cs typeface="Times New Roman" panose="02020603050405020304" pitchFamily="18" charset="0"/>
              </a:rPr>
              <a:t>3. </a:t>
            </a:r>
            <a:r>
              <a:rPr lang="vi-VN" sz="900">
                <a:latin typeface="Times New Roman" panose="02020603050405020304" pitchFamily="18" charset="0"/>
                <a:ea typeface="Dotum" pitchFamily="34" charset="-127"/>
                <a:cs typeface="Times New Roman" panose="02020603050405020304" pitchFamily="18" charset="0"/>
              </a:rPr>
              <a:t>Khi xảy ra lỗi pin, </a:t>
            </a:r>
            <a:r>
              <a:rPr lang="vi-VN" sz="900" smtClean="0">
                <a:latin typeface="Times New Roman" panose="02020603050405020304" pitchFamily="18" charset="0"/>
                <a:ea typeface="Dotum" pitchFamily="34" charset="-127"/>
                <a:cs typeface="Times New Roman" panose="02020603050405020304" pitchFamily="18" charset="0"/>
              </a:rPr>
              <a:t>c</a:t>
            </a:r>
            <a:r>
              <a:rPr lang="en-US" sz="900" smtClean="0">
                <a:latin typeface="Times New Roman" panose="02020603050405020304" pitchFamily="18" charset="0"/>
                <a:ea typeface="Dotum" pitchFamily="34" charset="-127"/>
                <a:cs typeface="Times New Roman" panose="02020603050405020304" pitchFamily="18" charset="0"/>
              </a:rPr>
              <a:t>ần</a:t>
            </a:r>
            <a:r>
              <a:rPr lang="vi-VN" sz="900" smtClean="0">
                <a:latin typeface="Times New Roman" panose="02020603050405020304" pitchFamily="18" charset="0"/>
                <a:ea typeface="Dotum" pitchFamily="34" charset="-127"/>
                <a:cs typeface="Times New Roman" panose="02020603050405020304" pitchFamily="18" charset="0"/>
              </a:rPr>
              <a:t> </a:t>
            </a:r>
            <a:r>
              <a:rPr lang="vi-VN" sz="900">
                <a:latin typeface="Times New Roman" panose="02020603050405020304" pitchFamily="18" charset="0"/>
                <a:ea typeface="Dotum" pitchFamily="34" charset="-127"/>
                <a:cs typeface="Times New Roman" panose="02020603050405020304" pitchFamily="18" charset="0"/>
              </a:rPr>
              <a:t>kiểm tra xem đó là vấn đề pin CPU </a:t>
            </a:r>
            <a:r>
              <a:rPr lang="en-US" sz="900" smtClean="0">
                <a:latin typeface="Times New Roman" panose="02020603050405020304" pitchFamily="18" charset="0"/>
                <a:ea typeface="Dotum" pitchFamily="34" charset="-127"/>
                <a:cs typeface="Times New Roman" panose="02020603050405020304" pitchFamily="18" charset="0"/>
              </a:rPr>
              <a:t>   </a:t>
            </a:r>
            <a:r>
              <a:rPr lang="vi-VN" sz="900" smtClean="0">
                <a:latin typeface="Times New Roman" panose="02020603050405020304" pitchFamily="18" charset="0"/>
                <a:ea typeface="Dotum" pitchFamily="34" charset="-127"/>
                <a:cs typeface="Times New Roman" panose="02020603050405020304" pitchFamily="18" charset="0"/>
              </a:rPr>
              <a:t>hay </a:t>
            </a:r>
            <a:r>
              <a:rPr lang="vi-VN" sz="900">
                <a:latin typeface="Times New Roman" panose="02020603050405020304" pitchFamily="18" charset="0"/>
                <a:ea typeface="Dotum" pitchFamily="34" charset="-127"/>
                <a:cs typeface="Times New Roman" panose="02020603050405020304" pitchFamily="18" charset="0"/>
              </a:rPr>
              <a:t>pin thẻ nhớ. Có thể kiểm </a:t>
            </a:r>
            <a:r>
              <a:rPr lang="en-US" sz="900" smtClean="0">
                <a:latin typeface="Times New Roman" panose="02020603050405020304" pitchFamily="18" charset="0"/>
                <a:ea typeface="Dotum" pitchFamily="34" charset="-127"/>
                <a:cs typeface="Times New Roman" panose="02020603050405020304" pitchFamily="18" charset="0"/>
              </a:rPr>
              <a:t>bằng </a:t>
            </a:r>
            <a:r>
              <a:rPr lang="vi-VN"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SM400 </a:t>
            </a:r>
            <a:r>
              <a:rPr lang="en-US" altLang="ko-KR" sz="900" smtClean="0">
                <a:latin typeface="Times New Roman" panose="02020603050405020304" pitchFamily="18" charset="0"/>
                <a:ea typeface="Dotum" pitchFamily="34" charset="-127"/>
                <a:cs typeface="Times New Roman" panose="02020603050405020304" pitchFamily="18" charset="0"/>
              </a:rPr>
              <a:t>     ② </a:t>
            </a:r>
            <a:r>
              <a:rPr lang="en-US" altLang="ko-KR" sz="900">
                <a:latin typeface="Times New Roman" panose="02020603050405020304" pitchFamily="18" charset="0"/>
                <a:ea typeface="Dotum" pitchFamily="34" charset="-127"/>
                <a:cs typeface="Times New Roman" panose="02020603050405020304" pitchFamily="18" charset="0"/>
              </a:rPr>
              <a:t>M500</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SD52         </a:t>
            </a:r>
            <a:r>
              <a:rPr lang="en-US" altLang="ko-KR" sz="900">
                <a:latin typeface="Times New Roman" panose="02020603050405020304" pitchFamily="18" charset="0"/>
                <a:ea typeface="Dotum" pitchFamily="34" charset="-127"/>
                <a:cs typeface="Times New Roman" panose="02020603050405020304" pitchFamily="18" charset="0"/>
              </a:rPr>
              <a:t>④ D502</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4. </a:t>
            </a:r>
            <a:r>
              <a:rPr lang="en-US" altLang="ko-KR" sz="900" smtClean="0">
                <a:latin typeface="Times New Roman" panose="02020603050405020304" pitchFamily="18" charset="0"/>
                <a:ea typeface="Dotum" pitchFamily="34" charset="-127"/>
                <a:cs typeface="Times New Roman" panose="02020603050405020304" pitchFamily="18" charset="0"/>
              </a:rPr>
              <a:t>Unit nào</a:t>
            </a:r>
            <a:r>
              <a:rPr lang="vi-VN" sz="900" smtClean="0">
                <a:latin typeface="Times New Roman" panose="02020603050405020304" pitchFamily="18" charset="0"/>
                <a:ea typeface="Dotum" pitchFamily="34" charset="-127"/>
                <a:cs typeface="Times New Roman" panose="02020603050405020304" pitchFamily="18" charset="0"/>
              </a:rPr>
              <a:t> </a:t>
            </a:r>
            <a:r>
              <a:rPr lang="vi-VN" sz="900">
                <a:latin typeface="Times New Roman" panose="02020603050405020304" pitchFamily="18" charset="0"/>
                <a:ea typeface="Dotum" pitchFamily="34" charset="-127"/>
                <a:cs typeface="Times New Roman" panose="02020603050405020304" pitchFamily="18" charset="0"/>
              </a:rPr>
              <a:t>được sử dụng </a:t>
            </a:r>
            <a:r>
              <a:rPr lang="en-US" sz="900" smtClean="0">
                <a:latin typeface="Times New Roman" panose="02020603050405020304" pitchFamily="18" charset="0"/>
                <a:ea typeface="Dotum" pitchFamily="34" charset="-127"/>
                <a:cs typeface="Times New Roman" panose="02020603050405020304" pitchFamily="18" charset="0"/>
              </a:rPr>
              <a:t>để </a:t>
            </a:r>
            <a:r>
              <a:rPr lang="vi-VN" sz="900" smtClean="0">
                <a:latin typeface="Times New Roman" panose="02020603050405020304" pitchFamily="18" charset="0"/>
                <a:ea typeface="Dotum" pitchFamily="34" charset="-127"/>
                <a:cs typeface="Times New Roman" panose="02020603050405020304" pitchFamily="18" charset="0"/>
              </a:rPr>
              <a:t>nhận </a:t>
            </a:r>
            <a:r>
              <a:rPr lang="vi-VN" sz="900">
                <a:latin typeface="Times New Roman" panose="02020603050405020304" pitchFamily="18" charset="0"/>
                <a:ea typeface="Dotum" pitchFamily="34" charset="-127"/>
                <a:cs typeface="Times New Roman" panose="02020603050405020304" pitchFamily="18" charset="0"/>
              </a:rPr>
              <a:t>tín hiệu BẬT / TẮT từ </a:t>
            </a:r>
            <a:r>
              <a:rPr lang="vi-VN" sz="900" smtClean="0">
                <a:latin typeface="Times New Roman" panose="02020603050405020304" pitchFamily="18" charset="0"/>
                <a:ea typeface="Dotum" pitchFamily="34" charset="-127"/>
                <a:cs typeface="Times New Roman" panose="02020603050405020304" pitchFamily="18" charset="0"/>
              </a:rPr>
              <a:t>các</a:t>
            </a:r>
            <a:r>
              <a:rPr lang="en-US" sz="900" smtClean="0">
                <a:latin typeface="Times New Roman" panose="02020603050405020304" pitchFamily="18" charset="0"/>
                <a:ea typeface="Dotum" pitchFamily="34" charset="-127"/>
                <a:cs typeface="Times New Roman" panose="02020603050405020304" pitchFamily="18" charset="0"/>
              </a:rPr>
              <a:t>    </a:t>
            </a:r>
            <a:r>
              <a:rPr lang="vi-VN" sz="900" smtClean="0">
                <a:latin typeface="Times New Roman" panose="02020603050405020304" pitchFamily="18" charset="0"/>
                <a:ea typeface="Dotum" pitchFamily="34" charset="-127"/>
                <a:cs typeface="Times New Roman" panose="02020603050405020304" pitchFamily="18" charset="0"/>
              </a:rPr>
              <a:t> </a:t>
            </a:r>
            <a:r>
              <a:rPr lang="vi-VN" sz="900">
                <a:latin typeface="Times New Roman" panose="02020603050405020304" pitchFamily="18" charset="0"/>
                <a:ea typeface="Dotum" pitchFamily="34" charset="-127"/>
                <a:cs typeface="Times New Roman" panose="02020603050405020304" pitchFamily="18" charset="0"/>
              </a:rPr>
              <a:t>thiết bị bên ngoài</a:t>
            </a:r>
            <a:r>
              <a:rPr lang="en-US" altLang="ko-KR" sz="900">
                <a:latin typeface="Times New Roman" panose="02020603050405020304" pitchFamily="18" charset="0"/>
                <a:ea typeface="Dotum" pitchFamily="34" charset="-127"/>
                <a:cs typeface="Times New Roman" panose="02020603050405020304" pitchFamily="18" charset="0"/>
              </a:rPr>
              <a:t>?</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①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Unit đầu vào Digital       </a:t>
            </a:r>
            <a:r>
              <a:rPr lang="vi-VN" altLang="ko-KR" sz="900" smtClean="0">
                <a:latin typeface="Times New Roman" panose="02020603050405020304" pitchFamily="18" charset="0"/>
                <a:ea typeface="Dotum" pitchFamily="34" charset="-127"/>
                <a:cs typeface="Times New Roman" panose="02020603050405020304" pitchFamily="18" charset="0"/>
              </a:rPr>
              <a:t>② </a:t>
            </a:r>
            <a:r>
              <a:rPr lang="en-US" altLang="ko-KR" sz="900">
                <a:latin typeface="Times New Roman" panose="02020603050405020304" pitchFamily="18" charset="0"/>
                <a:ea typeface="Dotum" pitchFamily="34" charset="-127"/>
                <a:cs typeface="Times New Roman" panose="02020603050405020304" pitchFamily="18" charset="0"/>
              </a:rPr>
              <a:t>Unit đầu </a:t>
            </a:r>
            <a:r>
              <a:rPr lang="en-US" altLang="ko-KR" sz="900" smtClean="0">
                <a:latin typeface="Times New Roman" panose="02020603050405020304" pitchFamily="18" charset="0"/>
                <a:ea typeface="Dotum" pitchFamily="34" charset="-127"/>
                <a:cs typeface="Times New Roman" panose="02020603050405020304" pitchFamily="18" charset="0"/>
              </a:rPr>
              <a:t>ra Digital</a:t>
            </a:r>
          </a:p>
          <a:p>
            <a:pPr eaLnBrk="1" hangingPunct="1">
              <a:spcBef>
                <a:spcPct val="0"/>
              </a:spcBef>
              <a:buFontTx/>
              <a:buNone/>
            </a:pP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③ </a:t>
            </a:r>
            <a:r>
              <a:rPr lang="en-US" altLang="ko-KR" sz="900" smtClean="0">
                <a:latin typeface="Times New Roman" panose="02020603050405020304" pitchFamily="18" charset="0"/>
                <a:ea typeface="Dotum" pitchFamily="34" charset="-127"/>
                <a:cs typeface="Times New Roman" panose="02020603050405020304" pitchFamily="18" charset="0"/>
              </a:rPr>
              <a:t>Unit</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đầu vào </a:t>
            </a:r>
            <a:r>
              <a:rPr lang="en-US" altLang="ko-KR" sz="900" smtClean="0">
                <a:latin typeface="Times New Roman" panose="02020603050405020304" pitchFamily="18" charset="0"/>
                <a:ea typeface="Dotum" pitchFamily="34" charset="-127"/>
                <a:cs typeface="Times New Roman" panose="02020603050405020304" pitchFamily="18" charset="0"/>
              </a:rPr>
              <a:t>Analog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④ </a:t>
            </a:r>
            <a:r>
              <a:rPr lang="en-US" altLang="ko-KR" sz="900" smtClean="0">
                <a:latin typeface="Times New Roman" panose="02020603050405020304" pitchFamily="18" charset="0"/>
                <a:ea typeface="Dotum" pitchFamily="34" charset="-127"/>
                <a:cs typeface="Times New Roman" panose="02020603050405020304" pitchFamily="18" charset="0"/>
              </a:rPr>
              <a:t>Unit</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đầu ra </a:t>
            </a:r>
            <a:r>
              <a:rPr lang="en-US" altLang="ko-KR" sz="900" smtClean="0">
                <a:latin typeface="Times New Roman" panose="02020603050405020304" pitchFamily="18" charset="0"/>
                <a:ea typeface="Dotum" pitchFamily="34" charset="-127"/>
                <a:cs typeface="Times New Roman" panose="02020603050405020304" pitchFamily="18" charset="0"/>
              </a:rPr>
              <a:t>Analog</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5. Trong cấu hình PLC sau, phạm vi đầu vào / đầu ra của Mô-đun Q62DA là bao nhiêu</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Y150 ~ Y15F </a:t>
            </a:r>
            <a:r>
              <a:rPr lang="en-US" altLang="ko-KR" sz="900" smtClean="0">
                <a:latin typeface="Times New Roman" panose="02020603050405020304" pitchFamily="18" charset="0"/>
                <a:ea typeface="Dotum" pitchFamily="34" charset="-127"/>
                <a:cs typeface="Times New Roman" panose="02020603050405020304" pitchFamily="18" charset="0"/>
              </a:rPr>
              <a:t>       ② </a:t>
            </a:r>
            <a:r>
              <a:rPr lang="en-US" altLang="ko-KR" sz="900">
                <a:latin typeface="Times New Roman" panose="02020603050405020304" pitchFamily="18" charset="0"/>
                <a:ea typeface="Dotum" pitchFamily="34" charset="-127"/>
                <a:cs typeface="Times New Roman" panose="02020603050405020304" pitchFamily="18" charset="0"/>
              </a:rPr>
              <a:t>Y160 ~ Y16F</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Y110 ~ </a:t>
            </a:r>
            <a:r>
              <a:rPr lang="en-US" altLang="ko-KR" sz="900" smtClean="0">
                <a:latin typeface="Times New Roman" panose="02020603050405020304" pitchFamily="18" charset="0"/>
                <a:ea typeface="Dotum" pitchFamily="34" charset="-127"/>
                <a:cs typeface="Times New Roman" panose="02020603050405020304" pitchFamily="18" charset="0"/>
              </a:rPr>
              <a:t>Y11F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Y100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 Y11F</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6. Chuyển </a:t>
            </a:r>
            <a:r>
              <a:rPr lang="vi-VN" altLang="ko-KR" sz="900" smtClean="0">
                <a:latin typeface="Times New Roman" panose="02020603050405020304" pitchFamily="18" charset="0"/>
                <a:ea typeface="Dotum" pitchFamily="34" charset="-127"/>
                <a:cs typeface="Times New Roman" panose="02020603050405020304" pitchFamily="18" charset="0"/>
              </a:rPr>
              <a:t>đổi</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3B từ hệ thập lục phân </a:t>
            </a:r>
            <a:r>
              <a:rPr lang="vi-VN" altLang="ko-KR" sz="900" smtClean="0">
                <a:latin typeface="Times New Roman" panose="02020603050405020304" pitchFamily="18" charset="0"/>
                <a:ea typeface="Dotum" pitchFamily="34" charset="-127"/>
                <a:cs typeface="Times New Roman" panose="02020603050405020304" pitchFamily="18" charset="0"/>
              </a:rPr>
              <a:t>sang </a:t>
            </a:r>
            <a:r>
              <a:rPr lang="vi-VN" altLang="ko-KR" sz="900">
                <a:latin typeface="Times New Roman" panose="02020603050405020304" pitchFamily="18" charset="0"/>
                <a:ea typeface="Dotum" pitchFamily="34" charset="-127"/>
                <a:cs typeface="Times New Roman" panose="02020603050405020304" pitchFamily="18" charset="0"/>
              </a:rPr>
              <a:t>hệ nhị phân là gì?</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0101 </a:t>
            </a:r>
            <a:r>
              <a:rPr lang="en-US" altLang="ko-KR" sz="900" smtClean="0">
                <a:latin typeface="Times New Roman" panose="02020603050405020304" pitchFamily="18" charset="0"/>
                <a:ea typeface="Dotum" pitchFamily="34" charset="-127"/>
                <a:cs typeface="Times New Roman" panose="02020603050405020304" pitchFamily="18" charset="0"/>
              </a:rPr>
              <a:t>1011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② 0011 1011</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0101 1001 </a:t>
            </a:r>
            <a:r>
              <a:rPr lang="en-US" altLang="ko-KR" sz="900" smtClean="0">
                <a:latin typeface="Times New Roman" panose="02020603050405020304" pitchFamily="18" charset="0"/>
                <a:ea typeface="Dotum" pitchFamily="34" charset="-127"/>
                <a:cs typeface="Times New Roman" panose="02020603050405020304" pitchFamily="18" charset="0"/>
              </a:rPr>
              <a:t>            ④ </a:t>
            </a:r>
            <a:r>
              <a:rPr lang="en-US" altLang="ko-KR" sz="900">
                <a:latin typeface="Times New Roman" panose="02020603050405020304" pitchFamily="18" charset="0"/>
                <a:ea typeface="Dotum" pitchFamily="34" charset="-127"/>
                <a:cs typeface="Times New Roman" panose="02020603050405020304" pitchFamily="18" charset="0"/>
              </a:rPr>
              <a:t>0010 0110</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7. </a:t>
            </a:r>
            <a:r>
              <a:rPr lang="vi-VN" sz="900">
                <a:latin typeface="Times New Roman" panose="02020603050405020304" pitchFamily="18" charset="0"/>
                <a:ea typeface="Dotum" pitchFamily="34" charset="-127"/>
                <a:cs typeface="Times New Roman" panose="02020603050405020304" pitchFamily="18" charset="0"/>
              </a:rPr>
              <a:t>Sử dụng thông tin của tiếp điểm đầu vào được đọc từ mô-đun đầu vào như một điều kiện hoặc dữ liệu, thao tác sẽ được thực </a:t>
            </a:r>
            <a:r>
              <a:rPr lang="en-US" sz="900" smtClean="0">
                <a:latin typeface="Times New Roman" panose="02020603050405020304" pitchFamily="18" charset="0"/>
                <a:ea typeface="Dotum" pitchFamily="34" charset="-127"/>
                <a:cs typeface="Times New Roman" panose="02020603050405020304" pitchFamily="18" charset="0"/>
              </a:rPr>
              <a:t> </a:t>
            </a:r>
            <a:r>
              <a:rPr lang="vi-VN" sz="900" smtClean="0">
                <a:latin typeface="Times New Roman" panose="02020603050405020304" pitchFamily="18" charset="0"/>
                <a:ea typeface="Dotum" pitchFamily="34" charset="-127"/>
                <a:cs typeface="Times New Roman" panose="02020603050405020304" pitchFamily="18" charset="0"/>
              </a:rPr>
              <a:t>hiện </a:t>
            </a:r>
            <a:r>
              <a:rPr lang="vi-VN" sz="900">
                <a:latin typeface="Times New Roman" panose="02020603050405020304" pitchFamily="18" charset="0"/>
                <a:ea typeface="Dotum" pitchFamily="34" charset="-127"/>
                <a:cs typeface="Times New Roman" panose="02020603050405020304" pitchFamily="18" charset="0"/>
              </a:rPr>
              <a:t>theo chương trình đã nhập trước và kết quả được lưu trong bộ </a:t>
            </a:r>
            <a:r>
              <a:rPr lang="vi-VN" sz="900" smtClean="0">
                <a:latin typeface="Times New Roman" panose="02020603050405020304" pitchFamily="18" charset="0"/>
                <a:ea typeface="Dotum" pitchFamily="34" charset="-127"/>
                <a:cs typeface="Times New Roman" panose="02020603050405020304" pitchFamily="18" charset="0"/>
              </a:rPr>
              <a:t>nhớ</a:t>
            </a:r>
            <a:r>
              <a:rPr lang="en-US" sz="900" smtClean="0">
                <a:latin typeface="Times New Roman" panose="02020603050405020304" pitchFamily="18" charset="0"/>
                <a:ea typeface="Dotum" pitchFamily="34" charset="-127"/>
                <a:cs typeface="Times New Roman" panose="02020603050405020304" pitchFamily="18" charset="0"/>
              </a:rPr>
              <a:t> được gọi</a:t>
            </a:r>
            <a:r>
              <a:rPr lang="vi-VN" sz="900" smtClean="0">
                <a:latin typeface="Times New Roman" panose="02020603050405020304" pitchFamily="18" charset="0"/>
                <a:ea typeface="Dotum" pitchFamily="34" charset="-127"/>
                <a:cs typeface="Times New Roman" panose="02020603050405020304" pitchFamily="18" charset="0"/>
              </a:rPr>
              <a:t> </a:t>
            </a:r>
            <a:r>
              <a:rPr lang="vi-VN" sz="900">
                <a:latin typeface="Times New Roman" panose="02020603050405020304" pitchFamily="18" charset="0"/>
                <a:ea typeface="Dotum" pitchFamily="34" charset="-127"/>
                <a:cs typeface="Times New Roman" panose="02020603050405020304" pitchFamily="18" charset="0"/>
              </a:rPr>
              <a:t>là gì</a:t>
            </a:r>
            <a:r>
              <a:rPr lang="vi-VN"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① </a:t>
            </a:r>
            <a:r>
              <a:rPr lang="en-US" altLang="ko-KR" sz="900" smtClean="0">
                <a:latin typeface="Times New Roman" panose="02020603050405020304" pitchFamily="18" charset="0"/>
                <a:ea typeface="Dotum" pitchFamily="34" charset="-127"/>
                <a:cs typeface="Times New Roman" panose="02020603050405020304" pitchFamily="18" charset="0"/>
              </a:rPr>
              <a:t>Refresh đầu vào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Hoạt động chương trình</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③ </a:t>
            </a:r>
            <a:r>
              <a:rPr lang="en-US" altLang="ko-KR" sz="900">
                <a:latin typeface="Times New Roman" panose="02020603050405020304" pitchFamily="18" charset="0"/>
                <a:ea typeface="Dotum" pitchFamily="34" charset="-127"/>
                <a:cs typeface="Times New Roman" panose="02020603050405020304" pitchFamily="18" charset="0"/>
              </a:rPr>
              <a:t>Refresh </a:t>
            </a:r>
            <a:r>
              <a:rPr lang="vi-VN" altLang="ko-KR" sz="900" smtClean="0">
                <a:latin typeface="Times New Roman" panose="02020603050405020304" pitchFamily="18" charset="0"/>
                <a:ea typeface="Dotum" pitchFamily="34" charset="-127"/>
                <a:cs typeface="Times New Roman" panose="02020603050405020304" pitchFamily="18" charset="0"/>
              </a:rPr>
              <a:t>đầu </a:t>
            </a:r>
            <a:r>
              <a:rPr lang="vi-VN" altLang="ko-KR" sz="900">
                <a:latin typeface="Times New Roman" panose="02020603050405020304" pitchFamily="18" charset="0"/>
                <a:ea typeface="Dotum" pitchFamily="34" charset="-127"/>
                <a:cs typeface="Times New Roman" panose="02020603050405020304" pitchFamily="18" charset="0"/>
              </a:rPr>
              <a:t>ra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④ </a:t>
            </a:r>
            <a:r>
              <a:rPr lang="vi-VN" altLang="ko-KR" sz="900">
                <a:latin typeface="Times New Roman" panose="02020603050405020304" pitchFamily="18" charset="0"/>
                <a:ea typeface="Dotum" pitchFamily="34" charset="-127"/>
                <a:cs typeface="Times New Roman" panose="02020603050405020304" pitchFamily="18" charset="0"/>
              </a:rPr>
              <a:t>Xử lý </a:t>
            </a:r>
            <a:r>
              <a:rPr lang="en-US" altLang="ko-KR" sz="900" smtClean="0">
                <a:latin typeface="Times New Roman" panose="02020603050405020304" pitchFamily="18" charset="0"/>
                <a:ea typeface="Dotum" pitchFamily="34" charset="-127"/>
                <a:cs typeface="Times New Roman" panose="02020603050405020304" pitchFamily="18" charset="0"/>
              </a:rPr>
              <a:t>End</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8. </a:t>
            </a:r>
            <a:r>
              <a:rPr lang="vi-VN" sz="900">
                <a:latin typeface="Times New Roman" panose="02020603050405020304" pitchFamily="18" charset="0"/>
                <a:ea typeface="Dotum" pitchFamily="34" charset="-127"/>
                <a:cs typeface="Times New Roman" panose="02020603050405020304" pitchFamily="18" charset="0"/>
              </a:rPr>
              <a:t>Mô tả sau đây là </a:t>
            </a:r>
            <a:r>
              <a:rPr lang="en-US" sz="900">
                <a:latin typeface="Times New Roman" panose="02020603050405020304" pitchFamily="18" charset="0"/>
                <a:ea typeface="Dotum" pitchFamily="34" charset="-127"/>
                <a:cs typeface="Times New Roman" panose="02020603050405020304" pitchFamily="18" charset="0"/>
              </a:rPr>
              <a:t>Device</a:t>
            </a:r>
            <a:r>
              <a:rPr lang="vi-VN" sz="900">
                <a:latin typeface="Times New Roman" panose="02020603050405020304" pitchFamily="18" charset="0"/>
                <a:ea typeface="Dotum" pitchFamily="34" charset="-127"/>
                <a:cs typeface="Times New Roman" panose="02020603050405020304" pitchFamily="18" charset="0"/>
              </a:rPr>
              <a:t> nào</a:t>
            </a:r>
            <a:r>
              <a:rPr lang="vi-VN" sz="900" smtClean="0">
                <a:latin typeface="Times New Roman" panose="02020603050405020304" pitchFamily="18" charset="0"/>
                <a:ea typeface="Dotum" pitchFamily="34" charset="-127"/>
                <a:cs typeface="Times New Roman" panose="02020603050405020304" pitchFamily="18" charset="0"/>
              </a:rPr>
              <a:t>?</a:t>
            </a:r>
            <a:endParaRPr lang="en-US"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sz="900" smtClean="0">
                <a:latin typeface="Times New Roman" panose="02020603050405020304" pitchFamily="18" charset="0"/>
                <a:ea typeface="Dotum" pitchFamily="34" charset="-127"/>
                <a:cs typeface="Times New Roman" panose="02020603050405020304" pitchFamily="18" charset="0"/>
              </a:rPr>
              <a:t> </a:t>
            </a:r>
            <a:r>
              <a:rPr lang="vi-VN" sz="900">
                <a:latin typeface="Times New Roman" panose="02020603050405020304" pitchFamily="18" charset="0"/>
                <a:ea typeface="Dotum" pitchFamily="34" charset="-127"/>
                <a:cs typeface="Times New Roman" panose="02020603050405020304" pitchFamily="18" charset="0"/>
              </a:rPr>
              <a:t>“Thiết bị có khả năng trao đổi thông tin dữ liệu giữa trạm chính đến trạm cục bộ, trạm cục bộ với trạm </a:t>
            </a:r>
            <a:r>
              <a:rPr lang="vi-VN" sz="900" smtClean="0">
                <a:latin typeface="Times New Roman" panose="02020603050405020304" pitchFamily="18" charset="0"/>
                <a:ea typeface="Dotum" pitchFamily="34" charset="-127"/>
                <a:cs typeface="Times New Roman" panose="02020603050405020304" pitchFamily="18" charset="0"/>
              </a:rPr>
              <a:t>chính và trạm cục bộ”</a:t>
            </a:r>
            <a:endParaRPr lang="en-US"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None/>
            </a:pP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① </a:t>
            </a:r>
            <a:r>
              <a:rPr lang="en-US" sz="900" b="1">
                <a:solidFill>
                  <a:srgbClr val="FF0000"/>
                </a:solidFill>
                <a:latin typeface="Times New Roman" panose="02020603050405020304" pitchFamily="18" charset="0"/>
                <a:cs typeface="Times New Roman" panose="02020603050405020304" pitchFamily="18" charset="0"/>
              </a:rPr>
              <a:t>W </a:t>
            </a:r>
            <a:r>
              <a:rPr lang="en-US" sz="900" b="1" smtClean="0">
                <a:solidFill>
                  <a:srgbClr val="FF0000"/>
                </a:solidFill>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M          </a:t>
            </a: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R           </a:t>
            </a:r>
            <a:r>
              <a:rPr lang="en-US" sz="900">
                <a:latin typeface="Times New Roman" panose="02020603050405020304" pitchFamily="18" charset="0"/>
                <a:cs typeface="Times New Roman" panose="02020603050405020304" pitchFamily="18" charset="0"/>
              </a:rPr>
              <a:t>④ S</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sp>
        <p:nvSpPr>
          <p:cNvPr id="5"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marL="0" indent="0">
              <a:buFontTx/>
              <a:buNone/>
              <a:defRPr/>
            </a:pPr>
            <a:r>
              <a:rPr lang="en-US" sz="900">
                <a:latin typeface="Times New Roman" panose="02020603050405020304" pitchFamily="18" charset="0"/>
                <a:cs typeface="Times New Roman" panose="02020603050405020304" pitchFamily="18" charset="0"/>
              </a:rPr>
              <a:t> </a:t>
            </a:r>
            <a:endParaRPr lang="en-US" sz="900" smtClean="0">
              <a:latin typeface="Times New Roman" panose="02020603050405020304" pitchFamily="18" charset="0"/>
              <a:cs typeface="Times New Roman" panose="02020603050405020304" pitchFamily="18" charset="0"/>
            </a:endParaRPr>
          </a:p>
          <a:p>
            <a:pPr marL="0" indent="0">
              <a:buNone/>
            </a:pPr>
            <a:r>
              <a:rPr lang="vi-VN" sz="900" smtClean="0">
                <a:latin typeface="Times New Roman" panose="02020603050405020304" pitchFamily="18" charset="0"/>
                <a:cs typeface="Times New Roman" panose="02020603050405020304" pitchFamily="18" charset="0"/>
              </a:rPr>
              <a:t>9</a:t>
            </a:r>
            <a:r>
              <a:rPr lang="vi-VN" sz="900">
                <a:latin typeface="Times New Roman" panose="02020603050405020304" pitchFamily="18" charset="0"/>
                <a:cs typeface="Times New Roman" panose="02020603050405020304" pitchFamily="18" charset="0"/>
              </a:rPr>
              <a:t>. Chức năng nào phù hợp với mô tả dưới đây?</a:t>
            </a:r>
          </a:p>
          <a:p>
            <a:pPr marL="0" indent="0">
              <a:buNone/>
            </a:pPr>
            <a:r>
              <a:rPr lang="vi-VN" sz="900">
                <a:latin typeface="Times New Roman" panose="02020603050405020304" pitchFamily="18" charset="0"/>
                <a:cs typeface="Times New Roman" panose="02020603050405020304" pitchFamily="18" charset="0"/>
              </a:rPr>
              <a:t> “Nếu có một tập tin </a:t>
            </a:r>
            <a:r>
              <a:rPr lang="en-US" sz="900" smtClean="0">
                <a:latin typeface="Times New Roman" panose="02020603050405020304" pitchFamily="18" charset="0"/>
                <a:cs typeface="Times New Roman" panose="02020603050405020304" pitchFamily="18" charset="0"/>
              </a:rPr>
              <a:t>Comment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được lưu sau khi </a:t>
            </a:r>
            <a:r>
              <a:rPr lang="en-US" sz="900" smtClean="0">
                <a:latin typeface="Times New Roman" panose="02020603050405020304" pitchFamily="18" charset="0"/>
                <a:cs typeface="Times New Roman" panose="02020603050405020304" pitchFamily="18" charset="0"/>
              </a:rPr>
              <a:t>Read</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PLC của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thiết </a:t>
            </a:r>
            <a:r>
              <a:rPr lang="vi-VN" sz="900">
                <a:latin typeface="Times New Roman" panose="02020603050405020304" pitchFamily="18" charset="0"/>
                <a:cs typeface="Times New Roman" panose="02020603050405020304" pitchFamily="18" charset="0"/>
              </a:rPr>
              <a:t>bị, </a:t>
            </a:r>
            <a:r>
              <a:rPr lang="vi-VN" sz="900" smtClean="0">
                <a:latin typeface="Times New Roman" panose="02020603050405020304" pitchFamily="18" charset="0"/>
                <a:cs typeface="Times New Roman" panose="02020603050405020304" pitchFamily="18" charset="0"/>
              </a:rPr>
              <a:t>có </a:t>
            </a:r>
            <a:r>
              <a:rPr lang="vi-VN" sz="900">
                <a:latin typeface="Times New Roman" panose="02020603050405020304" pitchFamily="18" charset="0"/>
                <a:cs typeface="Times New Roman" panose="02020603050405020304" pitchFamily="18" charset="0"/>
              </a:rPr>
              <a:t>thể sao chép và sử dụng </a:t>
            </a:r>
            <a:r>
              <a:rPr lang="en-US" sz="900" smtClean="0">
                <a:latin typeface="Times New Roman" panose="02020603050405020304" pitchFamily="18" charset="0"/>
                <a:cs typeface="Times New Roman" panose="02020603050405020304" pitchFamily="18" charset="0"/>
              </a:rPr>
              <a:t>Comment</a:t>
            </a:r>
            <a:r>
              <a:rPr lang="vi-VN" sz="900" smtClean="0">
                <a:latin typeface="Times New Roman" panose="02020603050405020304" pitchFamily="18" charset="0"/>
                <a:cs typeface="Times New Roman" panose="02020603050405020304" pitchFamily="18" charset="0"/>
              </a:rPr>
              <a:t> đó</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p>
          <a:p>
            <a:pPr marL="0" indent="0">
              <a:buFontTx/>
              <a:buNone/>
              <a:defRPr/>
            </a:pPr>
            <a:r>
              <a:rPr lang="en-US" sz="900">
                <a:latin typeface="Times New Roman" panose="02020603050405020304" pitchFamily="18" charset="0"/>
                <a:cs typeface="Times New Roman" panose="02020603050405020304" pitchFamily="18" charset="0"/>
              </a:rPr>
              <a:t> ① Cắt </a:t>
            </a: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② </a:t>
            </a:r>
            <a:r>
              <a:rPr lang="en-US" sz="900" b="1">
                <a:solidFill>
                  <a:srgbClr val="FF0000"/>
                </a:solidFill>
                <a:latin typeface="Times New Roman" panose="02020603050405020304" pitchFamily="18" charset="0"/>
                <a:cs typeface="Times New Roman" panose="02020603050405020304" pitchFamily="18" charset="0"/>
              </a:rPr>
              <a:t>Sao </a:t>
            </a:r>
            <a:r>
              <a:rPr lang="en-US" sz="900" b="1" smtClean="0">
                <a:solidFill>
                  <a:srgbClr val="FF0000"/>
                </a:solidFill>
                <a:latin typeface="Times New Roman" panose="02020603050405020304" pitchFamily="18" charset="0"/>
                <a:cs typeface="Times New Roman" panose="02020603050405020304" pitchFamily="18" charset="0"/>
              </a:rPr>
              <a:t>chép     </a:t>
            </a:r>
            <a:r>
              <a:rPr lang="en-US" sz="900" smtClean="0">
                <a:latin typeface="Times New Roman" panose="02020603050405020304" pitchFamily="18" charset="0"/>
                <a:cs typeface="Times New Roman" panose="02020603050405020304" pitchFamily="18" charset="0"/>
              </a:rPr>
              <a:t>③ </a:t>
            </a:r>
            <a:r>
              <a:rPr lang="en-US" sz="900">
                <a:latin typeface="Times New Roman" panose="02020603050405020304" pitchFamily="18" charset="0"/>
                <a:cs typeface="Times New Roman" panose="02020603050405020304" pitchFamily="18" charset="0"/>
              </a:rPr>
              <a:t>Nhập tệp </a:t>
            </a:r>
            <a:r>
              <a:rPr lang="en-US" sz="900" smtClean="0">
                <a:latin typeface="Times New Roman" panose="02020603050405020304" pitchFamily="18" charset="0"/>
                <a:cs typeface="Times New Roman" panose="02020603050405020304" pitchFamily="18" charset="0"/>
              </a:rPr>
              <a:t>      ④ </a:t>
            </a:r>
            <a:r>
              <a:rPr lang="en-US" sz="900">
                <a:latin typeface="Times New Roman" panose="02020603050405020304" pitchFamily="18" charset="0"/>
                <a:cs typeface="Times New Roman" panose="02020603050405020304" pitchFamily="18" charset="0"/>
              </a:rPr>
              <a:t>Dán</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10. </a:t>
            </a:r>
            <a:r>
              <a:rPr lang="en-US" sz="900" smtClean="0">
                <a:latin typeface="Times New Roman" panose="02020603050405020304" pitchFamily="18" charset="0"/>
                <a:cs typeface="Times New Roman" panose="02020603050405020304" pitchFamily="18" charset="0"/>
              </a:rPr>
              <a:t>Phần nào của Parameter</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để đặt việc sử dụng vùng </a:t>
            </a:r>
            <a:r>
              <a:rPr lang="en-US" sz="900" smtClean="0">
                <a:latin typeface="Times New Roman" panose="02020603050405020304" pitchFamily="18" charset="0"/>
                <a:cs typeface="Times New Roman" panose="02020603050405020304" pitchFamily="18" charset="0"/>
              </a:rPr>
              <a:t>Latch</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và </a:t>
            </a:r>
            <a:r>
              <a:rPr lang="en-US" sz="900" smtClean="0">
                <a:latin typeface="Times New Roman" panose="02020603050405020304" pitchFamily="18" charset="0"/>
                <a:cs typeface="Times New Roman" panose="02020603050405020304" pitchFamily="18" charset="0"/>
              </a:rPr>
              <a:t>Timer </a:t>
            </a:r>
            <a:r>
              <a:rPr lang="vi-VN" sz="900" smtClean="0">
                <a:latin typeface="Times New Roman" panose="02020603050405020304" pitchFamily="18" charset="0"/>
                <a:cs typeface="Times New Roman" panose="02020603050405020304" pitchFamily="18" charset="0"/>
              </a:rPr>
              <a:t>tích </a:t>
            </a:r>
            <a:r>
              <a:rPr lang="vi-VN" sz="900">
                <a:latin typeface="Times New Roman" panose="02020603050405020304" pitchFamily="18" charset="0"/>
                <a:cs typeface="Times New Roman" panose="02020603050405020304" pitchFamily="18" charset="0"/>
              </a:rPr>
              <a:t>hợp</a:t>
            </a:r>
            <a:r>
              <a:rPr lang="vi-VN"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① </a:t>
            </a:r>
            <a:r>
              <a:rPr lang="vi-VN" sz="900" smtClean="0">
                <a:latin typeface="Times New Roman" panose="02020603050405020304" pitchFamily="18" charset="0"/>
                <a:cs typeface="Times New Roman" panose="02020603050405020304" pitchFamily="18" charset="0"/>
              </a:rPr>
              <a:t>PLC </a:t>
            </a:r>
            <a:r>
              <a:rPr lang="en-US" sz="900" smtClean="0">
                <a:latin typeface="Times New Roman" panose="02020603050405020304" pitchFamily="18" charset="0"/>
                <a:cs typeface="Times New Roman" panose="02020603050405020304" pitchFamily="18" charset="0"/>
              </a:rPr>
              <a:t>File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Program</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③ </a:t>
            </a:r>
            <a:r>
              <a:rPr lang="en-US" sz="900" smtClean="0">
                <a:latin typeface="Times New Roman" panose="02020603050405020304" pitchFamily="18" charset="0"/>
                <a:cs typeface="Times New Roman" panose="02020603050405020304" pitchFamily="18" charset="0"/>
              </a:rPr>
              <a:t>PLC </a:t>
            </a:r>
            <a:r>
              <a:rPr lang="en-US" sz="900">
                <a:latin typeface="Times New Roman" panose="02020603050405020304" pitchFamily="18" charset="0"/>
                <a:cs typeface="Times New Roman" panose="02020603050405020304" pitchFamily="18" charset="0"/>
              </a:rPr>
              <a:t>RAS </a:t>
            </a: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④ Device</a:t>
            </a:r>
            <a:endParaRPr lang="en-US"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11. Thời gian dự phòng của tụ điện bên trong khi thay pin CPU là bao nhiêu?</a:t>
            </a:r>
          </a:p>
          <a:p>
            <a:pPr marL="0" indent="0">
              <a:buFontTx/>
              <a:buNone/>
              <a:defRPr/>
            </a:pPr>
            <a:r>
              <a:rPr lang="en-US" sz="900">
                <a:latin typeface="Times New Roman" panose="02020603050405020304" pitchFamily="18" charset="0"/>
                <a:cs typeface="Times New Roman" panose="02020603050405020304" pitchFamily="18" charset="0"/>
              </a:rPr>
              <a:t>            </a:t>
            </a:r>
          </a:p>
          <a:p>
            <a:pPr marL="0" indent="0">
              <a:buFontTx/>
              <a:buNone/>
              <a:defRPr/>
            </a:pPr>
            <a:r>
              <a:rPr lang="en-US" sz="900">
                <a:latin typeface="Times New Roman" panose="02020603050405020304" pitchFamily="18" charset="0"/>
                <a:cs typeface="Times New Roman" panose="02020603050405020304" pitchFamily="18" charset="0"/>
              </a:rPr>
              <a:t>① 1 phút </a:t>
            </a:r>
            <a:r>
              <a:rPr lang="en-US" sz="900" smtClean="0">
                <a:latin typeface="Times New Roman" panose="02020603050405020304" pitchFamily="18" charset="0"/>
                <a:cs typeface="Times New Roman" panose="02020603050405020304" pitchFamily="18" charset="0"/>
              </a:rPr>
              <a:t>      ② </a:t>
            </a:r>
            <a:r>
              <a:rPr lang="en-US" sz="900">
                <a:latin typeface="Times New Roman" panose="02020603050405020304" pitchFamily="18" charset="0"/>
                <a:cs typeface="Times New Roman" panose="02020603050405020304" pitchFamily="18" charset="0"/>
              </a:rPr>
              <a:t>2 phút</a:t>
            </a:r>
          </a:p>
          <a:p>
            <a:pPr marL="0" indent="0">
              <a:buFontTx/>
              <a:buNone/>
              <a:defRPr/>
            </a:pPr>
            <a:r>
              <a:rPr lang="en-US" sz="900" b="1">
                <a:solidFill>
                  <a:srgbClr val="FF0000"/>
                </a:solidFill>
                <a:latin typeface="Times New Roman" panose="02020603050405020304" pitchFamily="18" charset="0"/>
                <a:cs typeface="Times New Roman" panose="02020603050405020304" pitchFamily="18" charset="0"/>
              </a:rPr>
              <a:t>③ 3 phút </a:t>
            </a:r>
            <a:r>
              <a:rPr lang="en-US" sz="900" b="1" smtClean="0">
                <a:solidFill>
                  <a:srgbClr val="FF0000"/>
                </a:solidFill>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④ </a:t>
            </a:r>
            <a:r>
              <a:rPr lang="en-US" sz="900">
                <a:latin typeface="Times New Roman" panose="02020603050405020304" pitchFamily="18" charset="0"/>
                <a:cs typeface="Times New Roman" panose="02020603050405020304" pitchFamily="18" charset="0"/>
              </a:rPr>
              <a:t>5 phút</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12. Lệnh nào là hoạt động của biểu đồ thời gian tiếp theo?</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① </a:t>
            </a:r>
            <a:r>
              <a:rPr lang="en-US" sz="900">
                <a:latin typeface="Times New Roman" panose="02020603050405020304" pitchFamily="18" charset="0"/>
                <a:cs typeface="Times New Roman" panose="02020603050405020304" pitchFamily="18" charset="0"/>
              </a:rPr>
              <a:t>PLS </a:t>
            </a: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② </a:t>
            </a:r>
            <a:r>
              <a:rPr lang="en-US" sz="900" b="1">
                <a:solidFill>
                  <a:srgbClr val="FF0000"/>
                </a:solidFill>
                <a:latin typeface="Times New Roman" panose="02020603050405020304" pitchFamily="18" charset="0"/>
                <a:cs typeface="Times New Roman" panose="02020603050405020304" pitchFamily="18" charset="0"/>
              </a:rPr>
              <a:t>PLF</a:t>
            </a:r>
          </a:p>
          <a:p>
            <a:pPr marL="0" indent="0">
              <a:buFontTx/>
              <a:buNone/>
              <a:defRPr/>
            </a:pP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③ </a:t>
            </a:r>
            <a:r>
              <a:rPr lang="en-US" sz="900">
                <a:latin typeface="Times New Roman" panose="02020603050405020304" pitchFamily="18" charset="0"/>
                <a:cs typeface="Times New Roman" panose="02020603050405020304" pitchFamily="18" charset="0"/>
              </a:rPr>
              <a:t>FF </a:t>
            </a:r>
            <a:r>
              <a:rPr lang="en-US" sz="900" smtClean="0">
                <a:latin typeface="Times New Roman" panose="02020603050405020304" pitchFamily="18" charset="0"/>
                <a:cs typeface="Times New Roman" panose="02020603050405020304" pitchFamily="18" charset="0"/>
              </a:rPr>
              <a:t>                   ④</a:t>
            </a:r>
            <a:r>
              <a:rPr lang="en-US" sz="900">
                <a:latin typeface="Times New Roman" panose="02020603050405020304" pitchFamily="18" charset="0"/>
                <a:cs typeface="Times New Roman" panose="02020603050405020304" pitchFamily="18" charset="0"/>
              </a:rPr>
              <a:t>SET</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13. Điều gì sai với mô tả của Counter?</a:t>
            </a: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① Bộ đếm đếm khi tín hiệu đầu vào tăng lên.</a:t>
            </a:r>
          </a:p>
          <a:p>
            <a:pPr marL="0" indent="0">
              <a:buFontTx/>
              <a:buNone/>
              <a:defRPr/>
            </a:pPr>
            <a:r>
              <a:rPr lang="vi-VN" sz="900">
                <a:latin typeface="Times New Roman" panose="02020603050405020304" pitchFamily="18" charset="0"/>
                <a:cs typeface="Times New Roman" panose="02020603050405020304" pitchFamily="18" charset="0"/>
              </a:rPr>
              <a:t> ② Giá trị cài đặt bộ đếm là K1 ~ K32767</a:t>
            </a:r>
          </a:p>
          <a:p>
            <a:pPr marL="0" indent="0">
              <a:buFontTx/>
              <a:buNone/>
              <a:defRPr/>
            </a:pPr>
            <a:r>
              <a:rPr lang="vi-VN" sz="900">
                <a:latin typeface="Times New Roman" panose="02020603050405020304" pitchFamily="18" charset="0"/>
                <a:cs typeface="Times New Roman" panose="02020603050405020304" pitchFamily="18" charset="0"/>
              </a:rPr>
              <a:t> ③ Đối với giá trị cài đặt, có thể cài đặt trực tiếp bằng K và cài đặt gián tiếp bằng D</a:t>
            </a:r>
            <a:r>
              <a:rPr lang="vi-VN"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④ Nếu lệnh RST được thực hiện trước khi đếm lên, giá trị hiện tại được duy trì</a:t>
            </a:r>
            <a:r>
              <a:rPr lang="vi-VN"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14. Để bật Y40 sau 2 giây </a:t>
            </a:r>
            <a:r>
              <a:rPr lang="en-US" sz="900" smtClean="0">
                <a:latin typeface="Times New Roman" panose="02020603050405020304" pitchFamily="18" charset="0"/>
                <a:cs typeface="Times New Roman" panose="02020603050405020304" pitchFamily="18" charset="0"/>
              </a:rPr>
              <a:t>khi nhấn</a:t>
            </a:r>
            <a:r>
              <a:rPr lang="vi-VN" sz="900" smtClean="0">
                <a:latin typeface="Times New Roman" panose="02020603050405020304" pitchFamily="18" charset="0"/>
                <a:cs typeface="Times New Roman" panose="02020603050405020304" pitchFamily="18" charset="0"/>
              </a:rPr>
              <a:t> X0</a:t>
            </a:r>
            <a:r>
              <a:rPr lang="en-US" sz="900" smtClean="0">
                <a:latin typeface="Times New Roman" panose="02020603050405020304" pitchFamily="18" charset="0"/>
                <a:cs typeface="Times New Roman" panose="02020603050405020304" pitchFamily="18" charset="0"/>
              </a:rPr>
              <a:t>.</a:t>
            </a:r>
          </a:p>
          <a:p>
            <a:pPr marL="0" indent="0">
              <a:buFontTx/>
              <a:buNone/>
              <a:defRPr/>
            </a:pPr>
            <a:r>
              <a:rPr lang="vi-VN"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T</a:t>
            </a:r>
            <a:r>
              <a:rPr lang="vi-VN" sz="900" smtClean="0">
                <a:latin typeface="Times New Roman" panose="02020603050405020304" pitchFamily="18" charset="0"/>
                <a:cs typeface="Times New Roman" panose="02020603050405020304" pitchFamily="18" charset="0"/>
              </a:rPr>
              <a:t>iếp </a:t>
            </a:r>
            <a:r>
              <a:rPr lang="vi-VN" sz="900">
                <a:latin typeface="Times New Roman" panose="02020603050405020304" pitchFamily="18" charset="0"/>
                <a:cs typeface="Times New Roman" panose="02020603050405020304" pitchFamily="18" charset="0"/>
              </a:rPr>
              <a:t>điểm nào trong </a:t>
            </a:r>
            <a:r>
              <a:rPr lang="vi-VN" sz="900" smtClean="0">
                <a:latin typeface="Times New Roman" panose="02020603050405020304" pitchFamily="18" charset="0"/>
                <a:cs typeface="Times New Roman" panose="02020603050405020304" pitchFamily="18" charset="0"/>
              </a:rPr>
              <a:t>()</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a:t>
            </a:r>
            <a:endParaRPr lang="en-US" sz="900" smtClean="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① </a:t>
            </a:r>
            <a:r>
              <a:rPr lang="en-US" sz="900">
                <a:latin typeface="Times New Roman" panose="02020603050405020304" pitchFamily="18" charset="0"/>
                <a:cs typeface="Times New Roman" panose="02020603050405020304" pitchFamily="18" charset="0"/>
              </a:rPr>
              <a:t>K20 </a:t>
            </a:r>
            <a:r>
              <a:rPr lang="en-US" sz="900" smtClean="0">
                <a:latin typeface="Times New Roman" panose="02020603050405020304" pitchFamily="18" charset="0"/>
                <a:cs typeface="Times New Roman" panose="02020603050405020304" pitchFamily="18" charset="0"/>
              </a:rPr>
              <a:t>                  ② </a:t>
            </a:r>
            <a:r>
              <a:rPr lang="en-US" sz="900">
                <a:latin typeface="Times New Roman" panose="02020603050405020304" pitchFamily="18" charset="0"/>
                <a:cs typeface="Times New Roman" panose="02020603050405020304" pitchFamily="18" charset="0"/>
              </a:rPr>
              <a:t>X0</a:t>
            </a:r>
          </a:p>
          <a:p>
            <a:pPr marL="0" indent="0">
              <a:buFontTx/>
              <a:buNone/>
              <a:defRPr/>
            </a:pPr>
            <a:r>
              <a:rPr lang="en-US" sz="900" b="1">
                <a:solidFill>
                  <a:srgbClr val="FF0000"/>
                </a:solidFill>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       ③ </a:t>
            </a:r>
            <a:r>
              <a:rPr lang="en-US" sz="900" b="1">
                <a:solidFill>
                  <a:srgbClr val="FF0000"/>
                </a:solidFill>
                <a:latin typeface="Times New Roman" panose="02020603050405020304" pitchFamily="18" charset="0"/>
                <a:cs typeface="Times New Roman" panose="02020603050405020304" pitchFamily="18" charset="0"/>
              </a:rPr>
              <a:t>T0 </a:t>
            </a:r>
            <a:r>
              <a:rPr lang="en-US" sz="900" b="1" smtClean="0">
                <a:solidFill>
                  <a:srgbClr val="FF0000"/>
                </a:solidFill>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④ </a:t>
            </a:r>
            <a:r>
              <a:rPr lang="en-US" sz="900">
                <a:latin typeface="Times New Roman" panose="02020603050405020304" pitchFamily="18" charset="0"/>
                <a:cs typeface="Times New Roman" panose="02020603050405020304" pitchFamily="18" charset="0"/>
              </a:rPr>
              <a:t>X2</a:t>
            </a:r>
          </a:p>
        </p:txBody>
      </p:sp>
      <p:grpSp>
        <p:nvGrpSpPr>
          <p:cNvPr id="13318" name="Group 36"/>
          <p:cNvGrpSpPr>
            <a:grpSpLocks/>
          </p:cNvGrpSpPr>
          <p:nvPr/>
        </p:nvGrpSpPr>
        <p:grpSpPr bwMode="auto">
          <a:xfrm>
            <a:off x="268288" y="4624754"/>
            <a:ext cx="3243262" cy="633046"/>
            <a:chOff x="0" y="0"/>
            <a:chExt cx="2052" cy="666"/>
          </a:xfrm>
        </p:grpSpPr>
        <p:sp>
          <p:nvSpPr>
            <p:cNvPr id="13369" name="Rectangle 76"/>
            <p:cNvSpPr>
              <a:spLocks noChangeArrowheads="1"/>
            </p:cNvSpPr>
            <p:nvPr/>
          </p:nvSpPr>
          <p:spPr bwMode="auto">
            <a:xfrm>
              <a:off x="28" y="0"/>
              <a:ext cx="1954" cy="66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ko-KR" sz="900">
                <a:latin typeface="Times New Roman" panose="02020603050405020304" pitchFamily="18" charset="0"/>
                <a:ea typeface="Dotum" pitchFamily="34" charset="-127"/>
                <a:cs typeface="Times New Roman" panose="02020603050405020304" pitchFamily="18" charset="0"/>
              </a:endParaRPr>
            </a:p>
          </p:txBody>
        </p:sp>
        <p:sp>
          <p:nvSpPr>
            <p:cNvPr id="13370" name="Line 77"/>
            <p:cNvSpPr>
              <a:spLocks noChangeShapeType="1"/>
            </p:cNvSpPr>
            <p:nvPr/>
          </p:nvSpPr>
          <p:spPr bwMode="auto">
            <a:xfrm>
              <a:off x="273"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1" name="Line 78"/>
            <p:cNvSpPr>
              <a:spLocks noChangeShapeType="1"/>
            </p:cNvSpPr>
            <p:nvPr/>
          </p:nvSpPr>
          <p:spPr bwMode="auto">
            <a:xfrm>
              <a:off x="517"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2" name="Line 79"/>
            <p:cNvSpPr>
              <a:spLocks noChangeShapeType="1"/>
            </p:cNvSpPr>
            <p:nvPr/>
          </p:nvSpPr>
          <p:spPr bwMode="auto">
            <a:xfrm>
              <a:off x="761"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3" name="Line 80"/>
            <p:cNvSpPr>
              <a:spLocks noChangeShapeType="1"/>
            </p:cNvSpPr>
            <p:nvPr/>
          </p:nvSpPr>
          <p:spPr bwMode="auto">
            <a:xfrm>
              <a:off x="1005"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4" name="Line 81"/>
            <p:cNvSpPr>
              <a:spLocks noChangeShapeType="1"/>
            </p:cNvSpPr>
            <p:nvPr/>
          </p:nvSpPr>
          <p:spPr bwMode="auto">
            <a:xfrm>
              <a:off x="1249"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5" name="Line 82"/>
            <p:cNvSpPr>
              <a:spLocks noChangeShapeType="1"/>
            </p:cNvSpPr>
            <p:nvPr/>
          </p:nvSpPr>
          <p:spPr bwMode="auto">
            <a:xfrm>
              <a:off x="1494"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6" name="Line 83"/>
            <p:cNvSpPr>
              <a:spLocks noChangeShapeType="1"/>
            </p:cNvSpPr>
            <p:nvPr/>
          </p:nvSpPr>
          <p:spPr bwMode="auto">
            <a:xfrm>
              <a:off x="1738" y="0"/>
              <a:ext cx="0" cy="6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77" name="Text Box 84"/>
            <p:cNvSpPr txBox="1">
              <a:spLocks noChangeArrowheads="1"/>
            </p:cNvSpPr>
            <p:nvPr/>
          </p:nvSpPr>
          <p:spPr bwMode="auto">
            <a:xfrm>
              <a:off x="0" y="153"/>
              <a:ext cx="283"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ko-KR" altLang="en-US" sz="800">
                  <a:latin typeface="Times New Roman" panose="02020603050405020304" pitchFamily="18" charset="0"/>
                  <a:ea typeface="Dotum" pitchFamily="34" charset="-127"/>
                  <a:cs typeface="Times New Roman" panose="02020603050405020304" pitchFamily="18" charset="0"/>
                </a:rPr>
                <a:t>전원</a:t>
              </a:r>
            </a:p>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UNIT</a:t>
              </a:r>
            </a:p>
          </p:txBody>
        </p:sp>
        <p:sp>
          <p:nvSpPr>
            <p:cNvPr id="13378" name="Text Box 85"/>
            <p:cNvSpPr txBox="1">
              <a:spLocks noChangeArrowheads="1"/>
            </p:cNvSpPr>
            <p:nvPr/>
          </p:nvSpPr>
          <p:spPr bwMode="auto">
            <a:xfrm>
              <a:off x="88" y="185"/>
              <a:ext cx="11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ko-KR" sz="800">
                <a:latin typeface="Times New Roman" panose="02020603050405020304" pitchFamily="18" charset="0"/>
                <a:ea typeface="Dotum" pitchFamily="34" charset="-127"/>
                <a:cs typeface="Times New Roman" panose="02020603050405020304" pitchFamily="18" charset="0"/>
              </a:endParaRPr>
            </a:p>
          </p:txBody>
        </p:sp>
        <p:sp>
          <p:nvSpPr>
            <p:cNvPr id="13379" name="Text Box 86"/>
            <p:cNvSpPr txBox="1">
              <a:spLocks noChangeArrowheads="1"/>
            </p:cNvSpPr>
            <p:nvPr/>
          </p:nvSpPr>
          <p:spPr bwMode="auto">
            <a:xfrm>
              <a:off x="231" y="148"/>
              <a:ext cx="296"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 CPU</a:t>
              </a:r>
            </a:p>
          </p:txBody>
        </p:sp>
        <p:sp>
          <p:nvSpPr>
            <p:cNvPr id="13380" name="Text Box 87"/>
            <p:cNvSpPr txBox="1">
              <a:spLocks noChangeArrowheads="1"/>
            </p:cNvSpPr>
            <p:nvPr/>
          </p:nvSpPr>
          <p:spPr bwMode="auto">
            <a:xfrm>
              <a:off x="486" y="148"/>
              <a:ext cx="30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QX42</a:t>
              </a:r>
            </a:p>
            <a:p>
              <a:pPr eaLnBrk="1" hangingPunct="1">
                <a:spcBef>
                  <a:spcPct val="0"/>
                </a:spcBef>
                <a:buFontTx/>
                <a:buNone/>
              </a:pPr>
              <a:endParaRPr lang="en-US" altLang="ko-KR" sz="800">
                <a:latin typeface="Times New Roman" panose="02020603050405020304" pitchFamily="18" charset="0"/>
                <a:ea typeface="Dotum" pitchFamily="34" charset="-127"/>
                <a:cs typeface="Times New Roman" panose="02020603050405020304" pitchFamily="18" charset="0"/>
              </a:endParaRPr>
            </a:p>
          </p:txBody>
        </p:sp>
        <p:sp>
          <p:nvSpPr>
            <p:cNvPr id="13381" name="Text Box 88"/>
            <p:cNvSpPr txBox="1">
              <a:spLocks noChangeArrowheads="1"/>
            </p:cNvSpPr>
            <p:nvPr/>
          </p:nvSpPr>
          <p:spPr bwMode="auto">
            <a:xfrm>
              <a:off x="743" y="152"/>
              <a:ext cx="3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QY42</a:t>
              </a:r>
            </a:p>
          </p:txBody>
        </p:sp>
        <p:sp>
          <p:nvSpPr>
            <p:cNvPr id="13382" name="Text Box 89"/>
            <p:cNvSpPr txBox="1">
              <a:spLocks noChangeArrowheads="1"/>
            </p:cNvSpPr>
            <p:nvPr/>
          </p:nvSpPr>
          <p:spPr bwMode="auto">
            <a:xfrm>
              <a:off x="984" y="156"/>
              <a:ext cx="3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QX41</a:t>
              </a:r>
            </a:p>
          </p:txBody>
        </p:sp>
        <p:sp>
          <p:nvSpPr>
            <p:cNvPr id="13383" name="Text Box 90"/>
            <p:cNvSpPr txBox="1">
              <a:spLocks noChangeArrowheads="1"/>
            </p:cNvSpPr>
            <p:nvPr/>
          </p:nvSpPr>
          <p:spPr bwMode="auto">
            <a:xfrm>
              <a:off x="1227" y="156"/>
              <a:ext cx="3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QY42</a:t>
              </a:r>
            </a:p>
            <a:p>
              <a:pPr eaLnBrk="1" hangingPunct="1">
                <a:spcBef>
                  <a:spcPct val="0"/>
                </a:spcBef>
                <a:buFontTx/>
                <a:buNone/>
              </a:pPr>
              <a:endParaRPr lang="en-US" altLang="ko-KR" sz="800">
                <a:latin typeface="Times New Roman" panose="02020603050405020304" pitchFamily="18" charset="0"/>
                <a:ea typeface="Dotum" pitchFamily="34" charset="-127"/>
                <a:cs typeface="Times New Roman" panose="02020603050405020304" pitchFamily="18" charset="0"/>
              </a:endParaRPr>
            </a:p>
          </p:txBody>
        </p:sp>
        <p:sp>
          <p:nvSpPr>
            <p:cNvPr id="13384" name="Text Box 91"/>
            <p:cNvSpPr txBox="1">
              <a:spLocks noChangeArrowheads="1"/>
            </p:cNvSpPr>
            <p:nvPr/>
          </p:nvSpPr>
          <p:spPr bwMode="auto">
            <a:xfrm>
              <a:off x="1450" y="153"/>
              <a:ext cx="359"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 QD75</a:t>
              </a:r>
            </a:p>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  </a:t>
              </a:r>
            </a:p>
          </p:txBody>
        </p:sp>
        <p:sp>
          <p:nvSpPr>
            <p:cNvPr id="13385" name="Text Box 92"/>
            <p:cNvSpPr txBox="1">
              <a:spLocks noChangeArrowheads="1"/>
            </p:cNvSpPr>
            <p:nvPr/>
          </p:nvSpPr>
          <p:spPr bwMode="auto">
            <a:xfrm>
              <a:off x="1693" y="155"/>
              <a:ext cx="359"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Q62DA</a:t>
              </a:r>
            </a:p>
            <a:p>
              <a:pPr eaLnBrk="1" hangingPunct="1">
                <a:spcBef>
                  <a:spcPct val="0"/>
                </a:spcBef>
                <a:buFontTx/>
                <a:buNone/>
              </a:pPr>
              <a:r>
                <a:rPr lang="en-US" altLang="ko-KR" sz="800">
                  <a:latin typeface="Times New Roman" panose="02020603050405020304" pitchFamily="18" charset="0"/>
                  <a:ea typeface="Dotum" pitchFamily="34" charset="-127"/>
                  <a:cs typeface="Times New Roman" panose="02020603050405020304" pitchFamily="18" charset="0"/>
                </a:rPr>
                <a:t> (      )</a:t>
              </a:r>
            </a:p>
          </p:txBody>
        </p:sp>
      </p:grpSp>
      <p:grpSp>
        <p:nvGrpSpPr>
          <p:cNvPr id="13319" name="Group 174"/>
          <p:cNvGrpSpPr>
            <a:grpSpLocks/>
          </p:cNvGrpSpPr>
          <p:nvPr/>
        </p:nvGrpSpPr>
        <p:grpSpPr bwMode="auto">
          <a:xfrm>
            <a:off x="3625850" y="4167553"/>
            <a:ext cx="2178050" cy="785447"/>
            <a:chOff x="328" y="2203"/>
            <a:chExt cx="1372" cy="536"/>
          </a:xfrm>
        </p:grpSpPr>
        <p:sp>
          <p:nvSpPr>
            <p:cNvPr id="13353" name="Freeform 175"/>
            <p:cNvSpPr>
              <a:spLocks/>
            </p:cNvSpPr>
            <p:nvPr/>
          </p:nvSpPr>
          <p:spPr bwMode="auto">
            <a:xfrm>
              <a:off x="464" y="2203"/>
              <a:ext cx="116" cy="252"/>
            </a:xfrm>
            <a:custGeom>
              <a:avLst/>
              <a:gdLst>
                <a:gd name="T0" fmla="*/ 0 w 1361"/>
                <a:gd name="T1" fmla="*/ 91 h 91"/>
                <a:gd name="T2" fmla="*/ 182 w 1361"/>
                <a:gd name="T3" fmla="*/ 91 h 91"/>
                <a:gd name="T4" fmla="*/ 182 w 1361"/>
                <a:gd name="T5" fmla="*/ 0 h 91"/>
                <a:gd name="T6" fmla="*/ 408 w 1361"/>
                <a:gd name="T7" fmla="*/ 0 h 91"/>
                <a:gd name="T8" fmla="*/ 408 w 1361"/>
                <a:gd name="T9" fmla="*/ 91 h 91"/>
                <a:gd name="T10" fmla="*/ 771 w 1361"/>
                <a:gd name="T11" fmla="*/ 91 h 91"/>
                <a:gd name="T12" fmla="*/ 771 w 1361"/>
                <a:gd name="T13" fmla="*/ 0 h 91"/>
                <a:gd name="T14" fmla="*/ 998 w 1361"/>
                <a:gd name="T15" fmla="*/ 0 h 91"/>
                <a:gd name="T16" fmla="*/ 998 w 1361"/>
                <a:gd name="T17" fmla="*/ 91 h 91"/>
                <a:gd name="T18" fmla="*/ 1361 w 1361"/>
                <a:gd name="T19" fmla="*/ 91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1"/>
                <a:gd name="T31" fmla="*/ 0 h 91"/>
                <a:gd name="T32" fmla="*/ 1361 w 1361"/>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1" h="91">
                  <a:moveTo>
                    <a:pt x="0" y="91"/>
                  </a:moveTo>
                  <a:lnTo>
                    <a:pt x="182" y="91"/>
                  </a:lnTo>
                  <a:lnTo>
                    <a:pt x="182" y="0"/>
                  </a:lnTo>
                  <a:lnTo>
                    <a:pt x="408" y="0"/>
                  </a:lnTo>
                  <a:lnTo>
                    <a:pt x="408" y="91"/>
                  </a:lnTo>
                  <a:lnTo>
                    <a:pt x="771" y="91"/>
                  </a:lnTo>
                  <a:lnTo>
                    <a:pt x="771" y="0"/>
                  </a:lnTo>
                  <a:lnTo>
                    <a:pt x="998" y="0"/>
                  </a:lnTo>
                  <a:lnTo>
                    <a:pt x="998" y="91"/>
                  </a:lnTo>
                  <a:lnTo>
                    <a:pt x="1361" y="91"/>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sp>
          <p:nvSpPr>
            <p:cNvPr id="13354" name="Rectangle 176"/>
            <p:cNvSpPr>
              <a:spLocks noChangeArrowheads="1"/>
            </p:cNvSpPr>
            <p:nvPr/>
          </p:nvSpPr>
          <p:spPr bwMode="auto">
            <a:xfrm>
              <a:off x="328" y="2210"/>
              <a:ext cx="169"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X</a:t>
              </a:r>
            </a:p>
          </p:txBody>
        </p:sp>
        <p:sp>
          <p:nvSpPr>
            <p:cNvPr id="13355" name="Rectangle 177"/>
            <p:cNvSpPr>
              <a:spLocks noChangeArrowheads="1"/>
            </p:cNvSpPr>
            <p:nvPr/>
          </p:nvSpPr>
          <p:spPr bwMode="auto">
            <a:xfrm>
              <a:off x="328" y="2421"/>
              <a:ext cx="169"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Y</a:t>
              </a:r>
            </a:p>
          </p:txBody>
        </p:sp>
        <p:grpSp>
          <p:nvGrpSpPr>
            <p:cNvPr id="13356" name="Group 178"/>
            <p:cNvGrpSpPr>
              <a:grpSpLocks/>
            </p:cNvGrpSpPr>
            <p:nvPr/>
          </p:nvGrpSpPr>
          <p:grpSpPr bwMode="auto">
            <a:xfrm>
              <a:off x="730" y="2527"/>
              <a:ext cx="375" cy="212"/>
              <a:chOff x="494" y="1394"/>
              <a:chExt cx="375" cy="212"/>
            </a:xfrm>
          </p:grpSpPr>
          <p:sp>
            <p:nvSpPr>
              <p:cNvPr id="13364" name="Line 179"/>
              <p:cNvSpPr>
                <a:spLocks noChangeShapeType="1"/>
              </p:cNvSpPr>
              <p:nvPr/>
            </p:nvSpPr>
            <p:spPr bwMode="auto">
              <a:xfrm>
                <a:off x="636" y="1394"/>
                <a:ext cx="0" cy="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5" name="Line 180"/>
              <p:cNvSpPr>
                <a:spLocks noChangeShapeType="1"/>
              </p:cNvSpPr>
              <p:nvPr/>
            </p:nvSpPr>
            <p:spPr bwMode="auto">
              <a:xfrm>
                <a:off x="736" y="1394"/>
                <a:ext cx="0" cy="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6" name="Line 181"/>
              <p:cNvSpPr>
                <a:spLocks noChangeShapeType="1"/>
              </p:cNvSpPr>
              <p:nvPr/>
            </p:nvSpPr>
            <p:spPr bwMode="auto">
              <a:xfrm>
                <a:off x="733" y="1442"/>
                <a:ext cx="136" cy="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7" name="Line 182"/>
              <p:cNvSpPr>
                <a:spLocks noChangeShapeType="1"/>
              </p:cNvSpPr>
              <p:nvPr/>
            </p:nvSpPr>
            <p:spPr bwMode="auto">
              <a:xfrm flipH="1" flipV="1">
                <a:off x="494" y="1442"/>
                <a:ext cx="136" cy="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8" name="Text Box 183"/>
              <p:cNvSpPr txBox="1">
                <a:spLocks noChangeArrowheads="1"/>
              </p:cNvSpPr>
              <p:nvPr/>
            </p:nvSpPr>
            <p:spPr bwMode="auto">
              <a:xfrm>
                <a:off x="509" y="1448"/>
                <a:ext cx="312"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 Scan</a:t>
                </a:r>
              </a:p>
            </p:txBody>
          </p:sp>
        </p:grpSp>
        <p:grpSp>
          <p:nvGrpSpPr>
            <p:cNvPr id="13357" name="Group 184"/>
            <p:cNvGrpSpPr>
              <a:grpSpLocks/>
            </p:cNvGrpSpPr>
            <p:nvPr/>
          </p:nvGrpSpPr>
          <p:grpSpPr bwMode="auto">
            <a:xfrm>
              <a:off x="1325" y="2527"/>
              <a:ext cx="375" cy="212"/>
              <a:chOff x="494" y="1394"/>
              <a:chExt cx="375" cy="212"/>
            </a:xfrm>
          </p:grpSpPr>
          <p:sp>
            <p:nvSpPr>
              <p:cNvPr id="13359" name="Line 185"/>
              <p:cNvSpPr>
                <a:spLocks noChangeShapeType="1"/>
              </p:cNvSpPr>
              <p:nvPr/>
            </p:nvSpPr>
            <p:spPr bwMode="auto">
              <a:xfrm>
                <a:off x="636" y="1394"/>
                <a:ext cx="0" cy="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0" name="Line 186"/>
              <p:cNvSpPr>
                <a:spLocks noChangeShapeType="1"/>
              </p:cNvSpPr>
              <p:nvPr/>
            </p:nvSpPr>
            <p:spPr bwMode="auto">
              <a:xfrm>
                <a:off x="736" y="1394"/>
                <a:ext cx="0" cy="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1" name="Line 187"/>
              <p:cNvSpPr>
                <a:spLocks noChangeShapeType="1"/>
              </p:cNvSpPr>
              <p:nvPr/>
            </p:nvSpPr>
            <p:spPr bwMode="auto">
              <a:xfrm>
                <a:off x="733" y="1442"/>
                <a:ext cx="136" cy="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2" name="Line 188"/>
              <p:cNvSpPr>
                <a:spLocks noChangeShapeType="1"/>
              </p:cNvSpPr>
              <p:nvPr/>
            </p:nvSpPr>
            <p:spPr bwMode="auto">
              <a:xfrm flipH="1" flipV="1">
                <a:off x="494" y="1442"/>
                <a:ext cx="136" cy="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spAutoFit/>
              </a:bodyPr>
              <a:lstStyle/>
              <a:p>
                <a:endParaRPr lang="ko-KR" altLang="en-US">
                  <a:latin typeface="Times New Roman" panose="02020603050405020304" pitchFamily="18" charset="0"/>
                  <a:cs typeface="Times New Roman" panose="02020603050405020304" pitchFamily="18" charset="0"/>
                </a:endParaRPr>
              </a:p>
            </p:txBody>
          </p:sp>
          <p:sp>
            <p:nvSpPr>
              <p:cNvPr id="13363" name="Text Box 189"/>
              <p:cNvSpPr txBox="1">
                <a:spLocks noChangeArrowheads="1"/>
              </p:cNvSpPr>
              <p:nvPr/>
            </p:nvSpPr>
            <p:spPr bwMode="auto">
              <a:xfrm>
                <a:off x="509" y="1448"/>
                <a:ext cx="312"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 Scan</a:t>
                </a:r>
              </a:p>
            </p:txBody>
          </p:sp>
        </p:grpSp>
        <p:sp>
          <p:nvSpPr>
            <p:cNvPr id="13358" name="Freeform 190"/>
            <p:cNvSpPr>
              <a:spLocks/>
            </p:cNvSpPr>
            <p:nvPr/>
          </p:nvSpPr>
          <p:spPr bwMode="auto">
            <a:xfrm>
              <a:off x="467" y="2361"/>
              <a:ext cx="116" cy="252"/>
            </a:xfrm>
            <a:custGeom>
              <a:avLst/>
              <a:gdLst>
                <a:gd name="T0" fmla="*/ 0 w 1360"/>
                <a:gd name="T1" fmla="*/ 136 h 136"/>
                <a:gd name="T2" fmla="*/ 408 w 1360"/>
                <a:gd name="T3" fmla="*/ 136 h 136"/>
                <a:gd name="T4" fmla="*/ 408 w 1360"/>
                <a:gd name="T5" fmla="*/ 0 h 136"/>
                <a:gd name="T6" fmla="*/ 499 w 1360"/>
                <a:gd name="T7" fmla="*/ 0 h 136"/>
                <a:gd name="T8" fmla="*/ 499 w 1360"/>
                <a:gd name="T9" fmla="*/ 136 h 136"/>
                <a:gd name="T10" fmla="*/ 998 w 1360"/>
                <a:gd name="T11" fmla="*/ 136 h 136"/>
                <a:gd name="T12" fmla="*/ 998 w 1360"/>
                <a:gd name="T13" fmla="*/ 0 h 136"/>
                <a:gd name="T14" fmla="*/ 1088 w 1360"/>
                <a:gd name="T15" fmla="*/ 0 h 136"/>
                <a:gd name="T16" fmla="*/ 1088 w 1360"/>
                <a:gd name="T17" fmla="*/ 136 h 136"/>
                <a:gd name="T18" fmla="*/ 1360 w 1360"/>
                <a:gd name="T19" fmla="*/ 136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0"/>
                <a:gd name="T31" fmla="*/ 0 h 136"/>
                <a:gd name="T32" fmla="*/ 1360 w 1360"/>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0" h="136">
                  <a:moveTo>
                    <a:pt x="0" y="136"/>
                  </a:moveTo>
                  <a:lnTo>
                    <a:pt x="408" y="136"/>
                  </a:lnTo>
                  <a:lnTo>
                    <a:pt x="408" y="0"/>
                  </a:lnTo>
                  <a:lnTo>
                    <a:pt x="499" y="0"/>
                  </a:lnTo>
                  <a:lnTo>
                    <a:pt x="499" y="136"/>
                  </a:lnTo>
                  <a:lnTo>
                    <a:pt x="998" y="136"/>
                  </a:lnTo>
                  <a:lnTo>
                    <a:pt x="998" y="0"/>
                  </a:lnTo>
                  <a:lnTo>
                    <a:pt x="1088" y="0"/>
                  </a:lnTo>
                  <a:lnTo>
                    <a:pt x="1088" y="136"/>
                  </a:lnTo>
                  <a:lnTo>
                    <a:pt x="1360" y="136"/>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spAutoFit/>
            </a:bodyPr>
            <a:lstStyle/>
            <a:p>
              <a:endParaRPr lang="ko-KR" altLang="en-US">
                <a:latin typeface="Times New Roman" panose="02020603050405020304" pitchFamily="18" charset="0"/>
                <a:cs typeface="Times New Roman" panose="02020603050405020304" pitchFamily="18" charset="0"/>
              </a:endParaRPr>
            </a:p>
          </p:txBody>
        </p:sp>
      </p:grpSp>
      <p:grpSp>
        <p:nvGrpSpPr>
          <p:cNvPr id="13320" name="Group 1786"/>
          <p:cNvGrpSpPr>
            <a:grpSpLocks/>
          </p:cNvGrpSpPr>
          <p:nvPr/>
        </p:nvGrpSpPr>
        <p:grpSpPr bwMode="auto">
          <a:xfrm>
            <a:off x="3532189" y="7275634"/>
            <a:ext cx="2917825" cy="877766"/>
            <a:chOff x="0" y="6"/>
            <a:chExt cx="346" cy="66"/>
          </a:xfrm>
        </p:grpSpPr>
        <p:sp>
          <p:nvSpPr>
            <p:cNvPr id="13321" name="Line 158"/>
            <p:cNvSpPr>
              <a:spLocks noChangeShapeType="1"/>
            </p:cNvSpPr>
            <p:nvPr/>
          </p:nvSpPr>
          <p:spPr bwMode="auto">
            <a:xfrm flipH="1">
              <a:off x="141" y="20"/>
              <a:ext cx="0"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22" name="Line 160"/>
            <p:cNvSpPr>
              <a:spLocks noChangeShapeType="1"/>
            </p:cNvSpPr>
            <p:nvPr/>
          </p:nvSpPr>
          <p:spPr bwMode="auto">
            <a:xfrm flipH="1">
              <a:off x="158" y="28"/>
              <a:ext cx="1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23" name="Line 161"/>
            <p:cNvSpPr>
              <a:spLocks noChangeShapeType="1"/>
            </p:cNvSpPr>
            <p:nvPr/>
          </p:nvSpPr>
          <p:spPr bwMode="auto">
            <a:xfrm flipH="1">
              <a:off x="158" y="20"/>
              <a:ext cx="0"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24" name="Line 162"/>
            <p:cNvSpPr>
              <a:spLocks noChangeShapeType="1"/>
            </p:cNvSpPr>
            <p:nvPr/>
          </p:nvSpPr>
          <p:spPr bwMode="auto">
            <a:xfrm flipH="1">
              <a:off x="128" y="23"/>
              <a:ext cx="45" cy="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3325" name="Group 163"/>
            <p:cNvGrpSpPr>
              <a:grpSpLocks/>
            </p:cNvGrpSpPr>
            <p:nvPr/>
          </p:nvGrpSpPr>
          <p:grpSpPr bwMode="auto">
            <a:xfrm>
              <a:off x="16" y="20"/>
              <a:ext cx="78" cy="16"/>
              <a:chOff x="16" y="20"/>
              <a:chExt cx="240" cy="96"/>
            </a:xfrm>
          </p:grpSpPr>
          <p:grpSp>
            <p:nvGrpSpPr>
              <p:cNvPr id="13347" name="Group 164"/>
              <p:cNvGrpSpPr>
                <a:grpSpLocks/>
              </p:cNvGrpSpPr>
              <p:nvPr/>
            </p:nvGrpSpPr>
            <p:grpSpPr bwMode="auto">
              <a:xfrm>
                <a:off x="16" y="20"/>
                <a:ext cx="96" cy="96"/>
                <a:chOff x="16" y="20"/>
                <a:chExt cx="96" cy="96"/>
              </a:xfrm>
            </p:grpSpPr>
            <p:sp>
              <p:nvSpPr>
                <p:cNvPr id="13351" name="Line 165"/>
                <p:cNvSpPr>
                  <a:spLocks noChangeShapeType="1"/>
                </p:cNvSpPr>
                <p:nvPr/>
              </p:nvSpPr>
              <p:spPr bwMode="auto">
                <a:xfrm>
                  <a:off x="16" y="68"/>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52" name="Line 166"/>
                <p:cNvSpPr>
                  <a:spLocks noChangeShapeType="1"/>
                </p:cNvSpPr>
                <p:nvPr/>
              </p:nvSpPr>
              <p:spPr bwMode="auto">
                <a:xfrm>
                  <a:off x="112" y="2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3348" name="Group 167"/>
              <p:cNvGrpSpPr>
                <a:grpSpLocks/>
              </p:cNvGrpSpPr>
              <p:nvPr/>
            </p:nvGrpSpPr>
            <p:grpSpPr bwMode="auto">
              <a:xfrm flipH="1">
                <a:off x="160" y="20"/>
                <a:ext cx="96" cy="96"/>
                <a:chOff x="160" y="20"/>
                <a:chExt cx="96" cy="96"/>
              </a:xfrm>
            </p:grpSpPr>
            <p:sp>
              <p:nvSpPr>
                <p:cNvPr id="13349" name="Line 168"/>
                <p:cNvSpPr>
                  <a:spLocks noChangeShapeType="1"/>
                </p:cNvSpPr>
                <p:nvPr/>
              </p:nvSpPr>
              <p:spPr bwMode="auto">
                <a:xfrm>
                  <a:off x="160" y="68"/>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50" name="Line 169"/>
                <p:cNvSpPr>
                  <a:spLocks noChangeShapeType="1"/>
                </p:cNvSpPr>
                <p:nvPr/>
              </p:nvSpPr>
              <p:spPr bwMode="auto">
                <a:xfrm>
                  <a:off x="256" y="20"/>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3326" name="Line 170"/>
            <p:cNvSpPr>
              <a:spLocks noChangeShapeType="1"/>
            </p:cNvSpPr>
            <p:nvPr/>
          </p:nvSpPr>
          <p:spPr bwMode="auto">
            <a:xfrm>
              <a:off x="0" y="28"/>
              <a:ext cx="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27" name="Line 171"/>
            <p:cNvSpPr>
              <a:spLocks noChangeShapeType="1"/>
            </p:cNvSpPr>
            <p:nvPr/>
          </p:nvSpPr>
          <p:spPr bwMode="auto">
            <a:xfrm>
              <a:off x="78" y="28"/>
              <a:ext cx="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28" name="Text Box 172"/>
            <p:cNvSpPr txBox="1">
              <a:spLocks noChangeArrowheads="1"/>
            </p:cNvSpPr>
            <p:nvPr/>
          </p:nvSpPr>
          <p:spPr bwMode="auto">
            <a:xfrm>
              <a:off x="251" y="19"/>
              <a:ext cx="92"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&lt;T0 K20&gt;</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3329" name="Text Box 173"/>
            <p:cNvSpPr txBox="1">
              <a:spLocks noChangeArrowheads="1"/>
            </p:cNvSpPr>
            <p:nvPr/>
          </p:nvSpPr>
          <p:spPr bwMode="auto">
            <a:xfrm>
              <a:off x="34" y="6"/>
              <a:ext cx="43"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 X0</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3330" name="Line 174"/>
            <p:cNvSpPr>
              <a:spLocks noChangeShapeType="1"/>
            </p:cNvSpPr>
            <p:nvPr/>
          </p:nvSpPr>
          <p:spPr bwMode="auto">
            <a:xfrm>
              <a:off x="0" y="23"/>
              <a:ext cx="0" cy="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31" name="Line 175"/>
            <p:cNvSpPr>
              <a:spLocks noChangeShapeType="1"/>
            </p:cNvSpPr>
            <p:nvPr/>
          </p:nvSpPr>
          <p:spPr bwMode="auto">
            <a:xfrm>
              <a:off x="324" y="28"/>
              <a:ext cx="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32" name="Line 176"/>
            <p:cNvSpPr>
              <a:spLocks noChangeShapeType="1"/>
            </p:cNvSpPr>
            <p:nvPr/>
          </p:nvSpPr>
          <p:spPr bwMode="auto">
            <a:xfrm>
              <a:off x="346" y="21"/>
              <a:ext cx="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33" name="Line 177"/>
            <p:cNvSpPr>
              <a:spLocks noChangeShapeType="1"/>
            </p:cNvSpPr>
            <p:nvPr/>
          </p:nvSpPr>
          <p:spPr bwMode="auto">
            <a:xfrm>
              <a:off x="0" y="60"/>
              <a:ext cx="3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34" name="Text Box 180"/>
            <p:cNvSpPr txBox="1">
              <a:spLocks noChangeArrowheads="1"/>
            </p:cNvSpPr>
            <p:nvPr/>
          </p:nvSpPr>
          <p:spPr bwMode="auto">
            <a:xfrm>
              <a:off x="130" y="6"/>
              <a:ext cx="42"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X2</a:t>
              </a:r>
            </a:p>
          </p:txBody>
        </p:sp>
        <p:sp>
          <p:nvSpPr>
            <p:cNvPr id="13335" name="Line 181"/>
            <p:cNvSpPr>
              <a:spLocks noChangeShapeType="1"/>
            </p:cNvSpPr>
            <p:nvPr/>
          </p:nvSpPr>
          <p:spPr bwMode="auto">
            <a:xfrm>
              <a:off x="69" y="60"/>
              <a:ext cx="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3336" name="Group 163"/>
            <p:cNvGrpSpPr>
              <a:grpSpLocks/>
            </p:cNvGrpSpPr>
            <p:nvPr/>
          </p:nvGrpSpPr>
          <p:grpSpPr bwMode="auto">
            <a:xfrm>
              <a:off x="16" y="52"/>
              <a:ext cx="78" cy="16"/>
              <a:chOff x="16" y="52"/>
              <a:chExt cx="240" cy="96"/>
            </a:xfrm>
          </p:grpSpPr>
          <p:grpSp>
            <p:nvGrpSpPr>
              <p:cNvPr id="13341" name="Group 164"/>
              <p:cNvGrpSpPr>
                <a:grpSpLocks/>
              </p:cNvGrpSpPr>
              <p:nvPr/>
            </p:nvGrpSpPr>
            <p:grpSpPr bwMode="auto">
              <a:xfrm>
                <a:off x="16" y="52"/>
                <a:ext cx="96" cy="96"/>
                <a:chOff x="16" y="52"/>
                <a:chExt cx="96" cy="96"/>
              </a:xfrm>
            </p:grpSpPr>
            <p:sp>
              <p:nvSpPr>
                <p:cNvPr id="13345" name="Line 165"/>
                <p:cNvSpPr>
                  <a:spLocks noChangeShapeType="1"/>
                </p:cNvSpPr>
                <p:nvPr/>
              </p:nvSpPr>
              <p:spPr bwMode="auto">
                <a:xfrm>
                  <a:off x="16" y="1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46" name="Line 166"/>
                <p:cNvSpPr>
                  <a:spLocks noChangeShapeType="1"/>
                </p:cNvSpPr>
                <p:nvPr/>
              </p:nvSpPr>
              <p:spPr bwMode="auto">
                <a:xfrm>
                  <a:off x="112" y="5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3342" name="Group 167"/>
              <p:cNvGrpSpPr>
                <a:grpSpLocks/>
              </p:cNvGrpSpPr>
              <p:nvPr/>
            </p:nvGrpSpPr>
            <p:grpSpPr bwMode="auto">
              <a:xfrm flipH="1">
                <a:off x="160" y="52"/>
                <a:ext cx="96" cy="96"/>
                <a:chOff x="160" y="52"/>
                <a:chExt cx="96" cy="96"/>
              </a:xfrm>
            </p:grpSpPr>
            <p:sp>
              <p:nvSpPr>
                <p:cNvPr id="13343" name="Line 168"/>
                <p:cNvSpPr>
                  <a:spLocks noChangeShapeType="1"/>
                </p:cNvSpPr>
                <p:nvPr/>
              </p:nvSpPr>
              <p:spPr bwMode="auto">
                <a:xfrm>
                  <a:off x="160" y="1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44" name="Line 169"/>
                <p:cNvSpPr>
                  <a:spLocks noChangeShapeType="1"/>
                </p:cNvSpPr>
                <p:nvPr/>
              </p:nvSpPr>
              <p:spPr bwMode="auto">
                <a:xfrm>
                  <a:off x="256" y="52"/>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3337" name="Text Box 173"/>
            <p:cNvSpPr txBox="1">
              <a:spLocks noChangeArrowheads="1"/>
            </p:cNvSpPr>
            <p:nvPr/>
          </p:nvSpPr>
          <p:spPr bwMode="auto">
            <a:xfrm>
              <a:off x="23" y="37"/>
              <a:ext cx="6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ko-KR" altLang="en-US" sz="900">
                  <a:solidFill>
                    <a:srgbClr val="000000"/>
                  </a:solidFill>
                  <a:latin typeface="Times New Roman" panose="02020603050405020304" pitchFamily="18" charset="0"/>
                  <a:cs typeface="Times New Roman" panose="02020603050405020304" pitchFamily="18" charset="0"/>
                </a:rPr>
                <a:t> </a:t>
              </a:r>
              <a:r>
                <a:rPr lang="ko-KR" altLang="en-US"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a:solidFill>
                    <a:srgbClr val="000000"/>
                  </a:solidFill>
                  <a:latin typeface="Times New Roman" panose="02020603050405020304" pitchFamily="18" charset="0"/>
                  <a:cs typeface="Times New Roman" panose="02020603050405020304" pitchFamily="18" charset="0"/>
                </a:rPr>
                <a:t>)</a:t>
              </a:r>
            </a:p>
          </p:txBody>
        </p:sp>
        <p:sp>
          <p:nvSpPr>
            <p:cNvPr id="13338" name="Line 160"/>
            <p:cNvSpPr>
              <a:spLocks noChangeShapeType="1"/>
            </p:cNvSpPr>
            <p:nvPr/>
          </p:nvSpPr>
          <p:spPr bwMode="auto">
            <a:xfrm flipH="1">
              <a:off x="86" y="60"/>
              <a:ext cx="1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3339" name="Text Box 172"/>
            <p:cNvSpPr txBox="1">
              <a:spLocks noChangeArrowheads="1"/>
            </p:cNvSpPr>
            <p:nvPr/>
          </p:nvSpPr>
          <p:spPr bwMode="auto">
            <a:xfrm>
              <a:off x="250" y="52"/>
              <a:ext cx="95"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&lt;   Y40  &gt;</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3340" name="Line 175"/>
            <p:cNvSpPr>
              <a:spLocks noChangeShapeType="1"/>
            </p:cNvSpPr>
            <p:nvPr/>
          </p:nvSpPr>
          <p:spPr bwMode="auto">
            <a:xfrm>
              <a:off x="324" y="60"/>
              <a:ext cx="2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3292586077"/>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Line 6"/>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363"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0"/>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15. </a:t>
            </a:r>
            <a:r>
              <a:rPr lang="en-US" altLang="ko-KR" sz="900" smtClean="0">
                <a:latin typeface="Times New Roman" panose="02020603050405020304" pitchFamily="18" charset="0"/>
                <a:ea typeface="Dotum" pitchFamily="34" charset="-127"/>
                <a:cs typeface="Times New Roman" panose="02020603050405020304" pitchFamily="18" charset="0"/>
              </a:rPr>
              <a:t>Device </a:t>
            </a:r>
            <a:r>
              <a:rPr lang="en-US" altLang="ko-KR" sz="900">
                <a:latin typeface="Times New Roman" panose="02020603050405020304" pitchFamily="18" charset="0"/>
                <a:ea typeface="Dotum" pitchFamily="34" charset="-127"/>
                <a:cs typeface="Times New Roman" panose="02020603050405020304" pitchFamily="18" charset="0"/>
              </a:rPr>
              <a:t>nào </a:t>
            </a:r>
            <a:r>
              <a:rPr lang="en-US" altLang="ko-KR" sz="900" smtClean="0">
                <a:latin typeface="Times New Roman" panose="02020603050405020304" pitchFamily="18" charset="0"/>
                <a:ea typeface="Dotum" pitchFamily="34" charset="-127"/>
                <a:cs typeface="Times New Roman" panose="02020603050405020304" pitchFamily="18" charset="0"/>
              </a:rPr>
              <a:t>trong </a:t>
            </a:r>
            <a:r>
              <a:rPr lang="en-US" altLang="ko-KR" sz="900">
                <a:latin typeface="Times New Roman" panose="02020603050405020304" pitchFamily="18" charset="0"/>
                <a:ea typeface="Dotum" pitchFamily="34" charset="-127"/>
                <a:cs typeface="Times New Roman" panose="02020603050405020304" pitchFamily="18" charset="0"/>
              </a:rPr>
              <a:t>dấu () </a:t>
            </a:r>
            <a:r>
              <a:rPr lang="en-US" altLang="ko-KR" sz="900" smtClean="0">
                <a:latin typeface="Times New Roman" panose="02020603050405020304" pitchFamily="18" charset="0"/>
                <a:ea typeface="Dotum" pitchFamily="34" charset="-127"/>
                <a:cs typeface="Times New Roman" panose="02020603050405020304" pitchFamily="18" charset="0"/>
              </a:rPr>
              <a:t>bên dưới?</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① N0                   ② X1 </a:t>
            </a:r>
          </a:p>
          <a:p>
            <a:pPr eaLnBrk="1" hangingPunct="1">
              <a:spcBef>
                <a:spcPct val="0"/>
              </a:spcBef>
              <a:buFontTx/>
              <a:buNone/>
            </a:pP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③ M98                 </a:t>
            </a:r>
            <a:r>
              <a:rPr lang="en-US" altLang="ko-KR" sz="900">
                <a:latin typeface="Times New Roman" panose="02020603050405020304" pitchFamily="18" charset="0"/>
                <a:ea typeface="Dotum" pitchFamily="34" charset="-127"/>
                <a:cs typeface="Times New Roman" panose="02020603050405020304" pitchFamily="18" charset="0"/>
              </a:rPr>
              <a:t>④ M0</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16. Hoạt động giữa MC và MCR khi lệnh MC TẮT</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Mô tả kết quả nào là đúng?</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① Giá trị hiện tại </a:t>
            </a:r>
            <a:r>
              <a:rPr lang="en-US" altLang="ko-KR" sz="900" smtClean="0">
                <a:latin typeface="Times New Roman" panose="02020603050405020304" pitchFamily="18" charset="0"/>
                <a:ea typeface="Dotum" pitchFamily="34" charset="-127"/>
                <a:cs typeface="Times New Roman" panose="02020603050405020304" pitchFamily="18" charset="0"/>
              </a:rPr>
              <a:t>của</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TIMER </a:t>
            </a:r>
            <a:r>
              <a:rPr lang="vi-VN" altLang="ko-KR" sz="900" smtClean="0">
                <a:latin typeface="Times New Roman" panose="02020603050405020304" pitchFamily="18" charset="0"/>
                <a:ea typeface="Dotum" pitchFamily="34" charset="-127"/>
                <a:cs typeface="Times New Roman" panose="02020603050405020304" pitchFamily="18" charset="0"/>
              </a:rPr>
              <a:t>10ms</a:t>
            </a:r>
            <a:r>
              <a:rPr lang="en-US" altLang="ko-KR" sz="900" smtClean="0">
                <a:latin typeface="Times New Roman" panose="02020603050405020304" pitchFamily="18" charset="0"/>
                <a:ea typeface="Dotum" pitchFamily="34" charset="-127"/>
                <a:cs typeface="Times New Roman" panose="02020603050405020304" pitchFamily="18" charset="0"/>
              </a:rPr>
              <a:t>, 100ms</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được duy trì.</a:t>
            </a: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② Các giá trị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Counter</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và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Counter</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tích lũy được duy trì.</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③ Lệnh OUT được duy </a:t>
            </a:r>
            <a:r>
              <a:rPr lang="vi-VN" altLang="ko-KR" sz="900" smtClean="0">
                <a:latin typeface="Times New Roman" panose="02020603050405020304" pitchFamily="18" charset="0"/>
                <a:ea typeface="Dotum" pitchFamily="34" charset="-127"/>
                <a:cs typeface="Times New Roman" panose="02020603050405020304" pitchFamily="18" charset="0"/>
              </a:rPr>
              <a:t>trì.</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④ Lệnh SET bị tắt.</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17. Lệnh nào sau đây phù hợp với ()?</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Nếu </a:t>
            </a:r>
            <a:r>
              <a:rPr lang="vi-VN" altLang="ko-KR" sz="900">
                <a:latin typeface="Times New Roman" panose="02020603050405020304" pitchFamily="18" charset="0"/>
                <a:ea typeface="Dotum" pitchFamily="34" charset="-127"/>
                <a:cs typeface="Times New Roman" panose="02020603050405020304" pitchFamily="18" charset="0"/>
              </a:rPr>
              <a:t>X0 </a:t>
            </a:r>
            <a:r>
              <a:rPr lang="en-US" altLang="ko-KR" sz="900" smtClean="0">
                <a:latin typeface="Times New Roman" panose="02020603050405020304" pitchFamily="18" charset="0"/>
                <a:ea typeface="Dotum" pitchFamily="34" charset="-127"/>
                <a:cs typeface="Times New Roman" panose="02020603050405020304" pitchFamily="18" charset="0"/>
              </a:rPr>
              <a:t>on</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chuyển dữ liệu của 8 device</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bắt đầu từ D0</a:t>
            </a: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  </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sang</a:t>
            </a:r>
            <a:r>
              <a:rPr lang="vi-VN"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8 </a:t>
            </a:r>
            <a:r>
              <a:rPr lang="en-US" altLang="ko-KR" sz="900" smtClean="0">
                <a:latin typeface="Times New Roman" panose="02020603050405020304" pitchFamily="18" charset="0"/>
                <a:ea typeface="Dotum" pitchFamily="34" charset="-127"/>
                <a:cs typeface="Times New Roman" panose="02020603050405020304" pitchFamily="18" charset="0"/>
              </a:rPr>
              <a:t>device</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bắt đầu từ</a:t>
            </a:r>
            <a:r>
              <a:rPr lang="vi-VN" altLang="ko-KR" sz="900" smtClean="0">
                <a:latin typeface="Times New Roman" panose="02020603050405020304" pitchFamily="18" charset="0"/>
                <a:ea typeface="Dotum" pitchFamily="34" charset="-127"/>
                <a:cs typeface="Times New Roman" panose="02020603050405020304" pitchFamily="18" charset="0"/>
              </a:rPr>
              <a:t> D8</a:t>
            </a:r>
            <a:r>
              <a:rPr lang="en-US"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① BMOVP                  </a:t>
            </a:r>
            <a:r>
              <a:rPr lang="en-US" altLang="ko-KR" sz="900">
                <a:latin typeface="Times New Roman" panose="02020603050405020304" pitchFamily="18" charset="0"/>
                <a:ea typeface="Dotum" pitchFamily="34" charset="-127"/>
                <a:cs typeface="Times New Roman" panose="02020603050405020304" pitchFamily="18" charset="0"/>
              </a:rPr>
              <a:t>② MOV </a:t>
            </a: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③ MOVP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a:latin typeface="Times New Roman" panose="02020603050405020304" pitchFamily="18" charset="0"/>
                <a:ea typeface="Dotum" pitchFamily="34" charset="-127"/>
                <a:cs typeface="Times New Roman" panose="02020603050405020304" pitchFamily="18" charset="0"/>
              </a:rPr>
              <a:t>④ FMOV</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18. Bật X0 trong 2 giây. Giá trị của D20 là bao nhiêu?</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Dotum" pitchFamily="34" charset="-127"/>
                <a:cs typeface="Times New Roman" panose="02020603050405020304" pitchFamily="18" charset="0"/>
              </a:rPr>
              <a:t> ① 20          ② 30       </a:t>
            </a:r>
            <a:r>
              <a:rPr lang="en-US" altLang="ko-KR" sz="900" b="1">
                <a:solidFill>
                  <a:srgbClr val="FF0000"/>
                </a:solidFill>
                <a:latin typeface="Times New Roman" panose="02020603050405020304" pitchFamily="18" charset="0"/>
                <a:ea typeface="Dotum" pitchFamily="34" charset="-127"/>
                <a:cs typeface="Times New Roman" panose="02020603050405020304" pitchFamily="18" charset="0"/>
              </a:rPr>
              <a:t>③ 10        </a:t>
            </a:r>
            <a:r>
              <a:rPr lang="en-US" altLang="ko-KR" sz="900">
                <a:latin typeface="Times New Roman" panose="02020603050405020304" pitchFamily="18" charset="0"/>
                <a:ea typeface="Dotum" pitchFamily="34" charset="-127"/>
                <a:cs typeface="Times New Roman" panose="02020603050405020304" pitchFamily="18" charset="0"/>
              </a:rPr>
              <a:t>④ 0</a:t>
            </a: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19. Điện áp đầu ra đúng của mô-đun nguồn dòng Q là bao nhiêu</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b="1">
                <a:solidFill>
                  <a:srgbClr val="FF0000"/>
                </a:solidFill>
                <a:latin typeface="Times New Roman" panose="02020603050405020304" pitchFamily="18" charset="0"/>
                <a:ea typeface="Dotum" pitchFamily="34" charset="-127"/>
                <a:cs typeface="Times New Roman" panose="02020603050405020304" pitchFamily="18" charset="0"/>
              </a:rPr>
              <a:t>① 5V </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Single Output</a:t>
            </a:r>
            <a:r>
              <a:rPr lang="vi-VN"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② 24V </a:t>
            </a:r>
            <a:r>
              <a:rPr lang="vi-VN" altLang="ko-KR" sz="900" smtClean="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Single Output</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vi-VN" altLang="ko-KR" sz="90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Dotum" pitchFamily="34" charset="-127"/>
                <a:cs typeface="Times New Roman" panose="02020603050405020304" pitchFamily="18" charset="0"/>
              </a:rPr>
              <a:t>③ 12V </a:t>
            </a:r>
            <a:r>
              <a:rPr lang="vi-VN" altLang="ko-KR" sz="900" smtClean="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Single Output</a:t>
            </a:r>
            <a:r>
              <a:rPr lang="vi-VN" altLang="ko-KR" sz="900" smtClean="0">
                <a:latin typeface="Times New Roman" panose="02020603050405020304" pitchFamily="18" charset="0"/>
                <a:ea typeface="Dotum" pitchFamily="34" charset="-127"/>
                <a:cs typeface="Times New Roman" panose="02020603050405020304" pitchFamily="18" charset="0"/>
              </a:rPr>
              <a:t>) </a:t>
            </a:r>
            <a:r>
              <a:rPr lang="en-US" altLang="ko-KR" sz="900" smtClean="0">
                <a:latin typeface="Times New Roman" panose="02020603050405020304" pitchFamily="18" charset="0"/>
                <a:ea typeface="Dotum" pitchFamily="34" charset="-127"/>
                <a:cs typeface="Times New Roman" panose="02020603050405020304" pitchFamily="18" charset="0"/>
              </a:rPr>
              <a:t>        </a:t>
            </a:r>
            <a:r>
              <a:rPr lang="vi-VN" altLang="ko-KR" sz="900">
                <a:latin typeface="Times New Roman" panose="02020603050405020304" pitchFamily="18" charset="0"/>
                <a:ea typeface="Dotum" pitchFamily="34" charset="-127"/>
                <a:cs typeface="Times New Roman" panose="02020603050405020304" pitchFamily="18" charset="0"/>
              </a:rPr>
              <a:t>④ 9V </a:t>
            </a:r>
            <a:r>
              <a:rPr lang="vi-VN" altLang="ko-KR" sz="900" smtClean="0">
                <a:latin typeface="Times New Roman" panose="02020603050405020304" pitchFamily="18" charset="0"/>
                <a:ea typeface="Dotum" pitchFamily="34" charset="-127"/>
                <a:cs typeface="Times New Roman" panose="02020603050405020304" pitchFamily="18" charset="0"/>
              </a:rPr>
              <a:t>(</a:t>
            </a:r>
            <a:r>
              <a:rPr lang="en-US" altLang="ko-KR" sz="900">
                <a:latin typeface="Times New Roman" panose="02020603050405020304" pitchFamily="18" charset="0"/>
                <a:ea typeface="Dotum" pitchFamily="34" charset="-127"/>
                <a:cs typeface="Times New Roman" panose="02020603050405020304" pitchFamily="18" charset="0"/>
              </a:rPr>
              <a:t>Single Output</a:t>
            </a:r>
            <a:r>
              <a:rPr lang="vi-VN" altLang="ko-KR" sz="900" smtClean="0">
                <a:latin typeface="Times New Roman" panose="02020603050405020304" pitchFamily="18" charset="0"/>
                <a:ea typeface="Dotum" pitchFamily="34" charset="-127"/>
                <a:cs typeface="Times New Roman" panose="02020603050405020304" pitchFamily="18" charset="0"/>
              </a:rPr>
              <a:t>)</a:t>
            </a:r>
            <a:endParaRPr lang="en-US" altLang="ko-KR" sz="900" smtClean="0">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Dotum" pitchFamily="34" charset="-127"/>
              <a:cs typeface="Times New Roman" panose="02020603050405020304" pitchFamily="18" charset="0"/>
            </a:endParaRPr>
          </a:p>
          <a:p>
            <a:pPr>
              <a:buNone/>
            </a:pPr>
            <a:r>
              <a:rPr lang="vi-VN" altLang="ko-KR" sz="900">
                <a:latin typeface="Times New Roman" panose="02020603050405020304" pitchFamily="18" charset="0"/>
                <a:ea typeface="Dotum" pitchFamily="34" charset="-127"/>
                <a:cs typeface="Times New Roman" panose="02020603050405020304" pitchFamily="18" charset="0"/>
              </a:rPr>
              <a:t>20. </a:t>
            </a:r>
            <a:r>
              <a:rPr lang="vi-VN" sz="900">
                <a:latin typeface="Times New Roman" panose="02020603050405020304" pitchFamily="18" charset="0"/>
                <a:ea typeface="Dotum" pitchFamily="34" charset="-127"/>
                <a:cs typeface="Times New Roman" panose="02020603050405020304" pitchFamily="18" charset="0"/>
              </a:rPr>
              <a:t>Mục nào sau đây không được hiển thị cho phần mô tả của chương trình PLC?</a:t>
            </a:r>
            <a:endParaRPr lang="en-US" altLang="ko-KR" sz="900">
              <a:latin typeface="Times New Roman" panose="02020603050405020304" pitchFamily="18" charset="0"/>
              <a:ea typeface="Dotum" pitchFamily="34" charset="-127"/>
              <a:cs typeface="Times New Roman" panose="02020603050405020304" pitchFamily="18" charset="0"/>
            </a:endParaRPr>
          </a:p>
          <a:p>
            <a:pPr>
              <a:buNone/>
            </a:pPr>
            <a:r>
              <a:rPr lang="en-US" sz="900">
                <a:latin typeface="Times New Roman" panose="02020603050405020304" pitchFamily="18" charset="0"/>
                <a:ea typeface="Dotum" pitchFamily="34" charset="-127"/>
                <a:cs typeface="Times New Roman" panose="02020603050405020304" pitchFamily="18" charset="0"/>
              </a:rPr>
              <a:t> ① </a:t>
            </a:r>
            <a:r>
              <a:rPr lang="en-US" sz="900" smtClean="0">
                <a:latin typeface="Times New Roman" panose="02020603050405020304" pitchFamily="18" charset="0"/>
                <a:ea typeface="Dotum" pitchFamily="34" charset="-127"/>
                <a:cs typeface="Times New Roman" panose="02020603050405020304" pitchFamily="18" charset="0"/>
              </a:rPr>
              <a:t>Comment      ② </a:t>
            </a:r>
            <a:r>
              <a:rPr lang="en-US" sz="900">
                <a:latin typeface="Times New Roman" panose="02020603050405020304" pitchFamily="18" charset="0"/>
                <a:ea typeface="Dotum" pitchFamily="34" charset="-127"/>
                <a:cs typeface="Times New Roman" panose="02020603050405020304" pitchFamily="18" charset="0"/>
              </a:rPr>
              <a:t>Notes</a:t>
            </a:r>
          </a:p>
          <a:p>
            <a:pPr>
              <a:buNone/>
            </a:pPr>
            <a:r>
              <a:rPr lang="en-US" sz="900">
                <a:latin typeface="Times New Roman" panose="02020603050405020304" pitchFamily="18" charset="0"/>
                <a:ea typeface="Dotum" pitchFamily="34" charset="-127"/>
                <a:cs typeface="Times New Roman" panose="02020603050405020304" pitchFamily="18" charset="0"/>
              </a:rPr>
              <a:t> ③ </a:t>
            </a:r>
            <a:r>
              <a:rPr lang="en-US" sz="900" smtClean="0">
                <a:latin typeface="Times New Roman" panose="02020603050405020304" pitchFamily="18" charset="0"/>
                <a:ea typeface="Dotum" pitchFamily="34" charset="-127"/>
                <a:cs typeface="Times New Roman" panose="02020603050405020304" pitchFamily="18" charset="0"/>
              </a:rPr>
              <a:t>Statement      </a:t>
            </a:r>
            <a:r>
              <a:rPr lang="en-US" sz="900" b="1">
                <a:solidFill>
                  <a:srgbClr val="FF0000"/>
                </a:solidFill>
                <a:latin typeface="Times New Roman" panose="02020603050405020304" pitchFamily="18" charset="0"/>
                <a:ea typeface="Dotum" pitchFamily="34" charset="-127"/>
                <a:cs typeface="Times New Roman" panose="02020603050405020304" pitchFamily="18" charset="0"/>
              </a:rPr>
              <a:t>④ System monitor</a:t>
            </a:r>
            <a:endParaRPr lang="en-US" altLang="ko-KR" sz="900" b="1">
              <a:solidFill>
                <a:srgbClr val="FF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Dotum" pitchFamily="34" charset="-127"/>
              <a:cs typeface="Times New Roman" panose="02020603050405020304" pitchFamily="18" charset="0"/>
            </a:endParaRPr>
          </a:p>
        </p:txBody>
      </p:sp>
      <p:sp>
        <p:nvSpPr>
          <p:cNvPr id="15364"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buNone/>
            </a:pPr>
            <a:endParaRPr lang="en-US" altLang="ko-KR" sz="900">
              <a:latin typeface="Times New Roman" panose="02020603050405020304" pitchFamily="18" charset="0"/>
              <a:ea typeface="Dotum" pitchFamily="34" charset="-127"/>
              <a:cs typeface="Times New Roman" panose="02020603050405020304" pitchFamily="18" charset="0"/>
            </a:endParaRPr>
          </a:p>
        </p:txBody>
      </p:sp>
      <p:grpSp>
        <p:nvGrpSpPr>
          <p:cNvPr id="15365" name="그룹 5"/>
          <p:cNvGrpSpPr>
            <a:grpSpLocks/>
          </p:cNvGrpSpPr>
          <p:nvPr/>
        </p:nvGrpSpPr>
        <p:grpSpPr bwMode="auto">
          <a:xfrm>
            <a:off x="296863" y="983274"/>
            <a:ext cx="3014662" cy="852854"/>
            <a:chOff x="0" y="0"/>
            <a:chExt cx="2975188" cy="920864"/>
          </a:xfrm>
        </p:grpSpPr>
        <p:sp>
          <p:nvSpPr>
            <p:cNvPr id="15407" name="Line 16"/>
            <p:cNvSpPr>
              <a:spLocks noChangeShapeType="1"/>
            </p:cNvSpPr>
            <p:nvPr/>
          </p:nvSpPr>
          <p:spPr bwMode="auto">
            <a:xfrm>
              <a:off x="364502" y="143837"/>
              <a:ext cx="0" cy="2777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08" name="Line 17"/>
            <p:cNvSpPr>
              <a:spLocks noChangeShapeType="1"/>
            </p:cNvSpPr>
            <p:nvPr/>
          </p:nvSpPr>
          <p:spPr bwMode="auto">
            <a:xfrm>
              <a:off x="275112" y="421608"/>
              <a:ext cx="16653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09" name="Line 18"/>
            <p:cNvSpPr>
              <a:spLocks noChangeShapeType="1"/>
            </p:cNvSpPr>
            <p:nvPr/>
          </p:nvSpPr>
          <p:spPr bwMode="auto">
            <a:xfrm>
              <a:off x="275112" y="478565"/>
              <a:ext cx="16653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0" name="Line 19"/>
            <p:cNvSpPr>
              <a:spLocks noChangeShapeType="1"/>
            </p:cNvSpPr>
            <p:nvPr/>
          </p:nvSpPr>
          <p:spPr bwMode="auto">
            <a:xfrm>
              <a:off x="364502" y="476674"/>
              <a:ext cx="0" cy="3891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1" name="Line 20"/>
            <p:cNvSpPr>
              <a:spLocks noChangeShapeType="1"/>
            </p:cNvSpPr>
            <p:nvPr/>
          </p:nvSpPr>
          <p:spPr bwMode="auto">
            <a:xfrm>
              <a:off x="364503" y="255190"/>
              <a:ext cx="24929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2" name="Line 22"/>
            <p:cNvSpPr>
              <a:spLocks noChangeShapeType="1"/>
            </p:cNvSpPr>
            <p:nvPr/>
          </p:nvSpPr>
          <p:spPr bwMode="auto">
            <a:xfrm>
              <a:off x="676030" y="189557"/>
              <a:ext cx="0" cy="1339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3" name="Line 23"/>
            <p:cNvSpPr>
              <a:spLocks noChangeShapeType="1"/>
            </p:cNvSpPr>
            <p:nvPr/>
          </p:nvSpPr>
          <p:spPr bwMode="auto">
            <a:xfrm>
              <a:off x="682372" y="255190"/>
              <a:ext cx="95930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4" name="Rectangle 24"/>
            <p:cNvSpPr>
              <a:spLocks noChangeArrowheads="1"/>
            </p:cNvSpPr>
            <p:nvPr/>
          </p:nvSpPr>
          <p:spPr bwMode="auto">
            <a:xfrm>
              <a:off x="1640604" y="142402"/>
              <a:ext cx="1113570" cy="21834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solidFill>
                  <a:srgbClr val="00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ko-KR" altLang="en-US"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15" name="Line 25"/>
            <p:cNvSpPr>
              <a:spLocks noChangeShapeType="1"/>
            </p:cNvSpPr>
            <p:nvPr/>
          </p:nvSpPr>
          <p:spPr bwMode="auto">
            <a:xfrm>
              <a:off x="1919648" y="140165"/>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6" name="Line 26"/>
            <p:cNvSpPr>
              <a:spLocks noChangeShapeType="1"/>
            </p:cNvSpPr>
            <p:nvPr/>
          </p:nvSpPr>
          <p:spPr bwMode="auto">
            <a:xfrm>
              <a:off x="2031080" y="140165"/>
              <a:ext cx="0" cy="2214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7" name="Line 27"/>
            <p:cNvSpPr>
              <a:spLocks noChangeShapeType="1"/>
            </p:cNvSpPr>
            <p:nvPr/>
          </p:nvSpPr>
          <p:spPr bwMode="auto">
            <a:xfrm>
              <a:off x="2364151" y="140165"/>
              <a:ext cx="0" cy="2214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8" name="Line 28"/>
            <p:cNvSpPr>
              <a:spLocks noChangeShapeType="1"/>
            </p:cNvSpPr>
            <p:nvPr/>
          </p:nvSpPr>
          <p:spPr bwMode="auto">
            <a:xfrm>
              <a:off x="2752325" y="255190"/>
              <a:ext cx="222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19" name="Line 29"/>
            <p:cNvSpPr>
              <a:spLocks noChangeShapeType="1"/>
            </p:cNvSpPr>
            <p:nvPr/>
          </p:nvSpPr>
          <p:spPr bwMode="auto">
            <a:xfrm>
              <a:off x="2975188" y="88771"/>
              <a:ext cx="0" cy="8320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20" name="Line 30"/>
            <p:cNvSpPr>
              <a:spLocks noChangeShapeType="1"/>
            </p:cNvSpPr>
            <p:nvPr/>
          </p:nvSpPr>
          <p:spPr bwMode="auto">
            <a:xfrm>
              <a:off x="364502" y="754445"/>
              <a:ext cx="13335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21" name="Rectangle 31"/>
            <p:cNvSpPr>
              <a:spLocks noChangeArrowheads="1"/>
            </p:cNvSpPr>
            <p:nvPr/>
          </p:nvSpPr>
          <p:spPr bwMode="auto">
            <a:xfrm>
              <a:off x="1700107" y="645554"/>
              <a:ext cx="884056" cy="22784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endParaRPr lang="ko-KR" altLang="en-US" sz="900">
                <a:solidFill>
                  <a:srgbClr val="000000"/>
                </a:solidFill>
                <a:latin typeface="Times New Roman" panose="02020603050405020304" pitchFamily="18" charset="0"/>
                <a:ea typeface="Dotum" pitchFamily="34" charset="-127"/>
                <a:cs typeface="Times New Roman" panose="02020603050405020304" pitchFamily="18" charset="0"/>
              </a:endParaRPr>
            </a:p>
            <a:p>
              <a:pPr eaLnBrk="1" hangingPunct="1">
                <a:spcBef>
                  <a:spcPct val="0"/>
                </a:spcBef>
                <a:buFontTx/>
                <a:buNone/>
              </a:pPr>
              <a:endParaRPr lang="ko-KR" altLang="en-US"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22" name="Line 32"/>
            <p:cNvSpPr>
              <a:spLocks noChangeShapeType="1"/>
            </p:cNvSpPr>
            <p:nvPr/>
          </p:nvSpPr>
          <p:spPr bwMode="auto">
            <a:xfrm>
              <a:off x="2585789" y="754445"/>
              <a:ext cx="38939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23" name="Line 33"/>
            <p:cNvSpPr>
              <a:spLocks noChangeShapeType="1"/>
            </p:cNvSpPr>
            <p:nvPr/>
          </p:nvSpPr>
          <p:spPr bwMode="auto">
            <a:xfrm>
              <a:off x="2141287" y="643092"/>
              <a:ext cx="0" cy="2227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24" name="Text Box 34"/>
            <p:cNvSpPr txBox="1">
              <a:spLocks noChangeArrowheads="1"/>
            </p:cNvSpPr>
            <p:nvPr/>
          </p:nvSpPr>
          <p:spPr bwMode="auto">
            <a:xfrm>
              <a:off x="0" y="332271"/>
              <a:ext cx="348522" cy="227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Dotum" pitchFamily="34" charset="-127"/>
                  <a:cs typeface="Times New Roman" panose="02020603050405020304" pitchFamily="18" charset="0"/>
                </a:rPr>
                <a:t>NO</a:t>
              </a:r>
            </a:p>
            <a:p>
              <a:pPr eaLnBrk="1" hangingPunct="1">
                <a:spcBef>
                  <a:spcPct val="0"/>
                </a:spcBef>
                <a:buFontTx/>
                <a:buNone/>
              </a:pPr>
              <a:endParaRPr lang="en-US" altLang="ko-KR"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25" name="Text Box 35"/>
            <p:cNvSpPr txBox="1">
              <a:spLocks noChangeArrowheads="1"/>
            </p:cNvSpPr>
            <p:nvPr/>
          </p:nvSpPr>
          <p:spPr bwMode="auto">
            <a:xfrm>
              <a:off x="391024" y="332271"/>
              <a:ext cx="495931" cy="227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Dotum" pitchFamily="34" charset="-127"/>
                  <a:cs typeface="Times New Roman" panose="02020603050405020304" pitchFamily="18" charset="0"/>
                </a:rPr>
                <a:t>M98</a:t>
              </a:r>
            </a:p>
            <a:p>
              <a:pPr eaLnBrk="1" hangingPunct="1">
                <a:spcBef>
                  <a:spcPct val="0"/>
                </a:spcBef>
                <a:buFontTx/>
                <a:buNone/>
              </a:pPr>
              <a:endParaRPr lang="en-US" altLang="ko-KR"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26" name="Text Box 36"/>
            <p:cNvSpPr txBox="1">
              <a:spLocks noChangeArrowheads="1"/>
            </p:cNvSpPr>
            <p:nvPr/>
          </p:nvSpPr>
          <p:spPr bwMode="auto">
            <a:xfrm>
              <a:off x="493031" y="0"/>
              <a:ext cx="323020" cy="227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Dotum" pitchFamily="34" charset="-127"/>
                  <a:cs typeface="Times New Roman" panose="02020603050405020304" pitchFamily="18" charset="0"/>
                </a:rPr>
                <a:t>X1</a:t>
              </a:r>
            </a:p>
            <a:p>
              <a:pPr eaLnBrk="1" hangingPunct="1">
                <a:spcBef>
                  <a:spcPct val="0"/>
                </a:spcBef>
                <a:buFontTx/>
                <a:buNone/>
              </a:pPr>
              <a:endParaRPr lang="en-US" altLang="ko-KR"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27" name="Text Box 37"/>
            <p:cNvSpPr txBox="1">
              <a:spLocks noChangeArrowheads="1"/>
            </p:cNvSpPr>
            <p:nvPr/>
          </p:nvSpPr>
          <p:spPr bwMode="auto">
            <a:xfrm>
              <a:off x="1623603" y="142402"/>
              <a:ext cx="1207076" cy="227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Dotum" pitchFamily="34" charset="-127"/>
                  <a:cs typeface="Times New Roman" panose="02020603050405020304" pitchFamily="18" charset="0"/>
                </a:rPr>
                <a:t>MC       N0    </a:t>
              </a:r>
              <a:r>
                <a:rPr lang="en-US" altLang="ko-KR" sz="900" smtClean="0">
                  <a:solidFill>
                    <a:srgbClr val="000000"/>
                  </a:solidFill>
                  <a:latin typeface="Times New Roman" panose="02020603050405020304" pitchFamily="18" charset="0"/>
                  <a:ea typeface="Dotum" pitchFamily="34" charset="-127"/>
                  <a:cs typeface="Times New Roman" panose="02020603050405020304" pitchFamily="18" charset="0"/>
                </a:rPr>
                <a:t>    (    </a:t>
              </a:r>
              <a:r>
                <a:rPr lang="en-US" altLang="ko-KR" sz="900">
                  <a:solidFill>
                    <a:srgbClr val="000000"/>
                  </a:solidFill>
                  <a:latin typeface="Times New Roman" panose="02020603050405020304" pitchFamily="18" charset="0"/>
                  <a:ea typeface="Dotum" pitchFamily="34" charset="-127"/>
                  <a:cs typeface="Times New Roman" panose="02020603050405020304" pitchFamily="18" charset="0"/>
                </a:rPr>
                <a:t>)</a:t>
              </a:r>
            </a:p>
            <a:p>
              <a:pPr eaLnBrk="1" hangingPunct="1">
                <a:spcBef>
                  <a:spcPct val="0"/>
                </a:spcBef>
                <a:buFontTx/>
                <a:buNone/>
              </a:pPr>
              <a:endParaRPr lang="en-US" altLang="ko-KR"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28" name="Text Box 38"/>
            <p:cNvSpPr txBox="1">
              <a:spLocks noChangeArrowheads="1"/>
            </p:cNvSpPr>
            <p:nvPr/>
          </p:nvSpPr>
          <p:spPr bwMode="auto">
            <a:xfrm>
              <a:off x="1734110" y="655048"/>
              <a:ext cx="816052" cy="227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Dotum" pitchFamily="34" charset="-127"/>
                  <a:cs typeface="Times New Roman" panose="02020603050405020304" pitchFamily="18" charset="0"/>
                </a:rPr>
                <a:t>MCR      N0</a:t>
              </a:r>
            </a:p>
            <a:p>
              <a:pPr eaLnBrk="1" hangingPunct="1">
                <a:spcBef>
                  <a:spcPct val="0"/>
                </a:spcBef>
                <a:buFontTx/>
                <a:buNone/>
              </a:pPr>
              <a:endParaRPr lang="en-US" altLang="ko-KR" sz="900">
                <a:solidFill>
                  <a:srgbClr val="000000"/>
                </a:solidFill>
                <a:latin typeface="Times New Roman" panose="02020603050405020304" pitchFamily="18" charset="0"/>
                <a:ea typeface="Dotum" pitchFamily="34" charset="-127"/>
                <a:cs typeface="Times New Roman" panose="02020603050405020304" pitchFamily="18" charset="0"/>
              </a:endParaRPr>
            </a:p>
          </p:txBody>
        </p:sp>
        <p:sp>
          <p:nvSpPr>
            <p:cNvPr id="15429" name="Line 22"/>
            <p:cNvSpPr>
              <a:spLocks noChangeShapeType="1"/>
            </p:cNvSpPr>
            <p:nvPr/>
          </p:nvSpPr>
          <p:spPr bwMode="auto">
            <a:xfrm>
              <a:off x="621784" y="193164"/>
              <a:ext cx="0" cy="1339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5366" name="Group 208"/>
          <p:cNvGrpSpPr>
            <a:grpSpLocks/>
          </p:cNvGrpSpPr>
          <p:nvPr/>
        </p:nvGrpSpPr>
        <p:grpSpPr bwMode="auto">
          <a:xfrm>
            <a:off x="381001" y="4421065"/>
            <a:ext cx="2930525" cy="379535"/>
            <a:chOff x="0" y="26"/>
            <a:chExt cx="1632" cy="193"/>
          </a:xfrm>
        </p:grpSpPr>
        <p:grpSp>
          <p:nvGrpSpPr>
            <p:cNvPr id="15390" name="Group 209"/>
            <p:cNvGrpSpPr>
              <a:grpSpLocks/>
            </p:cNvGrpSpPr>
            <p:nvPr/>
          </p:nvGrpSpPr>
          <p:grpSpPr bwMode="auto">
            <a:xfrm>
              <a:off x="48" y="121"/>
              <a:ext cx="240" cy="96"/>
              <a:chOff x="48" y="121"/>
              <a:chExt cx="240" cy="96"/>
            </a:xfrm>
          </p:grpSpPr>
          <p:grpSp>
            <p:nvGrpSpPr>
              <p:cNvPr id="15401" name="Group 210"/>
              <p:cNvGrpSpPr>
                <a:grpSpLocks/>
              </p:cNvGrpSpPr>
              <p:nvPr/>
            </p:nvGrpSpPr>
            <p:grpSpPr bwMode="auto">
              <a:xfrm>
                <a:off x="48" y="121"/>
                <a:ext cx="96" cy="96"/>
                <a:chOff x="48" y="121"/>
                <a:chExt cx="96" cy="96"/>
              </a:xfrm>
            </p:grpSpPr>
            <p:sp>
              <p:nvSpPr>
                <p:cNvPr id="15405" name="Line 211"/>
                <p:cNvSpPr>
                  <a:spLocks noChangeShapeType="1"/>
                </p:cNvSpPr>
                <p:nvPr/>
              </p:nvSpPr>
              <p:spPr bwMode="auto">
                <a:xfrm>
                  <a:off x="48" y="169"/>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06" name="Line 212"/>
                <p:cNvSpPr>
                  <a:spLocks noChangeShapeType="1"/>
                </p:cNvSpPr>
                <p:nvPr/>
              </p:nvSpPr>
              <p:spPr bwMode="auto">
                <a:xfrm>
                  <a:off x="144" y="121"/>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5402" name="Group 213"/>
              <p:cNvGrpSpPr>
                <a:grpSpLocks/>
              </p:cNvGrpSpPr>
              <p:nvPr/>
            </p:nvGrpSpPr>
            <p:grpSpPr bwMode="auto">
              <a:xfrm flipH="1">
                <a:off x="192" y="121"/>
                <a:ext cx="96" cy="96"/>
                <a:chOff x="192" y="121"/>
                <a:chExt cx="96" cy="96"/>
              </a:xfrm>
            </p:grpSpPr>
            <p:sp>
              <p:nvSpPr>
                <p:cNvPr id="15403" name="Line 214"/>
                <p:cNvSpPr>
                  <a:spLocks noChangeShapeType="1"/>
                </p:cNvSpPr>
                <p:nvPr/>
              </p:nvSpPr>
              <p:spPr bwMode="auto">
                <a:xfrm>
                  <a:off x="192" y="169"/>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404" name="Line 215"/>
                <p:cNvSpPr>
                  <a:spLocks noChangeShapeType="1"/>
                </p:cNvSpPr>
                <p:nvPr/>
              </p:nvSpPr>
              <p:spPr bwMode="auto">
                <a:xfrm>
                  <a:off x="288" y="121"/>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5391" name="Line 216"/>
            <p:cNvSpPr>
              <a:spLocks noChangeShapeType="1"/>
            </p:cNvSpPr>
            <p:nvPr/>
          </p:nvSpPr>
          <p:spPr bwMode="auto">
            <a:xfrm>
              <a:off x="0" y="30"/>
              <a:ext cx="0" cy="18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392" name="Line 217"/>
            <p:cNvSpPr>
              <a:spLocks noChangeShapeType="1"/>
            </p:cNvSpPr>
            <p:nvPr/>
          </p:nvSpPr>
          <p:spPr bwMode="auto">
            <a:xfrm>
              <a:off x="0" y="169"/>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393" name="Line 218"/>
            <p:cNvSpPr>
              <a:spLocks noChangeShapeType="1"/>
            </p:cNvSpPr>
            <p:nvPr/>
          </p:nvSpPr>
          <p:spPr bwMode="auto">
            <a:xfrm>
              <a:off x="240" y="169"/>
              <a:ext cx="57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394" name="Rectangle 219"/>
            <p:cNvSpPr>
              <a:spLocks noChangeArrowheads="1"/>
            </p:cNvSpPr>
            <p:nvPr/>
          </p:nvSpPr>
          <p:spPr bwMode="auto">
            <a:xfrm>
              <a:off x="432" y="121"/>
              <a:ext cx="288" cy="9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100">
                  <a:latin typeface="Times New Roman" panose="02020603050405020304" pitchFamily="18" charset="0"/>
                  <a:cs typeface="Times New Roman" panose="02020603050405020304" pitchFamily="18" charset="0"/>
                </a:rPr>
                <a:t>(      )</a:t>
              </a:r>
            </a:p>
          </p:txBody>
        </p:sp>
        <p:sp>
          <p:nvSpPr>
            <p:cNvPr id="15395" name="Rectangle 220"/>
            <p:cNvSpPr>
              <a:spLocks noChangeArrowheads="1"/>
            </p:cNvSpPr>
            <p:nvPr/>
          </p:nvSpPr>
          <p:spPr bwMode="auto">
            <a:xfrm>
              <a:off x="720" y="121"/>
              <a:ext cx="288" cy="9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100">
                  <a:latin typeface="Times New Roman" panose="02020603050405020304" pitchFamily="18" charset="0"/>
                  <a:cs typeface="Times New Roman" panose="02020603050405020304" pitchFamily="18" charset="0"/>
                </a:rPr>
                <a:t>D0</a:t>
              </a:r>
            </a:p>
          </p:txBody>
        </p:sp>
        <p:sp>
          <p:nvSpPr>
            <p:cNvPr id="15396" name="Rectangle 221"/>
            <p:cNvSpPr>
              <a:spLocks noChangeArrowheads="1"/>
            </p:cNvSpPr>
            <p:nvPr/>
          </p:nvSpPr>
          <p:spPr bwMode="auto">
            <a:xfrm>
              <a:off x="1248" y="121"/>
              <a:ext cx="288" cy="9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100">
                  <a:latin typeface="Times New Roman" panose="02020603050405020304" pitchFamily="18" charset="0"/>
                  <a:cs typeface="Times New Roman" panose="02020603050405020304" pitchFamily="18" charset="0"/>
                </a:rPr>
                <a:t> K8</a:t>
              </a:r>
            </a:p>
          </p:txBody>
        </p:sp>
        <p:sp>
          <p:nvSpPr>
            <p:cNvPr id="15397" name="Line 222"/>
            <p:cNvSpPr>
              <a:spLocks noChangeShapeType="1"/>
            </p:cNvSpPr>
            <p:nvPr/>
          </p:nvSpPr>
          <p:spPr bwMode="auto">
            <a:xfrm>
              <a:off x="1536" y="169"/>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398" name="Line 223"/>
            <p:cNvSpPr>
              <a:spLocks noChangeShapeType="1"/>
            </p:cNvSpPr>
            <p:nvPr/>
          </p:nvSpPr>
          <p:spPr bwMode="auto">
            <a:xfrm>
              <a:off x="1632" y="30"/>
              <a:ext cx="0" cy="1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399" name="Text Box 224"/>
            <p:cNvSpPr txBox="1">
              <a:spLocks noChangeArrowheads="1"/>
            </p:cNvSpPr>
            <p:nvPr/>
          </p:nvSpPr>
          <p:spPr bwMode="auto">
            <a:xfrm>
              <a:off x="74" y="26"/>
              <a:ext cx="202" cy="1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100">
                  <a:latin typeface="Times New Roman" panose="02020603050405020304" pitchFamily="18" charset="0"/>
                  <a:cs typeface="Times New Roman" panose="02020603050405020304" pitchFamily="18" charset="0"/>
                </a:rPr>
                <a:t>X0</a:t>
              </a:r>
            </a:p>
          </p:txBody>
        </p:sp>
        <p:sp>
          <p:nvSpPr>
            <p:cNvPr id="15400" name="Rectangle 225"/>
            <p:cNvSpPr>
              <a:spLocks noChangeArrowheads="1"/>
            </p:cNvSpPr>
            <p:nvPr/>
          </p:nvSpPr>
          <p:spPr bwMode="auto">
            <a:xfrm>
              <a:off x="1003" y="120"/>
              <a:ext cx="288" cy="9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eaLnBrk="1" hangingPunct="1">
                <a:spcBef>
                  <a:spcPct val="0"/>
                </a:spcBef>
                <a:buFontTx/>
                <a:buNone/>
              </a:pPr>
              <a:r>
                <a:rPr lang="en-US" altLang="ko-KR" sz="1100">
                  <a:latin typeface="Times New Roman" panose="02020603050405020304" pitchFamily="18" charset="0"/>
                  <a:cs typeface="Times New Roman" panose="02020603050405020304" pitchFamily="18" charset="0"/>
                </a:rPr>
                <a:t>D8</a:t>
              </a:r>
            </a:p>
          </p:txBody>
        </p:sp>
      </p:grpSp>
      <p:grpSp>
        <p:nvGrpSpPr>
          <p:cNvPr id="15367" name="Group 112"/>
          <p:cNvGrpSpPr>
            <a:grpSpLocks/>
          </p:cNvGrpSpPr>
          <p:nvPr/>
        </p:nvGrpSpPr>
        <p:grpSpPr bwMode="auto">
          <a:xfrm>
            <a:off x="333376" y="5884985"/>
            <a:ext cx="3019425" cy="1049215"/>
            <a:chOff x="0" y="0"/>
            <a:chExt cx="1882" cy="716"/>
          </a:xfrm>
        </p:grpSpPr>
        <p:sp>
          <p:nvSpPr>
            <p:cNvPr id="15369" name="Line 113"/>
            <p:cNvSpPr>
              <a:spLocks noChangeShapeType="1"/>
            </p:cNvSpPr>
            <p:nvPr/>
          </p:nvSpPr>
          <p:spPr bwMode="auto">
            <a:xfrm>
              <a:off x="0" y="81"/>
              <a:ext cx="0" cy="63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0" name="Line 114"/>
            <p:cNvSpPr>
              <a:spLocks noChangeShapeType="1"/>
            </p:cNvSpPr>
            <p:nvPr/>
          </p:nvSpPr>
          <p:spPr bwMode="auto">
            <a:xfrm>
              <a:off x="0" y="177"/>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1" name="Line 115"/>
            <p:cNvSpPr>
              <a:spLocks noChangeShapeType="1"/>
            </p:cNvSpPr>
            <p:nvPr/>
          </p:nvSpPr>
          <p:spPr bwMode="auto">
            <a:xfrm>
              <a:off x="96" y="129"/>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2" name="Line 116"/>
            <p:cNvSpPr>
              <a:spLocks noChangeShapeType="1"/>
            </p:cNvSpPr>
            <p:nvPr/>
          </p:nvSpPr>
          <p:spPr bwMode="auto">
            <a:xfrm>
              <a:off x="144" y="129"/>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3" name="Line 117"/>
            <p:cNvSpPr>
              <a:spLocks noChangeShapeType="1"/>
            </p:cNvSpPr>
            <p:nvPr/>
          </p:nvSpPr>
          <p:spPr bwMode="auto">
            <a:xfrm>
              <a:off x="1882" y="81"/>
              <a:ext cx="0" cy="6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4" name="Line 118"/>
            <p:cNvSpPr>
              <a:spLocks noChangeShapeType="1"/>
            </p:cNvSpPr>
            <p:nvPr/>
          </p:nvSpPr>
          <p:spPr bwMode="auto">
            <a:xfrm>
              <a:off x="144" y="177"/>
              <a:ext cx="17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5" name="Text Box 119"/>
            <p:cNvSpPr txBox="1">
              <a:spLocks noChangeArrowheads="1"/>
            </p:cNvSpPr>
            <p:nvPr/>
          </p:nvSpPr>
          <p:spPr bwMode="auto">
            <a:xfrm>
              <a:off x="25" y="0"/>
              <a:ext cx="204"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X0</a:t>
              </a:r>
            </a:p>
          </p:txBody>
        </p:sp>
        <p:sp>
          <p:nvSpPr>
            <p:cNvPr id="15376" name="Line 120"/>
            <p:cNvSpPr>
              <a:spLocks noChangeShapeType="1"/>
            </p:cNvSpPr>
            <p:nvPr/>
          </p:nvSpPr>
          <p:spPr bwMode="auto">
            <a:xfrm>
              <a:off x="240" y="177"/>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7" name="Line 121"/>
            <p:cNvSpPr>
              <a:spLocks noChangeShapeType="1"/>
            </p:cNvSpPr>
            <p:nvPr/>
          </p:nvSpPr>
          <p:spPr bwMode="auto">
            <a:xfrm>
              <a:off x="240" y="380"/>
              <a:ext cx="16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8" name="Line 122"/>
            <p:cNvSpPr>
              <a:spLocks noChangeShapeType="1"/>
            </p:cNvSpPr>
            <p:nvPr/>
          </p:nvSpPr>
          <p:spPr bwMode="auto">
            <a:xfrm>
              <a:off x="240" y="321"/>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79" name="Line 123"/>
            <p:cNvSpPr>
              <a:spLocks noChangeShapeType="1"/>
            </p:cNvSpPr>
            <p:nvPr/>
          </p:nvSpPr>
          <p:spPr bwMode="auto">
            <a:xfrm>
              <a:off x="240" y="465"/>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80" name="Line 124"/>
            <p:cNvSpPr>
              <a:spLocks noChangeShapeType="1"/>
            </p:cNvSpPr>
            <p:nvPr/>
          </p:nvSpPr>
          <p:spPr bwMode="auto">
            <a:xfrm>
              <a:off x="240" y="609"/>
              <a:ext cx="16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15381" name="Rectangle 125"/>
            <p:cNvSpPr>
              <a:spLocks noChangeArrowheads="1"/>
            </p:cNvSpPr>
            <p:nvPr/>
          </p:nvSpPr>
          <p:spPr bwMode="auto">
            <a:xfrm>
              <a:off x="1112" y="102"/>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K10</a:t>
              </a:r>
            </a:p>
          </p:txBody>
        </p:sp>
        <p:sp>
          <p:nvSpPr>
            <p:cNvPr id="15382" name="Rectangle 126"/>
            <p:cNvSpPr>
              <a:spLocks noChangeArrowheads="1"/>
            </p:cNvSpPr>
            <p:nvPr/>
          </p:nvSpPr>
          <p:spPr bwMode="auto">
            <a:xfrm>
              <a:off x="1448" y="102"/>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D10</a:t>
              </a:r>
            </a:p>
          </p:txBody>
        </p:sp>
        <p:sp>
          <p:nvSpPr>
            <p:cNvPr id="15383" name="Rectangle 127"/>
            <p:cNvSpPr>
              <a:spLocks noChangeArrowheads="1"/>
            </p:cNvSpPr>
            <p:nvPr/>
          </p:nvSpPr>
          <p:spPr bwMode="auto">
            <a:xfrm>
              <a:off x="776" y="102"/>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MOV</a:t>
              </a:r>
            </a:p>
          </p:txBody>
        </p:sp>
        <p:sp>
          <p:nvSpPr>
            <p:cNvPr id="15384" name="Rectangle 128"/>
            <p:cNvSpPr>
              <a:spLocks noChangeArrowheads="1"/>
            </p:cNvSpPr>
            <p:nvPr/>
          </p:nvSpPr>
          <p:spPr bwMode="auto">
            <a:xfrm>
              <a:off x="1112" y="30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K20</a:t>
              </a:r>
            </a:p>
          </p:txBody>
        </p:sp>
        <p:sp>
          <p:nvSpPr>
            <p:cNvPr id="15385" name="Rectangle 129"/>
            <p:cNvSpPr>
              <a:spLocks noChangeArrowheads="1"/>
            </p:cNvSpPr>
            <p:nvPr/>
          </p:nvSpPr>
          <p:spPr bwMode="auto">
            <a:xfrm>
              <a:off x="1448" y="30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D10</a:t>
              </a:r>
            </a:p>
          </p:txBody>
        </p:sp>
        <p:sp>
          <p:nvSpPr>
            <p:cNvPr id="15386" name="Rectangle 130"/>
            <p:cNvSpPr>
              <a:spLocks noChangeArrowheads="1"/>
            </p:cNvSpPr>
            <p:nvPr/>
          </p:nvSpPr>
          <p:spPr bwMode="auto">
            <a:xfrm>
              <a:off x="776" y="30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MOVP</a:t>
              </a:r>
            </a:p>
          </p:txBody>
        </p:sp>
        <p:sp>
          <p:nvSpPr>
            <p:cNvPr id="15387" name="Rectangle 131"/>
            <p:cNvSpPr>
              <a:spLocks noChangeArrowheads="1"/>
            </p:cNvSpPr>
            <p:nvPr/>
          </p:nvSpPr>
          <p:spPr bwMode="auto">
            <a:xfrm>
              <a:off x="1112" y="53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D10</a:t>
              </a:r>
            </a:p>
          </p:txBody>
        </p:sp>
        <p:sp>
          <p:nvSpPr>
            <p:cNvPr id="15388" name="Rectangle 132"/>
            <p:cNvSpPr>
              <a:spLocks noChangeArrowheads="1"/>
            </p:cNvSpPr>
            <p:nvPr/>
          </p:nvSpPr>
          <p:spPr bwMode="auto">
            <a:xfrm>
              <a:off x="1448" y="53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D20</a:t>
              </a:r>
            </a:p>
          </p:txBody>
        </p:sp>
        <p:sp>
          <p:nvSpPr>
            <p:cNvPr id="15389" name="Rectangle 133"/>
            <p:cNvSpPr>
              <a:spLocks noChangeArrowheads="1"/>
            </p:cNvSpPr>
            <p:nvPr/>
          </p:nvSpPr>
          <p:spPr bwMode="auto">
            <a:xfrm>
              <a:off x="776" y="539"/>
              <a:ext cx="336" cy="14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Char char="•"/>
                <a:defRPr kumimoji="1" sz="3200">
                  <a:solidFill>
                    <a:schemeClr val="tx1"/>
                  </a:solidFill>
                  <a:latin typeface="굴림" pitchFamily="34" charset="-127"/>
                  <a:ea typeface="굴림" pitchFamily="34" charset="-127"/>
                </a:defRPr>
              </a:lvl1pPr>
              <a:lvl2pPr marL="742950" indent="-285750" eaLnBrk="0" hangingPunct="0">
                <a:spcBef>
                  <a:spcPct val="20000"/>
                </a:spcBef>
                <a:buChar char="–"/>
                <a:defRPr kumimoji="1" sz="2800">
                  <a:solidFill>
                    <a:schemeClr val="tx1"/>
                  </a:solidFill>
                  <a:latin typeface="굴림" pitchFamily="34" charset="-127"/>
                  <a:ea typeface="굴림" pitchFamily="34" charset="-127"/>
                </a:defRPr>
              </a:lvl2pPr>
              <a:lvl3pPr marL="1143000" indent="-228600" eaLnBrk="0" hangingPunct="0">
                <a:spcBef>
                  <a:spcPct val="20000"/>
                </a:spcBef>
                <a:buChar char="•"/>
                <a:defRPr kumimoji="1" sz="2400">
                  <a:solidFill>
                    <a:schemeClr val="tx1"/>
                  </a:solidFill>
                  <a:latin typeface="굴림" pitchFamily="34" charset="-127"/>
                  <a:ea typeface="굴림" pitchFamily="34" charset="-127"/>
                </a:defRPr>
              </a:lvl3pPr>
              <a:lvl4pPr marL="1600200" indent="-228600" eaLnBrk="0" hangingPunct="0">
                <a:spcBef>
                  <a:spcPct val="20000"/>
                </a:spcBef>
                <a:buChar char="–"/>
                <a:defRPr kumimoji="1" sz="2000">
                  <a:solidFill>
                    <a:schemeClr val="tx1"/>
                  </a:solidFill>
                  <a:latin typeface="굴림" pitchFamily="34" charset="-127"/>
                  <a:ea typeface="굴림" pitchFamily="34" charset="-127"/>
                </a:defRPr>
              </a:lvl4pPr>
              <a:lvl5pPr marL="2057400" indent="-228600" eaLnBrk="0" hangingPunct="0">
                <a:spcBef>
                  <a:spcPct val="20000"/>
                </a:spcBef>
                <a:buChar char="»"/>
                <a:defRPr kumimoji="1" sz="2000">
                  <a:solidFill>
                    <a:schemeClr val="tx1"/>
                  </a:solidFill>
                  <a:latin typeface="굴림" pitchFamily="34" charset="-127"/>
                  <a:ea typeface="굴림" pitchFamily="34" charset="-127"/>
                </a:defRPr>
              </a:lvl5pPr>
              <a:lvl6pPr marL="25146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6pPr>
              <a:lvl7pPr marL="29718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7pPr>
              <a:lvl8pPr marL="34290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8pPr>
              <a:lvl9pPr marL="3886200" indent="-228600" eaLnBrk="0" fontAlgn="base" hangingPunct="0">
                <a:spcBef>
                  <a:spcPct val="20000"/>
                </a:spcBef>
                <a:spcAft>
                  <a:spcPct val="0"/>
                </a:spcAft>
                <a:buChar char="»"/>
                <a:defRPr kumimoji="1" sz="2000">
                  <a:solidFill>
                    <a:schemeClr val="tx1"/>
                  </a:solidFill>
                  <a:latin typeface="굴림" pitchFamily="34" charset="-127"/>
                  <a:ea typeface="굴림" pitchFamily="34" charset="-127"/>
                </a:defRPr>
              </a:lvl9pPr>
            </a:lstStyle>
            <a:p>
              <a:pPr algn="ctr" eaLnBrk="1" hangingPunct="1">
                <a:spcBef>
                  <a:spcPct val="0"/>
                </a:spcBef>
                <a:buFontTx/>
                <a:buNone/>
              </a:pPr>
              <a:r>
                <a:rPr lang="en-US" altLang="ko-KR" sz="900">
                  <a:latin typeface="Times New Roman" panose="02020603050405020304" pitchFamily="18" charset="0"/>
                  <a:cs typeface="Times New Roman" panose="02020603050405020304" pitchFamily="18" charset="0"/>
                </a:rPr>
                <a:t>MOV</a:t>
              </a:r>
            </a:p>
          </p:txBody>
        </p:sp>
      </p:grpSp>
      <p:sp>
        <p:nvSpPr>
          <p:cNvPr id="70" name="Text Box 6"/>
          <p:cNvSpPr txBox="1">
            <a:spLocks noChangeArrowheads="1"/>
          </p:cNvSpPr>
          <p:nvPr/>
        </p:nvSpPr>
        <p:spPr bwMode="auto">
          <a:xfrm>
            <a:off x="123825" y="211016"/>
            <a:ext cx="644728" cy="338554"/>
          </a:xfrm>
          <a:prstGeom prst="rect">
            <a:avLst/>
          </a:prstGeom>
          <a:noFill/>
          <a:ln w="9525">
            <a:noFill/>
            <a:miter lim="800000"/>
            <a:headEnd/>
            <a:tailEnd/>
          </a:ln>
          <a:effectLst/>
        </p:spPr>
        <p:txBody>
          <a:bodyPr wrap="none">
            <a:spAutoFit/>
          </a:bodyPr>
          <a:lstStyle>
            <a:lvl1pPr eaLnBrk="0" hangingPunct="0">
              <a:defRPr kumimoji="1" sz="900">
                <a:solidFill>
                  <a:schemeClr val="tx1"/>
                </a:solidFill>
                <a:latin typeface="Dotum" pitchFamily="34" charset="-127"/>
                <a:ea typeface="Dotum" pitchFamily="34" charset="-127"/>
              </a:defRPr>
            </a:lvl1pPr>
            <a:lvl2pPr marL="742950" indent="-285750" eaLnBrk="0" hangingPunct="0">
              <a:defRPr kumimoji="1" sz="900">
                <a:solidFill>
                  <a:schemeClr val="tx1"/>
                </a:solidFill>
                <a:latin typeface="Dotum" pitchFamily="34" charset="-127"/>
                <a:ea typeface="Dotum" pitchFamily="34" charset="-127"/>
              </a:defRPr>
            </a:lvl2pPr>
            <a:lvl3pPr marL="1143000" indent="-228600" eaLnBrk="0" hangingPunct="0">
              <a:defRPr kumimoji="1" sz="900">
                <a:solidFill>
                  <a:schemeClr val="tx1"/>
                </a:solidFill>
                <a:latin typeface="Dotum" pitchFamily="34" charset="-127"/>
                <a:ea typeface="Dotum" pitchFamily="34" charset="-127"/>
              </a:defRPr>
            </a:lvl3pPr>
            <a:lvl4pPr marL="1600200" indent="-228600" eaLnBrk="0" hangingPunct="0">
              <a:defRPr kumimoji="1" sz="900">
                <a:solidFill>
                  <a:schemeClr val="tx1"/>
                </a:solidFill>
                <a:latin typeface="Dotum" pitchFamily="34" charset="-127"/>
                <a:ea typeface="Dotum" pitchFamily="34" charset="-127"/>
              </a:defRPr>
            </a:lvl4pPr>
            <a:lvl5pPr marL="2057400" indent="-228600" eaLnBrk="0" hangingPunct="0">
              <a:defRPr kumimoji="1" sz="900">
                <a:solidFill>
                  <a:schemeClr val="tx1"/>
                </a:solidFill>
                <a:latin typeface="Dotum" pitchFamily="34" charset="-127"/>
                <a:ea typeface="Dotum" pitchFamily="34" charset="-127"/>
              </a:defRPr>
            </a:lvl5pPr>
            <a:lvl6pPr marL="2514600" indent="-228600" eaLnBrk="0" fontAlgn="base" hangingPunct="0">
              <a:spcBef>
                <a:spcPct val="0"/>
              </a:spcBef>
              <a:spcAft>
                <a:spcPct val="0"/>
              </a:spcAft>
              <a:defRPr kumimoji="1" sz="900">
                <a:solidFill>
                  <a:schemeClr val="tx1"/>
                </a:solidFill>
                <a:latin typeface="Dotum" pitchFamily="34" charset="-127"/>
                <a:ea typeface="Dotum" pitchFamily="34" charset="-127"/>
              </a:defRPr>
            </a:lvl6pPr>
            <a:lvl7pPr marL="2971800" indent="-228600" eaLnBrk="0" fontAlgn="base" hangingPunct="0">
              <a:spcBef>
                <a:spcPct val="0"/>
              </a:spcBef>
              <a:spcAft>
                <a:spcPct val="0"/>
              </a:spcAft>
              <a:defRPr kumimoji="1" sz="900">
                <a:solidFill>
                  <a:schemeClr val="tx1"/>
                </a:solidFill>
                <a:latin typeface="Dotum" pitchFamily="34" charset="-127"/>
                <a:ea typeface="Dotum" pitchFamily="34" charset="-127"/>
              </a:defRPr>
            </a:lvl7pPr>
            <a:lvl8pPr marL="3429000" indent="-228600" eaLnBrk="0" fontAlgn="base" hangingPunct="0">
              <a:spcBef>
                <a:spcPct val="0"/>
              </a:spcBef>
              <a:spcAft>
                <a:spcPct val="0"/>
              </a:spcAft>
              <a:defRPr kumimoji="1" sz="900">
                <a:solidFill>
                  <a:schemeClr val="tx1"/>
                </a:solidFill>
                <a:latin typeface="Dotum" pitchFamily="34" charset="-127"/>
                <a:ea typeface="Dotum" pitchFamily="34" charset="-127"/>
              </a:defRPr>
            </a:lvl8pPr>
            <a:lvl9pPr marL="3886200" indent="-228600" eaLnBrk="0" fontAlgn="base" hangingPunct="0">
              <a:spcBef>
                <a:spcPct val="0"/>
              </a:spcBef>
              <a:spcAft>
                <a:spcPct val="0"/>
              </a:spcAft>
              <a:defRPr kumimoji="1" sz="900">
                <a:solidFill>
                  <a:schemeClr val="tx1"/>
                </a:solidFill>
                <a:latin typeface="Dotum" pitchFamily="34" charset="-127"/>
                <a:ea typeface="Dotum" pitchFamily="34" charset="-127"/>
              </a:defRPr>
            </a:lvl9pPr>
          </a:lstStyle>
          <a:p>
            <a:pPr eaLnBrk="1" hangingPunct="1"/>
            <a:r>
              <a:rPr lang="en-US" altLang="ko-KR" sz="1600" b="1">
                <a:effectLst>
                  <a:outerShdw blurRad="38100" dist="38100" dir="2700000" algn="tl">
                    <a:srgbClr val="C0C0C0"/>
                  </a:outerShdw>
                </a:effectLst>
                <a:latin typeface="Times New Roman" panose="02020603050405020304" pitchFamily="18" charset="0"/>
                <a:cs typeface="Times New Roman" panose="02020603050405020304" pitchFamily="18" charset="0"/>
              </a:rPr>
              <a:t>PLC </a:t>
            </a:r>
            <a:endParaRPr lang="ko-KR" altLang="en-US" sz="1600" b="1">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71" name="TextBox 7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8</a:t>
            </a:r>
          </a:p>
        </p:txBody>
      </p:sp>
    </p:spTree>
    <p:extLst>
      <p:ext uri="{BB962C8B-B14F-4D97-AF65-F5344CB8AC3E}">
        <p14:creationId xmlns:p14="http://schemas.microsoft.com/office/powerpoint/2010/main" val="2153315096"/>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2052" name="Rectangle 5"/>
          <p:cNvSpPr>
            <a:spLocks noChangeArrowheads="1"/>
          </p:cNvSpPr>
          <p:nvPr/>
        </p:nvSpPr>
        <p:spPr bwMode="auto">
          <a:xfrm>
            <a:off x="3384550" y="716574"/>
            <a:ext cx="3214688"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2053" name="Text Box 6"/>
          <p:cNvSpPr txBox="1">
            <a:spLocks noChangeArrowheads="1"/>
          </p:cNvSpPr>
          <p:nvPr/>
        </p:nvSpPr>
        <p:spPr bwMode="auto">
          <a:xfrm>
            <a:off x="292100" y="754674"/>
            <a:ext cx="125386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Máy: Câu 1</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20</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2054" name="Rectangle 5"/>
          <p:cNvSpPr>
            <a:spLocks noChangeArrowheads="1"/>
          </p:cNvSpPr>
          <p:nvPr/>
        </p:nvSpPr>
        <p:spPr bwMode="auto">
          <a:xfrm>
            <a:off x="169864" y="716574"/>
            <a:ext cx="3214687"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7" name="직사각형 1"/>
          <p:cNvSpPr>
            <a:spLocks noChangeArrowheads="1"/>
          </p:cNvSpPr>
          <p:nvPr/>
        </p:nvSpPr>
        <p:spPr bwMode="auto">
          <a:xfrm>
            <a:off x="188914" y="961293"/>
            <a:ext cx="3195637" cy="7737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marL="0" indent="0">
              <a:buFontTx/>
              <a:buNone/>
              <a:defRPr/>
            </a:pPr>
            <a:r>
              <a:rPr lang="en-US" sz="900" smtClean="0">
                <a:latin typeface="Times New Roman" panose="02020603050405020304" pitchFamily="18" charset="0"/>
                <a:cs typeface="Times New Roman" panose="02020603050405020304" pitchFamily="18" charset="0"/>
              </a:rPr>
              <a:t> 1</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Tiêu chuẩn </a:t>
            </a:r>
            <a:r>
              <a:rPr lang="en-US" sz="900">
                <a:latin typeface="Times New Roman" panose="02020603050405020304" pitchFamily="18" charset="0"/>
                <a:cs typeface="Times New Roman" panose="02020603050405020304" pitchFamily="18" charset="0"/>
              </a:rPr>
              <a:t>công nghiệp Thụy </a:t>
            </a:r>
            <a:r>
              <a:rPr lang="en-US" sz="900" smtClean="0">
                <a:latin typeface="Times New Roman" panose="02020603050405020304" pitchFamily="18" charset="0"/>
                <a:cs typeface="Times New Roman" panose="02020603050405020304" pitchFamily="18" charset="0"/>
              </a:rPr>
              <a:t>Sĩ được viết là gì?</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b="1" smtClean="0">
                <a:solidFill>
                  <a:srgbClr val="FF0000"/>
                </a:solidFill>
                <a:latin typeface="Times New Roman" panose="02020603050405020304" pitchFamily="18" charset="0"/>
                <a:cs typeface="Times New Roman" panose="02020603050405020304" pitchFamily="18" charset="0"/>
              </a:rPr>
              <a:t>  ① </a:t>
            </a:r>
            <a:r>
              <a:rPr lang="en-US" sz="900" b="1">
                <a:solidFill>
                  <a:srgbClr val="FF0000"/>
                </a:solidFill>
                <a:latin typeface="Times New Roman" panose="02020603050405020304" pitchFamily="18" charset="0"/>
                <a:cs typeface="Times New Roman" panose="02020603050405020304" pitchFamily="18" charset="0"/>
              </a:rPr>
              <a:t>VSM</a:t>
            </a:r>
          </a:p>
          <a:p>
            <a:pPr marL="0" indent="0">
              <a:buFontTx/>
              <a:buNone/>
              <a:defRPr/>
            </a:pPr>
            <a:r>
              <a:rPr lang="en-US" sz="900">
                <a:latin typeface="Times New Roman" panose="02020603050405020304" pitchFamily="18" charset="0"/>
                <a:cs typeface="Times New Roman" panose="02020603050405020304" pitchFamily="18" charset="0"/>
              </a:rPr>
              <a:t>  ② DIN</a:t>
            </a:r>
          </a:p>
          <a:p>
            <a:pPr marL="0" indent="0">
              <a:buFontTx/>
              <a:buNone/>
              <a:defRPr/>
            </a:pPr>
            <a:r>
              <a:rPr lang="en-US" sz="900">
                <a:latin typeface="Times New Roman" panose="02020603050405020304" pitchFamily="18" charset="0"/>
                <a:cs typeface="Times New Roman" panose="02020603050405020304" pitchFamily="18" charset="0"/>
              </a:rPr>
              <a:t>  ③ BS</a:t>
            </a:r>
          </a:p>
          <a:p>
            <a:pPr marL="0" indent="0">
              <a:buFontTx/>
              <a:buNone/>
              <a:defRPr/>
            </a:pPr>
            <a:r>
              <a:rPr lang="en-US" sz="900">
                <a:latin typeface="Times New Roman" panose="02020603050405020304" pitchFamily="18" charset="0"/>
                <a:cs typeface="Times New Roman" panose="02020603050405020304" pitchFamily="18" charset="0"/>
              </a:rPr>
              <a:t>  ④ </a:t>
            </a:r>
            <a:r>
              <a:rPr lang="en-US" sz="900" smtClean="0">
                <a:latin typeface="Times New Roman" panose="02020603050405020304" pitchFamily="18" charset="0"/>
                <a:cs typeface="Times New Roman" panose="02020603050405020304" pitchFamily="18" charset="0"/>
              </a:rPr>
              <a:t>ISO</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2</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Trục nào không được phân chia theo hình dạng?</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r>
              <a:rPr lang="en-US" sz="900" b="1">
                <a:solidFill>
                  <a:srgbClr val="FF0000"/>
                </a:solidFill>
                <a:latin typeface="Times New Roman" panose="02020603050405020304" pitchFamily="18" charset="0"/>
                <a:cs typeface="Times New Roman" panose="02020603050405020304" pitchFamily="18" charset="0"/>
              </a:rPr>
              <a:t>① </a:t>
            </a:r>
            <a:r>
              <a:rPr lang="en-US" sz="900" b="1" smtClean="0">
                <a:solidFill>
                  <a:srgbClr val="FF0000"/>
                </a:solidFill>
                <a:latin typeface="Times New Roman" panose="02020603050405020304" pitchFamily="18" charset="0"/>
                <a:cs typeface="Times New Roman" panose="02020603050405020304" pitchFamily="18" charset="0"/>
              </a:rPr>
              <a:t>Trục</a:t>
            </a:r>
            <a:r>
              <a:rPr lang="en-US" sz="900" b="1">
                <a:solidFill>
                  <a:srgbClr val="FF0000"/>
                </a:solidFill>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  Axle                   </a:t>
            </a:r>
            <a:r>
              <a:rPr lang="en-US" sz="900">
                <a:latin typeface="Times New Roman" panose="02020603050405020304" pitchFamily="18" charset="0"/>
                <a:cs typeface="Times New Roman" panose="02020603050405020304" pitchFamily="18" charset="0"/>
              </a:rPr>
              <a:t>② Trục </a:t>
            </a:r>
            <a:r>
              <a:rPr lang="en-US" sz="900" smtClean="0">
                <a:latin typeface="Times New Roman" panose="02020603050405020304" pitchFamily="18" charset="0"/>
                <a:cs typeface="Times New Roman" panose="02020603050405020304" pitchFamily="18" charset="0"/>
              </a:rPr>
              <a:t>Liner</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③ Trục </a:t>
            </a:r>
            <a:r>
              <a:rPr lang="en-US" sz="900" smtClean="0">
                <a:latin typeface="Times New Roman" panose="02020603050405020304" pitchFamily="18" charset="0"/>
                <a:cs typeface="Times New Roman" panose="02020603050405020304" pitchFamily="18" charset="0"/>
              </a:rPr>
              <a:t>Crank.           </a:t>
            </a:r>
            <a:r>
              <a:rPr lang="en-US" sz="900">
                <a:latin typeface="Times New Roman" panose="02020603050405020304" pitchFamily="18" charset="0"/>
                <a:cs typeface="Times New Roman" panose="02020603050405020304" pitchFamily="18" charset="0"/>
              </a:rPr>
              <a:t>④ Trục </a:t>
            </a:r>
            <a:r>
              <a:rPr lang="en-US" sz="900" smtClean="0">
                <a:latin typeface="Times New Roman" panose="02020603050405020304" pitchFamily="18" charset="0"/>
                <a:cs typeface="Times New Roman" panose="02020603050405020304" pitchFamily="18" charset="0"/>
              </a:rPr>
              <a:t>Flexible.</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3</a:t>
            </a:r>
            <a:r>
              <a:rPr lang="vi-VN"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Khi lắp trục mà</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t</a:t>
            </a:r>
            <a:r>
              <a:rPr lang="vi-VN" sz="900" smtClean="0">
                <a:latin typeface="Times New Roman" panose="02020603050405020304" pitchFamily="18" charset="0"/>
                <a:cs typeface="Times New Roman" panose="02020603050405020304" pitchFamily="18" charset="0"/>
              </a:rPr>
              <a:t>rục lớn</a:t>
            </a:r>
            <a:r>
              <a:rPr lang="en-US" sz="900" smtClean="0">
                <a:latin typeface="Times New Roman" panose="02020603050405020304" pitchFamily="18" charset="0"/>
                <a:cs typeface="Times New Roman" panose="02020603050405020304" pitchFamily="18" charset="0"/>
              </a:rPr>
              <a:t>,</a:t>
            </a:r>
            <a:r>
              <a:rPr lang="vi-VN" sz="900" smtClean="0">
                <a:latin typeface="Times New Roman" panose="02020603050405020304" pitchFamily="18" charset="0"/>
                <a:cs typeface="Times New Roman" panose="02020603050405020304" pitchFamily="18" charset="0"/>
              </a:rPr>
              <a:t> lỗ</a:t>
            </a:r>
            <a:r>
              <a:rPr lang="en-US" sz="900" smtClean="0">
                <a:latin typeface="Times New Roman" panose="02020603050405020304" pitchFamily="18" charset="0"/>
                <a:cs typeface="Times New Roman" panose="02020603050405020304" pitchFamily="18" charset="0"/>
              </a:rPr>
              <a:t> nhỏ</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được gọi là gì?</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p>
          <a:p>
            <a:pPr marL="0" indent="0">
              <a:buFontTx/>
              <a:buNone/>
              <a:defRPr/>
            </a:pPr>
            <a:r>
              <a:rPr lang="en-US" sz="900">
                <a:latin typeface="Times New Roman" panose="02020603050405020304" pitchFamily="18" charset="0"/>
                <a:cs typeface="Times New Roman" panose="02020603050405020304" pitchFamily="18" charset="0"/>
              </a:rPr>
              <a:t>  ① Vừa vặn</a:t>
            </a:r>
            <a:r>
              <a:rPr lang="en-US" sz="900" smtClean="0">
                <a:latin typeface="Times New Roman" panose="02020603050405020304" pitchFamily="18" charset="0"/>
                <a:cs typeface="Times New Roman" panose="02020603050405020304" pitchFamily="18" charset="0"/>
              </a:rPr>
              <a:t>.                      ② Lắp khít.</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③ </a:t>
            </a:r>
            <a:r>
              <a:rPr lang="en-US" sz="900" b="1" smtClean="0">
                <a:solidFill>
                  <a:srgbClr val="FF0000"/>
                </a:solidFill>
                <a:latin typeface="Times New Roman" panose="02020603050405020304" pitchFamily="18" charset="0"/>
                <a:cs typeface="Times New Roman" panose="02020603050405020304" pitchFamily="18" charset="0"/>
              </a:rPr>
              <a:t>Ấn vào                         </a:t>
            </a:r>
            <a:r>
              <a:rPr lang="en-US" sz="900" smtClean="0">
                <a:latin typeface="Times New Roman" panose="02020603050405020304" pitchFamily="18" charset="0"/>
                <a:cs typeface="Times New Roman" panose="02020603050405020304" pitchFamily="18" charset="0"/>
              </a:rPr>
              <a:t>④ Lắp lỏng.</a:t>
            </a:r>
            <a:endParaRPr lang="en-US"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4</a:t>
            </a:r>
            <a:r>
              <a:rPr lang="en-US" sz="900">
                <a:latin typeface="Times New Roman" panose="02020603050405020304" pitchFamily="18" charset="0"/>
                <a:cs typeface="Times New Roman" panose="02020603050405020304" pitchFamily="18" charset="0"/>
              </a:rPr>
              <a:t>. Lời giải thích chính xác </a:t>
            </a:r>
            <a:r>
              <a:rPr lang="en-US" sz="900" smtClean="0">
                <a:latin typeface="Times New Roman" panose="02020603050405020304" pitchFamily="18" charset="0"/>
                <a:cs typeface="Times New Roman" panose="02020603050405020304" pitchFamily="18" charset="0"/>
              </a:rPr>
              <a:t>nhất cho dung sai </a:t>
            </a:r>
            <a:r>
              <a:rPr lang="en-US" sz="900">
                <a:latin typeface="Times New Roman" panose="02020603050405020304" pitchFamily="18" charset="0"/>
                <a:cs typeface="Times New Roman" panose="02020603050405020304" pitchFamily="18" charset="0"/>
              </a:rPr>
              <a:t>là gì?</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Ấn vào</a:t>
            </a:r>
            <a:r>
              <a:rPr lang="vi-VN" sz="900" smtClean="0">
                <a:latin typeface="Times New Roman" panose="02020603050405020304" pitchFamily="18" charset="0"/>
                <a:cs typeface="Times New Roman" panose="02020603050405020304" pitchFamily="18" charset="0"/>
              </a:rPr>
              <a:t> xảy ra</a:t>
            </a:r>
            <a:r>
              <a:rPr lang="en-US" sz="900" smtClean="0">
                <a:latin typeface="Times New Roman" panose="02020603050405020304" pitchFamily="18" charset="0"/>
                <a:cs typeface="Times New Roman" panose="02020603050405020304" pitchFamily="18" charset="0"/>
              </a:rPr>
              <a:t> do </a:t>
            </a:r>
            <a:r>
              <a:rPr lang="vi-VN" altLang="ko-KR" sz="900" smtClean="0">
                <a:latin typeface="Times New Roman" panose="02020603050405020304" pitchFamily="18" charset="0"/>
                <a:cs typeface="Times New Roman" panose="02020603050405020304" pitchFamily="18" charset="0"/>
              </a:rPr>
              <a:t>sự </a:t>
            </a:r>
            <a:r>
              <a:rPr lang="vi-VN" altLang="ko-KR" sz="900">
                <a:latin typeface="Times New Roman" panose="02020603050405020304" pitchFamily="18" charset="0"/>
                <a:cs typeface="Times New Roman" panose="02020603050405020304" pitchFamily="18" charset="0"/>
              </a:rPr>
              <a:t>khác biệt về kích </a:t>
            </a:r>
            <a:r>
              <a:rPr lang="vi-VN" altLang="ko-KR" sz="900" smtClean="0">
                <a:latin typeface="Times New Roman" panose="02020603050405020304" pitchFamily="18" charset="0"/>
                <a:cs typeface="Times New Roman" panose="02020603050405020304" pitchFamily="18" charset="0"/>
              </a:rPr>
              <a:t>thước</a:t>
            </a:r>
            <a:r>
              <a:rPr lang="en-US" altLang="ko-KR" sz="900" smtClean="0">
                <a:latin typeface="Times New Roman" panose="02020603050405020304" pitchFamily="18" charset="0"/>
                <a:cs typeface="Times New Roman" panose="02020603050405020304" pitchFamily="18" charset="0"/>
              </a:rPr>
              <a: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khi trục nhỏ và lỗ lớn.</a:t>
            </a:r>
          </a:p>
          <a:p>
            <a:pPr marL="0" indent="0">
              <a:buFontTx/>
              <a:buNone/>
              <a:defRPr/>
            </a:pPr>
            <a:r>
              <a:rPr lang="vi-VN" sz="900">
                <a:latin typeface="Times New Roman" panose="02020603050405020304" pitchFamily="18" charset="0"/>
                <a:cs typeface="Times New Roman" panose="02020603050405020304" pitchFamily="18" charset="0"/>
              </a:rPr>
              <a:t>  ② Kích thước tối đa cho phép là kích thước thực cộng với dung sai.</a:t>
            </a:r>
          </a:p>
          <a:p>
            <a:pPr marL="0" indent="0">
              <a:buFontTx/>
              <a:buNone/>
              <a:defRPr/>
            </a:pPr>
            <a:r>
              <a:rPr lang="vi-VN" sz="900" b="1">
                <a:solidFill>
                  <a:srgbClr val="FF0000"/>
                </a:solidFill>
                <a:latin typeface="Times New Roman" panose="02020603050405020304" pitchFamily="18" charset="0"/>
                <a:cs typeface="Times New Roman" panose="02020603050405020304" pitchFamily="18" charset="0"/>
              </a:rPr>
              <a:t>  ③ </a:t>
            </a:r>
            <a:r>
              <a:rPr lang="en-US" sz="900" b="1">
                <a:solidFill>
                  <a:srgbClr val="FF0000"/>
                </a:solidFill>
                <a:latin typeface="Times New Roman" panose="02020603050405020304" pitchFamily="18" charset="0"/>
                <a:cs typeface="Times New Roman" panose="02020603050405020304" pitchFamily="18" charset="0"/>
              </a:rPr>
              <a:t>K</a:t>
            </a:r>
            <a:r>
              <a:rPr lang="vi-VN" sz="900" b="1" smtClean="0">
                <a:solidFill>
                  <a:srgbClr val="FF0000"/>
                </a:solidFill>
                <a:latin typeface="Times New Roman" panose="02020603050405020304" pitchFamily="18" charset="0"/>
                <a:cs typeface="Times New Roman" panose="02020603050405020304" pitchFamily="18" charset="0"/>
              </a:rPr>
              <a:t>ích thước</a:t>
            </a:r>
            <a:r>
              <a:rPr lang="en-US" sz="900" b="1" smtClean="0">
                <a:solidFill>
                  <a:srgbClr val="FF0000"/>
                </a:solidFill>
                <a:latin typeface="Times New Roman" panose="02020603050405020304" pitchFamily="18" charset="0"/>
                <a:cs typeface="Times New Roman" panose="02020603050405020304" pitchFamily="18" charset="0"/>
              </a:rPr>
              <a:t> dung sai</a:t>
            </a:r>
            <a:r>
              <a:rPr lang="vi-VN" sz="900" b="1" smtClean="0">
                <a:solidFill>
                  <a:srgbClr val="FF0000"/>
                </a:solidFill>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bằng</a:t>
            </a:r>
            <a:r>
              <a:rPr lang="vi-VN" sz="900" b="1" smtClean="0">
                <a:solidFill>
                  <a:srgbClr val="FF0000"/>
                </a:solidFill>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kích thước tối đa cho </a:t>
            </a:r>
            <a:r>
              <a:rPr lang="vi-VN" sz="900" b="1" smtClean="0">
                <a:solidFill>
                  <a:srgbClr val="FF0000"/>
                </a:solidFill>
                <a:latin typeface="Times New Roman" panose="02020603050405020304" pitchFamily="18" charset="0"/>
                <a:cs typeface="Times New Roman" panose="02020603050405020304" pitchFamily="18" charset="0"/>
              </a:rPr>
              <a:t>phép</a:t>
            </a:r>
            <a:r>
              <a:rPr lang="en-US" sz="900" b="1" smtClean="0">
                <a:solidFill>
                  <a:srgbClr val="FF0000"/>
                </a:solidFill>
                <a:latin typeface="Times New Roman" panose="02020603050405020304" pitchFamily="18" charset="0"/>
                <a:cs typeface="Times New Roman" panose="02020603050405020304" pitchFamily="18" charset="0"/>
              </a:rPr>
              <a:t> trừ đi </a:t>
            </a:r>
            <a:r>
              <a:rPr lang="vi-VN" sz="900" b="1" smtClean="0">
                <a:solidFill>
                  <a:srgbClr val="FF0000"/>
                </a:solidFill>
                <a:latin typeface="Times New Roman" panose="02020603050405020304" pitchFamily="18" charset="0"/>
                <a:cs typeface="Times New Roman" panose="02020603050405020304" pitchFamily="18" charset="0"/>
              </a:rPr>
              <a:t>kích </a:t>
            </a:r>
            <a:r>
              <a:rPr lang="vi-VN" sz="900" b="1">
                <a:solidFill>
                  <a:srgbClr val="FF0000"/>
                </a:solidFill>
                <a:latin typeface="Times New Roman" panose="02020603050405020304" pitchFamily="18" charset="0"/>
                <a:cs typeface="Times New Roman" panose="02020603050405020304" pitchFamily="18" charset="0"/>
              </a:rPr>
              <a:t>thước tối thiểu cho phép</a:t>
            </a:r>
          </a:p>
          <a:p>
            <a:pPr marL="0" indent="0">
              <a:buFontTx/>
              <a:buNone/>
              <a:defRPr/>
            </a:pPr>
            <a:r>
              <a:rPr lang="vi-VN" sz="900">
                <a:latin typeface="Times New Roman" panose="02020603050405020304" pitchFamily="18" charset="0"/>
                <a:cs typeface="Times New Roman" panose="02020603050405020304" pitchFamily="18" charset="0"/>
              </a:rPr>
              <a:t>  ④ Kích thước tối thiểu cho phép là kích thước thực cộng với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dung </a:t>
            </a:r>
            <a:r>
              <a:rPr lang="vi-VN" sz="900">
                <a:latin typeface="Times New Roman" panose="02020603050405020304" pitchFamily="18" charset="0"/>
                <a:cs typeface="Times New Roman" panose="02020603050405020304" pitchFamily="18" charset="0"/>
              </a:rPr>
              <a:t>sai</a:t>
            </a:r>
            <a:r>
              <a:rPr lang="vi-VN"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5</a:t>
            </a:r>
            <a:r>
              <a:rPr lang="vi-VN"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Khớp nối</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nào được sử dụng </a:t>
            </a:r>
            <a:r>
              <a:rPr lang="vi-VN" sz="900" smtClean="0">
                <a:latin typeface="Times New Roman" panose="02020603050405020304" pitchFamily="18" charset="0"/>
                <a:cs typeface="Times New Roman" panose="02020603050405020304" pitchFamily="18" charset="0"/>
              </a:rPr>
              <a:t>khi</a:t>
            </a:r>
            <a:r>
              <a:rPr lang="en-US" sz="900" smtClean="0">
                <a:latin typeface="Times New Roman" panose="02020603050405020304" pitchFamily="18" charset="0"/>
                <a:cs typeface="Times New Roman" panose="02020603050405020304" pitchFamily="18" charset="0"/>
              </a:rPr>
              <a:t> nối 2</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đường trục song song?</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None/>
            </a:pPr>
            <a:r>
              <a:rPr lang="en-US" altLang="ko-KR" sz="90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① Universal </a:t>
            </a:r>
            <a:r>
              <a:rPr lang="vi-VN" altLang="ko-KR" sz="900" smtClean="0">
                <a:latin typeface="Times New Roman" panose="02020603050405020304" pitchFamily="18" charset="0"/>
                <a:cs typeface="Times New Roman" panose="02020603050405020304" pitchFamily="18" charset="0"/>
              </a:rPr>
              <a:t>coupling</a:t>
            </a: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② Flange coupling</a:t>
            </a:r>
            <a:endParaRPr lang="en-US" altLang="ko-KR" sz="900">
              <a:latin typeface="Times New Roman" panose="02020603050405020304" pitchFamily="18" charset="0"/>
              <a:cs typeface="Times New Roman" panose="02020603050405020304" pitchFamily="18" charset="0"/>
            </a:endParaRPr>
          </a:p>
          <a:p>
            <a:pPr marL="0" indent="0">
              <a:buNone/>
            </a:pPr>
            <a:r>
              <a:rPr lang="vi-VN" altLang="ko-KR" sz="900">
                <a:latin typeface="Times New Roman" panose="02020603050405020304" pitchFamily="18" charset="0"/>
                <a:cs typeface="Times New Roman" panose="02020603050405020304" pitchFamily="18" charset="0"/>
              </a:rPr>
              <a:t>  ③ </a:t>
            </a:r>
            <a:r>
              <a:rPr lang="vi-VN" altLang="ko-KR" sz="900" smtClean="0">
                <a:latin typeface="Times New Roman" panose="02020603050405020304" pitchFamily="18" charset="0"/>
                <a:cs typeface="Times New Roman" panose="02020603050405020304" pitchFamily="18" charset="0"/>
              </a:rPr>
              <a:t>Seller</a:t>
            </a:r>
            <a:r>
              <a:rPr lang="en-US" altLang="ko-KR" sz="900" smtClean="0">
                <a:latin typeface="Times New Roman" panose="02020603050405020304" pitchFamily="18" charset="0"/>
                <a:cs typeface="Times New Roman" panose="02020603050405020304" pitchFamily="18" charset="0"/>
              </a:rPr>
              <a:t>’s</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coupling </a:t>
            </a:r>
            <a:r>
              <a:rPr lang="en-US" altLang="ko-KR" sz="900" smtClean="0">
                <a:latin typeface="Times New Roman" panose="02020603050405020304" pitchFamily="18" charset="0"/>
                <a:cs typeface="Times New Roman" panose="02020603050405020304" pitchFamily="18" charset="0"/>
              </a:rPr>
              <a:t>        </a:t>
            </a:r>
            <a:r>
              <a:rPr lang="vi-VN" altLang="ko-KR" sz="900" b="1" smtClean="0">
                <a:solidFill>
                  <a:srgbClr val="FF0000"/>
                </a:solidFill>
                <a:latin typeface="Times New Roman" panose="02020603050405020304" pitchFamily="18" charset="0"/>
                <a:cs typeface="Times New Roman" panose="02020603050405020304" pitchFamily="18" charset="0"/>
              </a:rPr>
              <a:t>④ </a:t>
            </a:r>
            <a:r>
              <a:rPr lang="vi-VN" altLang="ko-KR" sz="900" b="1">
                <a:solidFill>
                  <a:srgbClr val="FF0000"/>
                </a:solidFill>
                <a:latin typeface="Times New Roman" panose="02020603050405020304" pitchFamily="18" charset="0"/>
                <a:cs typeface="Times New Roman" panose="02020603050405020304" pitchFamily="18" charset="0"/>
              </a:rPr>
              <a:t>Oldham </a:t>
            </a:r>
            <a:r>
              <a:rPr lang="vi-VN" altLang="ko-KR" sz="900" b="1" smtClean="0">
                <a:solidFill>
                  <a:srgbClr val="FF0000"/>
                </a:solidFill>
                <a:latin typeface="Times New Roman" panose="02020603050405020304" pitchFamily="18" charset="0"/>
                <a:cs typeface="Times New Roman" panose="02020603050405020304" pitchFamily="18" charset="0"/>
              </a:rPr>
              <a:t>coupling</a:t>
            </a:r>
            <a:endParaRPr lang="en-US" altLang="ko-KR" sz="900" b="1" smtClean="0">
              <a:solidFill>
                <a:srgbClr val="FF0000"/>
              </a:solidFill>
              <a:latin typeface="Times New Roman" panose="02020603050405020304" pitchFamily="18" charset="0"/>
              <a:cs typeface="Times New Roman" panose="02020603050405020304" pitchFamily="18" charset="0"/>
            </a:endParaRPr>
          </a:p>
          <a:p>
            <a:pPr marL="0" indent="0">
              <a:buNone/>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6. </a:t>
            </a:r>
            <a:r>
              <a:rPr lang="vi-VN" altLang="ko-KR" sz="900">
                <a:latin typeface="Times New Roman" panose="02020603050405020304" pitchFamily="18" charset="0"/>
                <a:cs typeface="Times New Roman" panose="02020603050405020304" pitchFamily="18" charset="0"/>
              </a:rPr>
              <a:t>Khớp </a:t>
            </a:r>
            <a:r>
              <a:rPr lang="en-US" altLang="ko-KR" sz="900" smtClean="0">
                <a:latin typeface="Times New Roman" panose="02020603050405020304" pitchFamily="18" charset="0"/>
                <a:cs typeface="Times New Roman" panose="02020603050405020304" pitchFamily="18" charset="0"/>
              </a:rPr>
              <a:t>nối </a:t>
            </a:r>
            <a:r>
              <a:rPr lang="vi-VN" altLang="ko-KR" sz="900" smtClean="0">
                <a:latin typeface="Times New Roman" panose="02020603050405020304" pitchFamily="18" charset="0"/>
                <a:cs typeface="Times New Roman" panose="02020603050405020304" pitchFamily="18" charset="0"/>
              </a:rPr>
              <a:t>trục</a:t>
            </a:r>
            <a:r>
              <a:rPr lang="en-US" altLang="ko-KR" sz="900" smtClean="0">
                <a:latin typeface="Times New Roman" panose="02020603050405020304" pitchFamily="18" charset="0"/>
                <a:cs typeface="Times New Roman" panose="02020603050405020304" pitchFamily="18" charset="0"/>
              </a:rPr>
              <a:t> nào</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có thể truyền chuyển động tự do ngay cả khi </a:t>
            </a:r>
            <a:r>
              <a:rPr lang="en-US" altLang="ko-KR" sz="900" smtClean="0">
                <a:latin typeface="Times New Roman" panose="02020603050405020304" pitchFamily="18" charset="0"/>
                <a:cs typeface="Times New Roman" panose="02020603050405020304" pitchFamily="18" charset="0"/>
              </a:rPr>
              <a:t>có </a:t>
            </a:r>
            <a:r>
              <a:rPr lang="vi-VN" altLang="ko-KR" sz="900" smtClean="0">
                <a:latin typeface="Times New Roman" panose="02020603050405020304" pitchFamily="18" charset="0"/>
                <a:cs typeface="Times New Roman" panose="02020603050405020304" pitchFamily="18" charset="0"/>
              </a:rPr>
              <a:t>góc </a:t>
            </a:r>
            <a:r>
              <a:rPr lang="vi-VN" altLang="ko-KR" sz="900">
                <a:latin typeface="Times New Roman" panose="02020603050405020304" pitchFamily="18" charset="0"/>
                <a:cs typeface="Times New Roman" panose="02020603050405020304" pitchFamily="18" charset="0"/>
              </a:rPr>
              <a:t>thay đổi nhỏ trong khi truyền động là </a:t>
            </a:r>
            <a:r>
              <a:rPr lang="vi-VN" altLang="ko-KR" sz="900" smtClean="0">
                <a:latin typeface="Times New Roman" panose="02020603050405020304" pitchFamily="18" charset="0"/>
                <a:cs typeface="Times New Roman" panose="02020603050405020304" pitchFamily="18" charset="0"/>
              </a:rPr>
              <a:t>gì</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① </a:t>
            </a:r>
            <a:r>
              <a:rPr lang="vi-VN" altLang="ko-KR" sz="900" b="1">
                <a:solidFill>
                  <a:srgbClr val="FF0000"/>
                </a:solidFill>
                <a:latin typeface="Times New Roman" panose="02020603050405020304" pitchFamily="18" charset="0"/>
                <a:cs typeface="Times New Roman" panose="02020603050405020304" pitchFamily="18" charset="0"/>
              </a:rPr>
              <a:t>Universal coupling</a:t>
            </a:r>
            <a:r>
              <a:rPr lang="en-US" altLang="ko-KR" sz="900" b="1">
                <a:solidFill>
                  <a:srgbClr val="FF0000"/>
                </a:solidFill>
                <a:latin typeface="Times New Roman" panose="02020603050405020304" pitchFamily="18" charset="0"/>
                <a:cs typeface="Times New Roman" panose="02020603050405020304" pitchFamily="18" charset="0"/>
              </a:rPr>
              <a:t> </a:t>
            </a:r>
            <a:r>
              <a:rPr lang="vi-VN" sz="900" b="1" smtClean="0">
                <a:solidFill>
                  <a:srgbClr val="FF0000"/>
                </a:solidFill>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vi-VN" altLang="ko-KR" sz="900">
                <a:latin typeface="Times New Roman" panose="02020603050405020304" pitchFamily="18" charset="0"/>
                <a:cs typeface="Times New Roman" panose="02020603050405020304" pitchFamily="18" charset="0"/>
              </a:rPr>
              <a:t>Rubber coupling</a:t>
            </a:r>
            <a:endParaRPr lang="en-US" altLang="ko-KR" sz="900">
              <a:latin typeface="Times New Roman" panose="02020603050405020304" pitchFamily="18" charset="0"/>
              <a:cs typeface="Times New Roman" panose="02020603050405020304" pitchFamily="18" charset="0"/>
            </a:endParaRPr>
          </a:p>
          <a:p>
            <a:pPr marL="0" indent="0">
              <a:buFontTx/>
              <a:buNone/>
              <a:defRPr/>
            </a:pP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Clamp coupling             </a:t>
            </a:r>
            <a:r>
              <a:rPr lang="vi-VN" sz="900" smtClean="0">
                <a:latin typeface="Times New Roman" panose="02020603050405020304" pitchFamily="18" charset="0"/>
                <a:cs typeface="Times New Roman" panose="02020603050405020304" pitchFamily="18" charset="0"/>
              </a:rPr>
              <a:t>④ </a:t>
            </a:r>
            <a:r>
              <a:rPr lang="vi-VN" altLang="ko-KR" sz="900">
                <a:latin typeface="Times New Roman" panose="02020603050405020304" pitchFamily="18" charset="0"/>
                <a:cs typeface="Times New Roman" panose="02020603050405020304" pitchFamily="18" charset="0"/>
              </a:rPr>
              <a:t>Seller</a:t>
            </a:r>
            <a:r>
              <a:rPr lang="en-US" altLang="ko-KR" sz="900">
                <a:latin typeface="Times New Roman" panose="02020603050405020304" pitchFamily="18" charset="0"/>
                <a:cs typeface="Times New Roman" panose="02020603050405020304" pitchFamily="18" charset="0"/>
              </a:rPr>
              <a:t>’s</a:t>
            </a:r>
            <a:r>
              <a:rPr lang="vi-VN" altLang="ko-KR" sz="900">
                <a:latin typeface="Times New Roman" panose="02020603050405020304" pitchFamily="18" charset="0"/>
                <a:cs typeface="Times New Roman" panose="02020603050405020304" pitchFamily="18" charset="0"/>
              </a:rPr>
              <a:t> coupling </a:t>
            </a:r>
            <a:endParaRPr lang="en-US" altLang="ko-KR" sz="900" smtClean="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7</a:t>
            </a:r>
            <a:r>
              <a:rPr lang="vi-VN" sz="900">
                <a:latin typeface="Times New Roman" panose="02020603050405020304" pitchFamily="18" charset="0"/>
                <a:cs typeface="Times New Roman" panose="02020603050405020304" pitchFamily="18" charset="0"/>
              </a:rPr>
              <a:t>. Nêu đặc điểm của </a:t>
            </a:r>
            <a:r>
              <a:rPr lang="en-US" sz="900" smtClean="0">
                <a:latin typeface="Times New Roman" panose="02020603050405020304" pitchFamily="18" charset="0"/>
                <a:cs typeface="Times New Roman" panose="02020603050405020304" pitchFamily="18" charset="0"/>
              </a:rPr>
              <a:t>Rolling Bearing</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p>
          <a:p>
            <a:pPr marL="0" indent="0">
              <a:buFontTx/>
              <a:buNone/>
              <a:defRPr/>
            </a:pPr>
            <a:r>
              <a:rPr lang="vi-VN" sz="900">
                <a:latin typeface="Times New Roman" panose="02020603050405020304" pitchFamily="18" charset="0"/>
                <a:cs typeface="Times New Roman" panose="02020603050405020304" pitchFamily="18" charset="0"/>
              </a:rPr>
              <a:t>  ① Mômen ma sát khởi động lớn.</a:t>
            </a:r>
          </a:p>
          <a:p>
            <a:pPr marL="0" indent="0">
              <a:buFontTx/>
              <a:buNone/>
              <a:defRPr/>
            </a:pPr>
            <a:r>
              <a:rPr lang="vi-VN" sz="900">
                <a:latin typeface="Times New Roman" panose="02020603050405020304" pitchFamily="18" charset="0"/>
                <a:cs typeface="Times New Roman" panose="02020603050405020304" pitchFamily="18" charset="0"/>
              </a:rPr>
              <a:t>  ② </a:t>
            </a:r>
            <a:r>
              <a:rPr lang="en-US" sz="900" smtClean="0">
                <a:latin typeface="Times New Roman" panose="02020603050405020304" pitchFamily="18" charset="0"/>
                <a:cs typeface="Times New Roman" panose="02020603050405020304" pitchFamily="18" charset="0"/>
              </a:rPr>
              <a:t>Không </a:t>
            </a:r>
            <a:r>
              <a:rPr lang="vi-VN" sz="900" smtClean="0">
                <a:latin typeface="Times New Roman" panose="02020603050405020304" pitchFamily="18" charset="0"/>
                <a:cs typeface="Times New Roman" panose="02020603050405020304" pitchFamily="18" charset="0"/>
              </a:rPr>
              <a:t>thể </a:t>
            </a:r>
            <a:r>
              <a:rPr lang="vi-VN" sz="900">
                <a:latin typeface="Times New Roman" panose="02020603050405020304" pitchFamily="18" charset="0"/>
                <a:cs typeface="Times New Roman" panose="02020603050405020304" pitchFamily="18" charset="0"/>
              </a:rPr>
              <a:t>được sử </a:t>
            </a:r>
            <a:r>
              <a:rPr lang="vi-VN" sz="900" smtClean="0">
                <a:latin typeface="Times New Roman" panose="02020603050405020304" pitchFamily="18" charset="0"/>
                <a:cs typeface="Times New Roman" panose="02020603050405020304" pitchFamily="18" charset="0"/>
              </a:rPr>
              <a:t>dụng</a:t>
            </a:r>
            <a:r>
              <a:rPr lang="en-US" sz="900" smtClean="0">
                <a:latin typeface="Times New Roman" panose="02020603050405020304" pitchFamily="18" charset="0"/>
                <a:cs typeface="Times New Roman" panose="02020603050405020304" pitchFamily="18" charset="0"/>
              </a:rPr>
              <a:t> để</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thay thế cho </a:t>
            </a:r>
            <a:r>
              <a:rPr lang="vi-VN" sz="900" smtClean="0">
                <a:latin typeface="Times New Roman" panose="02020603050405020304" pitchFamily="18" charset="0"/>
                <a:cs typeface="Times New Roman" panose="02020603050405020304" pitchFamily="18" charset="0"/>
              </a:rPr>
              <a:t>nhau</a:t>
            </a:r>
            <a:endParaRPr lang="vi-VN"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③ Chỉ </a:t>
            </a:r>
            <a:r>
              <a:rPr lang="vi-VN" sz="900" smtClean="0">
                <a:latin typeface="Times New Roman" panose="02020603050405020304" pitchFamily="18" charset="0"/>
                <a:cs typeface="Times New Roman" panose="02020603050405020304" pitchFamily="18" charset="0"/>
              </a:rPr>
              <a:t>sử </a:t>
            </a:r>
            <a:r>
              <a:rPr lang="vi-VN" sz="900">
                <a:latin typeface="Times New Roman" panose="02020603050405020304" pitchFamily="18" charset="0"/>
                <a:cs typeface="Times New Roman" panose="02020603050405020304" pitchFamily="18" charset="0"/>
              </a:rPr>
              <a:t>dụng ở nhiệt độ cao.</a:t>
            </a: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④ </a:t>
            </a:r>
            <a:r>
              <a:rPr lang="en-US" sz="900" b="1" smtClean="0">
                <a:solidFill>
                  <a:srgbClr val="FF0000"/>
                </a:solidFill>
                <a:latin typeface="Times New Roman" panose="02020603050405020304" pitchFamily="18" charset="0"/>
                <a:cs typeface="Times New Roman" panose="02020603050405020304" pitchFamily="18" charset="0"/>
              </a:rPr>
              <a:t>Độ bền </a:t>
            </a:r>
            <a:r>
              <a:rPr lang="vi-VN" sz="900" b="1" smtClean="0">
                <a:solidFill>
                  <a:srgbClr val="FF0000"/>
                </a:solidFill>
                <a:latin typeface="Times New Roman" panose="02020603050405020304" pitchFamily="18" charset="0"/>
                <a:cs typeface="Times New Roman" panose="02020603050405020304" pitchFamily="18" charset="0"/>
              </a:rPr>
              <a:t>có </a:t>
            </a:r>
            <a:r>
              <a:rPr lang="vi-VN" sz="900" b="1">
                <a:solidFill>
                  <a:srgbClr val="FF0000"/>
                </a:solidFill>
                <a:latin typeface="Times New Roman" panose="02020603050405020304" pitchFamily="18" charset="0"/>
                <a:cs typeface="Times New Roman" panose="02020603050405020304" pitchFamily="18" charset="0"/>
              </a:rPr>
              <a:t>thể được tăng lên bằng cách áp dụng tải trước</a:t>
            </a:r>
            <a:r>
              <a:rPr lang="vi-VN" sz="900" b="1" smtClean="0">
                <a:solidFill>
                  <a:srgbClr val="FF0000"/>
                </a:solidFill>
                <a:latin typeface="Times New Roman" panose="02020603050405020304" pitchFamily="18" charset="0"/>
                <a:cs typeface="Times New Roman" panose="02020603050405020304" pitchFamily="18" charset="0"/>
              </a:rPr>
              <a:t>.</a:t>
            </a:r>
            <a:endParaRPr lang="en-US"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endParaRPr lang="en-US" altLang="ko-KR" sz="900" dirty="0" smtClean="0">
              <a:latin typeface="Times New Roman" panose="02020603050405020304" pitchFamily="18" charset="0"/>
              <a:ea typeface="돋움" pitchFamily="50" charset="-127"/>
              <a:cs typeface="Times New Roman" panose="02020603050405020304" pitchFamily="18" charset="0"/>
            </a:endParaRPr>
          </a:p>
        </p:txBody>
      </p:sp>
      <p:sp>
        <p:nvSpPr>
          <p:cNvPr id="8" name="직사각형 2"/>
          <p:cNvSpPr>
            <a:spLocks noChangeArrowheads="1"/>
          </p:cNvSpPr>
          <p:nvPr/>
        </p:nvSpPr>
        <p:spPr bwMode="auto">
          <a:xfrm>
            <a:off x="3384550" y="783981"/>
            <a:ext cx="3214688" cy="7931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marL="0" indent="0">
              <a:buFontTx/>
              <a:buNone/>
              <a:defRPr/>
            </a:pPr>
            <a:r>
              <a:rPr lang="vi-VN" sz="900">
                <a:latin typeface="Times New Roman" panose="02020603050405020304" pitchFamily="18" charset="0"/>
                <a:cs typeface="Times New Roman" panose="02020603050405020304" pitchFamily="18" charset="0"/>
              </a:rPr>
              <a:t>8. </a:t>
            </a:r>
            <a:r>
              <a:rPr lang="vi-VN" altLang="ko-KR" sz="900">
                <a:latin typeface="Times New Roman" panose="02020603050405020304" pitchFamily="18" charset="0"/>
                <a:cs typeface="Times New Roman" panose="02020603050405020304" pitchFamily="18" charset="0"/>
              </a:rPr>
              <a:t>Vòng bi nào phù hợp nhất </a:t>
            </a:r>
            <a:r>
              <a:rPr lang="en-US" altLang="ko-KR" sz="900" smtClean="0">
                <a:latin typeface="Times New Roman" panose="02020603050405020304" pitchFamily="18" charset="0"/>
                <a:cs typeface="Times New Roman" panose="02020603050405020304" pitchFamily="18" charset="0"/>
              </a:rPr>
              <a:t>khi</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đòi hỏi tốc độ quay cao, tiếng ồn thấp và độ rung thấp do mômen ma sát </a:t>
            </a:r>
            <a:r>
              <a:rPr lang="vi-VN" altLang="ko-KR" sz="900" smtClean="0">
                <a:latin typeface="Times New Roman" panose="02020603050405020304" pitchFamily="18" charset="0"/>
                <a:cs typeface="Times New Roman" panose="02020603050405020304" pitchFamily="18" charset="0"/>
              </a:rPr>
              <a:t>thấp</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None/>
            </a:pPr>
            <a:r>
              <a:rPr lang="en-US" altLang="ko-KR" sz="900" smtClean="0">
                <a:latin typeface="Times New Roman" panose="02020603050405020304" pitchFamily="18" charset="0"/>
                <a:cs typeface="Times New Roman" panose="02020603050405020304" pitchFamily="18" charset="0"/>
              </a:rPr>
              <a:t> ① </a:t>
            </a:r>
            <a:r>
              <a:rPr lang="en-US" altLang="ko-KR" sz="900">
                <a:latin typeface="Times New Roman" panose="02020603050405020304" pitchFamily="18" charset="0"/>
                <a:cs typeface="Times New Roman" panose="02020603050405020304" pitchFamily="18" charset="0"/>
              </a:rPr>
              <a:t>Double row angular ball bearing </a:t>
            </a:r>
            <a:r>
              <a:rPr lang="en-US" altLang="ko-KR" sz="900" smtClean="0">
                <a:latin typeface="Times New Roman" panose="02020603050405020304" pitchFamily="18" charset="0"/>
                <a:cs typeface="Times New Roman" panose="02020603050405020304" pitchFamily="18" charset="0"/>
              </a:rPr>
              <a:t>  ② </a:t>
            </a:r>
            <a:r>
              <a:rPr lang="en-US" altLang="ko-KR" sz="900">
                <a:latin typeface="Times New Roman" panose="02020603050405020304" pitchFamily="18" charset="0"/>
                <a:cs typeface="Times New Roman" panose="02020603050405020304" pitchFamily="18" charset="0"/>
              </a:rPr>
              <a:t>Magneto ball bearing</a:t>
            </a:r>
          </a:p>
          <a:p>
            <a:pPr marL="0" indent="0">
              <a:buNone/>
            </a:pPr>
            <a:r>
              <a:rPr lang="en-US" altLang="ko-KR" sz="900">
                <a:latin typeface="Times New Roman" panose="02020603050405020304" pitchFamily="18" charset="0"/>
                <a:cs typeface="Times New Roman" panose="02020603050405020304" pitchFamily="18" charset="0"/>
              </a:rPr>
              <a:t> ③ Self-aligning ball </a:t>
            </a:r>
            <a:r>
              <a:rPr lang="en-US" altLang="ko-KR" sz="900" smtClean="0">
                <a:latin typeface="Times New Roman" panose="02020603050405020304" pitchFamily="18" charset="0"/>
                <a:cs typeface="Times New Roman" panose="02020603050405020304" pitchFamily="18" charset="0"/>
              </a:rPr>
              <a:t>bearing              </a:t>
            </a:r>
            <a:r>
              <a:rPr lang="en-US" altLang="ko-KR" sz="900" b="1" smtClean="0">
                <a:solidFill>
                  <a:srgbClr val="FF0000"/>
                </a:solidFill>
                <a:latin typeface="Times New Roman" panose="02020603050405020304" pitchFamily="18" charset="0"/>
                <a:cs typeface="Times New Roman" panose="02020603050405020304" pitchFamily="18" charset="0"/>
              </a:rPr>
              <a:t>④ </a:t>
            </a:r>
            <a:r>
              <a:rPr lang="en-US" altLang="ko-KR" sz="900" b="1">
                <a:solidFill>
                  <a:srgbClr val="FF0000"/>
                </a:solidFill>
                <a:latin typeface="Times New Roman" panose="02020603050405020304" pitchFamily="18" charset="0"/>
                <a:cs typeface="Times New Roman" panose="02020603050405020304" pitchFamily="18" charset="0"/>
              </a:rPr>
              <a:t>Deep groove ball </a:t>
            </a:r>
            <a:r>
              <a:rPr lang="en-US" altLang="ko-KR" sz="900">
                <a:latin typeface="Times New Roman" panose="02020603050405020304" pitchFamily="18" charset="0"/>
                <a:cs typeface="Times New Roman" panose="02020603050405020304" pitchFamily="18" charset="0"/>
              </a:rPr>
              <a:t>bearing</a:t>
            </a:r>
            <a:r>
              <a:rPr lang="en-US" sz="900">
                <a:latin typeface="Times New Roman" panose="02020603050405020304" pitchFamily="18" charset="0"/>
                <a:cs typeface="Times New Roman" panose="02020603050405020304" pitchFamily="18" charset="0"/>
              </a:rPr>
              <a:t> </a:t>
            </a:r>
            <a:endParaRPr lang="en-US" sz="900" smtClean="0">
              <a:latin typeface="Times New Roman" panose="02020603050405020304" pitchFamily="18" charset="0"/>
              <a:cs typeface="Times New Roman" panose="02020603050405020304" pitchFamily="18" charset="0"/>
            </a:endParaRPr>
          </a:p>
          <a:p>
            <a:pPr marL="0" indent="0">
              <a:buNone/>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9</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Không phải </a:t>
            </a:r>
            <a:r>
              <a:rPr lang="en-US" sz="900">
                <a:latin typeface="Times New Roman" panose="02020603050405020304" pitchFamily="18" charset="0"/>
                <a:cs typeface="Times New Roman" panose="02020603050405020304" pitchFamily="18" charset="0"/>
              </a:rPr>
              <a:t>là kiểu kết hợp của A</a:t>
            </a:r>
            <a:r>
              <a:rPr lang="vi-VN" altLang="ko-KR" sz="900" smtClean="0">
                <a:latin typeface="Times New Roman" panose="02020603050405020304" pitchFamily="18" charset="0"/>
                <a:cs typeface="Times New Roman" panose="02020603050405020304" pitchFamily="18" charset="0"/>
              </a:rPr>
              <a:t>ngular </a:t>
            </a:r>
            <a:r>
              <a:rPr lang="vi-VN" altLang="ko-KR" sz="900">
                <a:latin typeface="Times New Roman" panose="02020603050405020304" pitchFamily="18" charset="0"/>
                <a:cs typeface="Times New Roman" panose="02020603050405020304" pitchFamily="18" charset="0"/>
              </a:rPr>
              <a:t>ball bearing</a:t>
            </a:r>
            <a:r>
              <a:rPr lang="en-US" sz="900">
                <a:latin typeface="Times New Roman" panose="02020603050405020304" pitchFamily="18" charset="0"/>
                <a:cs typeface="Times New Roman" panose="02020603050405020304" pitchFamily="18" charset="0"/>
              </a:rPr>
              <a:t>?</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DB             ② DF        </a:t>
            </a:r>
            <a:r>
              <a:rPr lang="en-US" sz="900" b="1" smtClean="0">
                <a:solidFill>
                  <a:srgbClr val="FF0000"/>
                </a:solidFill>
                <a:latin typeface="Times New Roman" panose="02020603050405020304" pitchFamily="18" charset="0"/>
                <a:cs typeface="Times New Roman" panose="02020603050405020304" pitchFamily="18" charset="0"/>
              </a:rPr>
              <a:t>③ DG          </a:t>
            </a:r>
            <a:r>
              <a:rPr lang="en-US" sz="900" smtClean="0">
                <a:latin typeface="Times New Roman" panose="02020603050405020304" pitchFamily="18" charset="0"/>
                <a:cs typeface="Times New Roman" panose="02020603050405020304" pitchFamily="18" charset="0"/>
              </a:rPr>
              <a:t>④ </a:t>
            </a:r>
            <a:r>
              <a:rPr lang="en-US" sz="900">
                <a:latin typeface="Times New Roman" panose="02020603050405020304" pitchFamily="18" charset="0"/>
                <a:cs typeface="Times New Roman" panose="02020603050405020304" pitchFamily="18" charset="0"/>
              </a:rPr>
              <a:t>DT</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10</a:t>
            </a:r>
            <a:r>
              <a:rPr lang="vi-VN" sz="900">
                <a:latin typeface="Times New Roman" panose="02020603050405020304" pitchFamily="18" charset="0"/>
                <a:cs typeface="Times New Roman" panose="02020603050405020304" pitchFamily="18" charset="0"/>
              </a:rPr>
              <a:t>. Khoảng cách giữa </a:t>
            </a:r>
            <a:r>
              <a:rPr lang="en-US" sz="900" smtClean="0">
                <a:latin typeface="Times New Roman" panose="02020603050405020304" pitchFamily="18" charset="0"/>
                <a:cs typeface="Times New Roman" panose="02020603050405020304" pitchFamily="18" charset="0"/>
              </a:rPr>
              <a:t>2 R</a:t>
            </a:r>
            <a:r>
              <a:rPr lang="vi-VN" sz="900" smtClean="0">
                <a:latin typeface="Times New Roman" panose="02020603050405020304" pitchFamily="18" charset="0"/>
                <a:cs typeface="Times New Roman" panose="02020603050405020304" pitchFamily="18" charset="0"/>
              </a:rPr>
              <a:t>en</a:t>
            </a:r>
            <a:r>
              <a:rPr lang="en-US" sz="900" smtClean="0">
                <a:latin typeface="Times New Roman" panose="02020603050405020304" pitchFamily="18" charset="0"/>
                <a:cs typeface="Times New Roman" panose="02020603050405020304" pitchFamily="18" charset="0"/>
              </a:rPr>
              <a:t> của đinh ốc</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được gọi là gì?</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a:t>
            </a:r>
            <a:r>
              <a:rPr lang="en-US" sz="900" b="1">
                <a:solidFill>
                  <a:srgbClr val="FF0000"/>
                </a:solidFill>
                <a:latin typeface="Times New Roman" panose="02020603050405020304" pitchFamily="18" charset="0"/>
                <a:cs typeface="Times New Roman" panose="02020603050405020304" pitchFamily="18" charset="0"/>
              </a:rPr>
              <a:t>① </a:t>
            </a:r>
            <a:r>
              <a:rPr lang="en-US" sz="900" b="1" smtClean="0">
                <a:solidFill>
                  <a:srgbClr val="FF0000"/>
                </a:solidFill>
                <a:latin typeface="Times New Roman" panose="02020603050405020304" pitchFamily="18" charset="0"/>
                <a:cs typeface="Times New Roman" panose="02020603050405020304" pitchFamily="18" charset="0"/>
              </a:rPr>
              <a:t>Pitch</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② </a:t>
            </a:r>
            <a:r>
              <a:rPr lang="en-US" sz="900" smtClean="0">
                <a:latin typeface="Times New Roman" panose="02020603050405020304" pitchFamily="18" charset="0"/>
                <a:cs typeface="Times New Roman" panose="02020603050405020304" pitchFamily="18" charset="0"/>
              </a:rPr>
              <a:t>Lead</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③ Đường kính danh nghĩa.</a:t>
            </a:r>
          </a:p>
          <a:p>
            <a:pPr marL="0" indent="0">
              <a:buFontTx/>
              <a:buNone/>
              <a:defRPr/>
            </a:pPr>
            <a:r>
              <a:rPr lang="en-US" sz="900">
                <a:latin typeface="Times New Roman" panose="02020603050405020304" pitchFamily="18" charset="0"/>
                <a:cs typeface="Times New Roman" panose="02020603050405020304" pitchFamily="18" charset="0"/>
              </a:rPr>
              <a:t>  ④ </a:t>
            </a:r>
            <a:r>
              <a:rPr lang="en-US" sz="900" smtClean="0">
                <a:latin typeface="Times New Roman" panose="02020603050405020304" pitchFamily="18" charset="0"/>
                <a:cs typeface="Times New Roman" panose="02020603050405020304" pitchFamily="18" charset="0"/>
              </a:rPr>
              <a:t>Sườn.</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11</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Đinh ốc </a:t>
            </a:r>
            <a:r>
              <a:rPr lang="en-US" sz="900">
                <a:latin typeface="Times New Roman" panose="02020603050405020304" pitchFamily="18" charset="0"/>
                <a:cs typeface="Times New Roman" panose="02020603050405020304" pitchFamily="18" charset="0"/>
              </a:rPr>
              <a:t>nào có góc ren nhỏ nhất</a:t>
            </a:r>
            <a:r>
              <a:rPr lang="en-US" sz="900" smtClean="0">
                <a:latin typeface="Times New Roman" panose="02020603050405020304" pitchFamily="18" charset="0"/>
                <a:cs typeface="Times New Roman" panose="02020603050405020304" pitchFamily="18" charset="0"/>
              </a:rPr>
              <a:t>?</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None/>
            </a:pPr>
            <a:r>
              <a:rPr lang="en-US" sz="90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① </a:t>
            </a:r>
            <a:r>
              <a:rPr lang="en-US" altLang="ko-KR" sz="900" smtClean="0">
                <a:latin typeface="Times New Roman" panose="02020603050405020304" pitchFamily="18" charset="0"/>
                <a:cs typeface="Times New Roman" panose="02020603050405020304" pitchFamily="18" charset="0"/>
              </a:rPr>
              <a:t>Đinh ốc </a:t>
            </a:r>
            <a:r>
              <a:rPr lang="vi-VN" altLang="ko-KR" sz="900" smtClean="0">
                <a:latin typeface="Times New Roman" panose="02020603050405020304" pitchFamily="18" charset="0"/>
                <a:cs typeface="Times New Roman" panose="02020603050405020304" pitchFamily="18" charset="0"/>
              </a:rPr>
              <a:t>Metric </a:t>
            </a: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② </a:t>
            </a:r>
            <a:r>
              <a:rPr lang="en-US" altLang="ko-KR" sz="900" smtClean="0">
                <a:latin typeface="Times New Roman" panose="02020603050405020304" pitchFamily="18" charset="0"/>
                <a:cs typeface="Times New Roman" panose="02020603050405020304" pitchFamily="18" charset="0"/>
              </a:rPr>
              <a:t>Đinh ốc </a:t>
            </a:r>
            <a:r>
              <a:rPr lang="vi-VN" altLang="ko-KR" sz="900" smtClean="0">
                <a:latin typeface="Times New Roman" panose="02020603050405020304" pitchFamily="18" charset="0"/>
                <a:cs typeface="Times New Roman" panose="02020603050405020304" pitchFamily="18" charset="0"/>
              </a:rPr>
              <a:t>Unified</a:t>
            </a:r>
            <a:endParaRPr lang="vi-VN" altLang="ko-KR" sz="900">
              <a:latin typeface="Times New Roman" panose="02020603050405020304" pitchFamily="18" charset="0"/>
              <a:cs typeface="Times New Roman" panose="02020603050405020304" pitchFamily="18" charset="0"/>
            </a:endParaRPr>
          </a:p>
          <a:p>
            <a:pPr marL="0" indent="0">
              <a:buNone/>
            </a:pP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③ </a:t>
            </a:r>
            <a:r>
              <a:rPr lang="en-US" altLang="ko-KR" sz="900" smtClean="0">
                <a:latin typeface="Times New Roman" panose="02020603050405020304" pitchFamily="18" charset="0"/>
                <a:cs typeface="Times New Roman" panose="02020603050405020304" pitchFamily="18" charset="0"/>
              </a:rPr>
              <a:t>Đinh ốc P</a:t>
            </a:r>
            <a:r>
              <a:rPr lang="vi-VN" altLang="ko-KR" sz="900" smtClean="0">
                <a:latin typeface="Times New Roman" panose="02020603050405020304" pitchFamily="18" charset="0"/>
                <a:cs typeface="Times New Roman" panose="02020603050405020304" pitchFamily="18" charset="0"/>
              </a:rPr>
              <a:t>ipe</a:t>
            </a:r>
            <a:r>
              <a:rPr lang="en-US" altLang="ko-KR" sz="900" smtClean="0">
                <a:latin typeface="Times New Roman" panose="02020603050405020304" pitchFamily="18" charset="0"/>
                <a:cs typeface="Times New Roman" panose="02020603050405020304" pitchFamily="18" charset="0"/>
              </a:rPr>
              <a:t>         </a:t>
            </a:r>
            <a:r>
              <a:rPr lang="vi-VN" altLang="ko-KR" sz="900" b="1">
                <a:solidFill>
                  <a:srgbClr val="FF0000"/>
                </a:solidFill>
                <a:latin typeface="Times New Roman" panose="02020603050405020304" pitchFamily="18" charset="0"/>
                <a:cs typeface="Times New Roman" panose="02020603050405020304" pitchFamily="18" charset="0"/>
              </a:rPr>
              <a:t>④ </a:t>
            </a:r>
            <a:r>
              <a:rPr lang="en-US" altLang="ko-KR" sz="900" b="1" smtClean="0">
                <a:solidFill>
                  <a:srgbClr val="FF0000"/>
                </a:solidFill>
                <a:latin typeface="Times New Roman" panose="02020603050405020304" pitchFamily="18" charset="0"/>
                <a:cs typeface="Times New Roman" panose="02020603050405020304" pitchFamily="18" charset="0"/>
              </a:rPr>
              <a:t>Đinh ốc tròn</a:t>
            </a:r>
          </a:p>
          <a:p>
            <a:pPr marL="0" indent="0">
              <a:buNone/>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12</a:t>
            </a:r>
            <a:r>
              <a:rPr lang="vi-VN" sz="90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C</a:t>
            </a:r>
            <a:r>
              <a:rPr lang="vi-VN" altLang="ko-KR" sz="900" smtClean="0">
                <a:latin typeface="Times New Roman" panose="02020603050405020304" pitchFamily="18" charset="0"/>
                <a:cs typeface="Times New Roman" panose="02020603050405020304" pitchFamily="18" charset="0"/>
              </a:rPr>
              <a:t>hốt </a:t>
            </a:r>
            <a:r>
              <a:rPr lang="vi-VN" altLang="ko-KR" sz="900">
                <a:latin typeface="Times New Roman" panose="02020603050405020304" pitchFamily="18" charset="0"/>
                <a:cs typeface="Times New Roman" panose="02020603050405020304" pitchFamily="18" charset="0"/>
              </a:rPr>
              <a:t>nào được sử dụng để ngăn việc nới lỏng các vít và đai ốc hoặc để ngăn các bộ phận lắp vào trục không bị bung ra</a:t>
            </a:r>
            <a:r>
              <a:rPr lang="vi-VN" altLang="ko-KR" sz="900" smtClean="0">
                <a:latin typeface="Times New Roman" panose="02020603050405020304" pitchFamily="18" charset="0"/>
                <a:cs typeface="Times New Roman" panose="02020603050405020304" pitchFamily="18" charset="0"/>
              </a:rPr>
              <a:t>?</a:t>
            </a:r>
            <a:endParaRPr lang="en-US" altLang="ko-KR" sz="900" smtClean="0">
              <a:latin typeface="Times New Roman" panose="02020603050405020304" pitchFamily="18" charset="0"/>
              <a:cs typeface="Times New Roman" panose="02020603050405020304" pitchFamily="18" charset="0"/>
            </a:endParaRPr>
          </a:p>
          <a:p>
            <a:pPr marL="0" indent="0">
              <a:buFontTx/>
              <a:buNone/>
              <a:defRPr/>
            </a:pPr>
            <a:endParaRPr lang="en-US" altLang="ko-KR" sz="900">
              <a:latin typeface="Times New Roman" panose="02020603050405020304" pitchFamily="18" charset="0"/>
              <a:cs typeface="Times New Roman" panose="02020603050405020304" pitchFamily="18" charset="0"/>
            </a:endParaRPr>
          </a:p>
          <a:p>
            <a:pPr marL="0" indent="0">
              <a:buNone/>
              <a:defRPr/>
            </a:pP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① </a:t>
            </a:r>
            <a:r>
              <a:rPr lang="en-US" altLang="ko-KR" sz="900">
                <a:latin typeface="Times New Roman" panose="02020603050405020304" pitchFamily="18" charset="0"/>
                <a:cs typeface="Times New Roman" panose="02020603050405020304" pitchFamily="18" charset="0"/>
              </a:rPr>
              <a:t>Chốt </a:t>
            </a:r>
            <a:r>
              <a:rPr lang="vi-VN" altLang="ko-KR" sz="900" smtClean="0">
                <a:latin typeface="Times New Roman" panose="02020603050405020304" pitchFamily="18" charset="0"/>
                <a:cs typeface="Times New Roman" panose="02020603050405020304" pitchFamily="18" charset="0"/>
              </a:rPr>
              <a:t>Parallel</a:t>
            </a: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vi-VN" altLang="ko-KR" sz="900" b="1" smtClean="0">
                <a:solidFill>
                  <a:srgbClr val="FF0000"/>
                </a:solidFill>
                <a:latin typeface="Times New Roman" panose="02020603050405020304" pitchFamily="18" charset="0"/>
                <a:cs typeface="Times New Roman" panose="02020603050405020304" pitchFamily="18" charset="0"/>
              </a:rPr>
              <a:t>②</a:t>
            </a:r>
            <a:r>
              <a:rPr lang="en-US" altLang="ko-KR" sz="900" b="1" smtClean="0">
                <a:solidFill>
                  <a:srgbClr val="FF0000"/>
                </a:solidFill>
                <a:latin typeface="Times New Roman" panose="02020603050405020304" pitchFamily="18" charset="0"/>
                <a:cs typeface="Times New Roman" panose="02020603050405020304" pitchFamily="18" charset="0"/>
              </a:rPr>
              <a:t> </a:t>
            </a:r>
            <a:r>
              <a:rPr lang="en-US" altLang="ko-KR" sz="900" b="1">
                <a:solidFill>
                  <a:srgbClr val="FF0000"/>
                </a:solidFill>
                <a:latin typeface="Times New Roman" panose="02020603050405020304" pitchFamily="18" charset="0"/>
                <a:cs typeface="Times New Roman" panose="02020603050405020304" pitchFamily="18" charset="0"/>
              </a:rPr>
              <a:t>Chốt</a:t>
            </a:r>
            <a:r>
              <a:rPr lang="vi-VN" altLang="ko-KR" sz="900" b="1">
                <a:solidFill>
                  <a:srgbClr val="FF0000"/>
                </a:solidFill>
                <a:latin typeface="Times New Roman" panose="02020603050405020304" pitchFamily="18" charset="0"/>
                <a:cs typeface="Times New Roman" panose="02020603050405020304" pitchFamily="18" charset="0"/>
              </a:rPr>
              <a:t> </a:t>
            </a:r>
            <a:r>
              <a:rPr lang="vi-VN" altLang="ko-KR" sz="900" b="1" smtClean="0">
                <a:solidFill>
                  <a:srgbClr val="FF0000"/>
                </a:solidFill>
                <a:latin typeface="Times New Roman" panose="02020603050405020304" pitchFamily="18" charset="0"/>
                <a:cs typeface="Times New Roman" panose="02020603050405020304" pitchFamily="18" charset="0"/>
              </a:rPr>
              <a:t>Split</a:t>
            </a:r>
            <a:endParaRPr lang="vi-VN" altLang="ko-KR" sz="900" b="1">
              <a:solidFill>
                <a:srgbClr val="FF0000"/>
              </a:solidFill>
              <a:latin typeface="Times New Roman" panose="02020603050405020304" pitchFamily="18" charset="0"/>
              <a:cs typeface="Times New Roman" panose="02020603050405020304" pitchFamily="18" charset="0"/>
            </a:endParaRPr>
          </a:p>
          <a:p>
            <a:pPr marL="0" indent="0">
              <a:buNone/>
              <a:defRPr/>
            </a:pPr>
            <a:r>
              <a:rPr lang="vi-VN"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③ </a:t>
            </a:r>
            <a:r>
              <a:rPr lang="en-US" altLang="ko-KR" sz="900">
                <a:latin typeface="Times New Roman" panose="02020603050405020304" pitchFamily="18" charset="0"/>
                <a:cs typeface="Times New Roman" panose="02020603050405020304" pitchFamily="18" charset="0"/>
              </a:rPr>
              <a:t>Chốt </a:t>
            </a:r>
            <a:r>
              <a:rPr lang="vi-VN" altLang="ko-KR" sz="900" smtClean="0">
                <a:latin typeface="Times New Roman" panose="02020603050405020304" pitchFamily="18" charset="0"/>
                <a:cs typeface="Times New Roman" panose="02020603050405020304" pitchFamily="18" charset="0"/>
              </a:rPr>
              <a:t>Knuckle</a:t>
            </a: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Chốt côn</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13</a:t>
            </a:r>
            <a:r>
              <a:rPr lang="vi-VN" sz="90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K</a:t>
            </a:r>
            <a:r>
              <a:rPr lang="vi-VN" sz="900" smtClean="0">
                <a:latin typeface="Times New Roman" panose="02020603050405020304" pitchFamily="18" charset="0"/>
                <a:cs typeface="Times New Roman" panose="02020603050405020304" pitchFamily="18" charset="0"/>
              </a:rPr>
              <a:t>hông </a:t>
            </a:r>
            <a:r>
              <a:rPr lang="vi-VN" sz="900">
                <a:latin typeface="Times New Roman" panose="02020603050405020304" pitchFamily="18" charset="0"/>
                <a:cs typeface="Times New Roman" panose="02020603050405020304" pitchFamily="18" charset="0"/>
              </a:rPr>
              <a:t>đúng với đặc điểm của bánh </a:t>
            </a:r>
            <a:r>
              <a:rPr lang="en-US" sz="900" smtClean="0">
                <a:latin typeface="Times New Roman" panose="02020603050405020304" pitchFamily="18" charset="0"/>
                <a:cs typeface="Times New Roman" panose="02020603050405020304" pitchFamily="18" charset="0"/>
              </a:rPr>
              <a:t>răng xoắn Screw Gear</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a:latin typeface="Times New Roman" panose="02020603050405020304" pitchFamily="18" charset="0"/>
                <a:cs typeface="Times New Roman" panose="02020603050405020304" pitchFamily="18" charset="0"/>
              </a:rPr>
              <a:t>  ① Hai trục </a:t>
            </a:r>
            <a:r>
              <a:rPr lang="en-US" sz="900" smtClean="0">
                <a:latin typeface="Times New Roman" panose="02020603050405020304" pitchFamily="18" charset="0"/>
                <a:cs typeface="Times New Roman" panose="02020603050405020304" pitchFamily="18" charset="0"/>
              </a:rPr>
              <a:t>sole.</a:t>
            </a: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② Dễ dàng </a:t>
            </a:r>
            <a:r>
              <a:rPr lang="en-US" sz="900" smtClean="0">
                <a:latin typeface="Times New Roman" panose="02020603050405020304" pitchFamily="18" charset="0"/>
                <a:cs typeface="Times New Roman" panose="02020603050405020304" pitchFamily="18" charset="0"/>
              </a:rPr>
              <a:t>lắp đặt</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r>
              <a:rPr lang="en-US" sz="900" b="1">
                <a:solidFill>
                  <a:srgbClr val="FF0000"/>
                </a:solidFill>
                <a:latin typeface="Times New Roman" panose="02020603050405020304" pitchFamily="18" charset="0"/>
                <a:cs typeface="Times New Roman" panose="02020603050405020304" pitchFamily="18" charset="0"/>
              </a:rPr>
              <a:t>  ③ Giá </a:t>
            </a:r>
            <a:r>
              <a:rPr lang="en-US" sz="900" b="1" smtClean="0">
                <a:solidFill>
                  <a:srgbClr val="FF0000"/>
                </a:solidFill>
                <a:latin typeface="Times New Roman" panose="02020603050405020304" pitchFamily="18" charset="0"/>
                <a:cs typeface="Times New Roman" panose="02020603050405020304" pitchFamily="18" charset="0"/>
              </a:rPr>
              <a:t>thành cao</a:t>
            </a:r>
            <a:r>
              <a:rPr lang="en-US" sz="900" b="1">
                <a:solidFill>
                  <a:srgbClr val="FF0000"/>
                </a:solidFill>
                <a:latin typeface="Times New Roman" panose="02020603050405020304" pitchFamily="18" charset="0"/>
                <a:cs typeface="Times New Roman" panose="02020603050405020304" pitchFamily="18" charset="0"/>
              </a:rPr>
              <a:t>.</a:t>
            </a:r>
          </a:p>
          <a:p>
            <a:pPr marL="0" indent="0">
              <a:buFontTx/>
              <a:buNone/>
              <a:defRPr/>
            </a:pPr>
            <a:r>
              <a:rPr lang="vi-VN" sz="900">
                <a:latin typeface="Times New Roman" panose="02020603050405020304" pitchFamily="18" charset="0"/>
                <a:cs typeface="Times New Roman" panose="02020603050405020304" pitchFamily="18" charset="0"/>
              </a:rPr>
              <a:t>  ④ </a:t>
            </a:r>
            <a:r>
              <a:rPr lang="en-US" sz="900" smtClean="0">
                <a:latin typeface="Times New Roman" panose="02020603050405020304" pitchFamily="18" charset="0"/>
                <a:cs typeface="Times New Roman" panose="02020603050405020304" pitchFamily="18" charset="0"/>
              </a:rPr>
              <a:t>G</a:t>
            </a:r>
            <a:r>
              <a:rPr lang="en-US" altLang="ko-KR" sz="900" smtClean="0">
                <a:latin typeface="Times New Roman" panose="02020603050405020304" pitchFamily="18" charset="0"/>
                <a:cs typeface="Times New Roman" panose="02020603050405020304" pitchFamily="18" charset="0"/>
              </a:rPr>
              <a:t>óc </a:t>
            </a:r>
            <a:r>
              <a:rPr lang="en-US" altLang="ko-KR" sz="900">
                <a:latin typeface="Times New Roman" panose="02020603050405020304" pitchFamily="18" charset="0"/>
                <a:cs typeface="Times New Roman" panose="02020603050405020304" pitchFamily="18" charset="0"/>
              </a:rPr>
              <a:t>trục trung tâm và khoảng cách giữa hai trục không mẫn cảm với sự thay </a:t>
            </a:r>
            <a:r>
              <a:rPr lang="en-US" altLang="ko-KR" sz="900" smtClean="0">
                <a:latin typeface="Times New Roman" panose="02020603050405020304" pitchFamily="18" charset="0"/>
                <a:cs typeface="Times New Roman" panose="02020603050405020304" pitchFamily="18" charset="0"/>
              </a:rPr>
              <a:t>đổi</a:t>
            </a: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14</a:t>
            </a:r>
            <a:r>
              <a:rPr lang="vi-VN" sz="900">
                <a:latin typeface="Times New Roman" panose="02020603050405020304" pitchFamily="18" charset="0"/>
                <a:cs typeface="Times New Roman" panose="02020603050405020304" pitchFamily="18" charset="0"/>
              </a:rPr>
              <a:t>. Điều gì không </a:t>
            </a:r>
            <a:r>
              <a:rPr lang="en-US" sz="900" smtClean="0">
                <a:latin typeface="Times New Roman" panose="02020603050405020304" pitchFamily="18" charset="0"/>
                <a:cs typeface="Times New Roman" panose="02020603050405020304" pitchFamily="18" charset="0"/>
              </a:rPr>
              <a:t>đúng</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với đặc điểm của </a:t>
            </a:r>
            <a:r>
              <a:rPr lang="en-US" sz="900" smtClean="0">
                <a:latin typeface="Times New Roman" panose="02020603050405020304" pitchFamily="18" charset="0"/>
                <a:cs typeface="Times New Roman" panose="02020603050405020304" pitchFamily="18" charset="0"/>
              </a:rPr>
              <a:t>Key</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bán nguyệt</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marL="0" indent="0">
              <a:buFontTx/>
              <a:buNone/>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① </a:t>
            </a:r>
            <a:r>
              <a:rPr lang="en-US" sz="900" smtClean="0">
                <a:latin typeface="Times New Roman" panose="02020603050405020304" pitchFamily="18" charset="0"/>
                <a:cs typeface="Times New Roman" panose="02020603050405020304" pitchFamily="18" charset="0"/>
              </a:rPr>
              <a:t>Thường </a:t>
            </a:r>
            <a:r>
              <a:rPr lang="vi-VN" sz="900" smtClean="0">
                <a:latin typeface="Times New Roman" panose="02020603050405020304" pitchFamily="18" charset="0"/>
                <a:cs typeface="Times New Roman" panose="02020603050405020304" pitchFamily="18" charset="0"/>
              </a:rPr>
              <a:t>được </a:t>
            </a:r>
            <a:r>
              <a:rPr lang="vi-VN" sz="900">
                <a:latin typeface="Times New Roman" panose="02020603050405020304" pitchFamily="18" charset="0"/>
                <a:cs typeface="Times New Roman" panose="02020603050405020304" pitchFamily="18" charset="0"/>
              </a:rPr>
              <a:t>sử dụng trên một trục </a:t>
            </a:r>
            <a:r>
              <a:rPr lang="vi-VN" sz="900" smtClean="0">
                <a:latin typeface="Times New Roman" panose="02020603050405020304" pitchFamily="18" charset="0"/>
                <a:cs typeface="Times New Roman" panose="02020603050405020304" pitchFamily="18" charset="0"/>
              </a:rPr>
              <a:t>nhỏ</a:t>
            </a:r>
            <a:endParaRPr lang="vi-VN"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② Tăng độ bền của trục</a:t>
            </a:r>
            <a:r>
              <a:rPr lang="vi-VN" sz="900">
                <a:latin typeface="Times New Roman" panose="02020603050405020304" pitchFamily="18" charset="0"/>
                <a:cs typeface="Times New Roman" panose="02020603050405020304" pitchFamily="18" charset="0"/>
              </a:rPr>
              <a:t>.</a:t>
            </a:r>
          </a:p>
          <a:p>
            <a:pPr marL="0" indent="0">
              <a:buFontTx/>
              <a:buNone/>
              <a:defRPr/>
            </a:pPr>
            <a:r>
              <a:rPr lang="vi-VN" sz="900">
                <a:latin typeface="Times New Roman" panose="02020603050405020304" pitchFamily="18" charset="0"/>
                <a:cs typeface="Times New Roman" panose="02020603050405020304" pitchFamily="18" charset="0"/>
              </a:rPr>
              <a:t>  ③ Thích hợp cho trục côn như máy công cụ.</a:t>
            </a:r>
          </a:p>
          <a:p>
            <a:pPr marL="0" indent="0">
              <a:buFontTx/>
              <a:buNone/>
              <a:defRPr/>
            </a:pPr>
            <a:r>
              <a:rPr lang="vi-VN" sz="900">
                <a:latin typeface="Times New Roman" panose="02020603050405020304" pitchFamily="18" charset="0"/>
                <a:cs typeface="Times New Roman" panose="02020603050405020304" pitchFamily="18" charset="0"/>
              </a:rPr>
              <a:t>  ④ </a:t>
            </a:r>
            <a:r>
              <a:rPr lang="en-US" sz="900" smtClean="0">
                <a:latin typeface="Times New Roman" panose="02020603050405020304" pitchFamily="18" charset="0"/>
                <a:cs typeface="Times New Roman" panose="02020603050405020304" pitchFamily="18" charset="0"/>
              </a:rPr>
              <a:t>Dễ </a:t>
            </a:r>
            <a:r>
              <a:rPr lang="vi-VN" sz="900" smtClean="0">
                <a:latin typeface="Times New Roman" panose="02020603050405020304" pitchFamily="18" charset="0"/>
                <a:cs typeface="Times New Roman" panose="02020603050405020304" pitchFamily="18" charset="0"/>
              </a:rPr>
              <a:t>dàng </a:t>
            </a:r>
            <a:r>
              <a:rPr lang="en-US" sz="900" smtClean="0">
                <a:latin typeface="Times New Roman" panose="02020603050405020304" pitchFamily="18" charset="0"/>
                <a:cs typeface="Times New Roman" panose="02020603050405020304" pitchFamily="18" charset="0"/>
              </a:rPr>
              <a:t>lắp đặt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và </a:t>
            </a:r>
            <a:r>
              <a:rPr lang="en-US" sz="900" smtClean="0">
                <a:latin typeface="Times New Roman" panose="02020603050405020304" pitchFamily="18" charset="0"/>
                <a:cs typeface="Times New Roman" panose="02020603050405020304" pitchFamily="18" charset="0"/>
              </a:rPr>
              <a:t>sửa chữa</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en-US" sz="900" smtClean="0">
                <a:latin typeface="Times New Roman" panose="02020603050405020304" pitchFamily="18" charset="0"/>
                <a:cs typeface="Times New Roman" panose="02020603050405020304" pitchFamily="18" charset="0"/>
              </a:rPr>
              <a:t> 15</a:t>
            </a:r>
            <a:r>
              <a:rPr lang="en-US" sz="900">
                <a:latin typeface="Times New Roman" panose="02020603050405020304" pitchFamily="18" charset="0"/>
                <a:cs typeface="Times New Roman" panose="02020603050405020304" pitchFamily="18" charset="0"/>
              </a:rPr>
              <a:t>. Bộ giảm tốc thuộc loại </a:t>
            </a:r>
            <a:r>
              <a:rPr lang="en-US" sz="900" smtClean="0">
                <a:latin typeface="Times New Roman" panose="02020603050405020304" pitchFamily="18" charset="0"/>
                <a:cs typeface="Times New Roman" panose="02020603050405020304" pitchFamily="18" charset="0"/>
              </a:rPr>
              <a:t>nào?</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marL="0" indent="0">
              <a:buFontTx/>
              <a:buNone/>
              <a:defRPr/>
            </a:pPr>
            <a:r>
              <a:rPr lang="vi-VN" sz="900">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① Động cơ bánh răng</a:t>
            </a:r>
            <a:r>
              <a:rPr lang="vi-VN" sz="900" b="1" smtClean="0">
                <a:solidFill>
                  <a:srgbClr val="FF0000"/>
                </a:solidFill>
                <a:latin typeface="Times New Roman" panose="02020603050405020304" pitchFamily="18" charset="0"/>
                <a:cs typeface="Times New Roman" panose="02020603050405020304" pitchFamily="18" charset="0"/>
              </a:rPr>
              <a:t>.</a:t>
            </a:r>
            <a:r>
              <a:rPr lang="en-US" sz="900" b="1" smtClean="0">
                <a:solidFill>
                  <a:srgbClr val="FF0000"/>
                </a:solidFill>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② </a:t>
            </a:r>
            <a:r>
              <a:rPr lang="en-US" sz="900">
                <a:latin typeface="Times New Roman" panose="02020603050405020304" pitchFamily="18" charset="0"/>
                <a:cs typeface="Times New Roman" panose="02020603050405020304" pitchFamily="18" charset="0"/>
              </a:rPr>
              <a:t>Đồng tâm trục.</a:t>
            </a:r>
          </a:p>
          <a:p>
            <a:pPr marL="0" indent="0">
              <a:buFontTx/>
              <a:buNone/>
              <a:defRPr/>
            </a:pPr>
            <a:r>
              <a:rPr lang="en-US" sz="900">
                <a:latin typeface="Times New Roman" panose="02020603050405020304" pitchFamily="18" charset="0"/>
                <a:cs typeface="Times New Roman" panose="02020603050405020304" pitchFamily="18" charset="0"/>
              </a:rPr>
              <a:t>  ③ </a:t>
            </a:r>
            <a:r>
              <a:rPr lang="en-US" sz="900" smtClean="0">
                <a:latin typeface="Times New Roman" panose="02020603050405020304" pitchFamily="18" charset="0"/>
                <a:cs typeface="Times New Roman" panose="02020603050405020304" pitchFamily="18" charset="0"/>
              </a:rPr>
              <a:t>Loại </a:t>
            </a:r>
            <a:r>
              <a:rPr lang="en-US" sz="900">
                <a:latin typeface="Times New Roman" panose="02020603050405020304" pitchFamily="18" charset="0"/>
                <a:cs typeface="Times New Roman" panose="02020603050405020304" pitchFamily="18" charset="0"/>
              </a:rPr>
              <a:t>nằm ngang</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④ </a:t>
            </a:r>
            <a:r>
              <a:rPr lang="vi-VN" sz="900">
                <a:latin typeface="Times New Roman" panose="02020603050405020304" pitchFamily="18" charset="0"/>
                <a:cs typeface="Times New Roman" panose="02020603050405020304" pitchFamily="18" charset="0"/>
              </a:rPr>
              <a:t>Trục đặc.</a:t>
            </a:r>
          </a:p>
        </p:txBody>
      </p:sp>
      <p:sp>
        <p:nvSpPr>
          <p:cNvPr id="9" name="TextBox 8"/>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1</a:t>
            </a:r>
          </a:p>
        </p:txBody>
      </p:sp>
    </p:spTree>
    <p:extLst>
      <p:ext uri="{BB962C8B-B14F-4D97-AF65-F5344CB8AC3E}">
        <p14:creationId xmlns:p14="http://schemas.microsoft.com/office/powerpoint/2010/main" val="3867928237"/>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Line 2"/>
          <p:cNvSpPr>
            <a:spLocks noChangeShapeType="1"/>
          </p:cNvSpPr>
          <p:nvPr/>
        </p:nvSpPr>
        <p:spPr bwMode="auto">
          <a:xfrm>
            <a:off x="2286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4100" name="Rectangle 4"/>
          <p:cNvSpPr>
            <a:spLocks noChangeArrowheads="1"/>
          </p:cNvSpPr>
          <p:nvPr/>
        </p:nvSpPr>
        <p:spPr bwMode="auto">
          <a:xfrm>
            <a:off x="260350" y="716574"/>
            <a:ext cx="3124200"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4101" name="Rectangle 5"/>
          <p:cNvSpPr>
            <a:spLocks noChangeArrowheads="1"/>
          </p:cNvSpPr>
          <p:nvPr/>
        </p:nvSpPr>
        <p:spPr bwMode="auto">
          <a:xfrm>
            <a:off x="3384550" y="716574"/>
            <a:ext cx="3124200" cy="81753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Times New Roman" panose="02020603050405020304" pitchFamily="18" charset="0"/>
              <a:ea typeface="돋움" pitchFamily="50" charset="-127"/>
              <a:cs typeface="Times New Roman" panose="02020603050405020304" pitchFamily="18" charset="0"/>
            </a:endParaRPr>
          </a:p>
        </p:txBody>
      </p:sp>
      <p:sp>
        <p:nvSpPr>
          <p:cNvPr id="4102" name="직사각형 1"/>
          <p:cNvSpPr>
            <a:spLocks noChangeArrowheads="1"/>
          </p:cNvSpPr>
          <p:nvPr/>
        </p:nvSpPr>
        <p:spPr bwMode="auto">
          <a:xfrm>
            <a:off x="250826" y="748812"/>
            <a:ext cx="3140075" cy="6186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16. Điều nào không đúng với đặc điểm của </a:t>
            </a:r>
            <a:r>
              <a:rPr lang="en-US" altLang="ko-KR" sz="900" smtClean="0">
                <a:latin typeface="Times New Roman" panose="02020603050405020304" pitchFamily="18" charset="0"/>
                <a:ea typeface="돋움" pitchFamily="50" charset="-127"/>
                <a:cs typeface="Times New Roman" panose="02020603050405020304" pitchFamily="18" charset="0"/>
              </a:rPr>
              <a:t>Timing Belt</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Hầu như không xảy ra hiện tượng trượt bánh hay </a:t>
            </a:r>
            <a:r>
              <a:rPr lang="vi-VN" altLang="ko-KR" sz="900" smtClean="0">
                <a:latin typeface="Times New Roman" panose="02020603050405020304" pitchFamily="18" charset="0"/>
                <a:ea typeface="돋움" pitchFamily="50" charset="-127"/>
                <a:cs typeface="Times New Roman" panose="02020603050405020304" pitchFamily="18" charset="0"/>
              </a:rPr>
              <a:t>dao </a:t>
            </a:r>
            <a:r>
              <a:rPr lang="vi-VN" altLang="ko-KR" sz="900">
                <a:latin typeface="Times New Roman" panose="02020603050405020304" pitchFamily="18" charset="0"/>
                <a:ea typeface="돋움" pitchFamily="50" charset="-127"/>
                <a:cs typeface="Times New Roman" panose="02020603050405020304" pitchFamily="18" charset="0"/>
              </a:rPr>
              <a:t>động tốc độ.</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Không có tiếng ồn so với bánh răng hoặc xích.</a:t>
            </a:r>
          </a:p>
          <a:p>
            <a:pPr eaLnBrk="1" hangingPunct="1">
              <a:spcBef>
                <a:spcPct val="0"/>
              </a:spcBef>
              <a:buFontTx/>
              <a:buNone/>
            </a:pP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 ③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Chống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uốn</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gập</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cao hơn đai V.</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Dây </a:t>
            </a:r>
            <a:r>
              <a:rPr lang="en-US" altLang="ko-KR" sz="900" smtClean="0">
                <a:latin typeface="Times New Roman" panose="02020603050405020304" pitchFamily="18" charset="0"/>
                <a:ea typeface="돋움" pitchFamily="50" charset="-127"/>
                <a:cs typeface="Times New Roman" panose="02020603050405020304" pitchFamily="18" charset="0"/>
              </a:rPr>
              <a:t>đai</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nhẹ và có thể tăng tốc độ.</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17. </a:t>
            </a:r>
            <a:r>
              <a:rPr lang="vi-VN" altLang="ko-KR" sz="900" smtClean="0">
                <a:latin typeface="Times New Roman" panose="02020603050405020304" pitchFamily="18" charset="0"/>
                <a:ea typeface="돋움" pitchFamily="50" charset="-127"/>
                <a:cs typeface="Times New Roman" panose="02020603050405020304" pitchFamily="18" charset="0"/>
              </a:rPr>
              <a:t>Đ</a:t>
            </a:r>
            <a:r>
              <a:rPr lang="en-US" altLang="ko-KR" sz="900" smtClean="0">
                <a:latin typeface="Times New Roman" panose="02020603050405020304" pitchFamily="18" charset="0"/>
                <a:ea typeface="돋움" pitchFamily="50" charset="-127"/>
                <a:cs typeface="Times New Roman" panose="02020603050405020304" pitchFamily="18" charset="0"/>
              </a:rPr>
              <a:t>áp án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không đúng với đặc điểm của </a:t>
            </a:r>
            <a:r>
              <a:rPr lang="en-US" altLang="ko-KR" sz="900" smtClean="0">
                <a:latin typeface="Times New Roman" panose="02020603050405020304" pitchFamily="18" charset="0"/>
                <a:ea typeface="돋움" pitchFamily="50" charset="-127"/>
                <a:cs typeface="Times New Roman" panose="02020603050405020304" pitchFamily="18" charset="0"/>
              </a:rPr>
              <a:t>Ball Screw</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Hiệu </a:t>
            </a:r>
            <a:r>
              <a:rPr lang="vi-VN" altLang="ko-KR" sz="900" smtClean="0">
                <a:latin typeface="Times New Roman" panose="02020603050405020304" pitchFamily="18" charset="0"/>
                <a:ea typeface="돋움" pitchFamily="50" charset="-127"/>
                <a:cs typeface="Times New Roman" panose="02020603050405020304" pitchFamily="18" charset="0"/>
              </a:rPr>
              <a:t>quả </a:t>
            </a:r>
            <a:r>
              <a:rPr lang="vi-VN" altLang="ko-KR" sz="900">
                <a:latin typeface="Times New Roman" panose="02020603050405020304" pitchFamily="18" charset="0"/>
                <a:ea typeface="돋움" pitchFamily="50" charset="-127"/>
                <a:cs typeface="Times New Roman" panose="02020603050405020304" pitchFamily="18" charset="0"/>
              </a:rPr>
              <a:t>cao </a:t>
            </a:r>
            <a:r>
              <a:rPr lang="vi-VN" altLang="ko-KR" sz="900" smtClean="0">
                <a:latin typeface="Times New Roman" panose="02020603050405020304" pitchFamily="18" charset="0"/>
                <a:ea typeface="돋움" pitchFamily="50" charset="-127"/>
                <a:cs typeface="Times New Roman" panose="02020603050405020304" pitchFamily="18" charset="0"/>
              </a:rPr>
              <a:t>vì được </a:t>
            </a:r>
            <a:r>
              <a:rPr lang="vi-VN" altLang="ko-KR" sz="900">
                <a:latin typeface="Times New Roman" panose="02020603050405020304" pitchFamily="18" charset="0"/>
                <a:ea typeface="돋움" pitchFamily="50" charset="-127"/>
                <a:cs typeface="Times New Roman" panose="02020603050405020304" pitchFamily="18" charset="0"/>
              </a:rPr>
              <a:t>tạo ra bởi ma sát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lăn </a:t>
            </a:r>
            <a:r>
              <a:rPr lang="en-US" altLang="ko-KR" sz="900" smtClean="0">
                <a:latin typeface="Times New Roman" panose="02020603050405020304" pitchFamily="18" charset="0"/>
                <a:ea typeface="돋움" pitchFamily="50" charset="-127"/>
                <a:cs typeface="Times New Roman" panose="02020603050405020304" pitchFamily="18" charset="0"/>
              </a:rPr>
              <a:t>của các viên bi thép</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Có thể giảm thiểu </a:t>
            </a:r>
            <a:r>
              <a:rPr lang="en-US" altLang="ko-KR" sz="900" smtClean="0">
                <a:latin typeface="Times New Roman" panose="02020603050405020304" pitchFamily="18" charset="0"/>
                <a:ea typeface="돋움" pitchFamily="50" charset="-127"/>
                <a:cs typeface="Times New Roman" panose="02020603050405020304" pitchFamily="18" charset="0"/>
              </a:rPr>
              <a:t>backlash</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mang lại độ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chính xác </a:t>
            </a:r>
            <a:r>
              <a:rPr lang="vi-VN" altLang="ko-KR" sz="900" smtClean="0">
                <a:latin typeface="Times New Roman" panose="02020603050405020304" pitchFamily="18" charset="0"/>
                <a:ea typeface="돋움" pitchFamily="50" charset="-127"/>
                <a:cs typeface="Times New Roman" panose="02020603050405020304" pitchFamily="18" charset="0"/>
              </a:rPr>
              <a:t>cao</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③ Nó có tuổi thọ thấp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hơn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so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với ma sát trượt.</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Lực </a:t>
            </a:r>
            <a:r>
              <a:rPr lang="en-US" altLang="ko-KR" sz="900" smtClean="0">
                <a:latin typeface="Times New Roman" panose="02020603050405020304" pitchFamily="18" charset="0"/>
                <a:ea typeface="돋움" pitchFamily="50" charset="-127"/>
                <a:cs typeface="Times New Roman" panose="02020603050405020304" pitchFamily="18" charset="0"/>
              </a:rPr>
              <a:t>kháng</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lăn thấp cho phép chuyển động </a:t>
            </a:r>
            <a:r>
              <a:rPr lang="en-US" altLang="ko-KR" sz="900" smtClean="0">
                <a:latin typeface="Times New Roman" panose="02020603050405020304" pitchFamily="18" charset="0"/>
                <a:ea typeface="돋움" pitchFamily="50" charset="-127"/>
                <a:cs typeface="Times New Roman" panose="02020603050405020304" pitchFamily="18" charset="0"/>
              </a:rPr>
              <a:t>cực kỳ nhỏ</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và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d</a:t>
            </a:r>
            <a:r>
              <a:rPr lang="en-US" altLang="ko-KR" sz="900" smtClean="0">
                <a:latin typeface="Times New Roman" panose="02020603050405020304" pitchFamily="18" charset="0"/>
                <a:ea typeface="돋움" pitchFamily="50" charset="-127"/>
                <a:cs typeface="Times New Roman" panose="02020603050405020304" pitchFamily="18" charset="0"/>
              </a:rPr>
              <a:t>ễ dàng </a:t>
            </a:r>
            <a:r>
              <a:rPr lang="vi-VN" altLang="ko-KR" sz="900" smtClean="0">
                <a:latin typeface="Times New Roman" panose="02020603050405020304" pitchFamily="18" charset="0"/>
                <a:ea typeface="돋움" pitchFamily="50" charset="-127"/>
                <a:cs typeface="Times New Roman" panose="02020603050405020304" pitchFamily="18" charset="0"/>
              </a:rPr>
              <a:t>điều chỉnh</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18. Cấu trúc tải </a:t>
            </a:r>
            <a:r>
              <a:rPr lang="vi-VN" altLang="ko-KR" sz="900" smtClean="0">
                <a:latin typeface="Times New Roman" panose="02020603050405020304" pitchFamily="18" charset="0"/>
                <a:ea typeface="돋움" pitchFamily="50" charset="-127"/>
                <a:cs typeface="Times New Roman" panose="02020603050405020304" pitchFamily="18" charset="0"/>
              </a:rPr>
              <a:t>trước</a:t>
            </a:r>
            <a:r>
              <a:rPr lang="en-US" altLang="ko-KR" sz="900" smtClean="0">
                <a:latin typeface="Times New Roman" panose="02020603050405020304" pitchFamily="18" charset="0"/>
                <a:ea typeface="돋움" pitchFamily="50" charset="-127"/>
                <a:cs typeface="Times New Roman" panose="02020603050405020304" pitchFamily="18" charset="0"/>
              </a:rPr>
              <a:t> Preload</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được sử dụng trong </a:t>
            </a:r>
            <a:r>
              <a:rPr lang="en-US" altLang="ko-KR" sz="900" smtClean="0">
                <a:latin typeface="Times New Roman" panose="02020603050405020304" pitchFamily="18" charset="0"/>
                <a:ea typeface="돋움" pitchFamily="50" charset="-127"/>
                <a:cs typeface="Times New Roman" panose="02020603050405020304" pitchFamily="18" charset="0"/>
              </a:rPr>
              <a:t>Static Presure Preload</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gì?</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Sử dụng </a:t>
            </a:r>
            <a:r>
              <a:rPr lang="vi-VN" altLang="ko-KR" sz="900" smtClean="0">
                <a:latin typeface="Times New Roman" panose="02020603050405020304" pitchFamily="18" charset="0"/>
                <a:ea typeface="돋움" pitchFamily="50" charset="-127"/>
                <a:cs typeface="Times New Roman" panose="02020603050405020304" pitchFamily="18" charset="0"/>
              </a:rPr>
              <a:t>miếng </a:t>
            </a:r>
            <a:r>
              <a:rPr lang="vi-VN" altLang="ko-KR" sz="900">
                <a:latin typeface="Times New Roman" panose="02020603050405020304" pitchFamily="18" charset="0"/>
                <a:ea typeface="돋움" pitchFamily="50" charset="-127"/>
                <a:cs typeface="Times New Roman" panose="02020603050405020304" pitchFamily="18" charset="0"/>
              </a:rPr>
              <a:t>đệm</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Sử dụng lò xo</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Thay </a:t>
            </a:r>
            <a:r>
              <a:rPr lang="vi-VN" altLang="ko-KR" sz="900" smtClean="0">
                <a:latin typeface="Times New Roman" panose="02020603050405020304" pitchFamily="18" charset="0"/>
                <a:ea typeface="돋움" pitchFamily="50" charset="-127"/>
                <a:cs typeface="Times New Roman" panose="02020603050405020304" pitchFamily="18" charset="0"/>
              </a:rPr>
              <a:t>đổi </a:t>
            </a:r>
            <a:r>
              <a:rPr lang="vi-VN" altLang="ko-KR" sz="900">
                <a:latin typeface="Times New Roman" panose="02020603050405020304" pitchFamily="18" charset="0"/>
                <a:ea typeface="돋움" pitchFamily="50" charset="-127"/>
                <a:cs typeface="Times New Roman" panose="02020603050405020304" pitchFamily="18" charset="0"/>
              </a:rPr>
              <a:t>độ cao </a:t>
            </a:r>
            <a:r>
              <a:rPr lang="en-US" altLang="ko-KR" sz="900" smtClean="0">
                <a:latin typeface="Times New Roman" panose="02020603050405020304" pitchFamily="18" charset="0"/>
                <a:ea typeface="돋움" pitchFamily="50" charset="-127"/>
                <a:cs typeface="Times New Roman" panose="02020603050405020304" pitchFamily="18" charset="0"/>
              </a:rPr>
              <a:t>home pitch</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a:t>
            </a:r>
            <a:r>
              <a:rPr lang="vi-VN" altLang="ko-KR" sz="900" smtClean="0">
                <a:latin typeface="Times New Roman" panose="02020603050405020304" pitchFamily="18" charset="0"/>
                <a:ea typeface="돋움" pitchFamily="50" charset="-127"/>
                <a:cs typeface="Times New Roman" panose="02020603050405020304" pitchFamily="18" charset="0"/>
              </a:rPr>
              <a:t>Chèn </a:t>
            </a:r>
            <a:r>
              <a:rPr lang="vi-VN" altLang="ko-KR" sz="900">
                <a:latin typeface="Times New Roman" panose="02020603050405020304" pitchFamily="18" charset="0"/>
                <a:ea typeface="돋움" pitchFamily="50" charset="-127"/>
                <a:cs typeface="Times New Roman" panose="02020603050405020304" pitchFamily="18" charset="0"/>
              </a:rPr>
              <a:t>bộ làm lệch hướng</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19. </a:t>
            </a:r>
            <a:r>
              <a:rPr lang="en-US" altLang="ko-KR" sz="900" smtClean="0">
                <a:latin typeface="Times New Roman" panose="02020603050405020304" pitchFamily="18" charset="0"/>
                <a:cs typeface="Times New Roman" panose="02020603050405020304" pitchFamily="18" charset="0"/>
              </a:rPr>
              <a:t>Dầu nào</a:t>
            </a:r>
            <a:r>
              <a:rPr lang="en-US" altLang="ko-KR" sz="900" smtClean="0">
                <a:solidFill>
                  <a:schemeClr val="tx1"/>
                </a:solidFill>
                <a:latin typeface="Times New Roman" panose="02020603050405020304" pitchFamily="18" charset="0"/>
                <a:cs typeface="Times New Roman" panose="02020603050405020304" pitchFamily="18" charset="0"/>
              </a:rPr>
              <a:t> được sử dụng với mục đích là dầu động cơ máy bay và đầu làm nguội (dầu cắt gọt)</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Dầu khoáng.</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Dầu béo.</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Dầu hỗn hợp.</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④ Dầu tổng hợp.</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20. </a:t>
            </a:r>
            <a:r>
              <a:rPr lang="en-US" altLang="ko-KR" sz="900" smtClean="0">
                <a:latin typeface="Times New Roman" panose="02020603050405020304" pitchFamily="18" charset="0"/>
                <a:ea typeface="돋움" pitchFamily="50" charset="-127"/>
                <a:cs typeface="Times New Roman" panose="02020603050405020304" pitchFamily="18" charset="0"/>
              </a:rPr>
              <a:t>Đường</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nào sau đây </a:t>
            </a:r>
            <a:r>
              <a:rPr lang="en-US" altLang="ko-KR" sz="900" smtClean="0">
                <a:latin typeface="Times New Roman" panose="02020603050405020304" pitchFamily="18" charset="0"/>
                <a:ea typeface="돋움" pitchFamily="50" charset="-127"/>
                <a:cs typeface="Times New Roman" panose="02020603050405020304" pitchFamily="18" charset="0"/>
              </a:rPr>
              <a:t>có độ</a:t>
            </a:r>
            <a:r>
              <a:rPr lang="vi-VN" altLang="ko-KR" sz="900" smtClean="0">
                <a:latin typeface="Times New Roman" panose="02020603050405020304" pitchFamily="18" charset="0"/>
                <a:ea typeface="돋움" pitchFamily="50" charset="-127"/>
                <a:cs typeface="Times New Roman" panose="02020603050405020304" pitchFamily="18" charset="0"/>
              </a:rPr>
              <a:t> dày</a:t>
            </a:r>
            <a:r>
              <a:rPr lang="en-US" altLang="ko-KR" sz="900" smtClean="0">
                <a:latin typeface="Times New Roman" panose="02020603050405020304" pitchFamily="18" charset="0"/>
                <a:ea typeface="돋움" pitchFamily="50" charset="-127"/>
                <a:cs typeface="Times New Roman" panose="02020603050405020304" pitchFamily="18" charset="0"/>
              </a:rPr>
              <a:t> lớn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nhất?</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Đường kích thước</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Đường trung tâm</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Đường chỉ thị</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Đường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ẩn</a:t>
            </a:r>
          </a:p>
        </p:txBody>
      </p:sp>
      <p:sp>
        <p:nvSpPr>
          <p:cNvPr id="7" name="Text Box 6"/>
          <p:cNvSpPr txBox="1">
            <a:spLocks noChangeArrowheads="1"/>
          </p:cNvSpPr>
          <p:nvPr/>
        </p:nvSpPr>
        <p:spPr bwMode="auto">
          <a:xfrm>
            <a:off x="123825" y="211016"/>
            <a:ext cx="3665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900">
                <a:solidFill>
                  <a:schemeClr val="tx1"/>
                </a:solidFill>
                <a:latin typeface="돋움" pitchFamily="50" charset="-127"/>
                <a:ea typeface="돋움" pitchFamily="50" charset="-127"/>
              </a:defRPr>
            </a:lvl1pPr>
            <a:lvl2pPr marL="742950" indent="-285750" eaLnBrk="0" hangingPunct="0">
              <a:defRPr kumimoji="1" sz="900">
                <a:solidFill>
                  <a:schemeClr val="tx1"/>
                </a:solidFill>
                <a:latin typeface="돋움" pitchFamily="50" charset="-127"/>
                <a:ea typeface="돋움" pitchFamily="50" charset="-127"/>
              </a:defRPr>
            </a:lvl2pPr>
            <a:lvl3pPr marL="1143000" indent="-228600" eaLnBrk="0" hangingPunct="0">
              <a:defRPr kumimoji="1" sz="900">
                <a:solidFill>
                  <a:schemeClr val="tx1"/>
                </a:solidFill>
                <a:latin typeface="돋움" pitchFamily="50" charset="-127"/>
                <a:ea typeface="돋움" pitchFamily="50" charset="-127"/>
              </a:defRPr>
            </a:lvl3pPr>
            <a:lvl4pPr marL="1600200" indent="-228600" eaLnBrk="0" hangingPunct="0">
              <a:defRPr kumimoji="1" sz="900">
                <a:solidFill>
                  <a:schemeClr val="tx1"/>
                </a:solidFill>
                <a:latin typeface="돋움" pitchFamily="50" charset="-127"/>
                <a:ea typeface="돋움" pitchFamily="50" charset="-127"/>
              </a:defRPr>
            </a:lvl4pPr>
            <a:lvl5pPr marL="2057400" indent="-228600" eaLnBrk="0" hangingPunct="0">
              <a:defRPr kumimoji="1" sz="900">
                <a:solidFill>
                  <a:schemeClr val="tx1"/>
                </a:solidFill>
                <a:latin typeface="돋움" pitchFamily="50" charset="-127"/>
                <a:ea typeface="돋움" pitchFamily="50" charset="-127"/>
              </a:defRPr>
            </a:lvl5pPr>
            <a:lvl6pPr marL="2514600" indent="-228600" eaLnBrk="0" fontAlgn="base" hangingPunct="0">
              <a:spcBef>
                <a:spcPct val="0"/>
              </a:spcBef>
              <a:spcAft>
                <a:spcPct val="0"/>
              </a:spcAft>
              <a:defRPr kumimoji="1" sz="900">
                <a:solidFill>
                  <a:schemeClr val="tx1"/>
                </a:solidFill>
                <a:latin typeface="돋움" pitchFamily="50" charset="-127"/>
                <a:ea typeface="돋움" pitchFamily="50" charset="-127"/>
              </a:defRPr>
            </a:lvl6pPr>
            <a:lvl7pPr marL="2971800" indent="-228600" eaLnBrk="0" fontAlgn="base" hangingPunct="0">
              <a:spcBef>
                <a:spcPct val="0"/>
              </a:spcBef>
              <a:spcAft>
                <a:spcPct val="0"/>
              </a:spcAft>
              <a:defRPr kumimoji="1" sz="900">
                <a:solidFill>
                  <a:schemeClr val="tx1"/>
                </a:solidFill>
                <a:latin typeface="돋움" pitchFamily="50" charset="-127"/>
                <a:ea typeface="돋움" pitchFamily="50" charset="-127"/>
              </a:defRPr>
            </a:lvl7pPr>
            <a:lvl8pPr marL="3429000" indent="-228600" eaLnBrk="0" fontAlgn="base" hangingPunct="0">
              <a:spcBef>
                <a:spcPct val="0"/>
              </a:spcBef>
              <a:spcAft>
                <a:spcPct val="0"/>
              </a:spcAft>
              <a:defRPr kumimoji="1" sz="900">
                <a:solidFill>
                  <a:schemeClr val="tx1"/>
                </a:solidFill>
                <a:latin typeface="돋움" pitchFamily="50" charset="-127"/>
                <a:ea typeface="돋움" pitchFamily="50" charset="-127"/>
              </a:defRPr>
            </a:lvl8pPr>
            <a:lvl9pPr marL="3886200" indent="-228600" eaLnBrk="0" fontAlgn="base" hangingPunct="0">
              <a:spcBef>
                <a:spcPct val="0"/>
              </a:spcBef>
              <a:spcAft>
                <a:spcPct val="0"/>
              </a:spcAft>
              <a:defRPr kumimoji="1" sz="900">
                <a:solidFill>
                  <a:schemeClr val="tx1"/>
                </a:solidFill>
                <a:latin typeface="돋움" pitchFamily="50" charset="-127"/>
                <a:ea typeface="돋움" pitchFamily="50" charset="-127"/>
              </a:defRPr>
            </a:lvl9pPr>
          </a:lstStyle>
          <a:p>
            <a:pPr eaLnBrk="1" hangingPunct="1">
              <a:defRPr/>
            </a:pPr>
            <a:r>
              <a:rPr lang="en-US" altLang="ko-KR" sz="1600" b="1"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rPr>
              <a:t>Máy</a:t>
            </a:r>
            <a:endParaRPr lang="en-US" altLang="ko-KR" sz="1600" b="1" dirty="0" smtClean="0">
              <a:effectLst>
                <a:outerShdw blurRad="38100" dist="38100" dir="2700000" algn="tl">
                  <a:srgbClr val="C0C0C0"/>
                </a:outerShdw>
              </a:effectLst>
              <a:latin typeface="Times New Roman" panose="02020603050405020304" pitchFamily="18" charset="0"/>
              <a:ea typeface="굴림" pitchFamily="50" charset="-127"/>
              <a:cs typeface="Times New Roman" panose="02020603050405020304" pitchFamily="18" charset="0"/>
            </a:endParaRPr>
          </a:p>
        </p:txBody>
      </p:sp>
      <p:sp>
        <p:nvSpPr>
          <p:cNvPr id="8" name="TextBox 7"/>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2</a:t>
            </a:r>
          </a:p>
        </p:txBody>
      </p:sp>
    </p:spTree>
    <p:extLst>
      <p:ext uri="{BB962C8B-B14F-4D97-AF65-F5344CB8AC3E}">
        <p14:creationId xmlns:p14="http://schemas.microsoft.com/office/powerpoint/2010/main" val="1141537485"/>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50" name="Text Box 6"/>
          <p:cNvSpPr txBox="1">
            <a:spLocks noChangeArrowheads="1"/>
          </p:cNvSpPr>
          <p:nvPr/>
        </p:nvSpPr>
        <p:spPr bwMode="auto">
          <a:xfrm>
            <a:off x="123826" y="211016"/>
            <a:ext cx="595035" cy="338554"/>
          </a:xfrm>
          <a:prstGeom prst="rect">
            <a:avLst/>
          </a:prstGeom>
          <a:noFill/>
          <a:ln w="9525">
            <a:noFill/>
            <a:miter lim="800000"/>
            <a:headEnd/>
            <a:tailEnd/>
          </a:ln>
          <a:effectLst/>
        </p:spPr>
        <p:txBody>
          <a:bodyPr wrap="none">
            <a:spAutoFit/>
          </a:bodyPr>
          <a:lstStyle/>
          <a:p>
            <a:pPr>
              <a:defRPr/>
            </a:pP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Điện</a:t>
            </a:r>
            <a:endParaRPr lang="ko-KR" altLang="en-US" sz="12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6148" name="Rectangle 3"/>
          <p:cNvSpPr>
            <a:spLocks noChangeArrowheads="1"/>
          </p:cNvSpPr>
          <p:nvPr/>
        </p:nvSpPr>
        <p:spPr bwMode="auto">
          <a:xfrm>
            <a:off x="304800" y="737089"/>
            <a:ext cx="3124200" cy="81958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 Điều gì được mô tả tiếp theo?</a:t>
            </a:r>
          </a:p>
          <a:p>
            <a:pPr eaLnBrk="1" hangingPunct="1">
              <a:spcBef>
                <a:spcPct val="0"/>
              </a:spcBef>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smtClean="0">
                <a:latin typeface="Times New Roman" panose="02020603050405020304" pitchFamily="18" charset="0"/>
                <a:ea typeface="돋움" pitchFamily="50" charset="-127"/>
                <a:cs typeface="Times New Roman" panose="02020603050405020304" pitchFamily="18" charset="0"/>
              </a:rPr>
              <a:t>Electron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nhận được năng lượng và năng lượng của nó tăng lên, nó sẽ rời khỏi </a:t>
            </a:r>
            <a:r>
              <a:rPr lang="en-US" altLang="ko-KR" sz="900" smtClean="0">
                <a:latin typeface="Times New Roman" panose="02020603050405020304" pitchFamily="18" charset="0"/>
                <a:ea typeface="돋움" pitchFamily="50" charset="-127"/>
                <a:cs typeface="Times New Roman" panose="02020603050405020304" pitchFamily="18" charset="0"/>
              </a:rPr>
              <a:t>quỹ đạo </a:t>
            </a:r>
            <a:r>
              <a:rPr lang="vi-VN" altLang="ko-KR" sz="900" smtClean="0">
                <a:latin typeface="Times New Roman" panose="02020603050405020304" pitchFamily="18" charset="0"/>
                <a:ea typeface="돋움" pitchFamily="50" charset="-127"/>
                <a:cs typeface="Times New Roman" panose="02020603050405020304" pitchFamily="18" charset="0"/>
              </a:rPr>
              <a:t>và </a:t>
            </a:r>
            <a:r>
              <a:rPr lang="vi-VN" altLang="ko-KR" sz="900">
                <a:latin typeface="Times New Roman" panose="02020603050405020304" pitchFamily="18" charset="0"/>
                <a:ea typeface="돋움" pitchFamily="50" charset="-127"/>
                <a:cs typeface="Times New Roman" panose="02020603050405020304" pitchFamily="18" charset="0"/>
              </a:rPr>
              <a:t>trở thành một </a:t>
            </a:r>
            <a:r>
              <a:rPr lang="en-US" altLang="ko-KR" sz="900" smtClean="0">
                <a:latin typeface="Times New Roman" panose="02020603050405020304" pitchFamily="18" charset="0"/>
                <a:ea typeface="돋움" pitchFamily="50" charset="-127"/>
                <a:cs typeface="Times New Roman" panose="02020603050405020304" pitchFamily="18" charset="0"/>
              </a:rPr>
              <a:t>Electron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tự do, và </a:t>
            </a:r>
            <a:r>
              <a:rPr lang="vi-VN" altLang="ko-KR" sz="900" smtClean="0">
                <a:latin typeface="Times New Roman" panose="02020603050405020304" pitchFamily="18" charset="0"/>
                <a:ea typeface="돋움" pitchFamily="50" charset="-127"/>
                <a:cs typeface="Times New Roman" panose="02020603050405020304" pitchFamily="18" charset="0"/>
              </a:rPr>
              <a:t>tự </a:t>
            </a:r>
            <a:r>
              <a:rPr lang="vi-VN" altLang="ko-KR" sz="900">
                <a:latin typeface="Times New Roman" panose="02020603050405020304" pitchFamily="18" charset="0"/>
                <a:ea typeface="돋움" pitchFamily="50" charset="-127"/>
                <a:cs typeface="Times New Roman" panose="02020603050405020304" pitchFamily="18" charset="0"/>
              </a:rPr>
              <a:t>do di chuyển giữa các nguyên tử. Điện năng được tạo ra theo cách này được gọi là </a:t>
            </a:r>
            <a:r>
              <a:rPr lang="vi-VN"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smtClean="0">
                <a:latin typeface="Times New Roman" panose="02020603050405020304" pitchFamily="18" charset="0"/>
                <a:ea typeface="돋움" pitchFamily="50" charset="-127"/>
                <a:cs typeface="Times New Roman" panose="02020603050405020304" pitchFamily="18" charset="0"/>
              </a:rPr>
              <a:t>…</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Lượng tử ánh sáng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② </a:t>
            </a:r>
            <a:r>
              <a:rPr lang="en-US" altLang="ko-KR" sz="900" smtClean="0">
                <a:latin typeface="Times New Roman" panose="02020603050405020304" pitchFamily="18" charset="0"/>
                <a:ea typeface="돋움" pitchFamily="50" charset="-127"/>
                <a:cs typeface="Times New Roman" panose="02020603050405020304" pitchFamily="18" charset="0"/>
              </a:rPr>
              <a:t>Kích thích</a:t>
            </a:r>
            <a:endParaRPr lang="vi-VN"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Điện tích</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 ④ Electron </a:t>
            </a:r>
            <a:r>
              <a:rPr lang="en-US" altLang="ko-KR" sz="900">
                <a:latin typeface="Times New Roman" panose="02020603050405020304" pitchFamily="18" charset="0"/>
                <a:ea typeface="돋움" pitchFamily="50" charset="-127"/>
                <a:cs typeface="Times New Roman" panose="02020603050405020304" pitchFamily="18" charset="0"/>
              </a:rPr>
              <a:t>tự do</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2. </a:t>
            </a:r>
            <a:r>
              <a:rPr lang="en-US" altLang="ko-KR" sz="900" smtClean="0">
                <a:latin typeface="Times New Roman" panose="02020603050405020304" pitchFamily="18" charset="0"/>
                <a:ea typeface="돋움" pitchFamily="50" charset="-127"/>
                <a:cs typeface="Times New Roman" panose="02020603050405020304" pitchFamily="18" charset="0"/>
              </a:rPr>
              <a:t>Đáp án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nào không đúng với số </a:t>
            </a:r>
            <a:r>
              <a:rPr lang="vi-VN" altLang="ko-KR" sz="900" smtClean="0">
                <a:latin typeface="Times New Roman" panose="02020603050405020304" pitchFamily="18" charset="0"/>
                <a:ea typeface="돋움" pitchFamily="50" charset="-127"/>
                <a:cs typeface="Times New Roman" panose="02020603050405020304" pitchFamily="18" charset="0"/>
              </a:rPr>
              <a:t>êlectron của</a:t>
            </a:r>
            <a:r>
              <a:rPr lang="en-US" altLang="ko-KR" sz="900" smtClean="0">
                <a:latin typeface="Times New Roman" panose="02020603050405020304" pitchFamily="18" charset="0"/>
                <a:ea typeface="돋움" pitchFamily="50" charset="-127"/>
                <a:cs typeface="Times New Roman" panose="02020603050405020304" pitchFamily="18" charset="0"/>
              </a:rPr>
              <a:t> lớp</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êlectron?</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  ①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M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 16</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② </a:t>
            </a:r>
            <a:r>
              <a:rPr lang="en-US" altLang="ko-KR" sz="900" smtClean="0">
                <a:latin typeface="Times New Roman" panose="02020603050405020304" pitchFamily="18" charset="0"/>
                <a:ea typeface="돋움" pitchFamily="50" charset="-127"/>
                <a:cs typeface="Times New Roman" panose="02020603050405020304" pitchFamily="18" charset="0"/>
              </a:rPr>
              <a:t>K </a:t>
            </a:r>
            <a:r>
              <a:rPr lang="en-US" altLang="ko-KR" sz="900">
                <a:latin typeface="Times New Roman" panose="02020603050405020304" pitchFamily="18" charset="0"/>
                <a:ea typeface="돋움" pitchFamily="50" charset="-127"/>
                <a:cs typeface="Times New Roman" panose="02020603050405020304" pitchFamily="18" charset="0"/>
              </a:rPr>
              <a:t>= 2</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N </a:t>
            </a:r>
            <a:r>
              <a:rPr lang="en-US" altLang="ko-KR" sz="900">
                <a:latin typeface="Times New Roman" panose="02020603050405020304" pitchFamily="18" charset="0"/>
                <a:ea typeface="돋움" pitchFamily="50" charset="-127"/>
                <a:cs typeface="Times New Roman" panose="02020603050405020304" pitchFamily="18" charset="0"/>
              </a:rPr>
              <a:t>= 32</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④ </a:t>
            </a:r>
            <a:r>
              <a:rPr lang="en-US" altLang="ko-KR" sz="900" smtClean="0">
                <a:latin typeface="Times New Roman" panose="02020603050405020304" pitchFamily="18" charset="0"/>
                <a:ea typeface="돋움" pitchFamily="50" charset="-127"/>
                <a:cs typeface="Times New Roman" panose="02020603050405020304" pitchFamily="18" charset="0"/>
              </a:rPr>
              <a:t>L </a:t>
            </a:r>
            <a:r>
              <a:rPr lang="en-US" altLang="ko-KR" sz="900">
                <a:latin typeface="Times New Roman" panose="02020603050405020304" pitchFamily="18" charset="0"/>
                <a:ea typeface="돋움" pitchFamily="50" charset="-127"/>
                <a:cs typeface="Times New Roman" panose="02020603050405020304" pitchFamily="18" charset="0"/>
              </a:rPr>
              <a:t>= 8</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3. Điều gì được mô tả tiếp theo?</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[Các electron quỹ đạo trong nguyên tử trở thành các electron tự do. ]</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itchFamily="18" charset="0"/>
                <a:ea typeface="돋움" pitchFamily="50" charset="-127"/>
                <a:cs typeface="Times New Roman" pitchFamily="18" charset="0"/>
              </a:rPr>
              <a:t>① Kích thích</a:t>
            </a:r>
            <a:endParaRPr lang="vi-VN"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② Lượng tử ánh sáng</a:t>
            </a:r>
          </a:p>
          <a:p>
            <a:pPr eaLnBrk="1" hangingPunct="1">
              <a:spcBef>
                <a:spcPct val="0"/>
              </a:spcBef>
              <a:buFontTx/>
              <a:buNone/>
            </a:pPr>
            <a:r>
              <a:rPr lang="en-US" altLang="ko-KR" sz="900" b="1" smtClean="0">
                <a:solidFill>
                  <a:srgbClr val="FF0000"/>
                </a:solidFill>
                <a:latin typeface="Times New Roman" pitchFamily="18" charset="0"/>
                <a:ea typeface="돋움" pitchFamily="50" charset="-127"/>
                <a:cs typeface="Times New Roman" pitchFamily="18" charset="0"/>
              </a:rPr>
              <a:t>  ③ Ion hóa</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④ Phóng xung điện</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4. Độ lệch pha trong trường hợp 3 pha 220V 60㎐ là bao nhiêu?</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90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120     </a:t>
            </a:r>
            <a:r>
              <a:rPr lang="en-US" altLang="ko-KR" sz="900">
                <a:latin typeface="Times New Roman" panose="02020603050405020304" pitchFamily="18" charset="0"/>
                <a:ea typeface="돋움" pitchFamily="50" charset="-127"/>
                <a:cs typeface="Times New Roman" panose="02020603050405020304" pitchFamily="18" charset="0"/>
              </a:rPr>
              <a:t>③ 180    ④ 240</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5. </a:t>
            </a:r>
            <a:r>
              <a:rPr lang="en-US" altLang="ko-KR" sz="900" smtClean="0">
                <a:latin typeface="Times New Roman" panose="02020603050405020304" pitchFamily="18" charset="0"/>
                <a:ea typeface="돋움" pitchFamily="50" charset="-127"/>
                <a:cs typeface="Times New Roman" panose="02020603050405020304" pitchFamily="18" charset="0"/>
              </a:rPr>
              <a:t>Loại</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nhiễu như trong hình là gì?</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Tĩnh điện</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Biến động điện áp</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Chắn tín hiệu điện tử</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Chuyển mạch (Switching)</a:t>
            </a:r>
            <a:endPar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6. </a:t>
            </a:r>
            <a:r>
              <a:rPr lang="en-US" altLang="ko-KR" sz="900">
                <a:latin typeface="Times New Roman" panose="02020603050405020304" pitchFamily="18" charset="0"/>
                <a:ea typeface="돋움" pitchFamily="50" charset="-127"/>
                <a:cs typeface="Times New Roman" panose="02020603050405020304" pitchFamily="18" charset="0"/>
              </a:rPr>
              <a:t>N</a:t>
            </a:r>
            <a:r>
              <a:rPr lang="vi-VN" altLang="ko-KR" sz="900" smtClean="0">
                <a:latin typeface="Times New Roman" panose="02020603050405020304" pitchFamily="18" charset="0"/>
                <a:ea typeface="돋움" pitchFamily="50" charset="-127"/>
                <a:cs typeface="Times New Roman" panose="02020603050405020304" pitchFamily="18" charset="0"/>
              </a:rPr>
              <a:t>út </a:t>
            </a:r>
            <a:r>
              <a:rPr lang="vi-VN" altLang="ko-KR" sz="900">
                <a:latin typeface="Times New Roman" panose="02020603050405020304" pitchFamily="18" charset="0"/>
                <a:ea typeface="돋움" pitchFamily="50" charset="-127"/>
                <a:cs typeface="Times New Roman" panose="02020603050405020304" pitchFamily="18" charset="0"/>
              </a:rPr>
              <a:t>kiểm tra ELCB cho bảo vệ chống </a:t>
            </a:r>
            <a:r>
              <a:rPr lang="en-US" altLang="ko-KR" sz="900" smtClean="0">
                <a:latin typeface="Times New Roman" panose="02020603050405020304" pitchFamily="18" charset="0"/>
                <a:ea typeface="돋움" pitchFamily="50" charset="-127"/>
                <a:cs typeface="Times New Roman" panose="02020603050405020304" pitchFamily="18" charset="0"/>
              </a:rPr>
              <a:t>dòng rò</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có màu gì</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① Vàng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② Xanh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lam</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③ </a:t>
            </a:r>
            <a:r>
              <a:rPr lang="en-US" altLang="ko-KR" sz="900">
                <a:latin typeface="Times New Roman" panose="02020603050405020304" pitchFamily="18" charset="0"/>
                <a:ea typeface="돋움" pitchFamily="50" charset="-127"/>
                <a:cs typeface="Times New Roman" panose="02020603050405020304" pitchFamily="18" charset="0"/>
              </a:rPr>
              <a:t>Đ</a:t>
            </a:r>
            <a:r>
              <a:rPr lang="vi-VN" altLang="ko-KR" sz="900" smtClean="0">
                <a:latin typeface="Times New Roman" panose="02020603050405020304" pitchFamily="18" charset="0"/>
                <a:ea typeface="돋움" pitchFamily="50" charset="-127"/>
                <a:cs typeface="Times New Roman" panose="02020603050405020304" pitchFamily="18" charset="0"/>
              </a:rPr>
              <a:t>en</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④ </a:t>
            </a:r>
            <a:r>
              <a:rPr lang="en-US" altLang="ko-KR" sz="900">
                <a:latin typeface="Times New Roman" panose="02020603050405020304" pitchFamily="18" charset="0"/>
                <a:ea typeface="돋움" pitchFamily="50" charset="-127"/>
                <a:cs typeface="Times New Roman" panose="02020603050405020304" pitchFamily="18" charset="0"/>
              </a:rPr>
              <a:t>Đ</a:t>
            </a:r>
            <a:r>
              <a:rPr lang="vi-VN" altLang="ko-KR" sz="900" smtClean="0">
                <a:latin typeface="Times New Roman" panose="02020603050405020304" pitchFamily="18" charset="0"/>
                <a:ea typeface="돋움" pitchFamily="50" charset="-127"/>
                <a:cs typeface="Times New Roman" panose="02020603050405020304" pitchFamily="18" charset="0"/>
              </a:rPr>
              <a:t>ỏ</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7. </a:t>
            </a:r>
            <a:r>
              <a:rPr lang="en-US" altLang="ko-KR" sz="900">
                <a:latin typeface="Times New Roman" panose="02020603050405020304" pitchFamily="18" charset="0"/>
                <a:ea typeface="돋움" pitchFamily="50" charset="-127"/>
                <a:cs typeface="Times New Roman" panose="02020603050405020304" pitchFamily="18" charset="0"/>
              </a:rPr>
              <a:t>G</a:t>
            </a:r>
            <a:r>
              <a:rPr lang="vi-VN" altLang="ko-KR" sz="900" smtClean="0">
                <a:latin typeface="Times New Roman" panose="02020603050405020304" pitchFamily="18" charset="0"/>
                <a:ea typeface="돋움" pitchFamily="50" charset="-127"/>
                <a:cs typeface="Times New Roman" panose="02020603050405020304" pitchFamily="18" charset="0"/>
              </a:rPr>
              <a:t>iá </a:t>
            </a:r>
            <a:r>
              <a:rPr lang="vi-VN" altLang="ko-KR" sz="900">
                <a:latin typeface="Times New Roman" panose="02020603050405020304" pitchFamily="18" charset="0"/>
                <a:ea typeface="돋움" pitchFamily="50" charset="-127"/>
                <a:cs typeface="Times New Roman" panose="02020603050405020304" pitchFamily="18" charset="0"/>
              </a:rPr>
              <a:t>trị </a:t>
            </a:r>
            <a:r>
              <a:rPr lang="vi-VN" altLang="ko-KR" sz="900" smtClean="0">
                <a:latin typeface="Times New Roman" panose="02020603050405020304" pitchFamily="18" charset="0"/>
                <a:ea typeface="돋움" pitchFamily="50" charset="-127"/>
                <a:cs typeface="Times New Roman" panose="02020603050405020304" pitchFamily="18" charset="0"/>
              </a:rPr>
              <a:t>đỉnh</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đỉnh là </a:t>
            </a:r>
            <a:r>
              <a:rPr lang="vi-VN" altLang="ko-KR" sz="900" smtClean="0">
                <a:latin typeface="Times New Roman" panose="02020603050405020304" pitchFamily="18" charset="0"/>
                <a:ea typeface="돋움" pitchFamily="50" charset="-127"/>
                <a:cs typeface="Times New Roman" panose="02020603050405020304" pitchFamily="18" charset="0"/>
              </a:rPr>
              <a:t>10V</a:t>
            </a:r>
            <a:r>
              <a:rPr lang="en-US" altLang="ko-KR" sz="900">
                <a:latin typeface="Times New Roman" panose="02020603050405020304" pitchFamily="18" charset="0"/>
                <a:ea typeface="돋움" pitchFamily="50" charset="-127"/>
                <a:cs typeface="Times New Roman" panose="02020603050405020304" pitchFamily="18" charset="0"/>
              </a:rPr>
              <a:t>.</a:t>
            </a:r>
            <a:r>
              <a:rPr lang="en-US" altLang="ko-KR" sz="900" smtClean="0">
                <a:latin typeface="Times New Roman" panose="02020603050405020304" pitchFamily="18" charset="0"/>
                <a:ea typeface="돋움" pitchFamily="50" charset="-127"/>
                <a:cs typeface="Times New Roman" panose="02020603050405020304" pitchFamily="18" charset="0"/>
              </a:rPr>
              <a:t> Vậy giá trị Vave</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bao nhiêu?</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7,07    ② 6,37   ③ 3.535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④ 3,185</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8. </a:t>
            </a:r>
            <a:r>
              <a:rPr lang="en-US" altLang="ko-KR" sz="900">
                <a:latin typeface="Times New Roman" panose="02020603050405020304" pitchFamily="18" charset="0"/>
                <a:ea typeface="돋움" pitchFamily="50" charset="-127"/>
                <a:cs typeface="Times New Roman" panose="02020603050405020304" pitchFamily="18" charset="0"/>
              </a:rPr>
              <a:t>M</a:t>
            </a:r>
            <a:r>
              <a:rPr lang="vi-VN" altLang="ko-KR" sz="900" smtClean="0">
                <a:latin typeface="Times New Roman" panose="02020603050405020304" pitchFamily="18" charset="0"/>
                <a:ea typeface="돋움" pitchFamily="50" charset="-127"/>
                <a:cs typeface="Times New Roman" panose="02020603050405020304" pitchFamily="18" charset="0"/>
              </a:rPr>
              <a:t>ã </a:t>
            </a:r>
            <a:r>
              <a:rPr lang="vi-VN" altLang="ko-KR" sz="900">
                <a:latin typeface="Times New Roman" panose="02020603050405020304" pitchFamily="18" charset="0"/>
                <a:ea typeface="돋움" pitchFamily="50" charset="-127"/>
                <a:cs typeface="Times New Roman" panose="02020603050405020304" pitchFamily="18" charset="0"/>
              </a:rPr>
              <a:t>màu của điện trở là [Đỏ Đỏ Nâu Bạc]</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Sai số </a:t>
            </a:r>
            <a:r>
              <a:rPr lang="en-US" altLang="ko-KR" sz="900">
                <a:latin typeface="Times New Roman" panose="02020603050405020304" pitchFamily="18" charset="0"/>
                <a:ea typeface="돋움" pitchFamily="50" charset="-127"/>
                <a:cs typeface="Times New Roman" panose="02020603050405020304" pitchFamily="18" charset="0"/>
              </a:rPr>
              <a:t>là </a:t>
            </a:r>
            <a:r>
              <a:rPr lang="en-US" altLang="ko-KR" sz="900" smtClean="0">
                <a:latin typeface="Times New Roman" panose="02020603050405020304" pitchFamily="18" charset="0"/>
                <a:ea typeface="돋움" pitchFamily="50" charset="-127"/>
                <a:cs typeface="Times New Roman" panose="02020603050405020304" pitchFamily="18" charset="0"/>
              </a:rPr>
              <a:t>bao nhiêu?</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5%</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10%</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15%</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④ 20%</a:t>
            </a:r>
          </a:p>
        </p:txBody>
      </p:sp>
      <p:sp>
        <p:nvSpPr>
          <p:cNvPr id="6149" name="Rectangle 4"/>
          <p:cNvSpPr>
            <a:spLocks noChangeArrowheads="1"/>
          </p:cNvSpPr>
          <p:nvPr/>
        </p:nvSpPr>
        <p:spPr bwMode="auto">
          <a:xfrm>
            <a:off x="3429000" y="737089"/>
            <a:ext cx="3124200" cy="81958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9. </a:t>
            </a:r>
            <a:r>
              <a:rPr lang="en-US" altLang="ko-KR" sz="900" smtClean="0">
                <a:latin typeface="Times New Roman" panose="02020603050405020304" pitchFamily="18" charset="0"/>
                <a:ea typeface="돋움" pitchFamily="50" charset="-127"/>
                <a:cs typeface="Times New Roman" panose="02020603050405020304" pitchFamily="18" charset="0"/>
              </a:rPr>
              <a:t>Loại điện trở nào đang được nhắc tới?</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a:latin typeface="Times New Roman" panose="02020603050405020304" pitchFamily="18" charset="0"/>
                <a:ea typeface="돋움" pitchFamily="50" charset="-127"/>
                <a:cs typeface="Times New Roman" panose="02020603050405020304" pitchFamily="18" charset="0"/>
              </a:rPr>
              <a:t>Đ</a:t>
            </a:r>
            <a:r>
              <a:rPr lang="vi-VN" altLang="ko-KR" sz="900" smtClean="0">
                <a:latin typeface="Times New Roman" panose="02020603050405020304" pitchFamily="18" charset="0"/>
                <a:ea typeface="돋움" pitchFamily="50" charset="-127"/>
                <a:cs typeface="Times New Roman" panose="02020603050405020304" pitchFamily="18" charset="0"/>
              </a:rPr>
              <a:t>ược </a:t>
            </a:r>
            <a:r>
              <a:rPr lang="vi-VN" altLang="ko-KR" sz="900">
                <a:latin typeface="Times New Roman" panose="02020603050405020304" pitchFamily="18" charset="0"/>
                <a:ea typeface="돋움" pitchFamily="50" charset="-127"/>
                <a:cs typeface="Times New Roman" panose="02020603050405020304" pitchFamily="18" charset="0"/>
              </a:rPr>
              <a:t>làm bằng nhựa không cháy, </a:t>
            </a:r>
            <a:r>
              <a:rPr lang="vi-VN" altLang="ko-KR" sz="900" smtClean="0">
                <a:latin typeface="Times New Roman" panose="02020603050405020304" pitchFamily="18" charset="0"/>
                <a:ea typeface="돋움" pitchFamily="50" charset="-127"/>
                <a:cs typeface="Times New Roman" panose="02020603050405020304" pitchFamily="18" charset="0"/>
              </a:rPr>
              <a:t>không </a:t>
            </a:r>
            <a:r>
              <a:rPr lang="vi-VN" altLang="ko-KR" sz="900">
                <a:latin typeface="Times New Roman" panose="02020603050405020304" pitchFamily="18" charset="0"/>
                <a:ea typeface="돋움" pitchFamily="50" charset="-127"/>
                <a:cs typeface="Times New Roman" panose="02020603050405020304" pitchFamily="18" charset="0"/>
              </a:rPr>
              <a:t>bắt lửa ngay cả ở nhiệt độ cao và có lớp cách nhiệt phong phú</a:t>
            </a:r>
            <a:r>
              <a:rPr lang="en-US" altLang="ko-KR" sz="900">
                <a:latin typeface="Times New Roman" panose="02020603050405020304" pitchFamily="18" charset="0"/>
                <a:ea typeface="돋움" pitchFamily="50" charset="-127"/>
                <a:cs typeface="Times New Roman" panose="02020603050405020304" pitchFamily="18" charset="0"/>
              </a:rPr>
              <a:t>]</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Điện trở </a:t>
            </a:r>
            <a:r>
              <a:rPr lang="vi-VN" altLang="ko-KR" sz="900" smtClean="0">
                <a:latin typeface="Times New Roman" panose="02020603050405020304" pitchFamily="18" charset="0"/>
                <a:ea typeface="돋움" pitchFamily="50" charset="-127"/>
                <a:cs typeface="Times New Roman" panose="02020603050405020304" pitchFamily="18" charset="0"/>
              </a:rPr>
              <a:t>màng </a:t>
            </a:r>
            <a:r>
              <a:rPr lang="vi-VN" altLang="ko-KR" sz="900">
                <a:latin typeface="Times New Roman" panose="02020603050405020304" pitchFamily="18" charset="0"/>
                <a:ea typeface="돋움" pitchFamily="50" charset="-127"/>
                <a:cs typeface="Times New Roman" panose="02020603050405020304" pitchFamily="18" charset="0"/>
              </a:rPr>
              <a:t>kim loại </a:t>
            </a:r>
            <a:r>
              <a:rPr lang="vi-VN"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smtClean="0">
                <a:latin typeface="Times New Roman" panose="02020603050405020304" pitchFamily="18" charset="0"/>
                <a:ea typeface="돋움" pitchFamily="50" charset="-127"/>
                <a:cs typeface="Times New Roman" panose="02020603050405020304" pitchFamily="18" charset="0"/>
              </a:rPr>
              <a:t>dạng</a:t>
            </a:r>
            <a:r>
              <a:rPr lang="vi-VN" altLang="ko-KR" sz="900" smtClean="0">
                <a:latin typeface="Times New Roman" panose="02020603050405020304" pitchFamily="18" charset="0"/>
                <a:ea typeface="돋움" pitchFamily="50" charset="-127"/>
                <a:cs typeface="Times New Roman" panose="02020603050405020304" pitchFamily="18" charset="0"/>
              </a:rPr>
              <a:t> s</a:t>
            </a:r>
            <a:r>
              <a:rPr lang="en-US" altLang="ko-KR" sz="900" smtClean="0">
                <a:latin typeface="Times New Roman" panose="02020603050405020304" pitchFamily="18" charset="0"/>
                <a:ea typeface="돋움" pitchFamily="50" charset="-127"/>
                <a:cs typeface="Times New Roman" panose="02020603050405020304" pitchFamily="18" charset="0"/>
              </a:rPr>
              <a:t>ợi</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Điện trở</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xi măng</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Điện trở </a:t>
            </a:r>
            <a:r>
              <a:rPr lang="en-US" altLang="ko-KR" sz="900">
                <a:latin typeface="Times New Roman" panose="02020603050405020304" pitchFamily="18" charset="0"/>
                <a:ea typeface="돋움" pitchFamily="50" charset="-127"/>
                <a:cs typeface="Times New Roman" panose="02020603050405020304" pitchFamily="18" charset="0"/>
              </a:rPr>
              <a:t>màng kim loại (màng mỏng)</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④</a:t>
            </a:r>
            <a:r>
              <a:rPr lang="en-US" altLang="ko-KR" sz="900" smtClean="0">
                <a:latin typeface="Times New Roman" panose="02020603050405020304" pitchFamily="18" charset="0"/>
                <a:ea typeface="돋움" pitchFamily="50" charset="-127"/>
                <a:cs typeface="Times New Roman" panose="02020603050405020304" pitchFamily="18" charset="0"/>
              </a:rPr>
              <a:t> Điện trở</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màng carbon nhỏ</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10. </a:t>
            </a:r>
            <a:r>
              <a:rPr lang="en-US" altLang="ko-KR" sz="900" smtClean="0">
                <a:latin typeface="Times New Roman" panose="02020603050405020304" pitchFamily="18" charset="0"/>
                <a:ea typeface="돋움" pitchFamily="50" charset="-127"/>
                <a:cs typeface="Times New Roman" panose="02020603050405020304" pitchFamily="18" charset="0"/>
              </a:rPr>
              <a:t>Đáp án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nào sau đây không phải là </a:t>
            </a:r>
            <a:r>
              <a:rPr lang="en-US" altLang="ko-KR" sz="900" smtClean="0">
                <a:latin typeface="Times New Roman" panose="02020603050405020304" pitchFamily="18" charset="0"/>
                <a:ea typeface="돋움" pitchFamily="50" charset="-127"/>
                <a:cs typeface="Times New Roman" panose="02020603050405020304" pitchFamily="18" charset="0"/>
              </a:rPr>
              <a:t>một loại </a:t>
            </a:r>
            <a:r>
              <a:rPr lang="vi-VN" altLang="ko-KR" sz="900" smtClean="0">
                <a:latin typeface="Times New Roman" panose="02020603050405020304" pitchFamily="18" charset="0"/>
                <a:ea typeface="돋움" pitchFamily="50" charset="-127"/>
                <a:cs typeface="Times New Roman" panose="02020603050405020304" pitchFamily="18" charset="0"/>
              </a:rPr>
              <a:t>của </a:t>
            </a:r>
            <a:r>
              <a:rPr lang="vi-VN" altLang="ko-KR" sz="900">
                <a:latin typeface="Times New Roman" panose="02020603050405020304" pitchFamily="18" charset="0"/>
                <a:ea typeface="돋움" pitchFamily="50" charset="-127"/>
                <a:cs typeface="Times New Roman" panose="02020603050405020304" pitchFamily="18" charset="0"/>
              </a:rPr>
              <a:t>biến trở?</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Màng carbon</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② </a:t>
            </a:r>
            <a:r>
              <a:rPr lang="en-US" altLang="ko-KR" sz="900" smtClean="0">
                <a:latin typeface="Times New Roman" panose="02020603050405020304" pitchFamily="18" charset="0"/>
                <a:ea typeface="돋움" pitchFamily="50" charset="-127"/>
                <a:cs typeface="Times New Roman" panose="02020603050405020304" pitchFamily="18" charset="0"/>
              </a:rPr>
              <a:t>Màng </a:t>
            </a:r>
            <a:r>
              <a:rPr lang="en-US" altLang="ko-KR" sz="900">
                <a:latin typeface="Times New Roman" panose="02020603050405020304" pitchFamily="18" charset="0"/>
                <a:ea typeface="돋움" pitchFamily="50" charset="-127"/>
                <a:cs typeface="Times New Roman" panose="02020603050405020304" pitchFamily="18" charset="0"/>
              </a:rPr>
              <a:t>kim loại</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Cuộn </a:t>
            </a:r>
            <a:r>
              <a:rPr lang="en-US" altLang="ko-KR" sz="900">
                <a:latin typeface="Times New Roman" panose="02020603050405020304" pitchFamily="18" charset="0"/>
                <a:ea typeface="돋움" pitchFamily="50" charset="-127"/>
                <a:cs typeface="Times New Roman" panose="02020603050405020304" pitchFamily="18" charset="0"/>
              </a:rPr>
              <a:t>dây</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Silicone</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11. Tụ điện nào sau đây có cực tính?</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Tụ điện Mylar</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② Tụ </a:t>
            </a:r>
            <a:r>
              <a:rPr lang="en-US" altLang="ko-KR" sz="900" smtClean="0">
                <a:latin typeface="Times New Roman" panose="02020603050405020304" pitchFamily="18" charset="0"/>
                <a:ea typeface="돋움" pitchFamily="50" charset="-127"/>
                <a:cs typeface="Times New Roman" panose="02020603050405020304" pitchFamily="18" charset="0"/>
              </a:rPr>
              <a:t>Sứ</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③ Tụ Tantal</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Tụ điện Styrol</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None/>
            </a:pPr>
            <a:r>
              <a:rPr lang="vi-VN" altLang="ko-KR" sz="900">
                <a:latin typeface="Times New Roman" panose="02020603050405020304" pitchFamily="18" charset="0"/>
                <a:ea typeface="돋움" pitchFamily="50" charset="-127"/>
                <a:cs typeface="Times New Roman" panose="02020603050405020304" pitchFamily="18" charset="0"/>
              </a:rPr>
              <a:t>12. Hiện tượng suất điện động xảy ra khi từ thông đi qua cuộn dây bị thay đổi là </a:t>
            </a:r>
            <a:r>
              <a:rPr lang="vi-VN" altLang="ko-KR" sz="900" smtClean="0">
                <a:latin typeface="Times New Roman" panose="02020603050405020304" pitchFamily="18" charset="0"/>
                <a:ea typeface="돋움" pitchFamily="50" charset="-127"/>
                <a:cs typeface="Times New Roman" panose="02020603050405020304" pitchFamily="18" charset="0"/>
              </a:rPr>
              <a:t>gì?</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①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ảm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ứng điện từ</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Suất điện động cảm ứng</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Định luật Lenz</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④ Điện cảm</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13. Loại cuộn dây nào có tụ điện mắc song song </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FCZ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IFT</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RFC                ④ FFC</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14. Điện áp ngưỡng thuận của diode Zener 9.1V / Si</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là bao nhiêu?</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0,2V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0,7V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2,9V               ④ 9.1V</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15. </a:t>
            </a:r>
            <a:r>
              <a:rPr lang="en-US" altLang="ko-KR" sz="900" smtClean="0">
                <a:latin typeface="Times New Roman" panose="02020603050405020304" pitchFamily="18" charset="0"/>
                <a:ea typeface="돋움" pitchFamily="50" charset="-127"/>
                <a:cs typeface="Times New Roman" panose="02020603050405020304" pitchFamily="18" charset="0"/>
              </a:rPr>
              <a:t>TR tần số thấp loại NPN?</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A</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a:latin typeface="Times New Roman" panose="02020603050405020304" pitchFamily="18" charset="0"/>
                <a:ea typeface="돋움" pitchFamily="50" charset="-127"/>
                <a:cs typeface="Times New Roman" panose="02020603050405020304" pitchFamily="18" charset="0"/>
              </a:rPr>
              <a:t>XXX</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② B XXX</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C XXX</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④ D XXX</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16. </a:t>
            </a:r>
            <a:r>
              <a:rPr lang="vi-VN" altLang="ko-KR" sz="900" smtClean="0">
                <a:latin typeface="Times New Roman" panose="02020603050405020304" pitchFamily="18" charset="0"/>
                <a:ea typeface="돋움" pitchFamily="50" charset="-127"/>
                <a:cs typeface="Times New Roman" panose="02020603050405020304" pitchFamily="18" charset="0"/>
              </a:rPr>
              <a:t>Đ</a:t>
            </a:r>
            <a:r>
              <a:rPr lang="en-US" altLang="ko-KR" sz="900" smtClean="0">
                <a:latin typeface="Times New Roman" panose="02020603050405020304" pitchFamily="18" charset="0"/>
                <a:ea typeface="돋움" pitchFamily="50" charset="-127"/>
                <a:cs typeface="Times New Roman" panose="02020603050405020304" pitchFamily="18" charset="0"/>
              </a:rPr>
              <a:t>âu</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không phải là đặc điểm của Photo </a:t>
            </a:r>
            <a:r>
              <a:rPr lang="vi-VN" altLang="ko-KR" sz="900" smtClean="0">
                <a:latin typeface="Times New Roman" panose="02020603050405020304" pitchFamily="18" charset="0"/>
                <a:ea typeface="돋움" pitchFamily="50" charset="-127"/>
                <a:cs typeface="Times New Roman" panose="02020603050405020304" pitchFamily="18" charset="0"/>
              </a:rPr>
              <a:t>Coupler</a:t>
            </a:r>
            <a:r>
              <a:rPr lang="vi-VN" altLang="ko-KR" sz="900">
                <a:latin typeface="Times New Roman" panose="02020603050405020304" pitchFamily="18" charset="0"/>
                <a:ea typeface="돋움" pitchFamily="50" charset="-127"/>
                <a:cs typeface="Times New Roman" panose="02020603050405020304" pitchFamily="18" charset="0"/>
              </a:rPr>
              <a:t>?</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Tốc độ phản hồi nhanh</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Truyền tín hiệu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dạng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hai chiều</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③ Có độ tin cậy cao</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④ Chống ồn</a:t>
            </a:r>
          </a:p>
        </p:txBody>
      </p:sp>
      <p:pic>
        <p:nvPicPr>
          <p:cNvPr id="6150" name="Picture 6"/>
          <p:cNvPicPr preferRelativeResize="0">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60848" y="5235819"/>
            <a:ext cx="1066800" cy="531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51" name="Text Box 6"/>
          <p:cNvSpPr txBox="1">
            <a:spLocks noChangeArrowheads="1"/>
          </p:cNvSpPr>
          <p:nvPr/>
        </p:nvSpPr>
        <p:spPr bwMode="auto">
          <a:xfrm>
            <a:off x="292100" y="754674"/>
            <a:ext cx="129234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Điện</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Câu 1</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20</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Tree>
    <p:extLst>
      <p:ext uri="{BB962C8B-B14F-4D97-AF65-F5344CB8AC3E}">
        <p14:creationId xmlns:p14="http://schemas.microsoft.com/office/powerpoint/2010/main" val="4170165038"/>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19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17. </a:t>
            </a:r>
            <a:r>
              <a:rPr lang="en-US" altLang="ko-KR" sz="900" smtClean="0">
                <a:latin typeface="Times New Roman" panose="02020603050405020304" pitchFamily="18" charset="0"/>
                <a:ea typeface="돋움" pitchFamily="50" charset="-127"/>
                <a:cs typeface="Times New Roman" panose="02020603050405020304" pitchFamily="18" charset="0"/>
              </a:rPr>
              <a:t>Nhiệt độ tăng thì giá trị điện trở tăng là loại nào</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NTC</a:t>
            </a: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PTC</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CTR</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④ RTS</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18. Hiệu điện thế qua điện trở trong đoạn mạch sau là bao nhiêu?</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① 0V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② 0,2V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0,7V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④ 4.3V</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19. Hiệu điện thế qua điện trở trong đoạn mạch sau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đây là bao nhiêu?</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0V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② 0,7V</a:t>
            </a: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③ 2,9V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④ 12V</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20. Tần số của dạng sóng </a:t>
            </a:r>
            <a:r>
              <a:rPr lang="en-US" altLang="ko-KR" sz="900" smtClean="0">
                <a:latin typeface="Times New Roman" panose="02020603050405020304" pitchFamily="18" charset="0"/>
                <a:ea typeface="돋움" pitchFamily="50" charset="-127"/>
                <a:cs typeface="Times New Roman" panose="02020603050405020304" pitchFamily="18" charset="0"/>
              </a:rPr>
              <a:t>sin bên dưới </a:t>
            </a:r>
            <a:r>
              <a:rPr lang="en-US" altLang="ko-KR" sz="900">
                <a:latin typeface="Times New Roman" panose="02020603050405020304" pitchFamily="18" charset="0"/>
                <a:ea typeface="돋움" pitchFamily="50" charset="-127"/>
                <a:cs typeface="Times New Roman" panose="02020603050405020304" pitchFamily="18" charset="0"/>
              </a:rPr>
              <a:t>là bao nhiêu?</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200 hz</a:t>
            </a: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250 hz</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500 hz</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④ 1khz</a:t>
            </a:r>
          </a:p>
        </p:txBody>
      </p:sp>
      <p:sp>
        <p:nvSpPr>
          <p:cNvPr id="8197"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Times New Roman" panose="02020603050405020304" pitchFamily="18" charset="0"/>
              <a:ea typeface="돋움" pitchFamily="50" charset="-127"/>
              <a:cs typeface="Times New Roman" panose="02020603050405020304" pitchFamily="18" charset="0"/>
            </a:endParaRPr>
          </a:p>
        </p:txBody>
      </p:sp>
      <p:grpSp>
        <p:nvGrpSpPr>
          <p:cNvPr id="8198" name="그룹 4"/>
          <p:cNvGrpSpPr>
            <a:grpSpLocks/>
          </p:cNvGrpSpPr>
          <p:nvPr/>
        </p:nvGrpSpPr>
        <p:grpSpPr bwMode="auto">
          <a:xfrm>
            <a:off x="478079" y="4306125"/>
            <a:ext cx="2582622" cy="1688018"/>
            <a:chOff x="478639" y="4615820"/>
            <a:chExt cx="2582548" cy="1829129"/>
          </a:xfrm>
        </p:grpSpPr>
        <p:grpSp>
          <p:nvGrpSpPr>
            <p:cNvPr id="8249" name="Group 45"/>
            <p:cNvGrpSpPr>
              <a:grpSpLocks/>
            </p:cNvGrpSpPr>
            <p:nvPr/>
          </p:nvGrpSpPr>
          <p:grpSpPr bwMode="auto">
            <a:xfrm>
              <a:off x="694412" y="4615820"/>
              <a:ext cx="2366775" cy="1489977"/>
              <a:chOff x="815" y="998"/>
              <a:chExt cx="2305" cy="1760"/>
            </a:xfrm>
          </p:grpSpPr>
          <p:sp>
            <p:nvSpPr>
              <p:cNvPr id="8252" name="Rectangle 46"/>
              <p:cNvSpPr>
                <a:spLocks noChangeArrowheads="1"/>
              </p:cNvSpPr>
              <p:nvPr/>
            </p:nvSpPr>
            <p:spPr bwMode="auto">
              <a:xfrm>
                <a:off x="2890"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3" name="Rectangle 47"/>
              <p:cNvSpPr>
                <a:spLocks noChangeArrowheads="1"/>
              </p:cNvSpPr>
              <p:nvPr/>
            </p:nvSpPr>
            <p:spPr bwMode="auto">
              <a:xfrm>
                <a:off x="2659"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4" name="Rectangle 48"/>
              <p:cNvSpPr>
                <a:spLocks noChangeArrowheads="1"/>
              </p:cNvSpPr>
              <p:nvPr/>
            </p:nvSpPr>
            <p:spPr bwMode="auto">
              <a:xfrm>
                <a:off x="2429"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5" name="Rectangle 49"/>
              <p:cNvSpPr>
                <a:spLocks noChangeArrowheads="1"/>
              </p:cNvSpPr>
              <p:nvPr/>
            </p:nvSpPr>
            <p:spPr bwMode="auto">
              <a:xfrm>
                <a:off x="2198"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6" name="Rectangle 50"/>
              <p:cNvSpPr>
                <a:spLocks noChangeArrowheads="1"/>
              </p:cNvSpPr>
              <p:nvPr/>
            </p:nvSpPr>
            <p:spPr bwMode="auto">
              <a:xfrm>
                <a:off x="1968"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7" name="Rectangle 51"/>
              <p:cNvSpPr>
                <a:spLocks noChangeArrowheads="1"/>
              </p:cNvSpPr>
              <p:nvPr/>
            </p:nvSpPr>
            <p:spPr bwMode="auto">
              <a:xfrm>
                <a:off x="1738"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8" name="Rectangle 52"/>
              <p:cNvSpPr>
                <a:spLocks noChangeArrowheads="1"/>
              </p:cNvSpPr>
              <p:nvPr/>
            </p:nvSpPr>
            <p:spPr bwMode="auto">
              <a:xfrm>
                <a:off x="1507"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59" name="Rectangle 53"/>
              <p:cNvSpPr>
                <a:spLocks noChangeArrowheads="1"/>
              </p:cNvSpPr>
              <p:nvPr/>
            </p:nvSpPr>
            <p:spPr bwMode="auto">
              <a:xfrm>
                <a:off x="1277"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0" name="Rectangle 54"/>
              <p:cNvSpPr>
                <a:spLocks noChangeArrowheads="1"/>
              </p:cNvSpPr>
              <p:nvPr/>
            </p:nvSpPr>
            <p:spPr bwMode="auto">
              <a:xfrm>
                <a:off x="1046" y="25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1" name="Rectangle 55"/>
              <p:cNvSpPr>
                <a:spLocks noChangeArrowheads="1"/>
              </p:cNvSpPr>
              <p:nvPr/>
            </p:nvSpPr>
            <p:spPr bwMode="auto">
              <a:xfrm>
                <a:off x="816" y="25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2" name="Rectangle 56"/>
              <p:cNvSpPr>
                <a:spLocks noChangeArrowheads="1"/>
              </p:cNvSpPr>
              <p:nvPr/>
            </p:nvSpPr>
            <p:spPr bwMode="auto">
              <a:xfrm>
                <a:off x="2890"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3" name="Rectangle 57"/>
              <p:cNvSpPr>
                <a:spLocks noChangeArrowheads="1"/>
              </p:cNvSpPr>
              <p:nvPr/>
            </p:nvSpPr>
            <p:spPr bwMode="auto">
              <a:xfrm>
                <a:off x="2659"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4" name="Rectangle 58"/>
              <p:cNvSpPr>
                <a:spLocks noChangeArrowheads="1"/>
              </p:cNvSpPr>
              <p:nvPr/>
            </p:nvSpPr>
            <p:spPr bwMode="auto">
              <a:xfrm>
                <a:off x="2429"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5" name="Rectangle 59"/>
              <p:cNvSpPr>
                <a:spLocks noChangeArrowheads="1"/>
              </p:cNvSpPr>
              <p:nvPr/>
            </p:nvSpPr>
            <p:spPr bwMode="auto">
              <a:xfrm>
                <a:off x="2198"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6" name="Rectangle 60"/>
              <p:cNvSpPr>
                <a:spLocks noChangeArrowheads="1"/>
              </p:cNvSpPr>
              <p:nvPr/>
            </p:nvSpPr>
            <p:spPr bwMode="auto">
              <a:xfrm>
                <a:off x="1968"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7" name="Rectangle 61"/>
              <p:cNvSpPr>
                <a:spLocks noChangeArrowheads="1"/>
              </p:cNvSpPr>
              <p:nvPr/>
            </p:nvSpPr>
            <p:spPr bwMode="auto">
              <a:xfrm>
                <a:off x="1738"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8" name="Rectangle 62"/>
              <p:cNvSpPr>
                <a:spLocks noChangeArrowheads="1"/>
              </p:cNvSpPr>
              <p:nvPr/>
            </p:nvSpPr>
            <p:spPr bwMode="auto">
              <a:xfrm>
                <a:off x="1507"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69" name="Rectangle 63"/>
              <p:cNvSpPr>
                <a:spLocks noChangeArrowheads="1"/>
              </p:cNvSpPr>
              <p:nvPr/>
            </p:nvSpPr>
            <p:spPr bwMode="auto">
              <a:xfrm>
                <a:off x="1277"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0" name="Rectangle 64"/>
              <p:cNvSpPr>
                <a:spLocks noChangeArrowheads="1"/>
              </p:cNvSpPr>
              <p:nvPr/>
            </p:nvSpPr>
            <p:spPr bwMode="auto">
              <a:xfrm>
                <a:off x="1046" y="23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1" name="Rectangle 65"/>
              <p:cNvSpPr>
                <a:spLocks noChangeArrowheads="1"/>
              </p:cNvSpPr>
              <p:nvPr/>
            </p:nvSpPr>
            <p:spPr bwMode="auto">
              <a:xfrm>
                <a:off x="816" y="23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2" name="Rectangle 66"/>
              <p:cNvSpPr>
                <a:spLocks noChangeArrowheads="1"/>
              </p:cNvSpPr>
              <p:nvPr/>
            </p:nvSpPr>
            <p:spPr bwMode="auto">
              <a:xfrm>
                <a:off x="2890"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3" name="Rectangle 67"/>
              <p:cNvSpPr>
                <a:spLocks noChangeArrowheads="1"/>
              </p:cNvSpPr>
              <p:nvPr/>
            </p:nvSpPr>
            <p:spPr bwMode="auto">
              <a:xfrm>
                <a:off x="2659"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4" name="Rectangle 68"/>
              <p:cNvSpPr>
                <a:spLocks noChangeArrowheads="1"/>
              </p:cNvSpPr>
              <p:nvPr/>
            </p:nvSpPr>
            <p:spPr bwMode="auto">
              <a:xfrm>
                <a:off x="2429"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5" name="Rectangle 69"/>
              <p:cNvSpPr>
                <a:spLocks noChangeArrowheads="1"/>
              </p:cNvSpPr>
              <p:nvPr/>
            </p:nvSpPr>
            <p:spPr bwMode="auto">
              <a:xfrm>
                <a:off x="2198"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6" name="Rectangle 70"/>
              <p:cNvSpPr>
                <a:spLocks noChangeArrowheads="1"/>
              </p:cNvSpPr>
              <p:nvPr/>
            </p:nvSpPr>
            <p:spPr bwMode="auto">
              <a:xfrm>
                <a:off x="1968"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7" name="Rectangle 71"/>
              <p:cNvSpPr>
                <a:spLocks noChangeArrowheads="1"/>
              </p:cNvSpPr>
              <p:nvPr/>
            </p:nvSpPr>
            <p:spPr bwMode="auto">
              <a:xfrm>
                <a:off x="1738"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8" name="Rectangle 72"/>
              <p:cNvSpPr>
                <a:spLocks noChangeArrowheads="1"/>
              </p:cNvSpPr>
              <p:nvPr/>
            </p:nvSpPr>
            <p:spPr bwMode="auto">
              <a:xfrm>
                <a:off x="1507"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79" name="Rectangle 73"/>
              <p:cNvSpPr>
                <a:spLocks noChangeArrowheads="1"/>
              </p:cNvSpPr>
              <p:nvPr/>
            </p:nvSpPr>
            <p:spPr bwMode="auto">
              <a:xfrm>
                <a:off x="1277"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0" name="Rectangle 74"/>
              <p:cNvSpPr>
                <a:spLocks noChangeArrowheads="1"/>
              </p:cNvSpPr>
              <p:nvPr/>
            </p:nvSpPr>
            <p:spPr bwMode="auto">
              <a:xfrm>
                <a:off x="1046" y="20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1" name="Rectangle 75"/>
              <p:cNvSpPr>
                <a:spLocks noChangeArrowheads="1"/>
              </p:cNvSpPr>
              <p:nvPr/>
            </p:nvSpPr>
            <p:spPr bwMode="auto">
              <a:xfrm>
                <a:off x="816" y="20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2" name="Rectangle 76"/>
              <p:cNvSpPr>
                <a:spLocks noChangeArrowheads="1"/>
              </p:cNvSpPr>
              <p:nvPr/>
            </p:nvSpPr>
            <p:spPr bwMode="auto">
              <a:xfrm>
                <a:off x="2890"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3" name="Rectangle 77"/>
              <p:cNvSpPr>
                <a:spLocks noChangeArrowheads="1"/>
              </p:cNvSpPr>
              <p:nvPr/>
            </p:nvSpPr>
            <p:spPr bwMode="auto">
              <a:xfrm>
                <a:off x="2659"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4" name="Rectangle 78"/>
              <p:cNvSpPr>
                <a:spLocks noChangeArrowheads="1"/>
              </p:cNvSpPr>
              <p:nvPr/>
            </p:nvSpPr>
            <p:spPr bwMode="auto">
              <a:xfrm>
                <a:off x="2429"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5" name="Rectangle 79"/>
              <p:cNvSpPr>
                <a:spLocks noChangeArrowheads="1"/>
              </p:cNvSpPr>
              <p:nvPr/>
            </p:nvSpPr>
            <p:spPr bwMode="auto">
              <a:xfrm>
                <a:off x="2198"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6" name="Rectangle 80"/>
              <p:cNvSpPr>
                <a:spLocks noChangeArrowheads="1"/>
              </p:cNvSpPr>
              <p:nvPr/>
            </p:nvSpPr>
            <p:spPr bwMode="auto">
              <a:xfrm>
                <a:off x="1968"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7" name="Rectangle 81"/>
              <p:cNvSpPr>
                <a:spLocks noChangeArrowheads="1"/>
              </p:cNvSpPr>
              <p:nvPr/>
            </p:nvSpPr>
            <p:spPr bwMode="auto">
              <a:xfrm>
                <a:off x="1738"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8" name="Rectangle 82"/>
              <p:cNvSpPr>
                <a:spLocks noChangeArrowheads="1"/>
              </p:cNvSpPr>
              <p:nvPr/>
            </p:nvSpPr>
            <p:spPr bwMode="auto">
              <a:xfrm>
                <a:off x="1507"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89" name="Rectangle 83"/>
              <p:cNvSpPr>
                <a:spLocks noChangeArrowheads="1"/>
              </p:cNvSpPr>
              <p:nvPr/>
            </p:nvSpPr>
            <p:spPr bwMode="auto">
              <a:xfrm>
                <a:off x="1277"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0" name="Rectangle 84"/>
              <p:cNvSpPr>
                <a:spLocks noChangeArrowheads="1"/>
              </p:cNvSpPr>
              <p:nvPr/>
            </p:nvSpPr>
            <p:spPr bwMode="auto">
              <a:xfrm>
                <a:off x="1046" y="187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1" name="Rectangle 85"/>
              <p:cNvSpPr>
                <a:spLocks noChangeArrowheads="1"/>
              </p:cNvSpPr>
              <p:nvPr/>
            </p:nvSpPr>
            <p:spPr bwMode="auto">
              <a:xfrm>
                <a:off x="816" y="187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2" name="Rectangle 86"/>
              <p:cNvSpPr>
                <a:spLocks noChangeArrowheads="1"/>
              </p:cNvSpPr>
              <p:nvPr/>
            </p:nvSpPr>
            <p:spPr bwMode="auto">
              <a:xfrm>
                <a:off x="2890"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3" name="Rectangle 87"/>
              <p:cNvSpPr>
                <a:spLocks noChangeArrowheads="1"/>
              </p:cNvSpPr>
              <p:nvPr/>
            </p:nvSpPr>
            <p:spPr bwMode="auto">
              <a:xfrm>
                <a:off x="2659"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4" name="Rectangle 88"/>
              <p:cNvSpPr>
                <a:spLocks noChangeArrowheads="1"/>
              </p:cNvSpPr>
              <p:nvPr/>
            </p:nvSpPr>
            <p:spPr bwMode="auto">
              <a:xfrm>
                <a:off x="2429"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5" name="Rectangle 89"/>
              <p:cNvSpPr>
                <a:spLocks noChangeArrowheads="1"/>
              </p:cNvSpPr>
              <p:nvPr/>
            </p:nvSpPr>
            <p:spPr bwMode="auto">
              <a:xfrm>
                <a:off x="2198"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6" name="Rectangle 90"/>
              <p:cNvSpPr>
                <a:spLocks noChangeArrowheads="1"/>
              </p:cNvSpPr>
              <p:nvPr/>
            </p:nvSpPr>
            <p:spPr bwMode="auto">
              <a:xfrm>
                <a:off x="1968"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7" name="Rectangle 91"/>
              <p:cNvSpPr>
                <a:spLocks noChangeArrowheads="1"/>
              </p:cNvSpPr>
              <p:nvPr/>
            </p:nvSpPr>
            <p:spPr bwMode="auto">
              <a:xfrm>
                <a:off x="1738"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8" name="Rectangle 92"/>
              <p:cNvSpPr>
                <a:spLocks noChangeArrowheads="1"/>
              </p:cNvSpPr>
              <p:nvPr/>
            </p:nvSpPr>
            <p:spPr bwMode="auto">
              <a:xfrm>
                <a:off x="1507"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299" name="Rectangle 93"/>
              <p:cNvSpPr>
                <a:spLocks noChangeArrowheads="1"/>
              </p:cNvSpPr>
              <p:nvPr/>
            </p:nvSpPr>
            <p:spPr bwMode="auto">
              <a:xfrm>
                <a:off x="1277"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0" name="Rectangle 94"/>
              <p:cNvSpPr>
                <a:spLocks noChangeArrowheads="1"/>
              </p:cNvSpPr>
              <p:nvPr/>
            </p:nvSpPr>
            <p:spPr bwMode="auto">
              <a:xfrm>
                <a:off x="1046" y="165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1" name="Rectangle 95"/>
              <p:cNvSpPr>
                <a:spLocks noChangeArrowheads="1"/>
              </p:cNvSpPr>
              <p:nvPr/>
            </p:nvSpPr>
            <p:spPr bwMode="auto">
              <a:xfrm>
                <a:off x="816" y="165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2" name="Rectangle 96"/>
              <p:cNvSpPr>
                <a:spLocks noChangeArrowheads="1"/>
              </p:cNvSpPr>
              <p:nvPr/>
            </p:nvSpPr>
            <p:spPr bwMode="auto">
              <a:xfrm>
                <a:off x="2890"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3" name="Rectangle 97"/>
              <p:cNvSpPr>
                <a:spLocks noChangeArrowheads="1"/>
              </p:cNvSpPr>
              <p:nvPr/>
            </p:nvSpPr>
            <p:spPr bwMode="auto">
              <a:xfrm>
                <a:off x="2659"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4" name="Rectangle 98"/>
              <p:cNvSpPr>
                <a:spLocks noChangeArrowheads="1"/>
              </p:cNvSpPr>
              <p:nvPr/>
            </p:nvSpPr>
            <p:spPr bwMode="auto">
              <a:xfrm>
                <a:off x="2429"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5" name="Rectangle 99"/>
              <p:cNvSpPr>
                <a:spLocks noChangeArrowheads="1"/>
              </p:cNvSpPr>
              <p:nvPr/>
            </p:nvSpPr>
            <p:spPr bwMode="auto">
              <a:xfrm>
                <a:off x="2198"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6" name="Rectangle 100"/>
              <p:cNvSpPr>
                <a:spLocks noChangeArrowheads="1"/>
              </p:cNvSpPr>
              <p:nvPr/>
            </p:nvSpPr>
            <p:spPr bwMode="auto">
              <a:xfrm>
                <a:off x="1968"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7" name="Rectangle 101"/>
              <p:cNvSpPr>
                <a:spLocks noChangeArrowheads="1"/>
              </p:cNvSpPr>
              <p:nvPr/>
            </p:nvSpPr>
            <p:spPr bwMode="auto">
              <a:xfrm>
                <a:off x="1738"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8" name="Rectangle 102"/>
              <p:cNvSpPr>
                <a:spLocks noChangeArrowheads="1"/>
              </p:cNvSpPr>
              <p:nvPr/>
            </p:nvSpPr>
            <p:spPr bwMode="auto">
              <a:xfrm>
                <a:off x="1507"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09" name="Rectangle 103"/>
              <p:cNvSpPr>
                <a:spLocks noChangeArrowheads="1"/>
              </p:cNvSpPr>
              <p:nvPr/>
            </p:nvSpPr>
            <p:spPr bwMode="auto">
              <a:xfrm>
                <a:off x="1277"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0" name="Rectangle 104"/>
              <p:cNvSpPr>
                <a:spLocks noChangeArrowheads="1"/>
              </p:cNvSpPr>
              <p:nvPr/>
            </p:nvSpPr>
            <p:spPr bwMode="auto">
              <a:xfrm>
                <a:off x="1046" y="143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1" name="Rectangle 105"/>
              <p:cNvSpPr>
                <a:spLocks noChangeArrowheads="1"/>
              </p:cNvSpPr>
              <p:nvPr/>
            </p:nvSpPr>
            <p:spPr bwMode="auto">
              <a:xfrm>
                <a:off x="816" y="143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2" name="Rectangle 106"/>
              <p:cNvSpPr>
                <a:spLocks noChangeArrowheads="1"/>
              </p:cNvSpPr>
              <p:nvPr/>
            </p:nvSpPr>
            <p:spPr bwMode="auto">
              <a:xfrm>
                <a:off x="2890"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3" name="Rectangle 107"/>
              <p:cNvSpPr>
                <a:spLocks noChangeArrowheads="1"/>
              </p:cNvSpPr>
              <p:nvPr/>
            </p:nvSpPr>
            <p:spPr bwMode="auto">
              <a:xfrm>
                <a:off x="2659"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4" name="Rectangle 108"/>
              <p:cNvSpPr>
                <a:spLocks noChangeArrowheads="1"/>
              </p:cNvSpPr>
              <p:nvPr/>
            </p:nvSpPr>
            <p:spPr bwMode="auto">
              <a:xfrm>
                <a:off x="2429"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5" name="Rectangle 109"/>
              <p:cNvSpPr>
                <a:spLocks noChangeArrowheads="1"/>
              </p:cNvSpPr>
              <p:nvPr/>
            </p:nvSpPr>
            <p:spPr bwMode="auto">
              <a:xfrm>
                <a:off x="2198"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6" name="Rectangle 110"/>
              <p:cNvSpPr>
                <a:spLocks noChangeArrowheads="1"/>
              </p:cNvSpPr>
              <p:nvPr/>
            </p:nvSpPr>
            <p:spPr bwMode="auto">
              <a:xfrm>
                <a:off x="1968"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7" name="Rectangle 111"/>
              <p:cNvSpPr>
                <a:spLocks noChangeArrowheads="1"/>
              </p:cNvSpPr>
              <p:nvPr/>
            </p:nvSpPr>
            <p:spPr bwMode="auto">
              <a:xfrm>
                <a:off x="1738"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8" name="Rectangle 112"/>
              <p:cNvSpPr>
                <a:spLocks noChangeArrowheads="1"/>
              </p:cNvSpPr>
              <p:nvPr/>
            </p:nvSpPr>
            <p:spPr bwMode="auto">
              <a:xfrm>
                <a:off x="1507"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19" name="Rectangle 113"/>
              <p:cNvSpPr>
                <a:spLocks noChangeArrowheads="1"/>
              </p:cNvSpPr>
              <p:nvPr/>
            </p:nvSpPr>
            <p:spPr bwMode="auto">
              <a:xfrm>
                <a:off x="1277"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0" name="Rectangle 114"/>
              <p:cNvSpPr>
                <a:spLocks noChangeArrowheads="1"/>
              </p:cNvSpPr>
              <p:nvPr/>
            </p:nvSpPr>
            <p:spPr bwMode="auto">
              <a:xfrm>
                <a:off x="1046" y="121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1" name="Rectangle 115"/>
              <p:cNvSpPr>
                <a:spLocks noChangeArrowheads="1"/>
              </p:cNvSpPr>
              <p:nvPr/>
            </p:nvSpPr>
            <p:spPr bwMode="auto">
              <a:xfrm>
                <a:off x="816" y="121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2" name="Rectangle 116"/>
              <p:cNvSpPr>
                <a:spLocks noChangeArrowheads="1"/>
              </p:cNvSpPr>
              <p:nvPr/>
            </p:nvSpPr>
            <p:spPr bwMode="auto">
              <a:xfrm>
                <a:off x="2890"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3" name="Rectangle 117"/>
              <p:cNvSpPr>
                <a:spLocks noChangeArrowheads="1"/>
              </p:cNvSpPr>
              <p:nvPr/>
            </p:nvSpPr>
            <p:spPr bwMode="auto">
              <a:xfrm>
                <a:off x="2659"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4" name="Rectangle 118"/>
              <p:cNvSpPr>
                <a:spLocks noChangeArrowheads="1"/>
              </p:cNvSpPr>
              <p:nvPr/>
            </p:nvSpPr>
            <p:spPr bwMode="auto">
              <a:xfrm>
                <a:off x="2429"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5" name="Rectangle 119"/>
              <p:cNvSpPr>
                <a:spLocks noChangeArrowheads="1"/>
              </p:cNvSpPr>
              <p:nvPr/>
            </p:nvSpPr>
            <p:spPr bwMode="auto">
              <a:xfrm>
                <a:off x="2198"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6" name="Rectangle 120"/>
              <p:cNvSpPr>
                <a:spLocks noChangeArrowheads="1"/>
              </p:cNvSpPr>
              <p:nvPr/>
            </p:nvSpPr>
            <p:spPr bwMode="auto">
              <a:xfrm>
                <a:off x="1968"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7" name="Rectangle 121"/>
              <p:cNvSpPr>
                <a:spLocks noChangeArrowheads="1"/>
              </p:cNvSpPr>
              <p:nvPr/>
            </p:nvSpPr>
            <p:spPr bwMode="auto">
              <a:xfrm>
                <a:off x="1738"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8" name="Rectangle 122"/>
              <p:cNvSpPr>
                <a:spLocks noChangeArrowheads="1"/>
              </p:cNvSpPr>
              <p:nvPr/>
            </p:nvSpPr>
            <p:spPr bwMode="auto">
              <a:xfrm>
                <a:off x="1507"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29" name="Rectangle 123"/>
              <p:cNvSpPr>
                <a:spLocks noChangeArrowheads="1"/>
              </p:cNvSpPr>
              <p:nvPr/>
            </p:nvSpPr>
            <p:spPr bwMode="auto">
              <a:xfrm>
                <a:off x="1277"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30" name="Rectangle 124"/>
              <p:cNvSpPr>
                <a:spLocks noChangeArrowheads="1"/>
              </p:cNvSpPr>
              <p:nvPr/>
            </p:nvSpPr>
            <p:spPr bwMode="auto">
              <a:xfrm>
                <a:off x="1046" y="998"/>
                <a:ext cx="231"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31" name="Rectangle 125"/>
              <p:cNvSpPr>
                <a:spLocks noChangeArrowheads="1"/>
              </p:cNvSpPr>
              <p:nvPr/>
            </p:nvSpPr>
            <p:spPr bwMode="auto">
              <a:xfrm>
                <a:off x="816" y="998"/>
                <a:ext cx="230" cy="220"/>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endParaRPr lang="ko-KR" altLang="en-US" sz="1200">
                  <a:latin typeface="Times New Roman" panose="02020603050405020304" pitchFamily="18" charset="0"/>
                  <a:cs typeface="Times New Roman" panose="02020603050405020304" pitchFamily="18" charset="0"/>
                </a:endParaRPr>
              </a:p>
            </p:txBody>
          </p:sp>
          <p:sp>
            <p:nvSpPr>
              <p:cNvPr id="8332" name="Line 126"/>
              <p:cNvSpPr>
                <a:spLocks noChangeShapeType="1"/>
              </p:cNvSpPr>
              <p:nvPr/>
            </p:nvSpPr>
            <p:spPr bwMode="auto">
              <a:xfrm>
                <a:off x="816" y="99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3" name="Line 127"/>
              <p:cNvSpPr>
                <a:spLocks noChangeShapeType="1"/>
              </p:cNvSpPr>
              <p:nvPr/>
            </p:nvSpPr>
            <p:spPr bwMode="auto">
              <a:xfrm>
                <a:off x="816" y="121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4" name="Line 128"/>
              <p:cNvSpPr>
                <a:spLocks noChangeShapeType="1"/>
              </p:cNvSpPr>
              <p:nvPr/>
            </p:nvSpPr>
            <p:spPr bwMode="auto">
              <a:xfrm>
                <a:off x="816" y="143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5" name="Line 129"/>
              <p:cNvSpPr>
                <a:spLocks noChangeShapeType="1"/>
              </p:cNvSpPr>
              <p:nvPr/>
            </p:nvSpPr>
            <p:spPr bwMode="auto">
              <a:xfrm>
                <a:off x="816" y="1878"/>
                <a:ext cx="2304"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6" name="Line 130"/>
              <p:cNvSpPr>
                <a:spLocks noChangeShapeType="1"/>
              </p:cNvSpPr>
              <p:nvPr/>
            </p:nvSpPr>
            <p:spPr bwMode="auto">
              <a:xfrm>
                <a:off x="816" y="231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7" name="Line 131"/>
              <p:cNvSpPr>
                <a:spLocks noChangeShapeType="1"/>
              </p:cNvSpPr>
              <p:nvPr/>
            </p:nvSpPr>
            <p:spPr bwMode="auto">
              <a:xfrm>
                <a:off x="816" y="2538"/>
                <a:ext cx="2304" cy="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8" name="Line 132"/>
              <p:cNvSpPr>
                <a:spLocks noChangeShapeType="1"/>
              </p:cNvSpPr>
              <p:nvPr/>
            </p:nvSpPr>
            <p:spPr bwMode="auto">
              <a:xfrm>
                <a:off x="816" y="275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39" name="Line 133"/>
              <p:cNvSpPr>
                <a:spLocks noChangeShapeType="1"/>
              </p:cNvSpPr>
              <p:nvPr/>
            </p:nvSpPr>
            <p:spPr bwMode="auto">
              <a:xfrm>
                <a:off x="816"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0" name="Line 134"/>
              <p:cNvSpPr>
                <a:spLocks noChangeShapeType="1"/>
              </p:cNvSpPr>
              <p:nvPr/>
            </p:nvSpPr>
            <p:spPr bwMode="auto">
              <a:xfrm>
                <a:off x="1046"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1" name="Line 135"/>
              <p:cNvSpPr>
                <a:spLocks noChangeShapeType="1"/>
              </p:cNvSpPr>
              <p:nvPr/>
            </p:nvSpPr>
            <p:spPr bwMode="auto">
              <a:xfrm>
                <a:off x="1277"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2" name="Line 136"/>
              <p:cNvSpPr>
                <a:spLocks noChangeShapeType="1"/>
              </p:cNvSpPr>
              <p:nvPr/>
            </p:nvSpPr>
            <p:spPr bwMode="auto">
              <a:xfrm>
                <a:off x="1507"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3" name="Line 137"/>
              <p:cNvSpPr>
                <a:spLocks noChangeShapeType="1"/>
              </p:cNvSpPr>
              <p:nvPr/>
            </p:nvSpPr>
            <p:spPr bwMode="auto">
              <a:xfrm>
                <a:off x="1968" y="998"/>
                <a:ext cx="0" cy="17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4" name="Line 138"/>
              <p:cNvSpPr>
                <a:spLocks noChangeShapeType="1"/>
              </p:cNvSpPr>
              <p:nvPr/>
            </p:nvSpPr>
            <p:spPr bwMode="auto">
              <a:xfrm>
                <a:off x="2429"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5" name="Line 139"/>
              <p:cNvSpPr>
                <a:spLocks noChangeShapeType="1"/>
              </p:cNvSpPr>
              <p:nvPr/>
            </p:nvSpPr>
            <p:spPr bwMode="auto">
              <a:xfrm>
                <a:off x="2659"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6" name="Line 140"/>
              <p:cNvSpPr>
                <a:spLocks noChangeShapeType="1"/>
              </p:cNvSpPr>
              <p:nvPr/>
            </p:nvSpPr>
            <p:spPr bwMode="auto">
              <a:xfrm>
                <a:off x="2890" y="998"/>
                <a:ext cx="0" cy="176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7" name="Line 141"/>
              <p:cNvSpPr>
                <a:spLocks noChangeShapeType="1"/>
              </p:cNvSpPr>
              <p:nvPr/>
            </p:nvSpPr>
            <p:spPr bwMode="auto">
              <a:xfrm>
                <a:off x="3120"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8" name="Line 142"/>
              <p:cNvSpPr>
                <a:spLocks noChangeShapeType="1"/>
              </p:cNvSpPr>
              <p:nvPr/>
            </p:nvSpPr>
            <p:spPr bwMode="auto">
              <a:xfrm>
                <a:off x="816" y="165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49" name="Line 143"/>
              <p:cNvSpPr>
                <a:spLocks noChangeShapeType="1"/>
              </p:cNvSpPr>
              <p:nvPr/>
            </p:nvSpPr>
            <p:spPr bwMode="auto">
              <a:xfrm>
                <a:off x="816" y="2098"/>
                <a:ext cx="2304" cy="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50" name="Line 144"/>
              <p:cNvSpPr>
                <a:spLocks noChangeShapeType="1"/>
              </p:cNvSpPr>
              <p:nvPr/>
            </p:nvSpPr>
            <p:spPr bwMode="auto">
              <a:xfrm>
                <a:off x="1738"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51" name="Line 145"/>
              <p:cNvSpPr>
                <a:spLocks noChangeShapeType="1"/>
              </p:cNvSpPr>
              <p:nvPr/>
            </p:nvSpPr>
            <p:spPr bwMode="auto">
              <a:xfrm>
                <a:off x="2198" y="998"/>
                <a:ext cx="0" cy="1760"/>
              </a:xfrm>
              <a:prstGeom prst="line">
                <a:avLst/>
              </a:prstGeom>
              <a:noFill/>
              <a:ln w="12700" cap="sq">
                <a:solidFill>
                  <a:srgbClr val="808080"/>
                </a:solidFill>
                <a:round/>
                <a:headEnd/>
                <a:tailEnd/>
              </a:ln>
              <a:extLst>
                <a:ext uri="{909E8E84-426E-40DD-AFC4-6F175D3DCCD1}">
                  <a14:hiddenFill xmlns:a14="http://schemas.microsoft.com/office/drawing/2010/main">
                    <a:no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sp>
            <p:nvSpPr>
              <p:cNvPr id="8352" name="Freeform 146"/>
              <p:cNvSpPr>
                <a:spLocks/>
              </p:cNvSpPr>
              <p:nvPr/>
            </p:nvSpPr>
            <p:spPr bwMode="auto">
              <a:xfrm>
                <a:off x="815" y="1116"/>
                <a:ext cx="2305" cy="1418"/>
              </a:xfrm>
              <a:custGeom>
                <a:avLst/>
                <a:gdLst>
                  <a:gd name="T0" fmla="*/ 0 w 2305"/>
                  <a:gd name="T1" fmla="*/ 21 h 1910"/>
                  <a:gd name="T2" fmla="*/ 270 w 2305"/>
                  <a:gd name="T3" fmla="*/ 3 h 1910"/>
                  <a:gd name="T4" fmla="*/ 696 w 2305"/>
                  <a:gd name="T5" fmla="*/ 39 h 1910"/>
                  <a:gd name="T6" fmla="*/ 1160 w 2305"/>
                  <a:gd name="T7" fmla="*/ 3 h 1910"/>
                  <a:gd name="T8" fmla="*/ 1609 w 2305"/>
                  <a:gd name="T9" fmla="*/ 39 h 1910"/>
                  <a:gd name="T10" fmla="*/ 2035 w 2305"/>
                  <a:gd name="T11" fmla="*/ 3 h 1910"/>
                  <a:gd name="T12" fmla="*/ 2305 w 2305"/>
                  <a:gd name="T13" fmla="*/ 22 h 1910"/>
                  <a:gd name="T14" fmla="*/ 0 60000 65536"/>
                  <a:gd name="T15" fmla="*/ 0 60000 65536"/>
                  <a:gd name="T16" fmla="*/ 0 60000 65536"/>
                  <a:gd name="T17" fmla="*/ 0 60000 65536"/>
                  <a:gd name="T18" fmla="*/ 0 60000 65536"/>
                  <a:gd name="T19" fmla="*/ 0 60000 65536"/>
                  <a:gd name="T20" fmla="*/ 0 60000 65536"/>
                  <a:gd name="T21" fmla="*/ 0 w 2305"/>
                  <a:gd name="T22" fmla="*/ 0 h 1910"/>
                  <a:gd name="T23" fmla="*/ 2305 w 2305"/>
                  <a:gd name="T24" fmla="*/ 1910 h 19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5" h="1910">
                    <a:moveTo>
                      <a:pt x="0" y="1006"/>
                    </a:moveTo>
                    <a:cubicBezTo>
                      <a:pt x="45" y="864"/>
                      <a:pt x="154" y="0"/>
                      <a:pt x="270" y="151"/>
                    </a:cubicBezTo>
                    <a:cubicBezTo>
                      <a:pt x="386" y="302"/>
                      <a:pt x="548" y="1910"/>
                      <a:pt x="696" y="1909"/>
                    </a:cubicBezTo>
                    <a:cubicBezTo>
                      <a:pt x="844" y="1908"/>
                      <a:pt x="1008" y="145"/>
                      <a:pt x="1160" y="143"/>
                    </a:cubicBezTo>
                    <a:cubicBezTo>
                      <a:pt x="1312" y="141"/>
                      <a:pt x="1463" y="1892"/>
                      <a:pt x="1609" y="1894"/>
                    </a:cubicBezTo>
                    <a:cubicBezTo>
                      <a:pt x="1755" y="1896"/>
                      <a:pt x="1919" y="301"/>
                      <a:pt x="2035" y="158"/>
                    </a:cubicBezTo>
                    <a:cubicBezTo>
                      <a:pt x="2151" y="15"/>
                      <a:pt x="2249" y="851"/>
                      <a:pt x="2305" y="1033"/>
                    </a:cubicBez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ko-KR" altLang="en-US">
                  <a:latin typeface="Times New Roman" panose="02020603050405020304" pitchFamily="18" charset="0"/>
                  <a:cs typeface="Times New Roman" panose="02020603050405020304" pitchFamily="18" charset="0"/>
                </a:endParaRPr>
              </a:p>
            </p:txBody>
          </p:sp>
        </p:grpSp>
        <p:sp>
          <p:nvSpPr>
            <p:cNvPr id="8250" name="Text Box 147"/>
            <p:cNvSpPr txBox="1">
              <a:spLocks noChangeArrowheads="1"/>
            </p:cNvSpPr>
            <p:nvPr/>
          </p:nvSpPr>
          <p:spPr bwMode="auto">
            <a:xfrm>
              <a:off x="478639" y="6120426"/>
              <a:ext cx="790578" cy="300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r>
                <a:rPr lang="en-US" altLang="ko-KR" sz="1000" b="1">
                  <a:latin typeface="Times New Roman" panose="02020603050405020304" pitchFamily="18" charset="0"/>
                  <a:cs typeface="Times New Roman" panose="02020603050405020304" pitchFamily="18" charset="0"/>
                </a:rPr>
                <a:t>CH1 2.00V</a:t>
              </a:r>
            </a:p>
          </p:txBody>
        </p:sp>
        <p:sp>
          <p:nvSpPr>
            <p:cNvPr id="8251" name="Text Box 148"/>
            <p:cNvSpPr txBox="1">
              <a:spLocks noChangeArrowheads="1"/>
            </p:cNvSpPr>
            <p:nvPr/>
          </p:nvSpPr>
          <p:spPr bwMode="auto">
            <a:xfrm>
              <a:off x="1560504" y="6144794"/>
              <a:ext cx="716842" cy="300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r" eaLnBrk="1" latinLnBrk="0" hangingPunct="1">
                <a:lnSpc>
                  <a:spcPct val="120000"/>
                </a:lnSpc>
                <a:spcBef>
                  <a:spcPct val="0"/>
                </a:spcBef>
                <a:buFontTx/>
                <a:buNone/>
              </a:pPr>
              <a:r>
                <a:rPr lang="en-US" altLang="ko-KR" sz="1000" b="1">
                  <a:latin typeface="Times New Roman" panose="02020603050405020304" pitchFamily="18" charset="0"/>
                  <a:cs typeface="Times New Roman" panose="02020603050405020304" pitchFamily="18" charset="0"/>
                </a:rPr>
                <a:t>M 1000μs</a:t>
              </a:r>
            </a:p>
          </p:txBody>
        </p:sp>
      </p:grpSp>
      <p:grpSp>
        <p:nvGrpSpPr>
          <p:cNvPr id="8199" name="그룹 1"/>
          <p:cNvGrpSpPr>
            <a:grpSpLocks/>
          </p:cNvGrpSpPr>
          <p:nvPr/>
        </p:nvGrpSpPr>
        <p:grpSpPr bwMode="auto">
          <a:xfrm>
            <a:off x="1431925" y="1984802"/>
            <a:ext cx="1104900" cy="834598"/>
            <a:chOff x="1412117" y="2216696"/>
            <a:chExt cx="1701442" cy="1435988"/>
          </a:xfrm>
        </p:grpSpPr>
        <p:sp>
          <p:nvSpPr>
            <p:cNvPr id="8226" name="Line 62"/>
            <p:cNvSpPr>
              <a:spLocks noChangeShapeType="1"/>
            </p:cNvSpPr>
            <p:nvPr/>
          </p:nvSpPr>
          <p:spPr bwMode="auto">
            <a:xfrm>
              <a:off x="2068984" y="2216696"/>
              <a:ext cx="0" cy="6667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7" name="Line 63"/>
            <p:cNvSpPr>
              <a:spLocks noChangeShapeType="1"/>
            </p:cNvSpPr>
            <p:nvPr/>
          </p:nvSpPr>
          <p:spPr bwMode="auto">
            <a:xfrm>
              <a:off x="2065809" y="2216696"/>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8" name="Line 64"/>
            <p:cNvSpPr>
              <a:spLocks noChangeShapeType="1"/>
            </p:cNvSpPr>
            <p:nvPr/>
          </p:nvSpPr>
          <p:spPr bwMode="auto">
            <a:xfrm>
              <a:off x="2991322" y="2216696"/>
              <a:ext cx="0" cy="2032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nvGrpSpPr>
            <p:cNvPr id="8229" name="Group 65"/>
            <p:cNvGrpSpPr>
              <a:grpSpLocks/>
            </p:cNvGrpSpPr>
            <p:nvPr/>
          </p:nvGrpSpPr>
          <p:grpSpPr bwMode="auto">
            <a:xfrm>
              <a:off x="2899247" y="2419896"/>
              <a:ext cx="184150" cy="254000"/>
              <a:chOff x="1488" y="1152"/>
              <a:chExt cx="192" cy="336"/>
            </a:xfrm>
          </p:grpSpPr>
          <p:sp>
            <p:nvSpPr>
              <p:cNvPr id="8242" name="Line 66"/>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3" name="Line 67"/>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4" name="Line 68"/>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5" name="Line 69"/>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6" name="Line 70"/>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7" name="Line 71"/>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8" name="Line 72"/>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8230" name="Line 73"/>
            <p:cNvSpPr>
              <a:spLocks noChangeShapeType="1"/>
            </p:cNvSpPr>
            <p:nvPr/>
          </p:nvSpPr>
          <p:spPr bwMode="auto">
            <a:xfrm>
              <a:off x="2991322" y="2673896"/>
              <a:ext cx="0" cy="47625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31" name="AutoShape 74"/>
            <p:cNvSpPr>
              <a:spLocks noChangeArrowheads="1"/>
            </p:cNvSpPr>
            <p:nvPr/>
          </p:nvSpPr>
          <p:spPr bwMode="auto">
            <a:xfrm flipV="1">
              <a:off x="2869084" y="3137446"/>
              <a:ext cx="244475" cy="101600"/>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8232" name="Line 75"/>
            <p:cNvSpPr>
              <a:spLocks noChangeShapeType="1"/>
            </p:cNvSpPr>
            <p:nvPr/>
          </p:nvSpPr>
          <p:spPr bwMode="auto">
            <a:xfrm flipV="1">
              <a:off x="2869084" y="3239046"/>
              <a:ext cx="2444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33" name="Line 76"/>
            <p:cNvSpPr>
              <a:spLocks noChangeShapeType="1"/>
            </p:cNvSpPr>
            <p:nvPr/>
          </p:nvSpPr>
          <p:spPr bwMode="auto">
            <a:xfrm>
              <a:off x="2075334" y="3588296"/>
              <a:ext cx="9159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34" name="Line 77"/>
            <p:cNvSpPr>
              <a:spLocks noChangeShapeType="1"/>
            </p:cNvSpPr>
            <p:nvPr/>
          </p:nvSpPr>
          <p:spPr bwMode="auto">
            <a:xfrm>
              <a:off x="2991322" y="3232696"/>
              <a:ext cx="0" cy="3556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35" name="Text Box 78"/>
            <p:cNvSpPr txBox="1">
              <a:spLocks noChangeArrowheads="1"/>
            </p:cNvSpPr>
            <p:nvPr/>
          </p:nvSpPr>
          <p:spPr bwMode="auto">
            <a:xfrm>
              <a:off x="2520969" y="2356193"/>
              <a:ext cx="430009" cy="4501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100">
                  <a:latin typeface="Times New Roman" panose="02020603050405020304" pitchFamily="18" charset="0"/>
                  <a:ea typeface="돋움" pitchFamily="50" charset="-127"/>
                  <a:cs typeface="Times New Roman" panose="02020603050405020304" pitchFamily="18" charset="0"/>
                </a:rPr>
                <a:t>R</a:t>
              </a:r>
            </a:p>
          </p:txBody>
        </p:sp>
        <p:sp>
          <p:nvSpPr>
            <p:cNvPr id="123" name="Text Box 79"/>
            <p:cNvSpPr txBox="1">
              <a:spLocks noChangeArrowheads="1"/>
            </p:cNvSpPr>
            <p:nvPr/>
          </p:nvSpPr>
          <p:spPr bwMode="auto">
            <a:xfrm>
              <a:off x="2409514" y="2937789"/>
              <a:ext cx="605269" cy="7148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050" dirty="0">
                  <a:latin typeface="Times New Roman" pitchFamily="18" charset="0"/>
                  <a:cs typeface="Times New Roman" panose="02020603050405020304" pitchFamily="18" charset="0"/>
                </a:rPr>
                <a:t>  D</a:t>
              </a:r>
            </a:p>
            <a:p>
              <a:pPr>
                <a:defRPr/>
              </a:pPr>
              <a:r>
                <a:rPr lang="en-US" altLang="ko-KR" sz="1050" dirty="0">
                  <a:latin typeface="Times New Roman" pitchFamily="18" charset="0"/>
                  <a:cs typeface="Times New Roman" panose="02020603050405020304" pitchFamily="18" charset="0"/>
                </a:rPr>
                <a:t>(</a:t>
              </a:r>
              <a:r>
                <a:rPr lang="en-US" altLang="ko-KR" sz="800" dirty="0" err="1">
                  <a:latin typeface="Times New Roman" pitchFamily="18" charset="0"/>
                  <a:cs typeface="Times New Roman" panose="02020603050405020304" pitchFamily="18" charset="0"/>
                </a:rPr>
                <a:t>Ge</a:t>
              </a:r>
              <a:r>
                <a:rPr lang="en-US" altLang="ko-KR" sz="1050" dirty="0">
                  <a:latin typeface="Times New Roman" pitchFamily="18" charset="0"/>
                  <a:cs typeface="Times New Roman" panose="02020603050405020304" pitchFamily="18" charset="0"/>
                </a:rPr>
                <a:t>)</a:t>
              </a:r>
            </a:p>
          </p:txBody>
        </p:sp>
        <p:sp>
          <p:nvSpPr>
            <p:cNvPr id="8237" name="Line 80"/>
            <p:cNvSpPr>
              <a:spLocks noChangeShapeType="1"/>
            </p:cNvSpPr>
            <p:nvPr/>
          </p:nvSpPr>
          <p:spPr bwMode="auto">
            <a:xfrm flipV="1">
              <a:off x="2068984" y="2912020"/>
              <a:ext cx="0" cy="6762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nvGrpSpPr>
            <p:cNvPr id="8238" name="Group 81"/>
            <p:cNvGrpSpPr>
              <a:grpSpLocks/>
            </p:cNvGrpSpPr>
            <p:nvPr/>
          </p:nvGrpSpPr>
          <p:grpSpPr bwMode="auto">
            <a:xfrm flipV="1">
              <a:off x="1951509" y="2873921"/>
              <a:ext cx="238125" cy="47625"/>
              <a:chOff x="636" y="3360"/>
              <a:chExt cx="150" cy="30"/>
            </a:xfrm>
          </p:grpSpPr>
          <p:sp>
            <p:nvSpPr>
              <p:cNvPr id="8240" name="Line 82"/>
              <p:cNvSpPr>
                <a:spLocks noChangeShapeType="1"/>
              </p:cNvSpPr>
              <p:nvPr/>
            </p:nvSpPr>
            <p:spPr bwMode="auto">
              <a:xfrm>
                <a:off x="636" y="3360"/>
                <a:ext cx="15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41" name="Line 83"/>
              <p:cNvSpPr>
                <a:spLocks noChangeShapeType="1"/>
              </p:cNvSpPr>
              <p:nvPr/>
            </p:nvSpPr>
            <p:spPr bwMode="auto">
              <a:xfrm>
                <a:off x="660" y="3390"/>
                <a:ext cx="96"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126" name="Text Box 85"/>
            <p:cNvSpPr txBox="1">
              <a:spLocks noChangeArrowheads="1"/>
            </p:cNvSpPr>
            <p:nvPr/>
          </p:nvSpPr>
          <p:spPr bwMode="auto">
            <a:xfrm>
              <a:off x="1412117" y="2678094"/>
              <a:ext cx="676856" cy="4368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ko-KR" sz="1050" dirty="0">
                  <a:latin typeface="Times New Roman" panose="02020603050405020304" pitchFamily="18" charset="0"/>
                  <a:cs typeface="Times New Roman" panose="02020603050405020304" pitchFamily="18" charset="0"/>
                </a:rPr>
                <a:t>5[V]</a:t>
              </a:r>
            </a:p>
          </p:txBody>
        </p:sp>
      </p:grpSp>
      <p:grpSp>
        <p:nvGrpSpPr>
          <p:cNvPr id="8200" name="그룹 3"/>
          <p:cNvGrpSpPr>
            <a:grpSpLocks/>
          </p:cNvGrpSpPr>
          <p:nvPr/>
        </p:nvGrpSpPr>
        <p:grpSpPr bwMode="auto">
          <a:xfrm>
            <a:off x="1404939" y="3232638"/>
            <a:ext cx="1201737" cy="805962"/>
            <a:chOff x="1405633" y="3323681"/>
            <a:chExt cx="1200326" cy="874190"/>
          </a:xfrm>
        </p:grpSpPr>
        <p:sp>
          <p:nvSpPr>
            <p:cNvPr id="8201" name="Line 75"/>
            <p:cNvSpPr>
              <a:spLocks noChangeShapeType="1"/>
            </p:cNvSpPr>
            <p:nvPr/>
          </p:nvSpPr>
          <p:spPr bwMode="auto">
            <a:xfrm>
              <a:off x="1854814" y="3323681"/>
              <a:ext cx="0" cy="42495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02" name="Line 76"/>
            <p:cNvSpPr>
              <a:spLocks noChangeShapeType="1"/>
            </p:cNvSpPr>
            <p:nvPr/>
          </p:nvSpPr>
          <p:spPr bwMode="auto">
            <a:xfrm>
              <a:off x="1848402" y="3323681"/>
              <a:ext cx="6165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03" name="Line 77"/>
            <p:cNvSpPr>
              <a:spLocks noChangeShapeType="1"/>
            </p:cNvSpPr>
            <p:nvPr/>
          </p:nvSpPr>
          <p:spPr bwMode="auto">
            <a:xfrm>
              <a:off x="2471388" y="3323681"/>
              <a:ext cx="0" cy="12951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nvGrpSpPr>
            <p:cNvPr id="8204" name="Group 78"/>
            <p:cNvGrpSpPr>
              <a:grpSpLocks/>
            </p:cNvGrpSpPr>
            <p:nvPr/>
          </p:nvGrpSpPr>
          <p:grpSpPr bwMode="auto">
            <a:xfrm>
              <a:off x="2409410" y="3453191"/>
              <a:ext cx="123956" cy="161887"/>
              <a:chOff x="1488" y="1152"/>
              <a:chExt cx="192" cy="336"/>
            </a:xfrm>
          </p:grpSpPr>
          <p:sp>
            <p:nvSpPr>
              <p:cNvPr id="8219" name="Line 79"/>
              <p:cNvSpPr>
                <a:spLocks noChangeShapeType="1"/>
              </p:cNvSpPr>
              <p:nvPr/>
            </p:nvSpPr>
            <p:spPr bwMode="auto">
              <a:xfrm>
                <a:off x="1584" y="1152"/>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0" name="Line 80"/>
              <p:cNvSpPr>
                <a:spLocks noChangeShapeType="1"/>
              </p:cNvSpPr>
              <p:nvPr/>
            </p:nvSpPr>
            <p:spPr bwMode="auto">
              <a:xfrm flipH="1">
                <a:off x="1488" y="1200"/>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1" name="Line 81"/>
              <p:cNvSpPr>
                <a:spLocks noChangeShapeType="1"/>
              </p:cNvSpPr>
              <p:nvPr/>
            </p:nvSpPr>
            <p:spPr bwMode="auto">
              <a:xfrm>
                <a:off x="1488" y="1248"/>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2" name="Line 82"/>
              <p:cNvSpPr>
                <a:spLocks noChangeShapeType="1"/>
              </p:cNvSpPr>
              <p:nvPr/>
            </p:nvSpPr>
            <p:spPr bwMode="auto">
              <a:xfrm flipH="1">
                <a:off x="1488" y="1296"/>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3" name="Line 83"/>
              <p:cNvSpPr>
                <a:spLocks noChangeShapeType="1"/>
              </p:cNvSpPr>
              <p:nvPr/>
            </p:nvSpPr>
            <p:spPr bwMode="auto">
              <a:xfrm>
                <a:off x="1488" y="1344"/>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4" name="Line 84"/>
              <p:cNvSpPr>
                <a:spLocks noChangeShapeType="1"/>
              </p:cNvSpPr>
              <p:nvPr/>
            </p:nvSpPr>
            <p:spPr bwMode="auto">
              <a:xfrm flipH="1">
                <a:off x="1488" y="1392"/>
                <a:ext cx="192"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25" name="Line 85"/>
              <p:cNvSpPr>
                <a:spLocks noChangeShapeType="1"/>
              </p:cNvSpPr>
              <p:nvPr/>
            </p:nvSpPr>
            <p:spPr bwMode="auto">
              <a:xfrm>
                <a:off x="1488" y="1440"/>
                <a:ext cx="96" cy="4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8205" name="Line 86"/>
            <p:cNvSpPr>
              <a:spLocks noChangeShapeType="1"/>
            </p:cNvSpPr>
            <p:nvPr/>
          </p:nvSpPr>
          <p:spPr bwMode="auto">
            <a:xfrm>
              <a:off x="2471388" y="3615078"/>
              <a:ext cx="0" cy="27925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06" name="AutoShape 87"/>
            <p:cNvSpPr>
              <a:spLocks noChangeArrowheads="1"/>
            </p:cNvSpPr>
            <p:nvPr/>
          </p:nvSpPr>
          <p:spPr bwMode="auto">
            <a:xfrm>
              <a:off x="2389107" y="3894333"/>
              <a:ext cx="164563" cy="80944"/>
            </a:xfrm>
            <a:prstGeom prst="triangle">
              <a:avLst>
                <a:gd name="adj" fmla="val 50000"/>
              </a:avLst>
            </a:prstGeom>
            <a:solidFill>
              <a:srgbClr val="000000"/>
            </a:solidFill>
            <a:ln w="158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8207" name="Line 88"/>
            <p:cNvSpPr>
              <a:spLocks noChangeShapeType="1"/>
            </p:cNvSpPr>
            <p:nvPr/>
          </p:nvSpPr>
          <p:spPr bwMode="auto">
            <a:xfrm>
              <a:off x="2389107" y="3975276"/>
              <a:ext cx="164563"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08" name="Line 89"/>
            <p:cNvSpPr>
              <a:spLocks noChangeShapeType="1"/>
            </p:cNvSpPr>
            <p:nvPr/>
          </p:nvSpPr>
          <p:spPr bwMode="auto">
            <a:xfrm>
              <a:off x="1854814" y="4197871"/>
              <a:ext cx="616575"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09" name="Line 90"/>
            <p:cNvSpPr>
              <a:spLocks noChangeShapeType="1"/>
            </p:cNvSpPr>
            <p:nvPr/>
          </p:nvSpPr>
          <p:spPr bwMode="auto">
            <a:xfrm>
              <a:off x="2471388" y="3971229"/>
              <a:ext cx="0" cy="226642"/>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10" name="Text Box 91"/>
            <p:cNvSpPr txBox="1">
              <a:spLocks noChangeArrowheads="1"/>
            </p:cNvSpPr>
            <p:nvPr/>
          </p:nvSpPr>
          <p:spPr bwMode="auto">
            <a:xfrm>
              <a:off x="2120373" y="3385491"/>
              <a:ext cx="304534" cy="3338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400">
                  <a:latin typeface="Times New Roman" panose="02020603050405020304" pitchFamily="18" charset="0"/>
                  <a:ea typeface="돋움" pitchFamily="50" charset="-127"/>
                  <a:cs typeface="Times New Roman" panose="02020603050405020304" pitchFamily="18" charset="0"/>
                </a:rPr>
                <a:t>R</a:t>
              </a:r>
            </a:p>
          </p:txBody>
        </p:sp>
        <p:sp>
          <p:nvSpPr>
            <p:cNvPr id="8211" name="Line 92"/>
            <p:cNvSpPr>
              <a:spLocks noChangeShapeType="1"/>
            </p:cNvSpPr>
            <p:nvPr/>
          </p:nvSpPr>
          <p:spPr bwMode="auto">
            <a:xfrm flipV="1">
              <a:off x="1854814" y="3778988"/>
              <a:ext cx="0" cy="41888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12" name="Line 93"/>
            <p:cNvSpPr>
              <a:spLocks noChangeShapeType="1"/>
            </p:cNvSpPr>
            <p:nvPr/>
          </p:nvSpPr>
          <p:spPr bwMode="auto">
            <a:xfrm>
              <a:off x="1775738" y="3744587"/>
              <a:ext cx="160288"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13" name="Line 94"/>
            <p:cNvSpPr>
              <a:spLocks noChangeShapeType="1"/>
            </p:cNvSpPr>
            <p:nvPr/>
          </p:nvSpPr>
          <p:spPr bwMode="auto">
            <a:xfrm>
              <a:off x="1801384" y="3774941"/>
              <a:ext cx="102584"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14" name="Line 96"/>
            <p:cNvSpPr>
              <a:spLocks noChangeShapeType="1"/>
            </p:cNvSpPr>
            <p:nvPr/>
          </p:nvSpPr>
          <p:spPr bwMode="auto">
            <a:xfrm>
              <a:off x="2386970" y="3894333"/>
              <a:ext cx="166700"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15" name="Line 98"/>
            <p:cNvSpPr>
              <a:spLocks noChangeShapeType="1"/>
            </p:cNvSpPr>
            <p:nvPr/>
          </p:nvSpPr>
          <p:spPr bwMode="auto">
            <a:xfrm flipH="1" flipV="1">
              <a:off x="2329267" y="3845767"/>
              <a:ext cx="51292" cy="4856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8216" name="Text Box 99"/>
            <p:cNvSpPr txBox="1">
              <a:spLocks noChangeArrowheads="1"/>
            </p:cNvSpPr>
            <p:nvPr/>
          </p:nvSpPr>
          <p:spPr bwMode="auto">
            <a:xfrm>
              <a:off x="2008690" y="3785059"/>
              <a:ext cx="488662" cy="4005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itchFamily="18" charset="0"/>
                  <a:ea typeface="돋움" pitchFamily="50" charset="-127"/>
                  <a:cs typeface="Times New Roman" panose="02020603050405020304" pitchFamily="18" charset="0"/>
                </a:rPr>
                <a:t>  ZD</a:t>
              </a:r>
            </a:p>
            <a:p>
              <a:pPr eaLnBrk="1" hangingPunct="1">
                <a:spcBef>
                  <a:spcPct val="0"/>
                </a:spcBef>
                <a:buFontTx/>
                <a:buNone/>
              </a:pPr>
              <a:r>
                <a:rPr lang="en-US" altLang="ko-KR" sz="900">
                  <a:latin typeface="Times New Roman" pitchFamily="18" charset="0"/>
                  <a:ea typeface="돋움" pitchFamily="50" charset="-127"/>
                  <a:cs typeface="Times New Roman" panose="02020603050405020304" pitchFamily="18" charset="0"/>
                </a:rPr>
                <a:t>(9.1V)</a:t>
              </a:r>
            </a:p>
          </p:txBody>
        </p:sp>
        <p:sp>
          <p:nvSpPr>
            <p:cNvPr id="8217" name="Text Box 100"/>
            <p:cNvSpPr txBox="1">
              <a:spLocks noChangeArrowheads="1"/>
            </p:cNvSpPr>
            <p:nvPr/>
          </p:nvSpPr>
          <p:spPr bwMode="auto">
            <a:xfrm>
              <a:off x="1405633" y="3632212"/>
              <a:ext cx="459841" cy="2503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12[V]</a:t>
              </a:r>
            </a:p>
          </p:txBody>
        </p:sp>
        <p:sp>
          <p:nvSpPr>
            <p:cNvPr id="8218" name="Line 98"/>
            <p:cNvSpPr>
              <a:spLocks noChangeShapeType="1"/>
            </p:cNvSpPr>
            <p:nvPr/>
          </p:nvSpPr>
          <p:spPr bwMode="auto">
            <a:xfrm flipH="1" flipV="1">
              <a:off x="2554667" y="3891928"/>
              <a:ext cx="51292" cy="45666"/>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grpSp>
      <p:sp>
        <p:nvSpPr>
          <p:cNvPr id="161" name="Text Box 6"/>
          <p:cNvSpPr txBox="1">
            <a:spLocks noChangeArrowheads="1"/>
          </p:cNvSpPr>
          <p:nvPr/>
        </p:nvSpPr>
        <p:spPr bwMode="auto">
          <a:xfrm>
            <a:off x="123826" y="211016"/>
            <a:ext cx="595035" cy="338554"/>
          </a:xfrm>
          <a:prstGeom prst="rect">
            <a:avLst/>
          </a:prstGeom>
          <a:noFill/>
          <a:ln w="9525">
            <a:noFill/>
            <a:miter lim="800000"/>
            <a:headEnd/>
            <a:tailEnd/>
          </a:ln>
          <a:effectLst/>
        </p:spPr>
        <p:txBody>
          <a:bodyPr wrap="none">
            <a:spAutoFit/>
          </a:bodyPr>
          <a:lstStyle/>
          <a:p>
            <a:pPr>
              <a:defRPr/>
            </a:pP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Điện</a:t>
            </a:r>
            <a:endParaRPr lang="ko-KR" altLang="en-US" sz="12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162" name="TextBox 161"/>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4</a:t>
            </a:r>
          </a:p>
        </p:txBody>
      </p:sp>
    </p:spTree>
    <p:extLst>
      <p:ext uri="{BB962C8B-B14F-4D97-AF65-F5344CB8AC3E}">
        <p14:creationId xmlns:p14="http://schemas.microsoft.com/office/powerpoint/2010/main" val="1994719910"/>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80" name="Group 1"/>
          <p:cNvGrpSpPr>
            <a:grpSpLocks/>
          </p:cNvGrpSpPr>
          <p:nvPr/>
        </p:nvGrpSpPr>
        <p:grpSpPr bwMode="auto">
          <a:xfrm>
            <a:off x="3631332" y="1084320"/>
            <a:ext cx="2895196" cy="3445152"/>
            <a:chOff x="3630613" y="1310258"/>
            <a:chExt cx="2895196" cy="3732248"/>
          </a:xfrm>
        </p:grpSpPr>
        <p:pic>
          <p:nvPicPr>
            <p:cNvPr id="10282" name="Picture 7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5238" y="1364233"/>
              <a:ext cx="944562" cy="1227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83" name="TextBox 2"/>
            <p:cNvSpPr txBox="1">
              <a:spLocks noChangeArrowheads="1"/>
            </p:cNvSpPr>
            <p:nvPr/>
          </p:nvSpPr>
          <p:spPr bwMode="auto">
            <a:xfrm>
              <a:off x="4667250" y="2164333"/>
              <a:ext cx="24237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P</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84" name="TextBox 82"/>
            <p:cNvSpPr txBox="1">
              <a:spLocks noChangeArrowheads="1"/>
            </p:cNvSpPr>
            <p:nvPr/>
          </p:nvSpPr>
          <p:spPr bwMode="auto">
            <a:xfrm>
              <a:off x="4667250" y="1776983"/>
              <a:ext cx="253596"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R</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85" name="TextBox 83"/>
            <p:cNvSpPr txBox="1">
              <a:spLocks noChangeArrowheads="1"/>
            </p:cNvSpPr>
            <p:nvPr/>
          </p:nvSpPr>
          <p:spPr bwMode="auto">
            <a:xfrm>
              <a:off x="3630613" y="1986533"/>
              <a:ext cx="25840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A</a:t>
              </a:r>
              <a:endParaRPr lang="ko-KR" altLang="en-US" sz="800">
                <a:latin typeface="Times New Roman" panose="02020603050405020304" pitchFamily="18" charset="0"/>
                <a:ea typeface="돋움" pitchFamily="50" charset="-127"/>
                <a:cs typeface="Times New Roman" panose="02020603050405020304" pitchFamily="18" charset="0"/>
              </a:endParaRPr>
            </a:p>
          </p:txBody>
        </p:sp>
        <p:pic>
          <p:nvPicPr>
            <p:cNvPr id="10286" name="Picture 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2683445"/>
              <a:ext cx="1063625"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87" name="TextBox 88"/>
            <p:cNvSpPr txBox="1">
              <a:spLocks noChangeArrowheads="1"/>
            </p:cNvSpPr>
            <p:nvPr/>
          </p:nvSpPr>
          <p:spPr bwMode="auto">
            <a:xfrm>
              <a:off x="4241800" y="2900933"/>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88" name="TextBox 89"/>
            <p:cNvSpPr txBox="1">
              <a:spLocks noChangeArrowheads="1"/>
            </p:cNvSpPr>
            <p:nvPr/>
          </p:nvSpPr>
          <p:spPr bwMode="auto">
            <a:xfrm>
              <a:off x="4365625" y="2900933"/>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3</a:t>
              </a:r>
              <a:endParaRPr lang="ko-KR" altLang="en-US" sz="800">
                <a:latin typeface="Times New Roman" panose="02020603050405020304" pitchFamily="18" charset="0"/>
                <a:ea typeface="돋움" pitchFamily="50" charset="-127"/>
                <a:cs typeface="Times New Roman" panose="02020603050405020304" pitchFamily="18" charset="0"/>
              </a:endParaRPr>
            </a:p>
          </p:txBody>
        </p:sp>
        <p:pic>
          <p:nvPicPr>
            <p:cNvPr id="10289" name="Picture 7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68925" y="1310258"/>
              <a:ext cx="998538" cy="1300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90" name="Picture 7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3375" y="2680270"/>
              <a:ext cx="895350" cy="293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91" name="TextBox 97"/>
            <p:cNvSpPr txBox="1">
              <a:spLocks noChangeArrowheads="1"/>
            </p:cNvSpPr>
            <p:nvPr/>
          </p:nvSpPr>
          <p:spPr bwMode="auto">
            <a:xfrm>
              <a:off x="5219700" y="2273870"/>
              <a:ext cx="24237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P</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92" name="TextBox 98"/>
            <p:cNvSpPr txBox="1">
              <a:spLocks noChangeArrowheads="1"/>
            </p:cNvSpPr>
            <p:nvPr/>
          </p:nvSpPr>
          <p:spPr bwMode="auto">
            <a:xfrm>
              <a:off x="5210175" y="1858368"/>
              <a:ext cx="25840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A</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93" name="TextBox 99"/>
            <p:cNvSpPr txBox="1">
              <a:spLocks noChangeArrowheads="1"/>
            </p:cNvSpPr>
            <p:nvPr/>
          </p:nvSpPr>
          <p:spPr bwMode="auto">
            <a:xfrm>
              <a:off x="6272213" y="2119883"/>
              <a:ext cx="253596"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R</a:t>
              </a:r>
              <a:endParaRPr lang="ko-KR" altLang="en-US" sz="800">
                <a:latin typeface="Times New Roman" panose="02020603050405020304" pitchFamily="18" charset="0"/>
                <a:ea typeface="돋움" pitchFamily="50" charset="-127"/>
                <a:cs typeface="Times New Roman" panose="02020603050405020304" pitchFamily="18" charset="0"/>
              </a:endParaRPr>
            </a:p>
          </p:txBody>
        </p:sp>
        <p:pic>
          <p:nvPicPr>
            <p:cNvPr id="10294" name="Picture 8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10000" y="4564633"/>
              <a:ext cx="1084263"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95" name="Picture 8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24288" y="3116833"/>
              <a:ext cx="912812" cy="1370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96" name="TextBox 104"/>
            <p:cNvSpPr txBox="1">
              <a:spLocks noChangeArrowheads="1"/>
            </p:cNvSpPr>
            <p:nvPr/>
          </p:nvSpPr>
          <p:spPr bwMode="auto">
            <a:xfrm>
              <a:off x="4313238" y="4799583"/>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97" name="TextBox 105"/>
            <p:cNvSpPr txBox="1">
              <a:spLocks noChangeArrowheads="1"/>
            </p:cNvSpPr>
            <p:nvPr/>
          </p:nvSpPr>
          <p:spPr bwMode="auto">
            <a:xfrm>
              <a:off x="4452938" y="4799583"/>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3</a:t>
              </a:r>
              <a:endParaRPr lang="ko-KR" altLang="en-US" sz="800">
                <a:latin typeface="Times New Roman" panose="02020603050405020304" pitchFamily="18" charset="0"/>
                <a:ea typeface="돋움" pitchFamily="50" charset="-127"/>
                <a:cs typeface="Times New Roman" panose="02020603050405020304" pitchFamily="18" charset="0"/>
              </a:endParaRPr>
            </a:p>
          </p:txBody>
        </p:sp>
        <p:pic>
          <p:nvPicPr>
            <p:cNvPr id="10298" name="Picture 8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57813" y="3062858"/>
              <a:ext cx="950912" cy="1417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99" name="Picture 8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14950" y="4529708"/>
              <a:ext cx="1038225"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00" name="TextBox 110"/>
            <p:cNvSpPr txBox="1">
              <a:spLocks noChangeArrowheads="1"/>
            </p:cNvSpPr>
            <p:nvPr/>
          </p:nvSpPr>
          <p:spPr bwMode="auto">
            <a:xfrm>
              <a:off x="5889625" y="2900934"/>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3</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1" name="TextBox 112"/>
            <p:cNvSpPr txBox="1">
              <a:spLocks noChangeArrowheads="1"/>
            </p:cNvSpPr>
            <p:nvPr/>
          </p:nvSpPr>
          <p:spPr bwMode="auto">
            <a:xfrm>
              <a:off x="5737225" y="4799583"/>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2" name="TextBox 113"/>
            <p:cNvSpPr txBox="1">
              <a:spLocks noChangeArrowheads="1"/>
            </p:cNvSpPr>
            <p:nvPr/>
          </p:nvSpPr>
          <p:spPr bwMode="auto">
            <a:xfrm>
              <a:off x="5899150" y="4809108"/>
              <a:ext cx="235962"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3</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3" name="TextBox 2"/>
            <p:cNvSpPr txBox="1">
              <a:spLocks noChangeArrowheads="1"/>
            </p:cNvSpPr>
            <p:nvPr/>
          </p:nvSpPr>
          <p:spPr bwMode="auto">
            <a:xfrm>
              <a:off x="4657725" y="3596258"/>
              <a:ext cx="24237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P</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4" name="TextBox 82"/>
            <p:cNvSpPr txBox="1">
              <a:spLocks noChangeArrowheads="1"/>
            </p:cNvSpPr>
            <p:nvPr/>
          </p:nvSpPr>
          <p:spPr bwMode="auto">
            <a:xfrm>
              <a:off x="4648200" y="4012183"/>
              <a:ext cx="253596"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R</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5" name="TextBox 84"/>
            <p:cNvSpPr txBox="1">
              <a:spLocks noChangeArrowheads="1"/>
            </p:cNvSpPr>
            <p:nvPr/>
          </p:nvSpPr>
          <p:spPr bwMode="auto">
            <a:xfrm>
              <a:off x="3667125" y="3166045"/>
              <a:ext cx="24718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Z</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6" name="TextBox 83"/>
            <p:cNvSpPr txBox="1">
              <a:spLocks noChangeArrowheads="1"/>
            </p:cNvSpPr>
            <p:nvPr/>
          </p:nvSpPr>
          <p:spPr bwMode="auto">
            <a:xfrm>
              <a:off x="3649663" y="3808983"/>
              <a:ext cx="25840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A</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7" name="TextBox 98"/>
            <p:cNvSpPr txBox="1">
              <a:spLocks noChangeArrowheads="1"/>
            </p:cNvSpPr>
            <p:nvPr/>
          </p:nvSpPr>
          <p:spPr bwMode="auto">
            <a:xfrm>
              <a:off x="6210300" y="3478783"/>
              <a:ext cx="25840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A</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308" name="TextBox 97"/>
            <p:cNvSpPr txBox="1">
              <a:spLocks noChangeArrowheads="1"/>
            </p:cNvSpPr>
            <p:nvPr/>
          </p:nvSpPr>
          <p:spPr bwMode="auto">
            <a:xfrm>
              <a:off x="6210300" y="3969320"/>
              <a:ext cx="242374" cy="233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P</a:t>
              </a:r>
              <a:endParaRPr lang="ko-KR" altLang="en-US" sz="800">
                <a:latin typeface="Times New Roman" panose="02020603050405020304" pitchFamily="18" charset="0"/>
                <a:ea typeface="돋움" pitchFamily="50" charset="-127"/>
                <a:cs typeface="Times New Roman" panose="02020603050405020304" pitchFamily="18" charset="0"/>
              </a:endParaRPr>
            </a:p>
          </p:txBody>
        </p:sp>
      </p:grpSp>
      <p:sp>
        <p:nvSpPr>
          <p:cNvPr id="10242"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0243" name="Group 2"/>
          <p:cNvGrpSpPr>
            <a:grpSpLocks/>
          </p:cNvGrpSpPr>
          <p:nvPr/>
        </p:nvGrpSpPr>
        <p:grpSpPr bwMode="auto">
          <a:xfrm>
            <a:off x="304800" y="716574"/>
            <a:ext cx="6248400" cy="8216411"/>
            <a:chOff x="192" y="672"/>
            <a:chExt cx="3936" cy="5424"/>
          </a:xfrm>
        </p:grpSpPr>
        <p:sp>
          <p:nvSpPr>
            <p:cNvPr id="10309" name="Rectangle 3"/>
            <p:cNvSpPr>
              <a:spLocks noChangeArrowheads="1"/>
            </p:cNvSpPr>
            <p:nvPr/>
          </p:nvSpPr>
          <p:spPr bwMode="auto">
            <a:xfrm>
              <a:off x="192"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Times New Roman" panose="02020603050405020304" pitchFamily="18" charset="0"/>
                <a:ea typeface="돋움" pitchFamily="50" charset="-127"/>
                <a:cs typeface="Times New Roman" panose="02020603050405020304" pitchFamily="18" charset="0"/>
              </a:endParaRPr>
            </a:p>
          </p:txBody>
        </p:sp>
        <p:sp>
          <p:nvSpPr>
            <p:cNvPr id="10310" name="Rectangle 4"/>
            <p:cNvSpPr>
              <a:spLocks noChangeArrowheads="1"/>
            </p:cNvSpPr>
            <p:nvPr/>
          </p:nvSpPr>
          <p:spPr bwMode="auto">
            <a:xfrm>
              <a:off x="2160"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Times New Roman" panose="02020603050405020304" pitchFamily="18" charset="0"/>
                <a:ea typeface="돋움" pitchFamily="50" charset="-127"/>
                <a:cs typeface="Times New Roman" panose="02020603050405020304" pitchFamily="18" charset="0"/>
              </a:endParaRPr>
            </a:p>
          </p:txBody>
        </p:sp>
      </p:grpSp>
      <p:sp>
        <p:nvSpPr>
          <p:cNvPr id="10244" name="Text Box 6"/>
          <p:cNvSpPr txBox="1">
            <a:spLocks noChangeArrowheads="1"/>
          </p:cNvSpPr>
          <p:nvPr/>
        </p:nvSpPr>
        <p:spPr bwMode="auto">
          <a:xfrm>
            <a:off x="292100" y="754674"/>
            <a:ext cx="147187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1000" b="1" smtClean="0">
                <a:latin typeface="Times New Roman" panose="02020603050405020304" pitchFamily="18" charset="0"/>
                <a:ea typeface="돋움" pitchFamily="50" charset="-127"/>
                <a:cs typeface="Times New Roman" panose="02020603050405020304" pitchFamily="18" charset="0"/>
              </a:rPr>
              <a:t>※ Khí nén</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Câu 1</a:t>
            </a:r>
            <a:r>
              <a:rPr lang="ko-KR" altLang="en-US" sz="1000" b="1" smtClean="0">
                <a:latin typeface="Times New Roman" panose="02020603050405020304" pitchFamily="18" charset="0"/>
                <a:ea typeface="돋움" pitchFamily="50" charset="-127"/>
                <a:cs typeface="Times New Roman" panose="02020603050405020304" pitchFamily="18" charset="0"/>
              </a:rPr>
              <a:t> </a:t>
            </a:r>
            <a:r>
              <a:rPr lang="en-US" altLang="ko-KR" sz="1000" b="1">
                <a:latin typeface="Times New Roman" panose="02020603050405020304" pitchFamily="18" charset="0"/>
                <a:ea typeface="돋움" pitchFamily="50" charset="-127"/>
                <a:cs typeface="Times New Roman" panose="02020603050405020304" pitchFamily="18" charset="0"/>
              </a:rPr>
              <a:t>~ </a:t>
            </a:r>
            <a:r>
              <a:rPr lang="en-US" altLang="ko-KR" sz="1000" b="1" smtClean="0">
                <a:latin typeface="Times New Roman" panose="02020603050405020304" pitchFamily="18" charset="0"/>
                <a:ea typeface="돋움" pitchFamily="50" charset="-127"/>
                <a:cs typeface="Times New Roman" panose="02020603050405020304" pitchFamily="18" charset="0"/>
              </a:rPr>
              <a:t>20</a:t>
            </a:r>
            <a:endParaRPr lang="ko-KR" altLang="en-US" sz="1000" b="1">
              <a:latin typeface="Times New Roman" panose="02020603050405020304" pitchFamily="18" charset="0"/>
              <a:ea typeface="돋움" pitchFamily="50" charset="-127"/>
              <a:cs typeface="Times New Roman" panose="02020603050405020304" pitchFamily="18" charset="0"/>
            </a:endParaRPr>
          </a:p>
        </p:txBody>
      </p:sp>
      <p:sp>
        <p:nvSpPr>
          <p:cNvPr id="10245" name="Text Box 34"/>
          <p:cNvSpPr txBox="1">
            <a:spLocks noChangeArrowheads="1"/>
          </p:cNvSpPr>
          <p:nvPr/>
        </p:nvSpPr>
        <p:spPr bwMode="auto">
          <a:xfrm>
            <a:off x="279400" y="3203331"/>
            <a:ext cx="3149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3. </a:t>
            </a:r>
            <a:r>
              <a:rPr lang="en-US" altLang="ko-KR" sz="900" smtClean="0">
                <a:latin typeface="Times New Roman" panose="02020603050405020304" pitchFamily="18" charset="0"/>
                <a:cs typeface="Times New Roman" panose="02020603050405020304" pitchFamily="18" charset="0"/>
              </a:rPr>
              <a:t>Phía dưới đang nói về</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chức năng </a:t>
            </a:r>
            <a:r>
              <a:rPr lang="en-US" altLang="ko-KR" sz="900" smtClean="0">
                <a:latin typeface="Times New Roman" panose="02020603050405020304" pitchFamily="18" charset="0"/>
                <a:cs typeface="Times New Roman" panose="02020603050405020304" pitchFamily="18" charset="0"/>
              </a:rPr>
              <a:t>nào </a:t>
            </a:r>
            <a:r>
              <a:rPr lang="vi-VN" altLang="ko-KR" sz="900" smtClean="0">
                <a:latin typeface="Times New Roman" panose="02020603050405020304" pitchFamily="18" charset="0"/>
                <a:cs typeface="Times New Roman" panose="02020603050405020304" pitchFamily="18" charset="0"/>
              </a:rPr>
              <a:t>của </a:t>
            </a:r>
            <a:r>
              <a:rPr lang="vi-VN" altLang="ko-KR" sz="900">
                <a:latin typeface="Times New Roman" panose="02020603050405020304" pitchFamily="18" charset="0"/>
                <a:cs typeface="Times New Roman" panose="02020603050405020304" pitchFamily="18" charset="0"/>
              </a:rPr>
              <a:t>rơle </a:t>
            </a:r>
            <a:r>
              <a:rPr lang="vi-VN" altLang="ko-KR" sz="900" smtClean="0">
                <a:latin typeface="Times New Roman" panose="02020603050405020304" pitchFamily="18" charset="0"/>
                <a:cs typeface="Times New Roman" panose="02020603050405020304" pitchFamily="18" charset="0"/>
              </a:rPr>
              <a:t>?</a:t>
            </a:r>
            <a:endParaRPr lang="vi-VN"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Trạng thái đầu vào có thể được duy trì bằng tiếp điểm riêng của rơle, do đó, tín hiệu hoạt động có thể được ghi nhớ</a:t>
            </a:r>
            <a:r>
              <a:rPr lang="vi-VN" altLang="ko-KR" sz="900" smtClean="0">
                <a:latin typeface="Times New Roman" panose="02020603050405020304" pitchFamily="18" charset="0"/>
                <a:cs typeface="Times New Roman" panose="02020603050405020304" pitchFamily="18" charset="0"/>
              </a:rPr>
              <a:t>.</a:t>
            </a:r>
            <a:endParaRPr lang="en-US" altLang="ko-KR" sz="900" smtClean="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 ① Chức năng </a:t>
            </a:r>
            <a:r>
              <a:rPr lang="en-US" altLang="ko-KR" sz="900" smtClean="0">
                <a:latin typeface="Times New Roman" panose="02020603050405020304" pitchFamily="18" charset="0"/>
                <a:cs typeface="Times New Roman" panose="02020603050405020304" pitchFamily="18" charset="0"/>
              </a:rPr>
              <a:t>phân chia   </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② Chức năng </a:t>
            </a:r>
            <a:r>
              <a:rPr lang="en-US" altLang="ko-KR" sz="900" smtClean="0">
                <a:latin typeface="Times New Roman" panose="02020603050405020304" pitchFamily="18" charset="0"/>
                <a:cs typeface="Times New Roman" panose="02020603050405020304" pitchFamily="18" charset="0"/>
              </a:rPr>
              <a:t>biến</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đổi</a:t>
            </a:r>
          </a:p>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 </a:t>
            </a:r>
            <a:r>
              <a:rPr lang="vi-VN" altLang="ko-KR" sz="900" b="1">
                <a:solidFill>
                  <a:srgbClr val="FF0000"/>
                </a:solidFill>
                <a:latin typeface="Times New Roman" panose="02020603050405020304" pitchFamily="18" charset="0"/>
                <a:cs typeface="Times New Roman" panose="02020603050405020304" pitchFamily="18" charset="0"/>
              </a:rPr>
              <a:t>③ Chức năng bộ nhớ </a:t>
            </a:r>
            <a:r>
              <a:rPr lang="en-US" altLang="ko-KR" sz="900" b="1" smtClean="0">
                <a:solidFill>
                  <a:srgbClr val="FF0000"/>
                </a:solidFill>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④ Chức năng khuếch đại</a:t>
            </a:r>
          </a:p>
        </p:txBody>
      </p:sp>
      <p:sp>
        <p:nvSpPr>
          <p:cNvPr id="10246" name="Rectangle 153"/>
          <p:cNvSpPr>
            <a:spLocks noChangeArrowheads="1"/>
          </p:cNvSpPr>
          <p:nvPr/>
        </p:nvSpPr>
        <p:spPr bwMode="auto">
          <a:xfrm>
            <a:off x="260350" y="6056436"/>
            <a:ext cx="320357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5. </a:t>
            </a:r>
            <a:r>
              <a:rPr lang="en-US" altLang="ko-KR" sz="900" smtClean="0">
                <a:latin typeface="Times New Roman" panose="02020603050405020304" pitchFamily="18" charset="0"/>
                <a:cs typeface="Times New Roman" panose="02020603050405020304" pitchFamily="18" charset="0"/>
              </a:rPr>
              <a:t>Xilanh nào được dùng ở nơi cần lực lớn và có giới hạn đường kính xi lanh</a:t>
            </a:r>
            <a:r>
              <a:rPr lang="vi-VN" altLang="ko-KR" sz="900" smtClean="0">
                <a:latin typeface="Times New Roman" panose="02020603050405020304" pitchFamily="18" charset="0"/>
                <a:cs typeface="Times New Roman" panose="02020603050405020304" pitchFamily="18" charset="0"/>
              </a:rPr>
              <a:t>?</a:t>
            </a:r>
            <a:endParaRPr lang="en-US" altLang="ko-KR" sz="900" smtClean="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①</a:t>
            </a: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            ②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a:t>
            </a:r>
            <a:r>
              <a:rPr lang="en-US" altLang="ko-KR" sz="900" smtClean="0">
                <a:latin typeface="Times New Roman" panose="02020603050405020304" pitchFamily="18" charset="0"/>
                <a:ea typeface="돋움" pitchFamily="50" charset="-127"/>
                <a:cs typeface="Times New Roman" panose="02020603050405020304" pitchFamily="18" charset="0"/>
              </a:rPr>
              <a:t>           ④</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0247" name="Rectangle 52"/>
          <p:cNvSpPr>
            <a:spLocks noChangeArrowheads="1"/>
          </p:cNvSpPr>
          <p:nvPr/>
        </p:nvSpPr>
        <p:spPr bwMode="auto">
          <a:xfrm>
            <a:off x="260350" y="1065335"/>
            <a:ext cx="313055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 Đâu </a:t>
            </a:r>
            <a:r>
              <a:rPr lang="en-US" altLang="ko-KR" sz="900" smtClean="0">
                <a:latin typeface="Times New Roman" panose="02020603050405020304" pitchFamily="18" charset="0"/>
                <a:ea typeface="돋움" pitchFamily="50" charset="-127"/>
                <a:cs typeface="Times New Roman" panose="02020603050405020304" pitchFamily="18" charset="0"/>
              </a:rPr>
              <a:t>không phải </a:t>
            </a:r>
            <a:r>
              <a:rPr lang="vi-VN" altLang="ko-KR" sz="900" smtClean="0">
                <a:latin typeface="Times New Roman" panose="02020603050405020304" pitchFamily="18" charset="0"/>
                <a:ea typeface="돋움" pitchFamily="50" charset="-127"/>
                <a:cs typeface="Times New Roman" panose="02020603050405020304" pitchFamily="18" charset="0"/>
              </a:rPr>
              <a:t>là </a:t>
            </a:r>
            <a:r>
              <a:rPr lang="vi-VN" altLang="ko-KR" sz="900">
                <a:latin typeface="Times New Roman" panose="02020603050405020304" pitchFamily="18" charset="0"/>
                <a:ea typeface="돋움" pitchFamily="50" charset="-127"/>
                <a:cs typeface="Times New Roman" panose="02020603050405020304" pitchFamily="18" charset="0"/>
              </a:rPr>
              <a:t>ưu điểm của </a:t>
            </a:r>
            <a:r>
              <a:rPr lang="en-US" altLang="ko-KR" sz="900" smtClean="0">
                <a:latin typeface="Times New Roman" panose="02020603050405020304" pitchFamily="18" charset="0"/>
                <a:ea typeface="돋움" pitchFamily="50" charset="-127"/>
                <a:cs typeface="Times New Roman" panose="02020603050405020304" pitchFamily="18" charset="0"/>
              </a:rPr>
              <a:t>kỹ thuật</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khí nén?</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a:t>
            </a:r>
            <a:r>
              <a:rPr lang="en-US" altLang="ko-KR" sz="900">
                <a:latin typeface="Times New Roman" panose="02020603050405020304" pitchFamily="18" charset="0"/>
                <a:cs typeface="Times New Roman" panose="02020603050405020304" pitchFamily="18" charset="0"/>
              </a:rPr>
              <a:t>N</a:t>
            </a:r>
            <a:r>
              <a:rPr lang="en-US" altLang="ko-KR" sz="900" smtClean="0">
                <a:latin typeface="Times New Roman" panose="02020603050405020304" pitchFamily="18" charset="0"/>
                <a:cs typeface="Times New Roman" panose="02020603050405020304" pitchFamily="18" charset="0"/>
              </a:rPr>
              <a:t>hận khí nén từ nguồn điện một cách đơn giản</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Không có nguy cơ bắt lửa</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③ Có thể kiểm soát tốc độ chính xác</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Có thể tích lũy năng lượng</a:t>
            </a:r>
          </a:p>
        </p:txBody>
      </p:sp>
      <p:sp>
        <p:nvSpPr>
          <p:cNvPr id="10248" name="Rectangle 161"/>
          <p:cNvSpPr>
            <a:spLocks noChangeArrowheads="1"/>
          </p:cNvSpPr>
          <p:nvPr/>
        </p:nvSpPr>
        <p:spPr bwMode="auto">
          <a:xfrm>
            <a:off x="269876" y="2113084"/>
            <a:ext cx="315912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2. </a:t>
            </a:r>
            <a:r>
              <a:rPr lang="en-US" altLang="ko-KR" sz="900" smtClean="0">
                <a:latin typeface="Times New Roman" panose="02020603050405020304" pitchFamily="18" charset="0"/>
                <a:ea typeface="돋움" pitchFamily="50" charset="-127"/>
                <a:cs typeface="Times New Roman" panose="02020603050405020304" pitchFamily="18" charset="0"/>
              </a:rPr>
              <a:t>Không phải là đặc điểm của van điện từ?</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Giá thành rẻ</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② Không dễ bị hỏng</a:t>
            </a:r>
          </a:p>
          <a:p>
            <a:pPr eaLnBrk="1" hangingPunct="1">
              <a:spcBef>
                <a:spcPct val="0"/>
              </a:spcBef>
              <a:buNone/>
            </a:pPr>
            <a:r>
              <a:rPr lang="vi-VN" altLang="ko-KR" sz="900">
                <a:latin typeface="Times New Roman" panose="02020603050405020304" pitchFamily="18" charset="0"/>
                <a:ea typeface="돋움" pitchFamily="50" charset="-127"/>
                <a:cs typeface="Times New Roman" panose="02020603050405020304" pitchFamily="18" charset="0"/>
              </a:rPr>
              <a:t>  ③ </a:t>
            </a:r>
            <a:r>
              <a:rPr lang="en-US" altLang="ko-KR" sz="900">
                <a:latin typeface="Times New Roman" panose="02020603050405020304" pitchFamily="18" charset="0"/>
                <a:cs typeface="Times New Roman" panose="02020603050405020304" pitchFamily="18" charset="0"/>
              </a:rPr>
              <a:t>K</a:t>
            </a:r>
            <a:r>
              <a:rPr lang="en-US" altLang="ko-KR" sz="900" smtClean="0">
                <a:latin typeface="Times New Roman" panose="02020603050405020304" pitchFamily="18" charset="0"/>
                <a:cs typeface="Times New Roman" panose="02020603050405020304" pitchFamily="18" charset="0"/>
              </a:rPr>
              <a:t>hông cần phải vệ sinh vật trung gian</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④ Tiêu thụ điện thấp</a:t>
            </a:r>
          </a:p>
        </p:txBody>
      </p:sp>
      <p:sp>
        <p:nvSpPr>
          <p:cNvPr id="10249" name="Text Box 44"/>
          <p:cNvSpPr txBox="1">
            <a:spLocks noChangeArrowheads="1"/>
          </p:cNvSpPr>
          <p:nvPr/>
        </p:nvSpPr>
        <p:spPr bwMode="auto">
          <a:xfrm>
            <a:off x="3402014" y="6117982"/>
            <a:ext cx="284565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9. Đâu không phải là </a:t>
            </a:r>
            <a:r>
              <a:rPr lang="en-US" altLang="ko-KR" sz="900" smtClean="0">
                <a:latin typeface="Times New Roman" panose="02020603050405020304" pitchFamily="18" charset="0"/>
                <a:ea typeface="돋움" pitchFamily="50" charset="-127"/>
                <a:cs typeface="Times New Roman" panose="02020603050405020304" pitchFamily="18" charset="0"/>
              </a:rPr>
              <a:t>tên 1 bộ phận </a:t>
            </a:r>
            <a:r>
              <a:rPr lang="en-US" altLang="ko-KR" sz="900">
                <a:latin typeface="Times New Roman" panose="02020603050405020304" pitchFamily="18" charset="0"/>
                <a:ea typeface="돋움" pitchFamily="50" charset="-127"/>
                <a:cs typeface="Times New Roman" panose="02020603050405020304" pitchFamily="18" charset="0"/>
              </a:rPr>
              <a:t>của </a:t>
            </a:r>
            <a:r>
              <a:rPr lang="en-US" altLang="ko-KR" sz="900" smtClean="0">
                <a:latin typeface="Times New Roman" panose="02020603050405020304" pitchFamily="18" charset="0"/>
                <a:ea typeface="돋움" pitchFamily="50" charset="-127"/>
                <a:cs typeface="Times New Roman" panose="02020603050405020304" pitchFamily="18" charset="0"/>
              </a:rPr>
              <a:t>tube One - touch?</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①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Flange</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900" b="1" baseline="30000" smtClean="0">
                <a:solidFill>
                  <a:srgbClr val="FF0000"/>
                </a:solidFill>
              </a:rPr>
              <a:t>               </a:t>
            </a:r>
            <a:r>
              <a:rPr lang="en-US" altLang="ko-KR" sz="900" smtClean="0">
                <a:latin typeface="Times New Roman" panose="02020603050405020304" pitchFamily="18" charset="0"/>
                <a:ea typeface="돋움" pitchFamily="50" charset="-127"/>
                <a:cs typeface="Times New Roman" panose="02020603050405020304" pitchFamily="18" charset="0"/>
              </a:rPr>
              <a:t>② Đinh ốc</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a:t>
            </a:r>
            <a:r>
              <a:rPr lang="en-US" altLang="ko-KR" sz="900" smtClean="0">
                <a:latin typeface="Times New Roman" panose="02020603050405020304" pitchFamily="18" charset="0"/>
                <a:ea typeface="돋움" pitchFamily="50" charset="-127"/>
                <a:cs typeface="Times New Roman" panose="02020603050405020304" pitchFamily="18" charset="0"/>
              </a:rPr>
              <a:t>Housing              ④ Tube fitting</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0250" name="Rectangle 110"/>
          <p:cNvSpPr>
            <a:spLocks noChangeArrowheads="1"/>
          </p:cNvSpPr>
          <p:nvPr/>
        </p:nvSpPr>
        <p:spPr bwMode="auto">
          <a:xfrm>
            <a:off x="279400" y="7641981"/>
            <a:ext cx="31416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6. Kiểm soát an toàn, kiểm </a:t>
            </a:r>
            <a:r>
              <a:rPr lang="vi-VN" altLang="ko-KR" sz="900" smtClean="0">
                <a:latin typeface="Times New Roman" panose="02020603050405020304" pitchFamily="18" charset="0"/>
                <a:ea typeface="돋움" pitchFamily="50" charset="-127"/>
                <a:cs typeface="Times New Roman" panose="02020603050405020304" pitchFamily="18" charset="0"/>
              </a:rPr>
              <a:t>soát</a:t>
            </a:r>
            <a:r>
              <a:rPr lang="en-US" altLang="ko-KR" sz="900" smtClean="0">
                <a:latin typeface="Times New Roman" panose="02020603050405020304" pitchFamily="18" charset="0"/>
                <a:ea typeface="돋움" pitchFamily="50" charset="-127"/>
                <a:cs typeface="Times New Roman" panose="02020603050405020304" pitchFamily="18" charset="0"/>
              </a:rPr>
              <a:t> chuyển động</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chức năng kiểm tra, hoạt động logic, v.v.</a:t>
            </a: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Đang nói tới chức năng của van nào</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a:t>
            </a:r>
            <a:r>
              <a:rPr lang="ko-KR" altLang="en-US" sz="900" b="1">
                <a:solidFill>
                  <a:srgbClr val="FF0000"/>
                </a:solidFill>
                <a:latin typeface="Times New Roman" panose="02020603050405020304" pitchFamily="18" charset="0"/>
                <a:ea typeface="돋움" pitchFamily="50" charset="-127"/>
                <a:cs typeface="Times New Roman" panose="02020603050405020304" pitchFamily="18" charset="0"/>
              </a:rPr>
              <a:t>②</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 ③                                    ④ </a:t>
            </a:r>
          </a:p>
        </p:txBody>
      </p:sp>
      <p:sp>
        <p:nvSpPr>
          <p:cNvPr id="10251" name="Rectangle 164"/>
          <p:cNvSpPr>
            <a:spLocks noChangeArrowheads="1"/>
          </p:cNvSpPr>
          <p:nvPr/>
        </p:nvSpPr>
        <p:spPr bwMode="auto">
          <a:xfrm>
            <a:off x="3416300" y="6899031"/>
            <a:ext cx="3162300"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10. </a:t>
            </a:r>
            <a:r>
              <a:rPr lang="en-US" altLang="ko-KR" sz="900" smtClean="0">
                <a:latin typeface="Times New Roman" panose="02020603050405020304" pitchFamily="18" charset="0"/>
                <a:ea typeface="돋움" pitchFamily="50" charset="-127"/>
                <a:cs typeface="Times New Roman" panose="02020603050405020304" pitchFamily="18" charset="0"/>
              </a:rPr>
              <a:t>Đáp án sai khi</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mô tả mạch </a:t>
            </a:r>
            <a:r>
              <a:rPr lang="en-US" altLang="ko-KR" sz="900" smtClean="0">
                <a:latin typeface="Times New Roman" panose="02020603050405020304" pitchFamily="18" charset="0"/>
                <a:ea typeface="돋움" pitchFamily="50" charset="-127"/>
                <a:cs typeface="Times New Roman" panose="02020603050405020304" pitchFamily="18" charset="0"/>
              </a:rPr>
              <a:t>meter - in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và </a:t>
            </a:r>
            <a:r>
              <a:rPr lang="en-US" altLang="ko-KR" sz="900" smtClean="0">
                <a:latin typeface="Times New Roman" panose="02020603050405020304" pitchFamily="18" charset="0"/>
                <a:ea typeface="돋움" pitchFamily="50" charset="-127"/>
                <a:cs typeface="Times New Roman" panose="02020603050405020304" pitchFamily="18" charset="0"/>
              </a:rPr>
              <a:t>meter - out</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a:t>
            </a:r>
            <a:r>
              <a:rPr lang="vi-VN" altLang="ko-KR" sz="900">
                <a:latin typeface="Times New Roman" panose="02020603050405020304" pitchFamily="18" charset="0"/>
                <a:ea typeface="돋움" pitchFamily="50" charset="-127"/>
                <a:cs typeface="Times New Roman" panose="02020603050405020304" pitchFamily="18" charset="0"/>
              </a:rPr>
              <a:t>Chuyển động của piston không ổn định do áp suất trong buồng tiến và buồng lùi không cân bằng.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② Piston chuyển động không đều và xảy ra hiện tượng trượt thanh.</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③ Do không khí </a:t>
            </a:r>
            <a:r>
              <a:rPr lang="en-US" altLang="ko-KR" sz="900" smtClean="0">
                <a:latin typeface="Times New Roman" panose="02020603050405020304" pitchFamily="18" charset="0"/>
                <a:ea typeface="돋움" pitchFamily="50" charset="-127"/>
                <a:cs typeface="Times New Roman" panose="02020603050405020304" pitchFamily="18" charset="0"/>
              </a:rPr>
              <a:t>cửa nguồn được tiết lưu</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nên cần thời gian để áp suất trong buồng đảo chiều tăng lên.</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④ Không khí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được tiết lưu ở cửa nguồn,</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do đó tốc độ xả bị hạn chế.</a:t>
            </a:r>
          </a:p>
        </p:txBody>
      </p:sp>
      <p:sp>
        <p:nvSpPr>
          <p:cNvPr id="10252" name="Rectangle 110"/>
          <p:cNvSpPr>
            <a:spLocks noChangeArrowheads="1"/>
          </p:cNvSpPr>
          <p:nvPr/>
        </p:nvSpPr>
        <p:spPr bwMode="auto">
          <a:xfrm>
            <a:off x="3405188" y="797170"/>
            <a:ext cx="3187700"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7. </a:t>
            </a:r>
            <a:r>
              <a:rPr lang="en-US" altLang="ko-KR" sz="900" smtClean="0">
                <a:latin typeface="Times New Roman" panose="02020603050405020304" pitchFamily="18" charset="0"/>
                <a:ea typeface="돋움" pitchFamily="50" charset="-127"/>
                <a:cs typeface="Times New Roman" panose="02020603050405020304" pitchFamily="18" charset="0"/>
              </a:rPr>
              <a:t>Chọn đáp án có c</a:t>
            </a:r>
            <a:r>
              <a:rPr lang="vi-VN" altLang="ko-KR" sz="900" smtClean="0">
                <a:latin typeface="Times New Roman" panose="02020603050405020304" pitchFamily="18" charset="0"/>
                <a:ea typeface="돋움" pitchFamily="50" charset="-127"/>
                <a:cs typeface="Times New Roman" panose="02020603050405020304" pitchFamily="18" charset="0"/>
              </a:rPr>
              <a:t>ấu </a:t>
            </a:r>
            <a:r>
              <a:rPr lang="vi-VN" altLang="ko-KR" sz="900">
                <a:latin typeface="Times New Roman" panose="02020603050405020304" pitchFamily="18" charset="0"/>
                <a:ea typeface="돋움" pitchFamily="50" charset="-127"/>
                <a:cs typeface="Times New Roman" panose="02020603050405020304" pitchFamily="18" charset="0"/>
              </a:rPr>
              <a:t>trúc </a:t>
            </a:r>
            <a:r>
              <a:rPr lang="vi-VN" altLang="ko-KR" sz="900" smtClean="0">
                <a:latin typeface="Times New Roman" panose="02020603050405020304" pitchFamily="18" charset="0"/>
                <a:ea typeface="돋움" pitchFamily="50" charset="-127"/>
                <a:cs typeface="Times New Roman" panose="02020603050405020304" pitchFamily="18" charset="0"/>
              </a:rPr>
              <a:t>van </a:t>
            </a:r>
            <a:r>
              <a:rPr lang="en-US" altLang="ko-KR" sz="900" smtClean="0">
                <a:latin typeface="Times New Roman" panose="02020603050405020304" pitchFamily="18" charset="0"/>
                <a:ea typeface="돋움" pitchFamily="50" charset="-127"/>
                <a:cs typeface="Times New Roman" panose="02020603050405020304" pitchFamily="18" charset="0"/>
              </a:rPr>
              <a:t>so với </a:t>
            </a:r>
            <a:r>
              <a:rPr lang="vi-VN" altLang="ko-KR" sz="900" smtClean="0">
                <a:latin typeface="Times New Roman" panose="02020603050405020304" pitchFamily="18" charset="0"/>
                <a:ea typeface="돋움" pitchFamily="50" charset="-127"/>
                <a:cs typeface="Times New Roman" panose="02020603050405020304" pitchFamily="18" charset="0"/>
              </a:rPr>
              <a:t>ký hiệu</a:t>
            </a:r>
            <a:r>
              <a:rPr lang="en-US" altLang="ko-KR" sz="900" smtClean="0">
                <a:latin typeface="Times New Roman" panose="02020603050405020304" pitchFamily="18" charset="0"/>
                <a:ea typeface="돋움" pitchFamily="50" charset="-127"/>
                <a:cs typeface="Times New Roman" panose="02020603050405020304" pitchFamily="18" charset="0"/>
              </a:rPr>
              <a:t> van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không </a:t>
            </a:r>
            <a:r>
              <a:rPr lang="vi-VN" altLang="ko-KR" sz="900" smtClean="0">
                <a:latin typeface="Times New Roman" panose="02020603050405020304" pitchFamily="18" charset="0"/>
                <a:ea typeface="돋움" pitchFamily="50" charset="-127"/>
                <a:cs typeface="Times New Roman" panose="02020603050405020304" pitchFamily="18" charset="0"/>
              </a:rPr>
              <a:t>khớp</a:t>
            </a:r>
            <a:r>
              <a:rPr lang="en-US" altLang="ko-KR" sz="900" smtClean="0">
                <a:latin typeface="Times New Roman" panose="02020603050405020304" pitchFamily="18" charset="0"/>
                <a:ea typeface="돋움" pitchFamily="50" charset="-127"/>
                <a:cs typeface="Times New Roman" panose="02020603050405020304" pitchFamily="18" charset="0"/>
              </a:rPr>
              <a:t> nhau</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ko-KR" altLang="en-US" sz="900" smtClean="0">
                <a:latin typeface="Times New Roman" panose="02020603050405020304" pitchFamily="18" charset="0"/>
                <a:ea typeface="돋움" pitchFamily="50" charset="-127"/>
                <a:cs typeface="Times New Roman" panose="02020603050405020304" pitchFamily="18" charset="0"/>
              </a:rPr>
              <a:t> </a:t>
            </a:r>
            <a:r>
              <a:rPr lang="ko-KR" altLang="en-US" sz="900">
                <a:latin typeface="Times New Roman" panose="02020603050405020304" pitchFamily="18" charset="0"/>
                <a:ea typeface="돋움" pitchFamily="50" charset="-127"/>
                <a:cs typeface="Times New Roman" panose="02020603050405020304" pitchFamily="18" charset="0"/>
              </a:rPr>
              <a:t>②</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b="1">
                <a:solidFill>
                  <a:srgbClr val="FF0000"/>
                </a:solidFill>
                <a:latin typeface="Times New Roman" panose="02020603050405020304" pitchFamily="18" charset="0"/>
                <a:ea typeface="돋움" pitchFamily="50" charset="-127"/>
                <a:cs typeface="Times New Roman" panose="02020603050405020304" pitchFamily="18" charset="0"/>
              </a:rPr>
              <a:t>③</a:t>
            </a: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smtClean="0">
                <a:latin typeface="Times New Roman" panose="02020603050405020304" pitchFamily="18" charset="0"/>
                <a:ea typeface="돋움" pitchFamily="50" charset="-127"/>
                <a:cs typeface="Times New Roman" panose="02020603050405020304" pitchFamily="18" charset="0"/>
              </a:rPr>
              <a:t>                                                    </a:t>
            </a:r>
            <a:r>
              <a:rPr lang="ko-KR" altLang="en-US" sz="900">
                <a:latin typeface="Times New Roman" panose="02020603050405020304" pitchFamily="18" charset="0"/>
                <a:ea typeface="돋움" pitchFamily="50" charset="-127"/>
                <a:cs typeface="Times New Roman" panose="02020603050405020304" pitchFamily="18" charset="0"/>
              </a:rPr>
              <a:t>④</a:t>
            </a:r>
          </a:p>
        </p:txBody>
      </p:sp>
      <p:sp>
        <p:nvSpPr>
          <p:cNvPr id="16" name="Rectangle 151"/>
          <p:cNvSpPr>
            <a:spLocks noChangeArrowheads="1"/>
          </p:cNvSpPr>
          <p:nvPr/>
        </p:nvSpPr>
        <p:spPr bwMode="auto">
          <a:xfrm>
            <a:off x="304800" y="4506058"/>
            <a:ext cx="3124200" cy="1394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defRPr/>
            </a:pPr>
            <a:r>
              <a:rPr lang="en-US" sz="900">
                <a:latin typeface="Times New Roman" panose="02020603050405020304" pitchFamily="18" charset="0"/>
                <a:cs typeface="Times New Roman" panose="02020603050405020304" pitchFamily="18" charset="0"/>
              </a:rPr>
              <a:t>4. </a:t>
            </a:r>
            <a:r>
              <a:rPr lang="en-US" sz="900" smtClean="0">
                <a:latin typeface="Times New Roman" panose="02020603050405020304" pitchFamily="18" charset="0"/>
                <a:ea typeface="굴림" pitchFamily="50" charset="-127"/>
                <a:cs typeface="Times New Roman" panose="02020603050405020304" pitchFamily="18" charset="0"/>
              </a:rPr>
              <a:t>Van nào có chức năng giảm áp suất từ nguồn khí nén, duy trì lượng áp suất không đổi tới các bộ phận  phía sau ?</a:t>
            </a:r>
            <a:endParaRPr lang="en-US" sz="900">
              <a:latin typeface="Times New Roman" panose="02020603050405020304" pitchFamily="18" charset="0"/>
              <a:ea typeface="굴림" pitchFamily="50" charset="-127"/>
              <a:cs typeface="Times New Roman" panose="02020603050405020304" pitchFamily="18" charset="0"/>
            </a:endParaRPr>
          </a:p>
          <a:p>
            <a:pPr>
              <a:defRPr/>
            </a:pPr>
            <a:endParaRPr lang="vi-VN" sz="900">
              <a:latin typeface="Times New Roman" panose="02020603050405020304" pitchFamily="18" charset="0"/>
              <a:cs typeface="Times New Roman" panose="02020603050405020304" pitchFamily="18" charset="0"/>
            </a:endParaRPr>
          </a:p>
          <a:p>
            <a:pPr>
              <a:defRPr/>
            </a:pPr>
            <a:endParaRPr lang="en-US" altLang="ko-KR" sz="900" dirty="0">
              <a:latin typeface="Times New Roman" panose="02020603050405020304" pitchFamily="18" charset="0"/>
              <a:cs typeface="Times New Roman" panose="02020603050405020304" pitchFamily="18" charset="0"/>
            </a:endParaRPr>
          </a:p>
          <a:p>
            <a:pPr>
              <a:defRPr/>
            </a:pPr>
            <a:endParaRPr lang="en-US" altLang="ko-KR" sz="900" dirty="0">
              <a:latin typeface="Times New Roman" panose="02020603050405020304" pitchFamily="18" charset="0"/>
              <a:cs typeface="Times New Roman" panose="02020603050405020304" pitchFamily="18" charset="0"/>
            </a:endParaRPr>
          </a:p>
          <a:p>
            <a:pPr marL="228600" indent="-228600">
              <a:buFontTx/>
              <a:buAutoNum type="circleNumDbPlain"/>
              <a:defRPr/>
            </a:pPr>
            <a:r>
              <a:rPr lang="ko-KR" altLang="en-US" sz="900">
                <a:latin typeface="Times New Roman" panose="02020603050405020304" pitchFamily="18" charset="0"/>
                <a:cs typeface="Times New Roman" panose="02020603050405020304" pitchFamily="18" charset="0"/>
              </a:rPr>
              <a:t>                                 </a:t>
            </a:r>
            <a:r>
              <a:rPr lang="ko-KR" altLang="en-US" sz="900" smtClean="0">
                <a:latin typeface="Times New Roman" panose="02020603050405020304" pitchFamily="18" charset="0"/>
                <a:cs typeface="Times New Roman" panose="02020603050405020304" pitchFamily="18" charset="0"/>
              </a:rPr>
              <a:t>      </a:t>
            </a:r>
            <a:r>
              <a:rPr lang="ko-KR" altLang="en-US" sz="900" b="1" smtClean="0">
                <a:solidFill>
                  <a:srgbClr val="FF0000"/>
                </a:solidFill>
                <a:latin typeface="Times New Roman" panose="02020603050405020304" pitchFamily="18" charset="0"/>
                <a:cs typeface="Times New Roman" panose="02020603050405020304" pitchFamily="18" charset="0"/>
              </a:rPr>
              <a:t> ② </a:t>
            </a:r>
            <a:endParaRPr lang="en-US" altLang="ko-KR" sz="900" b="1" dirty="0">
              <a:solidFill>
                <a:srgbClr val="FF0000"/>
              </a:solidFill>
              <a:latin typeface="Times New Roman" panose="02020603050405020304" pitchFamily="18" charset="0"/>
              <a:cs typeface="Times New Roman" panose="02020603050405020304" pitchFamily="18" charset="0"/>
            </a:endParaRPr>
          </a:p>
          <a:p>
            <a:pPr marL="228600" indent="-228600">
              <a:buFontTx/>
              <a:buAutoNum type="circleNumDbPlain"/>
              <a:defRPr/>
            </a:pPr>
            <a:endParaRPr lang="en-US" altLang="ko-KR" sz="900" dirty="0">
              <a:latin typeface="Times New Roman" panose="02020603050405020304" pitchFamily="18" charset="0"/>
              <a:cs typeface="Times New Roman" panose="02020603050405020304" pitchFamily="18" charset="0"/>
            </a:endParaRPr>
          </a:p>
          <a:p>
            <a:pPr marL="228600" indent="-228600">
              <a:buFontTx/>
              <a:buAutoNum type="circleNumDbPlain"/>
              <a:defRPr/>
            </a:pPr>
            <a:endParaRPr lang="en-US" altLang="ko-KR" sz="900" dirty="0">
              <a:latin typeface="Times New Roman" panose="02020603050405020304" pitchFamily="18" charset="0"/>
              <a:cs typeface="Times New Roman" panose="02020603050405020304" pitchFamily="18" charset="0"/>
            </a:endParaRPr>
          </a:p>
          <a:p>
            <a:pPr>
              <a:lnSpc>
                <a:spcPct val="140000"/>
              </a:lnSpc>
              <a:defRPr/>
            </a:pPr>
            <a:r>
              <a:rPr lang="ko-KR" altLang="en-US" sz="900">
                <a:latin typeface="Times New Roman" panose="02020603050405020304" pitchFamily="18" charset="0"/>
                <a:cs typeface="Times New Roman" panose="02020603050405020304" pitchFamily="18" charset="0"/>
              </a:rPr>
              <a:t>③                                    </a:t>
            </a:r>
            <a:r>
              <a:rPr lang="ko-KR" altLang="en-US" sz="900" smtClean="0">
                <a:latin typeface="Times New Roman" panose="02020603050405020304" pitchFamily="18" charset="0"/>
                <a:cs typeface="Times New Roman" panose="02020603050405020304" pitchFamily="18" charset="0"/>
              </a:rPr>
              <a:t>        ④</a:t>
            </a:r>
            <a:endParaRPr lang="en-US" altLang="ko-KR" sz="900" dirty="0">
              <a:latin typeface="Times New Roman" panose="02020603050405020304" pitchFamily="18" charset="0"/>
              <a:cs typeface="Times New Roman" panose="02020603050405020304" pitchFamily="18" charset="0"/>
            </a:endParaRPr>
          </a:p>
        </p:txBody>
      </p:sp>
      <p:sp>
        <p:nvSpPr>
          <p:cNvPr id="10254" name="Rectangle 95"/>
          <p:cNvSpPr>
            <a:spLocks noChangeArrowheads="1"/>
          </p:cNvSpPr>
          <p:nvPr/>
        </p:nvSpPr>
        <p:spPr bwMode="auto">
          <a:xfrm>
            <a:off x="3390901" y="4711212"/>
            <a:ext cx="3133725"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8. </a:t>
            </a:r>
            <a:r>
              <a:rPr lang="vi-VN" altLang="ko-KR" sz="900" smtClean="0">
                <a:latin typeface="Times New Roman" panose="02020603050405020304" pitchFamily="18" charset="0"/>
                <a:ea typeface="돋움" pitchFamily="50" charset="-127"/>
                <a:cs typeface="Times New Roman" panose="02020603050405020304" pitchFamily="18" charset="0"/>
              </a:rPr>
              <a:t>Đ</a:t>
            </a:r>
            <a:r>
              <a:rPr lang="en-US" altLang="ko-KR" sz="900" smtClean="0">
                <a:latin typeface="Times New Roman" panose="02020603050405020304" pitchFamily="18" charset="0"/>
                <a:ea typeface="돋움" pitchFamily="50" charset="-127"/>
                <a:cs typeface="Times New Roman" panose="02020603050405020304" pitchFamily="18" charset="0"/>
              </a:rPr>
              <a:t>áp án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không đúng với đặc điểm của </a:t>
            </a:r>
            <a:r>
              <a:rPr lang="en-US" altLang="ko-KR" sz="900" smtClean="0">
                <a:latin typeface="Times New Roman" panose="02020603050405020304" pitchFamily="18" charset="0"/>
                <a:ea typeface="돋움" pitchFamily="50" charset="-127"/>
                <a:cs typeface="Times New Roman" panose="02020603050405020304" pitchFamily="18" charset="0"/>
              </a:rPr>
              <a:t>Ejector</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①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Cần có tank chứa khí chân không</a:t>
            </a:r>
            <a:endPar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a:t>
            </a:r>
            <a:r>
              <a:rPr lang="en-US" altLang="ko-KR" sz="900">
                <a:latin typeface="Times New Roman" panose="02020603050405020304" pitchFamily="18" charset="0"/>
                <a:ea typeface="돋움" pitchFamily="50" charset="-127"/>
                <a:cs typeface="Times New Roman" panose="02020603050405020304" pitchFamily="18" charset="0"/>
              </a:rPr>
              <a:t>T</a:t>
            </a:r>
            <a:r>
              <a:rPr lang="vi-VN" altLang="ko-KR" sz="900" smtClean="0">
                <a:latin typeface="Times New Roman" panose="02020603050405020304" pitchFamily="18" charset="0"/>
                <a:ea typeface="돋움" pitchFamily="50" charset="-127"/>
                <a:cs typeface="Times New Roman" panose="02020603050405020304" pitchFamily="18" charset="0"/>
              </a:rPr>
              <a:t>uổi </a:t>
            </a:r>
            <a:r>
              <a:rPr lang="vi-VN" altLang="ko-KR" sz="900">
                <a:latin typeface="Times New Roman" panose="02020603050405020304" pitchFamily="18" charset="0"/>
                <a:ea typeface="돋움" pitchFamily="50" charset="-127"/>
                <a:cs typeface="Times New Roman" panose="02020603050405020304" pitchFamily="18" charset="0"/>
              </a:rPr>
              <a:t>thọ </a:t>
            </a:r>
            <a:r>
              <a:rPr lang="vi-VN" altLang="ko-KR" sz="900" smtClean="0">
                <a:latin typeface="Times New Roman" panose="02020603050405020304" pitchFamily="18" charset="0"/>
                <a:ea typeface="돋움" pitchFamily="50" charset="-127"/>
                <a:cs typeface="Times New Roman" panose="02020603050405020304" pitchFamily="18" charset="0"/>
              </a:rPr>
              <a:t>cao</a:t>
            </a:r>
            <a:r>
              <a:rPr lang="en-US" altLang="ko-KR" sz="900" smtClean="0">
                <a:latin typeface="Times New Roman" panose="02020603050405020304" pitchFamily="18" charset="0"/>
                <a:ea typeface="돋움" pitchFamily="50" charset="-127"/>
                <a:cs typeface="Times New Roman" panose="02020603050405020304" pitchFamily="18" charset="0"/>
              </a:rPr>
              <a:t> do không có bộ phận truyền động bên trong</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③ So với các máy bơm chân không khác, nó có kích thước </a:t>
            </a:r>
            <a:r>
              <a:rPr lang="en-US" altLang="ko-KR" sz="900" smtClean="0">
                <a:latin typeface="Times New Roman" panose="02020603050405020304" pitchFamily="18" charset="0"/>
                <a:ea typeface="돋움" pitchFamily="50" charset="-127"/>
                <a:cs typeface="Times New Roman" panose="02020603050405020304" pitchFamily="18" charset="0"/>
              </a:rPr>
              <a:t>nhỏ </a:t>
            </a:r>
            <a:r>
              <a:rPr lang="vi-VN" altLang="ko-KR" sz="900" smtClean="0">
                <a:latin typeface="Times New Roman" panose="02020603050405020304" pitchFamily="18" charset="0"/>
                <a:ea typeface="돋움" pitchFamily="50" charset="-127"/>
                <a:cs typeface="Times New Roman" panose="02020603050405020304" pitchFamily="18" charset="0"/>
              </a:rPr>
              <a:t>bằng </a:t>
            </a:r>
            <a:r>
              <a:rPr lang="vi-VN" altLang="ko-KR" sz="900">
                <a:latin typeface="Times New Roman" panose="02020603050405020304" pitchFamily="18" charset="0"/>
                <a:ea typeface="돋움" pitchFamily="50" charset="-127"/>
                <a:cs typeface="Times New Roman" panose="02020603050405020304" pitchFamily="18" charset="0"/>
              </a:rPr>
              <a:t>1/10</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Thích hợp để bật / tắt </a:t>
            </a:r>
            <a:r>
              <a:rPr lang="en-US" altLang="ko-KR" sz="900" smtClean="0">
                <a:latin typeface="Times New Roman" panose="02020603050405020304" pitchFamily="18" charset="0"/>
                <a:ea typeface="돋움" pitchFamily="50" charset="-127"/>
                <a:cs typeface="Times New Roman" panose="02020603050405020304" pitchFamily="18" charset="0"/>
              </a:rPr>
              <a:t>liên tục</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0255" name="직사각형 1"/>
          <p:cNvSpPr>
            <a:spLocks noChangeArrowheads="1"/>
          </p:cNvSpPr>
          <p:nvPr/>
        </p:nvSpPr>
        <p:spPr bwMode="auto">
          <a:xfrm>
            <a:off x="346076" y="3424442"/>
            <a:ext cx="2979737" cy="45573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pic>
        <p:nvPicPr>
          <p:cNvPr id="10256" name="Picture 1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116139" y="8087458"/>
            <a:ext cx="657225" cy="3399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5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7064" y="8428893"/>
            <a:ext cx="657225" cy="3971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58" name="Picture 2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57414" y="8480182"/>
            <a:ext cx="573087" cy="331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59" name="Picture 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0400" y="8122627"/>
            <a:ext cx="590550" cy="2813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60" name="TextBox 84"/>
          <p:cNvSpPr txBox="1">
            <a:spLocks noChangeArrowheads="1"/>
          </p:cNvSpPr>
          <p:nvPr/>
        </p:nvSpPr>
        <p:spPr bwMode="auto">
          <a:xfrm>
            <a:off x="4667250" y="1186962"/>
            <a:ext cx="2471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Z</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1" name="직사각형 3"/>
          <p:cNvSpPr>
            <a:spLocks noChangeArrowheads="1"/>
          </p:cNvSpPr>
          <p:nvPr/>
        </p:nvSpPr>
        <p:spPr bwMode="auto">
          <a:xfrm>
            <a:off x="3697289" y="2331427"/>
            <a:ext cx="217487" cy="104042"/>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0262" name="TextBox 87"/>
          <p:cNvSpPr txBox="1">
            <a:spLocks noChangeArrowheads="1"/>
          </p:cNvSpPr>
          <p:nvPr/>
        </p:nvSpPr>
        <p:spPr bwMode="auto">
          <a:xfrm>
            <a:off x="4287839" y="2221523"/>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3" name="TextBox 90"/>
          <p:cNvSpPr txBox="1">
            <a:spLocks noChangeArrowheads="1"/>
          </p:cNvSpPr>
          <p:nvPr/>
        </p:nvSpPr>
        <p:spPr bwMode="auto">
          <a:xfrm>
            <a:off x="3659188" y="230065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4" name="TextBox 93"/>
          <p:cNvSpPr txBox="1">
            <a:spLocks noChangeArrowheads="1"/>
          </p:cNvSpPr>
          <p:nvPr/>
        </p:nvSpPr>
        <p:spPr bwMode="auto">
          <a:xfrm>
            <a:off x="5743575" y="2212731"/>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5" name="TextBox 96"/>
          <p:cNvSpPr txBox="1">
            <a:spLocks noChangeArrowheads="1"/>
          </p:cNvSpPr>
          <p:nvPr/>
        </p:nvSpPr>
        <p:spPr bwMode="auto">
          <a:xfrm>
            <a:off x="5281613" y="2291862"/>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6" name="TextBox 102"/>
          <p:cNvSpPr txBox="1">
            <a:spLocks noChangeArrowheads="1"/>
          </p:cNvSpPr>
          <p:nvPr/>
        </p:nvSpPr>
        <p:spPr bwMode="auto">
          <a:xfrm>
            <a:off x="3735388" y="4013689"/>
            <a:ext cx="287258"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7" name="TextBox 103"/>
          <p:cNvSpPr txBox="1">
            <a:spLocks noChangeArrowheads="1"/>
          </p:cNvSpPr>
          <p:nvPr/>
        </p:nvSpPr>
        <p:spPr bwMode="auto">
          <a:xfrm>
            <a:off x="4381500" y="3956539"/>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8" name="TextBox 107"/>
          <p:cNvSpPr txBox="1">
            <a:spLocks noChangeArrowheads="1"/>
          </p:cNvSpPr>
          <p:nvPr/>
        </p:nvSpPr>
        <p:spPr bwMode="auto">
          <a:xfrm>
            <a:off x="6021388" y="2721220"/>
            <a:ext cx="253596"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R</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69" name="TextBox 109"/>
          <p:cNvSpPr txBox="1">
            <a:spLocks noChangeArrowheads="1"/>
          </p:cNvSpPr>
          <p:nvPr/>
        </p:nvSpPr>
        <p:spPr bwMode="auto">
          <a:xfrm>
            <a:off x="5765801" y="2560028"/>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70" name="TextBox 111"/>
          <p:cNvSpPr txBox="1">
            <a:spLocks noChangeArrowheads="1"/>
          </p:cNvSpPr>
          <p:nvPr/>
        </p:nvSpPr>
        <p:spPr bwMode="auto">
          <a:xfrm>
            <a:off x="5791200" y="3938954"/>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2</a:t>
            </a:r>
            <a:endParaRPr lang="ko-KR" altLang="en-US" sz="800">
              <a:latin typeface="Times New Roman" panose="02020603050405020304" pitchFamily="18" charset="0"/>
              <a:ea typeface="돋움" pitchFamily="50" charset="-127"/>
              <a:cs typeface="Times New Roman" panose="02020603050405020304" pitchFamily="18" charset="0"/>
            </a:endParaRPr>
          </a:p>
        </p:txBody>
      </p:sp>
      <p:sp>
        <p:nvSpPr>
          <p:cNvPr id="10271" name="TextBox 114"/>
          <p:cNvSpPr txBox="1">
            <a:spLocks noChangeArrowheads="1"/>
          </p:cNvSpPr>
          <p:nvPr/>
        </p:nvSpPr>
        <p:spPr bwMode="auto">
          <a:xfrm>
            <a:off x="5224463" y="4019551"/>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latin typeface="Times New Roman" panose="02020603050405020304" pitchFamily="18" charset="0"/>
                <a:ea typeface="돋움" pitchFamily="50" charset="-127"/>
                <a:cs typeface="Times New Roman" panose="02020603050405020304" pitchFamily="18" charset="0"/>
              </a:rPr>
              <a:t>12</a:t>
            </a:r>
            <a:endParaRPr lang="ko-KR" altLang="en-US" sz="800">
              <a:latin typeface="Times New Roman" panose="02020603050405020304" pitchFamily="18" charset="0"/>
              <a:ea typeface="돋움" pitchFamily="50" charset="-127"/>
              <a:cs typeface="Times New Roman" panose="02020603050405020304" pitchFamily="18" charset="0"/>
            </a:endParaRPr>
          </a:p>
        </p:txBody>
      </p:sp>
      <p:pic>
        <p:nvPicPr>
          <p:cNvPr id="10272" name="Picture 8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4376" y="5095143"/>
            <a:ext cx="701675" cy="3223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3" name="Picture 8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16833" y="4970585"/>
            <a:ext cx="614363" cy="4835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4" name="Picture 8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65970" y="5515708"/>
            <a:ext cx="742950" cy="369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5" name="Picture 8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57238" y="5489331"/>
            <a:ext cx="685800" cy="465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6" name="Picture 8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11189" y="6641124"/>
            <a:ext cx="942975"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7" name="Picture 8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049463" y="6597162"/>
            <a:ext cx="1104900" cy="3780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8" name="Picture 9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61975" y="7039708"/>
            <a:ext cx="1035050" cy="341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9" name="Picture 9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081213" y="6984023"/>
            <a:ext cx="1073150" cy="40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0" name="Text Box 6"/>
          <p:cNvSpPr txBox="1">
            <a:spLocks noChangeArrowheads="1"/>
          </p:cNvSpPr>
          <p:nvPr/>
        </p:nvSpPr>
        <p:spPr bwMode="auto">
          <a:xfrm>
            <a:off x="123826" y="211016"/>
            <a:ext cx="886781" cy="338554"/>
          </a:xfrm>
          <a:prstGeom prst="rect">
            <a:avLst/>
          </a:prstGeom>
          <a:noFill/>
          <a:ln w="9525">
            <a:noFill/>
            <a:miter lim="800000"/>
            <a:headEnd/>
            <a:tailEnd/>
          </a:ln>
          <a:effectLst/>
        </p:spPr>
        <p:txBody>
          <a:bodyPr wrap="none">
            <a:spAutoFit/>
          </a:bodyPr>
          <a:lstStyle/>
          <a:p>
            <a:pPr>
              <a:defRPr/>
            </a:pP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Khí nén</a:t>
            </a:r>
            <a:endParaRPr lang="ko-KR" altLang="en-US" sz="12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71" name="TextBox 70"/>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5</a:t>
            </a:r>
          </a:p>
        </p:txBody>
      </p:sp>
    </p:spTree>
    <p:extLst>
      <p:ext uri="{BB962C8B-B14F-4D97-AF65-F5344CB8AC3E}">
        <p14:creationId xmlns:p14="http://schemas.microsoft.com/office/powerpoint/2010/main" val="2000377622"/>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2292" name="Rectangle 170"/>
          <p:cNvSpPr>
            <a:spLocks noChangeArrowheads="1"/>
          </p:cNvSpPr>
          <p:nvPr/>
        </p:nvSpPr>
        <p:spPr bwMode="auto">
          <a:xfrm>
            <a:off x="3395663" y="838200"/>
            <a:ext cx="3206750"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17. Điều gì sai với tên của ký hiệu van điều khiển hướng?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  ① ㉠ </a:t>
            </a:r>
            <a:r>
              <a:rPr lang="vi-VN" altLang="ko-KR" sz="900">
                <a:latin typeface="Times New Roman" panose="02020603050405020304" pitchFamily="18" charset="0"/>
                <a:ea typeface="돋움" pitchFamily="50" charset="-127"/>
                <a:cs typeface="Times New Roman" panose="02020603050405020304" pitchFamily="18" charset="0"/>
              </a:rPr>
              <a:t>loại hoạt động trực tiếp </a:t>
            </a: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② hoạt động thủ công</a:t>
            </a:r>
          </a:p>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  </a:t>
            </a:r>
            <a:r>
              <a:rPr lang="ko-KR" altLang="en-US" sz="900" b="1">
                <a:solidFill>
                  <a:srgbClr val="FF0000"/>
                </a:solidFill>
                <a:latin typeface="Times New Roman" panose="02020603050405020304" pitchFamily="18" charset="0"/>
                <a:ea typeface="돋움" pitchFamily="50" charset="-127"/>
                <a:cs typeface="Times New Roman" panose="02020603050405020304" pitchFamily="18" charset="0"/>
              </a:rPr>
              <a:t>③ ㉢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vị trí ban đầu của van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④ </a:t>
            </a:r>
            <a:r>
              <a:rPr lang="ko-KR" altLang="en-US"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tín hiệu điện</a:t>
            </a:r>
          </a:p>
        </p:txBody>
      </p:sp>
      <p:grpSp>
        <p:nvGrpSpPr>
          <p:cNvPr id="12293" name="Group 2"/>
          <p:cNvGrpSpPr>
            <a:grpSpLocks/>
          </p:cNvGrpSpPr>
          <p:nvPr/>
        </p:nvGrpSpPr>
        <p:grpSpPr bwMode="auto">
          <a:xfrm>
            <a:off x="304800" y="716574"/>
            <a:ext cx="6248400" cy="8216411"/>
            <a:chOff x="192" y="672"/>
            <a:chExt cx="3936" cy="5424"/>
          </a:xfrm>
        </p:grpSpPr>
        <p:sp>
          <p:nvSpPr>
            <p:cNvPr id="12325" name="Rectangle 3"/>
            <p:cNvSpPr>
              <a:spLocks noChangeArrowheads="1"/>
            </p:cNvSpPr>
            <p:nvPr/>
          </p:nvSpPr>
          <p:spPr bwMode="auto">
            <a:xfrm>
              <a:off x="192"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Times New Roman" panose="02020603050405020304" pitchFamily="18" charset="0"/>
                <a:ea typeface="돋움" pitchFamily="50" charset="-127"/>
                <a:cs typeface="Times New Roman" panose="02020603050405020304" pitchFamily="18" charset="0"/>
              </a:endParaRPr>
            </a:p>
          </p:txBody>
        </p:sp>
        <p:sp>
          <p:nvSpPr>
            <p:cNvPr id="12326" name="Rectangle 4"/>
            <p:cNvSpPr>
              <a:spLocks noChangeArrowheads="1"/>
            </p:cNvSpPr>
            <p:nvPr/>
          </p:nvSpPr>
          <p:spPr bwMode="auto">
            <a:xfrm>
              <a:off x="2160" y="672"/>
              <a:ext cx="1968" cy="542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457200" indent="-457200"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solidFill>
                  <a:srgbClr val="FF0000"/>
                </a:solidFill>
                <a:latin typeface="Times New Roman" panose="02020603050405020304" pitchFamily="18" charset="0"/>
                <a:ea typeface="돋움" pitchFamily="50" charset="-127"/>
                <a:cs typeface="Times New Roman" panose="02020603050405020304" pitchFamily="18" charset="0"/>
              </a:endParaRPr>
            </a:p>
          </p:txBody>
        </p:sp>
      </p:grpSp>
      <p:sp>
        <p:nvSpPr>
          <p:cNvPr id="12294" name="Rectangle 95"/>
          <p:cNvSpPr>
            <a:spLocks noChangeArrowheads="1"/>
          </p:cNvSpPr>
          <p:nvPr/>
        </p:nvSpPr>
        <p:spPr bwMode="auto">
          <a:xfrm>
            <a:off x="304800" y="5181600"/>
            <a:ext cx="3124200"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14. </a:t>
            </a:r>
            <a:r>
              <a:rPr lang="vi-VN" altLang="ko-KR" sz="900">
                <a:latin typeface="Times New Roman" panose="02020603050405020304" pitchFamily="18" charset="0"/>
                <a:ea typeface="돋움" pitchFamily="50" charset="-127"/>
                <a:cs typeface="Times New Roman" panose="02020603050405020304" pitchFamily="18" charset="0"/>
              </a:rPr>
              <a:t>Động cơ khí nén thường được sử dụng để </a:t>
            </a:r>
            <a:r>
              <a:rPr lang="en-US" altLang="ko-KR" sz="900" smtClean="0">
                <a:latin typeface="Times New Roman" panose="02020603050405020304" pitchFamily="18" charset="0"/>
                <a:ea typeface="돋움" pitchFamily="50" charset="-127"/>
                <a:cs typeface="Times New Roman" panose="02020603050405020304" pitchFamily="18" charset="0"/>
              </a:rPr>
              <a:t>quay</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tốc độ </a:t>
            </a:r>
            <a:r>
              <a:rPr lang="vi-VN" altLang="ko-KR" sz="900" smtClean="0">
                <a:latin typeface="Times New Roman" panose="02020603050405020304" pitchFamily="18" charset="0"/>
                <a:ea typeface="돋움" pitchFamily="50" charset="-127"/>
                <a:cs typeface="Times New Roman" panose="02020603050405020304" pitchFamily="18" charset="0"/>
              </a:rPr>
              <a:t>cao</a:t>
            </a:r>
            <a:r>
              <a:rPr lang="en-US" altLang="ko-KR" sz="900" smtClean="0">
                <a:latin typeface="Times New Roman" panose="02020603050405020304" pitchFamily="18" charset="0"/>
                <a:ea typeface="돋움" pitchFamily="50" charset="-127"/>
                <a:cs typeface="Times New Roman" panose="02020603050405020304" pitchFamily="18" charset="0"/>
              </a:rPr>
              <a:t>, ít rung, tuổi thọ dài</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gì?</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① Động cơ kiểu cánh gạt </a:t>
            </a: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② Động cơ kiểu piston</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③ Động cơ bánh răng </a:t>
            </a: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④ Động cơ tuabin</a:t>
            </a:r>
            <a:endParaRPr lang="ko-KR" altLang="en-US" sz="900" b="1">
              <a:solidFill>
                <a:srgbClr val="FF0000"/>
              </a:solidFill>
              <a:latin typeface="Times New Roman" panose="02020603050405020304" pitchFamily="18" charset="0"/>
              <a:ea typeface="돋움" pitchFamily="50" charset="-127"/>
              <a:cs typeface="Times New Roman" panose="02020603050405020304" pitchFamily="18" charset="0"/>
            </a:endParaRPr>
          </a:p>
        </p:txBody>
      </p:sp>
      <p:sp>
        <p:nvSpPr>
          <p:cNvPr id="12295" name="Rectangle 134"/>
          <p:cNvSpPr>
            <a:spLocks noChangeArrowheads="1"/>
          </p:cNvSpPr>
          <p:nvPr/>
        </p:nvSpPr>
        <p:spPr bwMode="auto">
          <a:xfrm>
            <a:off x="3429000" y="2710962"/>
            <a:ext cx="3130550"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18. Điều gì không phải là đặc điểm của van poppet?</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Có thể kiểm soát dòng chảy và phù hợp với đường kính lớn</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a:t>
            </a:r>
            <a:r>
              <a:rPr lang="en-US" altLang="ko-KR" sz="900" smtClean="0">
                <a:latin typeface="Times New Roman" panose="02020603050405020304" pitchFamily="18" charset="0"/>
                <a:ea typeface="돋움" pitchFamily="50" charset="-127"/>
                <a:cs typeface="Times New Roman" panose="02020603050405020304" pitchFamily="18" charset="0"/>
              </a:rPr>
              <a:t>Lực</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hoạt động của van phải được tăng lên tương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ứng với áp suất chất lỏng.</a:t>
            </a:r>
          </a:p>
          <a:p>
            <a:pPr eaLnBrk="1" hangingPunct="1">
              <a:spcBef>
                <a:spcPct val="0"/>
              </a:spcBef>
              <a:buFontTx/>
              <a:buNone/>
            </a:pP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 ③ Cấu trúc đơn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giản</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dễ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sản xuất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v</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à có</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độ chính xác </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c</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ao</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a:t>
            </a:r>
            <a:endPar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a:t>
            </a:r>
            <a:r>
              <a:rPr lang="en-US" altLang="ko-KR" sz="900" smtClean="0">
                <a:latin typeface="Times New Roman" panose="02020603050405020304" pitchFamily="18" charset="0"/>
                <a:ea typeface="돋움" pitchFamily="50" charset="-127"/>
                <a:cs typeface="Times New Roman" panose="02020603050405020304" pitchFamily="18" charset="0"/>
              </a:rPr>
              <a:t>Khả năng n</a:t>
            </a:r>
            <a:r>
              <a:rPr lang="vi-VN" altLang="ko-KR" sz="900" smtClean="0">
                <a:latin typeface="Times New Roman" panose="02020603050405020304" pitchFamily="18" charset="0"/>
                <a:ea typeface="돋움" pitchFamily="50" charset="-127"/>
                <a:cs typeface="Times New Roman" panose="02020603050405020304" pitchFamily="18" charset="0"/>
              </a:rPr>
              <a:t>iêm </a:t>
            </a:r>
            <a:r>
              <a:rPr lang="vi-VN" altLang="ko-KR" sz="900">
                <a:latin typeface="Times New Roman" panose="02020603050405020304" pitchFamily="18" charset="0"/>
                <a:ea typeface="돋움" pitchFamily="50" charset="-127"/>
                <a:cs typeface="Times New Roman" panose="02020603050405020304" pitchFamily="18" charset="0"/>
              </a:rPr>
              <a:t>phong tốt, và ngay cả khi lò xo bị hỏng, nó được đóng lại bởi áp suất chất lỏng.</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2296" name="Rectangle 97"/>
          <p:cNvSpPr>
            <a:spLocks noChangeArrowheads="1"/>
          </p:cNvSpPr>
          <p:nvPr/>
        </p:nvSpPr>
        <p:spPr bwMode="auto">
          <a:xfrm>
            <a:off x="266700" y="6413989"/>
            <a:ext cx="3162300" cy="9925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50000"/>
              </a:spcBef>
              <a:buFontTx/>
              <a:buNone/>
            </a:pPr>
            <a:r>
              <a:rPr lang="vi-VN" altLang="ko-KR" sz="900">
                <a:latin typeface="Times New Roman" panose="02020603050405020304" pitchFamily="18" charset="0"/>
                <a:ea typeface="돋움" pitchFamily="50" charset="-127"/>
                <a:cs typeface="Times New Roman" panose="02020603050405020304" pitchFamily="18" charset="0"/>
              </a:rPr>
              <a:t>15. Trong số các loại máy nén khí piston, phương pháp làm mát nào được sử dụng cho máy nén khí nhỏ</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50000"/>
              </a:spcBef>
              <a:buFontTx/>
              <a:buNone/>
            </a:pP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50000"/>
              </a:spcBef>
              <a:buFontTx/>
              <a:buNone/>
            </a:pP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① Làm mát bằng không khí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② Làm mát bằng </a:t>
            </a:r>
            <a:r>
              <a:rPr lang="vi-VN" altLang="ko-KR" sz="900" smtClean="0">
                <a:latin typeface="Times New Roman" panose="02020603050405020304" pitchFamily="18" charset="0"/>
                <a:ea typeface="돋움" pitchFamily="50" charset="-127"/>
                <a:cs typeface="Times New Roman" panose="02020603050405020304" pitchFamily="18" charset="0"/>
              </a:rPr>
              <a:t>nước</a:t>
            </a: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50000"/>
              </a:spcBef>
              <a:buFontTx/>
              <a:buNone/>
            </a:pPr>
            <a:r>
              <a:rPr lang="vi-VN" altLang="ko-KR" sz="900" smtClean="0">
                <a:latin typeface="Times New Roman" panose="02020603050405020304" pitchFamily="18" charset="0"/>
                <a:ea typeface="돋움" pitchFamily="50" charset="-127"/>
                <a:cs typeface="Times New Roman" panose="02020603050405020304" pitchFamily="18" charset="0"/>
              </a:rPr>
              <a:t>③ </a:t>
            </a:r>
            <a:r>
              <a:rPr lang="vi-VN" altLang="ko-KR" sz="900">
                <a:latin typeface="Times New Roman" panose="02020603050405020304" pitchFamily="18" charset="0"/>
                <a:ea typeface="돋움" pitchFamily="50" charset="-127"/>
                <a:cs typeface="Times New Roman" panose="02020603050405020304" pitchFamily="18" charset="0"/>
              </a:rPr>
              <a:t>Loại </a:t>
            </a:r>
            <a:r>
              <a:rPr lang="en-US" altLang="ko-KR" sz="900" smtClean="0">
                <a:latin typeface="Times New Roman" panose="02020603050405020304" pitchFamily="18" charset="0"/>
                <a:ea typeface="돋움" pitchFamily="50" charset="-127"/>
                <a:cs typeface="Times New Roman" panose="02020603050405020304" pitchFamily="18" charset="0"/>
              </a:rPr>
              <a:t>làm mát  </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④ Loại hấp thụ</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2297" name="Rectangle 103"/>
          <p:cNvSpPr>
            <a:spLocks noChangeArrowheads="1"/>
          </p:cNvSpPr>
          <p:nvPr/>
        </p:nvSpPr>
        <p:spPr bwMode="auto">
          <a:xfrm>
            <a:off x="279400" y="7562851"/>
            <a:ext cx="31115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16. Phân loại theo phương thức </a:t>
            </a:r>
            <a:r>
              <a:rPr lang="en-US" altLang="ko-KR" sz="900">
                <a:latin typeface="Times New Roman" panose="02020603050405020304" pitchFamily="18" charset="0"/>
                <a:ea typeface="돋움" pitchFamily="50" charset="-127"/>
                <a:cs typeface="Times New Roman" panose="02020603050405020304" pitchFamily="18" charset="0"/>
              </a:rPr>
              <a:t>r</a:t>
            </a:r>
            <a:r>
              <a:rPr lang="en-US" altLang="ko-KR" sz="900" smtClean="0">
                <a:latin typeface="Times New Roman" panose="02020603050405020304" pitchFamily="18" charset="0"/>
                <a:ea typeface="돋움" pitchFamily="50" charset="-127"/>
                <a:cs typeface="Times New Roman" panose="02020603050405020304" pitchFamily="18" charset="0"/>
              </a:rPr>
              <a:t>eturn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của van, đâu là phân loại theo phương thức </a:t>
            </a:r>
            <a:r>
              <a:rPr lang="en-US" altLang="ko-KR" sz="900" smtClean="0">
                <a:latin typeface="Times New Roman" panose="02020603050405020304" pitchFamily="18" charset="0"/>
                <a:ea typeface="돋움" pitchFamily="50" charset="-127"/>
                <a:cs typeface="Times New Roman" panose="02020603050405020304" pitchFamily="18" charset="0"/>
              </a:rPr>
              <a:t>return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của van khí nén</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① </a:t>
            </a:r>
            <a:r>
              <a:rPr lang="en-US" altLang="ko-KR" sz="900" smtClean="0">
                <a:latin typeface="Times New Roman" panose="02020603050405020304" pitchFamily="18" charset="0"/>
                <a:ea typeface="돋움" pitchFamily="50" charset="-127"/>
                <a:cs typeface="Times New Roman" panose="02020603050405020304" pitchFamily="18" charset="0"/>
              </a:rPr>
              <a:t>Return bằng </a:t>
            </a:r>
            <a:r>
              <a:rPr lang="vi-VN" altLang="ko-KR" sz="900" smtClean="0">
                <a:latin typeface="Times New Roman" panose="02020603050405020304" pitchFamily="18" charset="0"/>
                <a:ea typeface="돋움" pitchFamily="50" charset="-127"/>
                <a:cs typeface="Times New Roman" panose="02020603050405020304" pitchFamily="18" charset="0"/>
              </a:rPr>
              <a:t>khí </a:t>
            </a:r>
            <a:r>
              <a:rPr lang="vi-VN" altLang="ko-KR" sz="900">
                <a:latin typeface="Times New Roman" panose="02020603050405020304" pitchFamily="18" charset="0"/>
                <a:ea typeface="돋움" pitchFamily="50" charset="-127"/>
                <a:cs typeface="Times New Roman" panose="02020603050405020304" pitchFamily="18" charset="0"/>
              </a:rPr>
              <a:t>nén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② </a:t>
            </a:r>
            <a:r>
              <a:rPr lang="en-US" altLang="ko-KR" sz="900" smtClean="0">
                <a:latin typeface="Times New Roman" panose="02020603050405020304" pitchFamily="18" charset="0"/>
                <a:ea typeface="돋움" pitchFamily="50" charset="-127"/>
                <a:cs typeface="Times New Roman" panose="02020603050405020304" pitchFamily="18" charset="0"/>
              </a:rPr>
              <a:t>Return </a:t>
            </a:r>
            <a:r>
              <a:rPr lang="vi-VN" altLang="ko-KR" sz="900" smtClean="0">
                <a:latin typeface="Times New Roman" panose="02020603050405020304" pitchFamily="18" charset="0"/>
                <a:ea typeface="돋움" pitchFamily="50" charset="-127"/>
                <a:cs typeface="Times New Roman" panose="02020603050405020304" pitchFamily="18" charset="0"/>
              </a:rPr>
              <a:t>bằng </a:t>
            </a:r>
            <a:r>
              <a:rPr lang="vi-VN" altLang="ko-KR" sz="900">
                <a:latin typeface="Times New Roman" panose="02020603050405020304" pitchFamily="18" charset="0"/>
                <a:ea typeface="돋움" pitchFamily="50" charset="-127"/>
                <a:cs typeface="Times New Roman" panose="02020603050405020304" pitchFamily="18" charset="0"/>
              </a:rPr>
              <a:t>máy dò tìm</a:t>
            </a:r>
          </a:p>
          <a:p>
            <a:pPr eaLnBrk="1" hangingPunct="1">
              <a:spcBef>
                <a:spcPct val="0"/>
              </a:spcBef>
              <a:buFontTx/>
              <a:buNone/>
            </a:pP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Return bằng</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con người</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④ </a:t>
            </a:r>
            <a:r>
              <a:rPr lang="en-US" altLang="ko-KR" sz="900" smtClean="0">
                <a:latin typeface="Times New Roman" panose="02020603050405020304" pitchFamily="18" charset="0"/>
                <a:ea typeface="돋움" pitchFamily="50" charset="-127"/>
                <a:cs typeface="Times New Roman" panose="02020603050405020304" pitchFamily="18" charset="0"/>
              </a:rPr>
              <a:t>Return bằng Lò xo (Spring)</a:t>
            </a:r>
            <a:endParaRPr lang="vi-VN" altLang="ko-KR" sz="900">
              <a:latin typeface="Times New Roman" panose="02020603050405020304" pitchFamily="18" charset="0"/>
              <a:ea typeface="돋움" pitchFamily="50" charset="-127"/>
              <a:cs typeface="Times New Roman" panose="02020603050405020304" pitchFamily="18" charset="0"/>
            </a:endParaRPr>
          </a:p>
        </p:txBody>
      </p:sp>
      <p:sp>
        <p:nvSpPr>
          <p:cNvPr id="12298" name="Text Box 17"/>
          <p:cNvSpPr txBox="1">
            <a:spLocks noChangeArrowheads="1"/>
          </p:cNvSpPr>
          <p:nvPr/>
        </p:nvSpPr>
        <p:spPr bwMode="auto">
          <a:xfrm>
            <a:off x="3409950" y="4438651"/>
            <a:ext cx="314960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cs typeface="Times New Roman" panose="02020603050405020304" pitchFamily="18" charset="0"/>
              </a:rPr>
              <a:t>19. </a:t>
            </a:r>
            <a:r>
              <a:rPr lang="en-US" altLang="ko-KR" sz="900" smtClean="0">
                <a:latin typeface="Times New Roman" panose="02020603050405020304" pitchFamily="18" charset="0"/>
                <a:cs typeface="Times New Roman" panose="02020603050405020304" pitchFamily="18" charset="0"/>
              </a:rPr>
              <a:t>Định</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luật nào trong đó áp suất và thể tích tỉ lệ nghịch với nhau trong </a:t>
            </a:r>
            <a:r>
              <a:rPr lang="vi-VN" altLang="ko-KR" sz="900" smtClean="0">
                <a:latin typeface="Times New Roman" panose="02020603050405020304" pitchFamily="18" charset="0"/>
                <a:cs typeface="Times New Roman" panose="02020603050405020304" pitchFamily="18" charset="0"/>
              </a:rPr>
              <a:t>khi </a:t>
            </a:r>
            <a:r>
              <a:rPr lang="vi-VN" altLang="ko-KR" sz="900">
                <a:latin typeface="Times New Roman" panose="02020603050405020304" pitchFamily="18" charset="0"/>
                <a:cs typeface="Times New Roman" panose="02020603050405020304" pitchFamily="18" charset="0"/>
              </a:rPr>
              <a:t>nhiệt độ của khí không </a:t>
            </a:r>
            <a:r>
              <a:rPr lang="vi-VN" altLang="ko-KR" sz="900" smtClean="0">
                <a:latin typeface="Times New Roman" panose="02020603050405020304" pitchFamily="18" charset="0"/>
                <a:cs typeface="Times New Roman" panose="02020603050405020304" pitchFamily="18" charset="0"/>
              </a:rPr>
              <a:t>đổi</a:t>
            </a:r>
            <a:r>
              <a:rPr lang="en-US" altLang="ko-KR" sz="900" smtClean="0">
                <a:latin typeface="Times New Roman" panose="02020603050405020304" pitchFamily="18" charset="0"/>
                <a:cs typeface="Times New Roman" panose="02020603050405020304" pitchFamily="18" charset="0"/>
              </a:rPr>
              <a:t>?</a:t>
            </a: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① Định luật Charles      </a:t>
            </a:r>
            <a:r>
              <a:rPr lang="en-US" altLang="ko-KR" sz="900" b="1">
                <a:solidFill>
                  <a:srgbClr val="FF0000"/>
                </a:solidFill>
                <a:latin typeface="Times New Roman" panose="02020603050405020304" pitchFamily="18" charset="0"/>
                <a:cs typeface="Times New Roman" panose="02020603050405020304" pitchFamily="18" charset="0"/>
              </a:rPr>
              <a:t>② Định luật Boyle</a:t>
            </a:r>
          </a:p>
          <a:p>
            <a:pPr eaLnBrk="1" hangingPunct="1">
              <a:spcBef>
                <a:spcPct val="0"/>
              </a:spcBef>
              <a:buFontTx/>
              <a:buNone/>
            </a:pPr>
            <a:r>
              <a:rPr lang="en-US" altLang="ko-KR" sz="900">
                <a:latin typeface="Times New Roman" panose="02020603050405020304" pitchFamily="18" charset="0"/>
                <a:cs typeface="Times New Roman" panose="02020603050405020304" pitchFamily="18" charset="0"/>
              </a:rPr>
              <a:t>  ③ Định luật Pascal   </a:t>
            </a:r>
            <a:r>
              <a:rPr lang="en-US" altLang="ko-KR"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④ Định luật Charles-Boyle</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2299" name="Rectangle 107"/>
          <p:cNvSpPr>
            <a:spLocks noChangeArrowheads="1"/>
          </p:cNvSpPr>
          <p:nvPr/>
        </p:nvSpPr>
        <p:spPr bwMode="auto">
          <a:xfrm>
            <a:off x="3400426" y="5564066"/>
            <a:ext cx="3197225" cy="31116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20. Sơ đồ mạch khí nén cho van </a:t>
            </a:r>
            <a:r>
              <a:rPr lang="en-US" altLang="ko-KR" sz="900" smtClean="0">
                <a:latin typeface="Times New Roman" panose="02020603050405020304" pitchFamily="18" charset="0"/>
                <a:ea typeface="돋움" pitchFamily="50" charset="-127"/>
                <a:cs typeface="Times New Roman" panose="02020603050405020304" pitchFamily="18" charset="0"/>
              </a:rPr>
              <a:t>off delay</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gì?</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(Van tiết lưu mở 20%)</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① </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  ②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a:t>
            </a:r>
            <a:r>
              <a:rPr lang="ko-KR" altLang="en-US" sz="90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lnSpc>
                <a:spcPct val="130000"/>
              </a:lnSpc>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ko-KR" altLang="en-US" sz="900" b="1">
                <a:solidFill>
                  <a:srgbClr val="FF0000"/>
                </a:solidFill>
                <a:latin typeface="Times New Roman" panose="02020603050405020304" pitchFamily="18" charset="0"/>
                <a:ea typeface="돋움" pitchFamily="50" charset="-127"/>
                <a:cs typeface="Times New Roman" panose="02020603050405020304" pitchFamily="18" charset="0"/>
              </a:rPr>
              <a:t>④</a:t>
            </a:r>
            <a:r>
              <a:rPr lang="ko-KR" altLang="en-US" sz="900">
                <a:latin typeface="Times New Roman" panose="02020603050405020304" pitchFamily="18" charset="0"/>
                <a:ea typeface="돋움" pitchFamily="50" charset="-127"/>
                <a:cs typeface="Times New Roman" panose="02020603050405020304" pitchFamily="18" charset="0"/>
              </a:rPr>
              <a:t> </a:t>
            </a:r>
          </a:p>
        </p:txBody>
      </p:sp>
      <p:pic>
        <p:nvPicPr>
          <p:cNvPr id="12300" name="Picture 2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2725" y="1311520"/>
            <a:ext cx="1276350" cy="668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01" name="TextBox 24"/>
          <p:cNvSpPr txBox="1">
            <a:spLocks noChangeArrowheads="1"/>
          </p:cNvSpPr>
          <p:nvPr/>
        </p:nvSpPr>
        <p:spPr bwMode="auto">
          <a:xfrm>
            <a:off x="3500438" y="1233854"/>
            <a:ext cx="124264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Hoạt động thủ công</a:t>
            </a:r>
            <a:endParaRPr lang="ko-KR" altLang="en-US" sz="900">
              <a:latin typeface="Times New Roman" panose="02020603050405020304" pitchFamily="18" charset="0"/>
              <a:ea typeface="돋움" pitchFamily="50" charset="-127"/>
              <a:cs typeface="Times New Roman" panose="02020603050405020304" pitchFamily="18" charset="0"/>
            </a:endParaRPr>
          </a:p>
        </p:txBody>
      </p:sp>
      <p:cxnSp>
        <p:nvCxnSpPr>
          <p:cNvPr id="12302" name="직선 화살표 연결선 26"/>
          <p:cNvCxnSpPr>
            <a:cxnSpLocks noChangeShapeType="1"/>
          </p:cNvCxnSpPr>
          <p:nvPr/>
        </p:nvCxnSpPr>
        <p:spPr bwMode="auto">
          <a:xfrm>
            <a:off x="3946525" y="1408235"/>
            <a:ext cx="215900" cy="128954"/>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2303" name="직선 화살표 연결선 27"/>
          <p:cNvCxnSpPr>
            <a:cxnSpLocks noChangeShapeType="1"/>
          </p:cNvCxnSpPr>
          <p:nvPr/>
        </p:nvCxnSpPr>
        <p:spPr bwMode="auto">
          <a:xfrm flipH="1">
            <a:off x="4946651" y="1408235"/>
            <a:ext cx="352425" cy="180242"/>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2304" name="TextBox 28"/>
          <p:cNvSpPr txBox="1">
            <a:spLocks noChangeArrowheads="1"/>
          </p:cNvSpPr>
          <p:nvPr/>
        </p:nvSpPr>
        <p:spPr bwMode="auto">
          <a:xfrm>
            <a:off x="5013325" y="1244112"/>
            <a:ext cx="135165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a:t>
            </a:r>
            <a:r>
              <a:rPr lang="vi-VN" altLang="ko-KR" sz="900">
                <a:latin typeface="Times New Roman" panose="02020603050405020304" pitchFamily="18" charset="0"/>
                <a:ea typeface="돋움" pitchFamily="50" charset="-127"/>
                <a:cs typeface="Times New Roman" panose="02020603050405020304" pitchFamily="18" charset="0"/>
              </a:rPr>
              <a:t> Vị trí ban đầu của van</a:t>
            </a:r>
            <a:endParaRPr lang="ko-KR" altLang="en-US" sz="900">
              <a:latin typeface="Times New Roman" panose="02020603050405020304" pitchFamily="18" charset="0"/>
              <a:ea typeface="돋움" pitchFamily="50" charset="-127"/>
              <a:cs typeface="Times New Roman" panose="02020603050405020304" pitchFamily="18" charset="0"/>
            </a:endParaRPr>
          </a:p>
        </p:txBody>
      </p:sp>
      <p:cxnSp>
        <p:nvCxnSpPr>
          <p:cNvPr id="12305" name="직선 화살표 연결선 29"/>
          <p:cNvCxnSpPr>
            <a:cxnSpLocks noChangeShapeType="1"/>
          </p:cNvCxnSpPr>
          <p:nvPr/>
        </p:nvCxnSpPr>
        <p:spPr bwMode="auto">
          <a:xfrm flipH="1" flipV="1">
            <a:off x="5029201" y="1672004"/>
            <a:ext cx="195263" cy="162657"/>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2306" name="TextBox 30"/>
          <p:cNvSpPr txBox="1">
            <a:spLocks noChangeArrowheads="1"/>
          </p:cNvSpPr>
          <p:nvPr/>
        </p:nvSpPr>
        <p:spPr bwMode="auto">
          <a:xfrm>
            <a:off x="4941888" y="1811215"/>
            <a:ext cx="145745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a:t>
            </a:r>
            <a:r>
              <a:rPr lang="vi-VN" altLang="ko-KR" sz="900">
                <a:latin typeface="Times New Roman" panose="02020603050405020304" pitchFamily="18" charset="0"/>
                <a:ea typeface="돋움" pitchFamily="50" charset="-127"/>
                <a:cs typeface="Times New Roman" panose="02020603050405020304" pitchFamily="18" charset="0"/>
              </a:rPr>
              <a:t> Loại hoạt động gián tiếp</a:t>
            </a:r>
            <a:endParaRPr lang="ko-KR" altLang="en-US" sz="900">
              <a:latin typeface="Times New Roman" panose="02020603050405020304" pitchFamily="18" charset="0"/>
              <a:ea typeface="돋움" pitchFamily="50" charset="-127"/>
              <a:cs typeface="Times New Roman" panose="02020603050405020304" pitchFamily="18" charset="0"/>
            </a:endParaRPr>
          </a:p>
        </p:txBody>
      </p:sp>
      <p:cxnSp>
        <p:nvCxnSpPr>
          <p:cNvPr id="12307" name="직선 화살표 연결선 31"/>
          <p:cNvCxnSpPr>
            <a:cxnSpLocks noChangeShapeType="1"/>
          </p:cNvCxnSpPr>
          <p:nvPr/>
        </p:nvCxnSpPr>
        <p:spPr bwMode="auto">
          <a:xfrm flipV="1">
            <a:off x="4016375" y="1663212"/>
            <a:ext cx="133350" cy="165588"/>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2308" name="TextBox 32"/>
          <p:cNvSpPr txBox="1">
            <a:spLocks noChangeArrowheads="1"/>
          </p:cNvSpPr>
          <p:nvPr/>
        </p:nvSpPr>
        <p:spPr bwMode="auto">
          <a:xfrm>
            <a:off x="3584576" y="1833196"/>
            <a:ext cx="944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latin typeface="Times New Roman" panose="02020603050405020304" pitchFamily="18" charset="0"/>
                <a:ea typeface="돋움" pitchFamily="50" charset="-127"/>
                <a:cs typeface="Times New Roman" panose="02020603050405020304" pitchFamily="18" charset="0"/>
              </a:rPr>
              <a:t>㉣</a:t>
            </a:r>
            <a:r>
              <a:rPr lang="vi-VN" altLang="ko-KR" sz="900">
                <a:latin typeface="Times New Roman" panose="02020603050405020304" pitchFamily="18" charset="0"/>
                <a:ea typeface="돋움" pitchFamily="50" charset="-127"/>
                <a:cs typeface="Times New Roman" panose="02020603050405020304" pitchFamily="18" charset="0"/>
              </a:rPr>
              <a:t> Tín hiệu điện</a:t>
            </a: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2309" name="직사각형 6"/>
          <p:cNvSpPr>
            <a:spLocks noChangeArrowheads="1"/>
          </p:cNvSpPr>
          <p:nvPr/>
        </p:nvSpPr>
        <p:spPr bwMode="auto">
          <a:xfrm>
            <a:off x="4537075" y="1417027"/>
            <a:ext cx="215900" cy="6447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2310" name="직사각형 41"/>
          <p:cNvSpPr>
            <a:spLocks noChangeArrowheads="1"/>
          </p:cNvSpPr>
          <p:nvPr/>
        </p:nvSpPr>
        <p:spPr bwMode="auto">
          <a:xfrm>
            <a:off x="4537075" y="1705708"/>
            <a:ext cx="234950" cy="87923"/>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2311" name="Rectangle 104"/>
          <p:cNvSpPr>
            <a:spLocks noChangeArrowheads="1"/>
          </p:cNvSpPr>
          <p:nvPr/>
        </p:nvSpPr>
        <p:spPr bwMode="auto">
          <a:xfrm>
            <a:off x="266701" y="3790951"/>
            <a:ext cx="3197225" cy="78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13. Van </a:t>
            </a:r>
            <a:r>
              <a:rPr lang="en-US" altLang="ko-KR" sz="900" smtClean="0">
                <a:latin typeface="Times New Roman" panose="02020603050405020304" pitchFamily="18" charset="0"/>
                <a:ea typeface="돋움" pitchFamily="50" charset="-127"/>
                <a:cs typeface="Times New Roman" panose="02020603050405020304" pitchFamily="18" charset="0"/>
              </a:rPr>
              <a:t>nào </a:t>
            </a:r>
            <a:r>
              <a:rPr lang="vi-VN" altLang="ko-KR" sz="900" smtClean="0">
                <a:latin typeface="Times New Roman" panose="02020603050405020304" pitchFamily="18" charset="0"/>
                <a:ea typeface="돋움" pitchFamily="50" charset="-127"/>
                <a:cs typeface="Times New Roman" panose="02020603050405020304" pitchFamily="18" charset="0"/>
              </a:rPr>
              <a:t>có </a:t>
            </a:r>
            <a:r>
              <a:rPr lang="vi-VN" altLang="ko-KR" sz="900">
                <a:latin typeface="Times New Roman" panose="02020603050405020304" pitchFamily="18" charset="0"/>
                <a:ea typeface="돋움" pitchFamily="50" charset="-127"/>
                <a:cs typeface="Times New Roman" panose="02020603050405020304" pitchFamily="18" charset="0"/>
              </a:rPr>
              <a:t>chức năng cấp khí nén ở một vị trí điều khiển và xả khí nén đã cấp ở một vị trí điều khiển </a:t>
            </a:r>
            <a:r>
              <a:rPr lang="vi-VN" altLang="ko-KR" sz="900" smtClean="0">
                <a:latin typeface="Times New Roman" panose="02020603050405020304" pitchFamily="18" charset="0"/>
                <a:ea typeface="돋움" pitchFamily="50" charset="-127"/>
                <a:cs typeface="Times New Roman" panose="02020603050405020304" pitchFamily="18" charset="0"/>
              </a:rPr>
              <a:t>khác</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① Van 3 cửa 2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vị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trí         </a:t>
            </a:r>
            <a:r>
              <a:rPr lang="en-US" altLang="ko-KR" sz="900">
                <a:latin typeface="Times New Roman" panose="02020603050405020304" pitchFamily="18" charset="0"/>
                <a:ea typeface="돋움" pitchFamily="50" charset="-127"/>
                <a:cs typeface="Times New Roman" panose="02020603050405020304" pitchFamily="18" charset="0"/>
              </a:rPr>
              <a:t>② </a:t>
            </a:r>
            <a:r>
              <a:rPr lang="en-US" altLang="ko-KR" sz="900" smtClean="0">
                <a:latin typeface="Times New Roman" panose="02020603050405020304" pitchFamily="18" charset="0"/>
                <a:ea typeface="돋움" pitchFamily="50" charset="-127"/>
                <a:cs typeface="Times New Roman" panose="02020603050405020304" pitchFamily="18" charset="0"/>
              </a:rPr>
              <a:t>Van </a:t>
            </a:r>
            <a:r>
              <a:rPr lang="en-US" altLang="ko-KR" sz="900">
                <a:latin typeface="Times New Roman" panose="02020603050405020304" pitchFamily="18" charset="0"/>
                <a:ea typeface="돋움" pitchFamily="50" charset="-127"/>
                <a:cs typeface="Times New Roman" panose="02020603050405020304" pitchFamily="18" charset="0"/>
              </a:rPr>
              <a:t>một chiều</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Van </a:t>
            </a:r>
            <a:r>
              <a:rPr lang="en-US" altLang="ko-KR" sz="900" smtClean="0">
                <a:latin typeface="Times New Roman" panose="02020603050405020304" pitchFamily="18" charset="0"/>
                <a:ea typeface="돋움" pitchFamily="50" charset="-127"/>
                <a:cs typeface="Times New Roman" panose="02020603050405020304" pitchFamily="18" charset="0"/>
              </a:rPr>
              <a:t>shuttle                   </a:t>
            </a:r>
            <a:r>
              <a:rPr lang="en-US" altLang="ko-KR" sz="900">
                <a:latin typeface="Times New Roman" panose="02020603050405020304" pitchFamily="18" charset="0"/>
                <a:ea typeface="돋움" pitchFamily="50" charset="-127"/>
                <a:cs typeface="Times New Roman" panose="02020603050405020304" pitchFamily="18" charset="0"/>
              </a:rPr>
              <a:t>④ Van </a:t>
            </a:r>
            <a:r>
              <a:rPr lang="en-US" altLang="ko-KR" sz="900" smtClean="0">
                <a:latin typeface="Times New Roman" panose="02020603050405020304" pitchFamily="18" charset="0"/>
                <a:ea typeface="돋움" pitchFamily="50" charset="-127"/>
                <a:cs typeface="Times New Roman" panose="02020603050405020304" pitchFamily="18" charset="0"/>
              </a:rPr>
              <a:t>2 cửa 2 </a:t>
            </a:r>
            <a:r>
              <a:rPr lang="en-US" altLang="ko-KR" sz="900">
                <a:latin typeface="Times New Roman" panose="02020603050405020304" pitchFamily="18" charset="0"/>
                <a:ea typeface="돋움" pitchFamily="50" charset="-127"/>
                <a:cs typeface="Times New Roman" panose="02020603050405020304" pitchFamily="18" charset="0"/>
              </a:rPr>
              <a:t>vị </a:t>
            </a:r>
            <a:r>
              <a:rPr lang="en-US" altLang="ko-KR" sz="900" smtClean="0">
                <a:latin typeface="Times New Roman" panose="02020603050405020304" pitchFamily="18" charset="0"/>
                <a:ea typeface="돋움" pitchFamily="50" charset="-127"/>
                <a:cs typeface="Times New Roman" panose="02020603050405020304" pitchFamily="18" charset="0"/>
              </a:rPr>
              <a:t>trí</a:t>
            </a:r>
            <a:endParaRPr lang="en-US" altLang="ko-KR" sz="900">
              <a:latin typeface="Times New Roman" panose="02020603050405020304" pitchFamily="18" charset="0"/>
              <a:ea typeface="돋움" pitchFamily="50" charset="-127"/>
              <a:cs typeface="Times New Roman" panose="02020603050405020304" pitchFamily="18" charset="0"/>
            </a:endParaRPr>
          </a:p>
        </p:txBody>
      </p:sp>
      <p:sp>
        <p:nvSpPr>
          <p:cNvPr id="12312" name="Rectangle 142"/>
          <p:cNvSpPr>
            <a:spLocks noChangeArrowheads="1"/>
          </p:cNvSpPr>
          <p:nvPr/>
        </p:nvSpPr>
        <p:spPr bwMode="auto">
          <a:xfrm>
            <a:off x="260351" y="849923"/>
            <a:ext cx="3197225"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11. </a:t>
            </a:r>
            <a:r>
              <a:rPr lang="en-US" altLang="ko-KR" sz="900" smtClean="0">
                <a:latin typeface="Times New Roman" panose="02020603050405020304" pitchFamily="18" charset="0"/>
                <a:ea typeface="돋움" pitchFamily="50" charset="-127"/>
                <a:cs typeface="Times New Roman" panose="02020603050405020304" pitchFamily="18" charset="0"/>
              </a:rPr>
              <a:t>Đáp án </a:t>
            </a:r>
            <a:r>
              <a:rPr lang="en-US" altLang="ko-KR" sz="900">
                <a:latin typeface="Times New Roman" panose="02020603050405020304" pitchFamily="18" charset="0"/>
                <a:ea typeface="돋움" pitchFamily="50" charset="-127"/>
                <a:cs typeface="Times New Roman" panose="02020603050405020304" pitchFamily="18" charset="0"/>
              </a:rPr>
              <a:t>sai khi sử dụng bộ giảm thanh khí nén?</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a:buNone/>
            </a:pPr>
            <a:r>
              <a:rPr lang="en-US" altLang="ko-KR" sz="900" smtClean="0"/>
              <a:t>  </a:t>
            </a:r>
            <a:r>
              <a:rPr lang="vi-VN" altLang="ko-KR" sz="900">
                <a:latin typeface="Times New Roman" panose="02020603050405020304" pitchFamily="18" charset="0"/>
                <a:ea typeface="돋움" pitchFamily="50" charset="-127"/>
                <a:cs typeface="Times New Roman" panose="02020603050405020304" pitchFamily="18" charset="0"/>
              </a:rPr>
              <a:t>① Tránh những nơi có cấu trúc hoặc vật cản gần cửa xả.</a:t>
            </a:r>
          </a:p>
          <a:p>
            <a:pPr>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② Chọn một loại có hiệu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suất chống</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tiếng ồn tốt bất kể tốc độ và kích thước luồng không khí</a:t>
            </a:r>
          </a:p>
          <a:p>
            <a:pPr>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③ Khi bị tắc, rửa sạch và </a:t>
            </a:r>
            <a:r>
              <a:rPr lang="en-US" altLang="ko-KR" sz="900" smtClean="0">
                <a:latin typeface="Times New Roman" panose="02020603050405020304" pitchFamily="18" charset="0"/>
                <a:ea typeface="돋움" pitchFamily="50" charset="-127"/>
                <a:cs typeface="Times New Roman" panose="02020603050405020304" pitchFamily="18" charset="0"/>
              </a:rPr>
              <a:t>sử dụng lại</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④ Hướng xả của bộ giảm </a:t>
            </a:r>
            <a:r>
              <a:rPr lang="vi-VN" altLang="ko-KR" sz="900" smtClean="0">
                <a:latin typeface="Times New Roman" panose="02020603050405020304" pitchFamily="18" charset="0"/>
                <a:ea typeface="돋움" pitchFamily="50" charset="-127"/>
                <a:cs typeface="Times New Roman" panose="02020603050405020304" pitchFamily="18" charset="0"/>
              </a:rPr>
              <a:t>thanh </a:t>
            </a:r>
            <a:r>
              <a:rPr lang="vi-VN" altLang="ko-KR" sz="900">
                <a:latin typeface="Times New Roman" panose="02020603050405020304" pitchFamily="18" charset="0"/>
                <a:ea typeface="돋움" pitchFamily="50" charset="-127"/>
                <a:cs typeface="Times New Roman" panose="02020603050405020304" pitchFamily="18" charset="0"/>
              </a:rPr>
              <a:t>cần chú </a:t>
            </a:r>
            <a:r>
              <a:rPr lang="vi-VN" altLang="ko-KR" sz="900" smtClean="0">
                <a:latin typeface="Times New Roman" panose="02020603050405020304" pitchFamily="18" charset="0"/>
                <a:ea typeface="돋움" pitchFamily="50" charset="-127"/>
                <a:cs typeface="Times New Roman" panose="02020603050405020304" pitchFamily="18" charset="0"/>
              </a:rPr>
              <a:t>ý </a:t>
            </a:r>
            <a:r>
              <a:rPr lang="vi-VN" altLang="ko-KR" sz="900">
                <a:latin typeface="Times New Roman" panose="02020603050405020304" pitchFamily="18" charset="0"/>
                <a:ea typeface="돋움" pitchFamily="50" charset="-127"/>
                <a:cs typeface="Times New Roman" panose="02020603050405020304" pitchFamily="18" charset="0"/>
              </a:rPr>
              <a:t>vào vị trí lắp đặt.</a:t>
            </a:r>
          </a:p>
        </p:txBody>
      </p:sp>
      <p:sp>
        <p:nvSpPr>
          <p:cNvPr id="12313" name="Rectangle 36"/>
          <p:cNvSpPr>
            <a:spLocks noChangeArrowheads="1"/>
          </p:cNvSpPr>
          <p:nvPr/>
        </p:nvSpPr>
        <p:spPr bwMode="auto">
          <a:xfrm>
            <a:off x="269876" y="2656743"/>
            <a:ext cx="315912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12. </a:t>
            </a:r>
            <a:r>
              <a:rPr lang="en-US" altLang="ko-KR" sz="900" smtClean="0">
                <a:latin typeface="Times New Roman" panose="02020603050405020304" pitchFamily="18" charset="0"/>
                <a:ea typeface="돋움" pitchFamily="50" charset="-127"/>
                <a:cs typeface="Times New Roman" panose="02020603050405020304" pitchFamily="18" charset="0"/>
              </a:rPr>
              <a:t>Không phải là điều </a:t>
            </a:r>
            <a:r>
              <a:rPr lang="en-US" altLang="ko-KR" sz="900">
                <a:latin typeface="Times New Roman" panose="02020603050405020304" pitchFamily="18" charset="0"/>
                <a:ea typeface="돋움" pitchFamily="50" charset="-127"/>
                <a:cs typeface="Times New Roman" panose="02020603050405020304" pitchFamily="18" charset="0"/>
              </a:rPr>
              <a:t>kiện lựa chọn bộ lọc khí nén </a:t>
            </a:r>
            <a:r>
              <a:rPr lang="en-US"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a:t>
            </a:r>
            <a:r>
              <a:rPr lang="en-US" altLang="ko-KR" sz="900" smtClean="0">
                <a:latin typeface="Times New Roman" panose="02020603050405020304" pitchFamily="18" charset="0"/>
                <a:ea typeface="돋움" pitchFamily="50" charset="-127"/>
                <a:cs typeface="Times New Roman" panose="02020603050405020304" pitchFamily="18" charset="0"/>
              </a:rPr>
              <a:t>Màng lọc phải lọc dễ dàng</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Kích thước bộ lọc nhỏ gọn</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③ </a:t>
            </a:r>
            <a:r>
              <a:rPr lang="en-US" altLang="ko-KR" sz="900" smtClean="0">
                <a:latin typeface="Times New Roman" panose="02020603050405020304" pitchFamily="18" charset="0"/>
                <a:ea typeface="돋움" pitchFamily="50" charset="-127"/>
                <a:cs typeface="Times New Roman" panose="02020603050405020304" pitchFamily="18" charset="0"/>
              </a:rPr>
              <a:t>Ít </a:t>
            </a:r>
            <a:r>
              <a:rPr lang="en-US" altLang="ko-KR" sz="900">
                <a:latin typeface="Times New Roman" panose="02020603050405020304" pitchFamily="18" charset="0"/>
                <a:ea typeface="돋움" pitchFamily="50" charset="-127"/>
                <a:cs typeface="Times New Roman" panose="02020603050405020304" pitchFamily="18" charset="0"/>
              </a:rPr>
              <a:t>tổn thất áp suất</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④ </a:t>
            </a:r>
            <a:r>
              <a:rPr lang="en-US" altLang="ko-KR" sz="900" smtClean="0">
                <a:latin typeface="Times New Roman" panose="02020603050405020304" pitchFamily="18" charset="0"/>
                <a:ea typeface="돋움" pitchFamily="50" charset="-127"/>
                <a:cs typeface="Times New Roman" panose="02020603050405020304" pitchFamily="18" charset="0"/>
              </a:rPr>
              <a:t>Có tuổi thọ </a:t>
            </a:r>
            <a:r>
              <a:rPr lang="en-US" altLang="ko-KR" sz="900">
                <a:latin typeface="Times New Roman" panose="02020603050405020304" pitchFamily="18" charset="0"/>
                <a:ea typeface="돋움" pitchFamily="50" charset="-127"/>
                <a:cs typeface="Times New Roman" panose="02020603050405020304" pitchFamily="18" charset="0"/>
              </a:rPr>
              <a:t>lâu dài</a:t>
            </a:r>
            <a:endParaRPr lang="ko-KR" altLang="en-US" sz="900">
              <a:latin typeface="Times New Roman" panose="02020603050405020304" pitchFamily="18" charset="0"/>
              <a:ea typeface="돋움" pitchFamily="50" charset="-127"/>
              <a:cs typeface="Times New Roman" panose="02020603050405020304" pitchFamily="18" charset="0"/>
            </a:endParaRPr>
          </a:p>
        </p:txBody>
      </p:sp>
      <p:pic>
        <p:nvPicPr>
          <p:cNvPr id="12314" name="Picture 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94139" y="6012474"/>
            <a:ext cx="1570037" cy="553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15" name="자유형 4"/>
          <p:cNvSpPr>
            <a:spLocks/>
          </p:cNvSpPr>
          <p:nvPr/>
        </p:nvSpPr>
        <p:spPr bwMode="auto">
          <a:xfrm>
            <a:off x="4314826" y="6323135"/>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pic>
        <p:nvPicPr>
          <p:cNvPr id="12316" name="Picture 4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0951" y="6581043"/>
            <a:ext cx="2366963" cy="65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17" name="자유형 48"/>
          <p:cNvSpPr>
            <a:spLocks/>
          </p:cNvSpPr>
          <p:nvPr/>
        </p:nvSpPr>
        <p:spPr bwMode="auto">
          <a:xfrm>
            <a:off x="4144964" y="7023589"/>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12318" name="자유형 51"/>
          <p:cNvSpPr>
            <a:spLocks/>
          </p:cNvSpPr>
          <p:nvPr/>
        </p:nvSpPr>
        <p:spPr bwMode="auto">
          <a:xfrm rot="10800000">
            <a:off x="4676776" y="6806712"/>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pic>
        <p:nvPicPr>
          <p:cNvPr id="12319"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11713" y="7222882"/>
            <a:ext cx="704850" cy="518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20" name="Picture 4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94151" y="7962900"/>
            <a:ext cx="1738313" cy="6638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2321" name="직선 연결선 8"/>
          <p:cNvCxnSpPr>
            <a:cxnSpLocks noChangeShapeType="1"/>
          </p:cNvCxnSpPr>
          <p:nvPr/>
        </p:nvCxnSpPr>
        <p:spPr bwMode="auto">
          <a:xfrm>
            <a:off x="5159375" y="7222881"/>
            <a:ext cx="0" cy="10990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322" name="직선 연결선 58"/>
          <p:cNvCxnSpPr>
            <a:cxnSpLocks noChangeShapeType="1"/>
          </p:cNvCxnSpPr>
          <p:nvPr/>
        </p:nvCxnSpPr>
        <p:spPr bwMode="auto">
          <a:xfrm>
            <a:off x="5159375" y="7678616"/>
            <a:ext cx="0" cy="7913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pic>
        <p:nvPicPr>
          <p:cNvPr id="12323" name="Picture 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7475" y="7323992"/>
            <a:ext cx="895350" cy="509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24" name="자유형 64"/>
          <p:cNvSpPr>
            <a:spLocks/>
          </p:cNvSpPr>
          <p:nvPr/>
        </p:nvSpPr>
        <p:spPr bwMode="auto">
          <a:xfrm rot="10800000">
            <a:off x="4141789" y="8173916"/>
            <a:ext cx="85725" cy="123092"/>
          </a:xfrm>
          <a:custGeom>
            <a:avLst/>
            <a:gdLst>
              <a:gd name="T0" fmla="*/ 0 w 85725"/>
              <a:gd name="T1" fmla="*/ 0 h 133350"/>
              <a:gd name="T2" fmla="*/ 85725 w 85725"/>
              <a:gd name="T3" fmla="*/ 57150 h 133350"/>
              <a:gd name="T4" fmla="*/ 9525 w 85725"/>
              <a:gd name="T5" fmla="*/ 133350 h 133350"/>
              <a:gd name="T6" fmla="*/ 0 60000 65536"/>
              <a:gd name="T7" fmla="*/ 0 60000 65536"/>
              <a:gd name="T8" fmla="*/ 0 60000 65536"/>
            </a:gdLst>
            <a:ahLst/>
            <a:cxnLst>
              <a:cxn ang="T6">
                <a:pos x="T0" y="T1"/>
              </a:cxn>
              <a:cxn ang="T7">
                <a:pos x="T2" y="T3"/>
              </a:cxn>
              <a:cxn ang="T8">
                <a:pos x="T4" y="T5"/>
              </a:cxn>
            </a:cxnLst>
            <a:rect l="0" t="0" r="r" b="b"/>
            <a:pathLst>
              <a:path w="85725" h="133350">
                <a:moveTo>
                  <a:pt x="0" y="0"/>
                </a:moveTo>
                <a:lnTo>
                  <a:pt x="85725" y="57150"/>
                </a:lnTo>
                <a:lnTo>
                  <a:pt x="9525" y="133350"/>
                </a:lnTo>
              </a:path>
            </a:pathLst>
          </a:custGeom>
          <a:noFill/>
          <a:ln w="1905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ko-KR" altLang="en-US">
              <a:latin typeface="Times New Roman" panose="02020603050405020304" pitchFamily="18" charset="0"/>
              <a:cs typeface="Times New Roman" panose="02020603050405020304" pitchFamily="18" charset="0"/>
            </a:endParaRPr>
          </a:p>
        </p:txBody>
      </p:sp>
      <p:sp>
        <p:nvSpPr>
          <p:cNvPr id="39" name="Text Box 6"/>
          <p:cNvSpPr txBox="1">
            <a:spLocks noChangeArrowheads="1"/>
          </p:cNvSpPr>
          <p:nvPr/>
        </p:nvSpPr>
        <p:spPr bwMode="auto">
          <a:xfrm>
            <a:off x="123826" y="211016"/>
            <a:ext cx="886781" cy="338554"/>
          </a:xfrm>
          <a:prstGeom prst="rect">
            <a:avLst/>
          </a:prstGeom>
          <a:noFill/>
          <a:ln w="9525">
            <a:noFill/>
            <a:miter lim="800000"/>
            <a:headEnd/>
            <a:tailEnd/>
          </a:ln>
          <a:effectLst/>
        </p:spPr>
        <p:txBody>
          <a:bodyPr wrap="none">
            <a:spAutoFit/>
          </a:bodyPr>
          <a:lstStyle/>
          <a:p>
            <a:pPr>
              <a:defRPr/>
            </a:pPr>
            <a:r>
              <a:rPr lang="en-US" altLang="ko-KR" sz="1600" b="1" smtClean="0">
                <a:effectLst>
                  <a:outerShdw blurRad="38100" dist="38100" dir="2700000" algn="tl">
                    <a:srgbClr val="C0C0C0"/>
                  </a:outerShdw>
                </a:effectLst>
                <a:latin typeface="Times New Roman" panose="02020603050405020304" pitchFamily="18" charset="0"/>
                <a:cs typeface="Times New Roman" panose="02020603050405020304" pitchFamily="18" charset="0"/>
              </a:rPr>
              <a:t>Khí nén</a:t>
            </a:r>
            <a:endParaRPr lang="ko-KR" altLang="en-US" sz="12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40" name="TextBox 39"/>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6</a:t>
            </a:r>
          </a:p>
        </p:txBody>
      </p:sp>
    </p:spTree>
    <p:extLst>
      <p:ext uri="{BB962C8B-B14F-4D97-AF65-F5344CB8AC3E}">
        <p14:creationId xmlns:p14="http://schemas.microsoft.com/office/powerpoint/2010/main" val="3656690689"/>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55" name="Text Box 6"/>
          <p:cNvSpPr txBox="1">
            <a:spLocks noChangeArrowheads="1"/>
          </p:cNvSpPr>
          <p:nvPr/>
        </p:nvSpPr>
        <p:spPr bwMode="auto">
          <a:xfrm>
            <a:off x="123825" y="211016"/>
            <a:ext cx="644728"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rPr>
              <a:t>PLC </a:t>
            </a:r>
            <a:endParaRPr lang="ko-KR" altLang="en-US"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819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457200" indent="-457200">
              <a:defRPr/>
            </a:pPr>
            <a:r>
              <a:rPr lang="en-US" altLang="ko-KR" sz="900" b="1">
                <a:latin typeface="Times New Roman" panose="02020603050405020304" pitchFamily="18" charset="0"/>
                <a:cs typeface="Times New Roman" panose="02020603050405020304" pitchFamily="18" charset="0"/>
              </a:rPr>
              <a:t>* PLC : </a:t>
            </a:r>
            <a:r>
              <a:rPr lang="en-US" altLang="ko-KR" sz="900" b="1" smtClean="0">
                <a:latin typeface="Times New Roman" panose="02020603050405020304" pitchFamily="18" charset="0"/>
                <a:cs typeface="Times New Roman" panose="02020603050405020304" pitchFamily="18" charset="0"/>
              </a:rPr>
              <a:t>Câu1</a:t>
            </a:r>
            <a:r>
              <a:rPr lang="ko-KR" altLang="en-US" sz="900" b="1" smtClean="0">
                <a:latin typeface="Times New Roman" panose="02020603050405020304" pitchFamily="18" charset="0"/>
                <a:cs typeface="Times New Roman" panose="02020603050405020304" pitchFamily="18" charset="0"/>
              </a:rPr>
              <a:t> </a:t>
            </a:r>
            <a:r>
              <a:rPr lang="en-US" altLang="ko-KR" sz="900" b="1">
                <a:latin typeface="Times New Roman" panose="02020603050405020304" pitchFamily="18" charset="0"/>
                <a:cs typeface="Times New Roman" panose="02020603050405020304" pitchFamily="18" charset="0"/>
              </a:rPr>
              <a:t>~ </a:t>
            </a:r>
            <a:r>
              <a:rPr lang="en-US" altLang="ko-KR" sz="900" b="1" smtClean="0">
                <a:latin typeface="Times New Roman" panose="02020603050405020304" pitchFamily="18" charset="0"/>
                <a:cs typeface="Times New Roman" panose="02020603050405020304" pitchFamily="18" charset="0"/>
              </a:rPr>
              <a:t>20</a:t>
            </a:r>
            <a:endParaRPr lang="en-US" altLang="ko-KR" sz="900" b="1">
              <a:latin typeface="Times New Roman" panose="02020603050405020304" pitchFamily="18" charset="0"/>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1. Kí hiệu </a:t>
            </a:r>
            <a:r>
              <a:rPr lang="en-US" sz="900" smtClean="0">
                <a:latin typeface="Times New Roman" panose="02020603050405020304" pitchFamily="18" charset="0"/>
                <a:cs typeface="Times New Roman" panose="02020603050405020304" pitchFamily="18" charset="0"/>
              </a:rPr>
              <a:t>tiếp điểm</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dưới đây thuộc loại </a:t>
            </a:r>
            <a:r>
              <a:rPr lang="en-US" sz="900" smtClean="0">
                <a:latin typeface="Times New Roman" panose="02020603050405020304" pitchFamily="18" charset="0"/>
                <a:cs typeface="Times New Roman" panose="02020603050405020304" pitchFamily="18" charset="0"/>
              </a:rPr>
              <a:t>tiếp điểm</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nào?</a:t>
            </a: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a:t>
            </a:r>
            <a:r>
              <a:rPr lang="en-US" sz="900" smtClean="0">
                <a:latin typeface="Times New Roman" panose="02020603050405020304" pitchFamily="18" charset="0"/>
                <a:cs typeface="Times New Roman" panose="02020603050405020304" pitchFamily="18" charset="0"/>
              </a:rPr>
              <a:t>Tiếp điểm A             </a:t>
            </a:r>
            <a:r>
              <a:rPr lang="en-US" sz="900">
                <a:latin typeface="Times New Roman" panose="02020603050405020304" pitchFamily="18" charset="0"/>
                <a:cs typeface="Times New Roman" panose="02020603050405020304" pitchFamily="18" charset="0"/>
              </a:rPr>
              <a:t>② </a:t>
            </a:r>
            <a:r>
              <a:rPr lang="vi-VN" sz="900" smtClean="0">
                <a:latin typeface="Times New Roman" panose="02020603050405020304" pitchFamily="18" charset="0"/>
                <a:cs typeface="Times New Roman" panose="02020603050405020304" pitchFamily="18" charset="0"/>
              </a:rPr>
              <a:t>Tiếp điểm</a:t>
            </a:r>
            <a:r>
              <a:rPr lang="en-US" sz="900" smtClean="0">
                <a:latin typeface="Times New Roman" panose="02020603050405020304" pitchFamily="18" charset="0"/>
                <a:cs typeface="Times New Roman" panose="02020603050405020304" pitchFamily="18" charset="0"/>
              </a:rPr>
              <a:t> B</a:t>
            </a:r>
            <a:endParaRPr lang="en-US" sz="900">
              <a:latin typeface="Times New Roman" panose="02020603050405020304" pitchFamily="18" charset="0"/>
              <a:cs typeface="Times New Roman" panose="02020603050405020304" pitchFamily="18" charset="0"/>
            </a:endParaRPr>
          </a:p>
          <a:p>
            <a:pPr>
              <a:defRPr/>
            </a:pPr>
            <a:r>
              <a:rPr lang="en-US" sz="900" b="1">
                <a:solidFill>
                  <a:srgbClr val="FF0000"/>
                </a:solidFill>
                <a:latin typeface="Times New Roman" panose="02020603050405020304" pitchFamily="18" charset="0"/>
                <a:cs typeface="Times New Roman" panose="02020603050405020304" pitchFamily="18" charset="0"/>
              </a:rPr>
              <a:t>③ </a:t>
            </a:r>
            <a:r>
              <a:rPr lang="vi-VN" sz="900" b="1" smtClean="0">
                <a:solidFill>
                  <a:srgbClr val="FF0000"/>
                </a:solidFill>
                <a:latin typeface="Times New Roman" panose="02020603050405020304" pitchFamily="18" charset="0"/>
                <a:cs typeface="Times New Roman" panose="02020603050405020304" pitchFamily="18" charset="0"/>
              </a:rPr>
              <a:t>Tiếp điểm</a:t>
            </a:r>
            <a:r>
              <a:rPr lang="en-US" sz="900" b="1" smtClean="0">
                <a:solidFill>
                  <a:srgbClr val="FF0000"/>
                </a:solidFill>
                <a:latin typeface="Times New Roman" panose="02020603050405020304" pitchFamily="18" charset="0"/>
                <a:cs typeface="Times New Roman" panose="02020603050405020304" pitchFamily="18" charset="0"/>
              </a:rPr>
              <a:t> C            </a:t>
            </a:r>
            <a:r>
              <a:rPr lang="en-US" sz="900">
                <a:latin typeface="Times New Roman" panose="02020603050405020304" pitchFamily="18" charset="0"/>
                <a:cs typeface="Times New Roman" panose="02020603050405020304" pitchFamily="18" charset="0"/>
              </a:rPr>
              <a:t>④ </a:t>
            </a:r>
            <a:r>
              <a:rPr lang="vi-VN" altLang="ko-KR" sz="900">
                <a:latin typeface="Times New Roman" panose="02020603050405020304" pitchFamily="18" charset="0"/>
                <a:cs typeface="Times New Roman" panose="02020603050405020304" pitchFamily="18" charset="0"/>
              </a:rPr>
              <a:t>Tiếp </a:t>
            </a:r>
            <a:r>
              <a:rPr lang="vi-VN" altLang="ko-KR" sz="900" smtClean="0">
                <a:latin typeface="Times New Roman" panose="02020603050405020304" pitchFamily="18" charset="0"/>
                <a:cs typeface="Times New Roman" panose="02020603050405020304" pitchFamily="18" charset="0"/>
              </a:rPr>
              <a:t>điểm</a:t>
            </a:r>
            <a:r>
              <a:rPr lang="en-US" altLang="ko-KR"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A </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B</a:t>
            </a: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2. Đây là mô tả về đèn LED của CPU PLC. Chuyện gì vậy?</a:t>
            </a: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① RUN LED: </a:t>
            </a:r>
            <a:r>
              <a:rPr lang="vi-VN" altLang="ko-KR" sz="900">
                <a:latin typeface="Times New Roman" panose="02020603050405020304" pitchFamily="18" charset="0"/>
                <a:cs typeface="Times New Roman" panose="02020603050405020304" pitchFamily="18" charset="0"/>
              </a:rPr>
              <a:t>Nhấp nháy khi </a:t>
            </a:r>
            <a:r>
              <a:rPr lang="en-US" altLang="ko-KR" sz="900" smtClean="0">
                <a:latin typeface="Times New Roman" panose="02020603050405020304" pitchFamily="18" charset="0"/>
                <a:cs typeface="Times New Roman" panose="02020603050405020304" pitchFamily="18" charset="0"/>
              </a:rPr>
              <a:t>Program</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hoặc </a:t>
            </a:r>
            <a:r>
              <a:rPr lang="en-US" altLang="ko-KR" sz="900" smtClean="0">
                <a:latin typeface="Times New Roman" panose="02020603050405020304" pitchFamily="18" charset="0"/>
                <a:cs typeface="Times New Roman" panose="02020603050405020304" pitchFamily="18" charset="0"/>
              </a:rPr>
              <a:t>Parameter</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được </a:t>
            </a:r>
            <a:r>
              <a:rPr lang="vi-VN" altLang="ko-KR" sz="900" smtClean="0">
                <a:latin typeface="Times New Roman" panose="02020603050405020304" pitchFamily="18" charset="0"/>
                <a:cs typeface="Times New Roman" panose="02020603050405020304" pitchFamily="18" charset="0"/>
              </a:rPr>
              <a:t>ghi</a:t>
            </a:r>
            <a:r>
              <a:rPr lang="en-US" altLang="ko-KR"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MODE</a:t>
            </a:r>
            <a:r>
              <a:rPr lang="vi-VN" sz="900" smtClean="0">
                <a:latin typeface="Times New Roman" panose="02020603050405020304" pitchFamily="18" charset="0"/>
                <a:cs typeface="Times New Roman" panose="02020603050405020304" pitchFamily="18" charset="0"/>
              </a:rPr>
              <a:t> LED: </a:t>
            </a:r>
            <a:r>
              <a:rPr lang="vi-VN" sz="900">
                <a:latin typeface="Times New Roman" panose="02020603050405020304" pitchFamily="18" charset="0"/>
                <a:cs typeface="Times New Roman" panose="02020603050405020304" pitchFamily="18" charset="0"/>
              </a:rPr>
              <a:t>Khi màu xanh lá cây bật, </a:t>
            </a:r>
            <a:r>
              <a:rPr lang="en-US" sz="900" smtClean="0">
                <a:latin typeface="Times New Roman" panose="02020603050405020304" pitchFamily="18" charset="0"/>
                <a:cs typeface="Times New Roman" panose="02020603050405020304" pitchFamily="18" charset="0"/>
              </a:rPr>
              <a:t>CPU là</a:t>
            </a:r>
            <a:r>
              <a:rPr lang="vi-VN" sz="900" smtClean="0">
                <a:latin typeface="Times New Roman" panose="02020603050405020304" pitchFamily="18" charset="0"/>
                <a:cs typeface="Times New Roman" panose="02020603050405020304" pitchFamily="18" charset="0"/>
              </a:rPr>
              <a:t> Q</a:t>
            </a:r>
            <a:r>
              <a:rPr lang="en-US" sz="900" smtClean="0">
                <a:latin typeface="Times New Roman" panose="02020603050405020304" pitchFamily="18" charset="0"/>
                <a:cs typeface="Times New Roman" panose="02020603050405020304" pitchFamily="18" charset="0"/>
              </a:rPr>
              <a:t> mode</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③ BAT</a:t>
            </a:r>
            <a:r>
              <a:rPr lang="en-US"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LED: </a:t>
            </a:r>
            <a:r>
              <a:rPr lang="vi-VN" altLang="ko-KR" sz="900">
                <a:latin typeface="Times New Roman" panose="02020603050405020304" pitchFamily="18" charset="0"/>
                <a:cs typeface="Times New Roman" panose="02020603050405020304" pitchFamily="18" charset="0"/>
              </a:rPr>
              <a:t>Sáng lên khi xảy ra lỗi </a:t>
            </a:r>
            <a:r>
              <a:rPr lang="vi-VN" altLang="ko-KR" sz="900" smtClean="0">
                <a:latin typeface="Times New Roman" panose="02020603050405020304" pitchFamily="18" charset="0"/>
                <a:cs typeface="Times New Roman" panose="02020603050405020304" pitchFamily="18" charset="0"/>
              </a:rPr>
              <a:t>điện </a:t>
            </a:r>
            <a:r>
              <a:rPr lang="vi-VN" altLang="ko-KR" sz="900">
                <a:latin typeface="Times New Roman" panose="02020603050405020304" pitchFamily="18" charset="0"/>
                <a:cs typeface="Times New Roman" panose="02020603050405020304" pitchFamily="18" charset="0"/>
              </a:rPr>
              <a:t>áp pin </a:t>
            </a:r>
            <a:r>
              <a:rPr lang="en-US" altLang="ko-KR" sz="900" smtClean="0">
                <a:latin typeface="Times New Roman" panose="02020603050405020304" pitchFamily="18" charset="0"/>
                <a:cs typeface="Times New Roman" panose="02020603050405020304" pitchFamily="18" charset="0"/>
              </a:rPr>
              <a:t>thấp</a:t>
            </a:r>
          </a:p>
          <a:p>
            <a:pPr>
              <a:defRPr/>
            </a:pPr>
            <a:r>
              <a:rPr lang="vi-VN" sz="900" b="1" smtClean="0">
                <a:solidFill>
                  <a:srgbClr val="FF0000"/>
                </a:solidFill>
                <a:latin typeface="Times New Roman" panose="02020603050405020304" pitchFamily="18" charset="0"/>
                <a:cs typeface="Times New Roman" panose="02020603050405020304" pitchFamily="18" charset="0"/>
              </a:rPr>
              <a:t>④ </a:t>
            </a:r>
            <a:r>
              <a:rPr lang="en-US" sz="900" b="1" smtClean="0">
                <a:solidFill>
                  <a:srgbClr val="FF0000"/>
                </a:solidFill>
                <a:latin typeface="Times New Roman" panose="02020603050405020304" pitchFamily="18" charset="0"/>
                <a:cs typeface="Times New Roman" panose="02020603050405020304" pitchFamily="18" charset="0"/>
              </a:rPr>
              <a:t>USER</a:t>
            </a:r>
            <a:r>
              <a:rPr lang="vi-VN" sz="900" b="1" smtClean="0">
                <a:solidFill>
                  <a:srgbClr val="FF0000"/>
                </a:solidFill>
                <a:latin typeface="Times New Roman" panose="02020603050405020304" pitchFamily="18" charset="0"/>
                <a:cs typeface="Times New Roman" panose="02020603050405020304" pitchFamily="18" charset="0"/>
              </a:rPr>
              <a:t> LED: </a:t>
            </a:r>
            <a:r>
              <a:rPr lang="en-US" sz="900" b="1">
                <a:solidFill>
                  <a:srgbClr val="FF0000"/>
                </a:solidFill>
                <a:latin typeface="Times New Roman" panose="02020603050405020304" pitchFamily="18" charset="0"/>
                <a:cs typeface="Times New Roman" panose="02020603050405020304" pitchFamily="18" charset="0"/>
              </a:rPr>
              <a:t>B</a:t>
            </a:r>
            <a:r>
              <a:rPr lang="vi-VN" sz="900" b="1" smtClean="0">
                <a:solidFill>
                  <a:srgbClr val="FF0000"/>
                </a:solidFill>
                <a:latin typeface="Times New Roman" panose="02020603050405020304" pitchFamily="18" charset="0"/>
                <a:cs typeface="Times New Roman" panose="02020603050405020304" pitchFamily="18" charset="0"/>
              </a:rPr>
              <a:t>ật </a:t>
            </a:r>
            <a:r>
              <a:rPr lang="vi-VN" sz="900" b="1">
                <a:solidFill>
                  <a:srgbClr val="FF0000"/>
                </a:solidFill>
                <a:latin typeface="Times New Roman" panose="02020603050405020304" pitchFamily="18" charset="0"/>
                <a:cs typeface="Times New Roman" panose="02020603050405020304" pitchFamily="18" charset="0"/>
              </a:rPr>
              <a:t>khi </a:t>
            </a:r>
            <a:r>
              <a:rPr lang="en-US" sz="900" b="1" smtClean="0">
                <a:solidFill>
                  <a:srgbClr val="FF0000"/>
                </a:solidFill>
                <a:latin typeface="Times New Roman" panose="02020603050405020304" pitchFamily="18" charset="0"/>
                <a:cs typeface="Times New Roman" panose="02020603050405020304" pitchFamily="18" charset="0"/>
              </a:rPr>
              <a:t>Relay</a:t>
            </a:r>
            <a:r>
              <a:rPr lang="vi-VN" sz="900" b="1" smtClean="0">
                <a:solidFill>
                  <a:srgbClr val="FF0000"/>
                </a:solidFill>
                <a:latin typeface="Times New Roman" panose="02020603050405020304" pitchFamily="18" charset="0"/>
                <a:cs typeface="Times New Roman" panose="02020603050405020304" pitchFamily="18" charset="0"/>
              </a:rPr>
              <a:t> </a:t>
            </a:r>
            <a:r>
              <a:rPr lang="vi-VN" sz="900" b="1">
                <a:solidFill>
                  <a:srgbClr val="FF0000"/>
                </a:solidFill>
                <a:latin typeface="Times New Roman" panose="02020603050405020304" pitchFamily="18" charset="0"/>
                <a:cs typeface="Times New Roman" panose="02020603050405020304" pitchFamily="18" charset="0"/>
              </a:rPr>
              <a:t>M được </a:t>
            </a:r>
            <a:r>
              <a:rPr lang="en-US" sz="900" b="1" smtClean="0">
                <a:solidFill>
                  <a:srgbClr val="FF0000"/>
                </a:solidFill>
                <a:latin typeface="Times New Roman" panose="02020603050405020304" pitchFamily="18" charset="0"/>
                <a:cs typeface="Times New Roman" panose="02020603050405020304" pitchFamily="18" charset="0"/>
              </a:rPr>
              <a:t>kích hoạt</a:t>
            </a:r>
            <a:r>
              <a:rPr lang="vi-VN" sz="900" b="1" smtClean="0">
                <a:solidFill>
                  <a:srgbClr val="FF0000"/>
                </a:solidFill>
                <a:latin typeface="Times New Roman" panose="02020603050405020304" pitchFamily="18" charset="0"/>
                <a:cs typeface="Times New Roman" panose="02020603050405020304" pitchFamily="18" charset="0"/>
              </a:rPr>
              <a:t>.</a:t>
            </a:r>
            <a:endParaRPr lang="vi-VN" sz="900" b="1">
              <a:solidFill>
                <a:srgbClr val="FF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3. </a:t>
            </a:r>
            <a:r>
              <a:rPr lang="vi-VN" sz="900" smtClean="0">
                <a:latin typeface="Times New Roman" panose="02020603050405020304" pitchFamily="18" charset="0"/>
                <a:cs typeface="Times New Roman" panose="02020603050405020304" pitchFamily="18" charset="0"/>
              </a:rPr>
              <a:t> </a:t>
            </a:r>
            <a:r>
              <a:rPr lang="en-US" sz="900">
                <a:latin typeface="Times New Roman" panose="02020603050405020304" pitchFamily="18" charset="0"/>
                <a:cs typeface="Times New Roman" panose="02020603050405020304" pitchFamily="18" charset="0"/>
              </a:rPr>
              <a:t>K</a:t>
            </a:r>
            <a:r>
              <a:rPr lang="vi-VN" sz="900" smtClean="0">
                <a:latin typeface="Times New Roman" panose="02020603050405020304" pitchFamily="18" charset="0"/>
                <a:cs typeface="Times New Roman" panose="02020603050405020304" pitchFamily="18" charset="0"/>
              </a:rPr>
              <a:t>hông </a:t>
            </a:r>
            <a:r>
              <a:rPr lang="vi-VN" sz="900">
                <a:latin typeface="Times New Roman" panose="02020603050405020304" pitchFamily="18" charset="0"/>
                <a:cs typeface="Times New Roman" panose="02020603050405020304" pitchFamily="18" charset="0"/>
              </a:rPr>
              <a:t>thể lưu trong </a:t>
            </a:r>
            <a:r>
              <a:rPr lang="en-US" sz="900" smtClean="0">
                <a:latin typeface="Times New Roman" panose="02020603050405020304" pitchFamily="18" charset="0"/>
                <a:cs typeface="Times New Roman" panose="02020603050405020304" pitchFamily="18" charset="0"/>
              </a:rPr>
              <a:t>Drive </a:t>
            </a:r>
            <a:r>
              <a:rPr lang="vi-VN" sz="900" smtClean="0">
                <a:latin typeface="Times New Roman" panose="02020603050405020304" pitchFamily="18" charset="0"/>
                <a:cs typeface="Times New Roman" panose="02020603050405020304" pitchFamily="18" charset="0"/>
              </a:rPr>
              <a:t>“0</a:t>
            </a:r>
            <a:r>
              <a:rPr lang="vi-VN" sz="900">
                <a:latin typeface="Times New Roman" panose="02020603050405020304" pitchFamily="18" charset="0"/>
                <a:cs typeface="Times New Roman" panose="02020603050405020304" pitchFamily="18" charset="0"/>
              </a:rPr>
              <a:t>”?</a:t>
            </a:r>
          </a:p>
          <a:p>
            <a:pPr>
              <a:defRPr/>
            </a:pPr>
            <a:r>
              <a:rPr lang="en-US" sz="900">
                <a:latin typeface="Times New Roman" panose="02020603050405020304" pitchFamily="18" charset="0"/>
                <a:cs typeface="Times New Roman" panose="02020603050405020304" pitchFamily="18" charset="0"/>
              </a:rPr>
              <a:t>       </a:t>
            </a:r>
          </a:p>
          <a:p>
            <a:pPr>
              <a:defRPr/>
            </a:pPr>
            <a:r>
              <a:rPr lang="vi-VN" sz="900" b="1">
                <a:solidFill>
                  <a:srgbClr val="FF0000"/>
                </a:solidFill>
                <a:latin typeface="Times New Roman" panose="02020603050405020304" pitchFamily="18" charset="0"/>
                <a:cs typeface="Times New Roman" panose="02020603050405020304" pitchFamily="18" charset="0"/>
              </a:rPr>
              <a:t>① </a:t>
            </a:r>
            <a:r>
              <a:rPr lang="en-US" sz="900" b="1" smtClean="0">
                <a:solidFill>
                  <a:srgbClr val="FF0000"/>
                </a:solidFill>
                <a:latin typeface="Times New Roman" panose="02020603050405020304" pitchFamily="18" charset="0"/>
                <a:cs typeface="Times New Roman" panose="02020603050405020304" pitchFamily="18" charset="0"/>
              </a:rPr>
              <a:t>File register</a:t>
            </a:r>
            <a:r>
              <a:rPr lang="vi-VN" sz="900" b="1" smtClean="0">
                <a:solidFill>
                  <a:srgbClr val="FF0000"/>
                </a:solidFill>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Program</a:t>
            </a:r>
            <a:endParaRPr lang="vi-VN"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Paramter          ④ Device</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4. Trong cấu hình PLC sau đây, địa chỉ </a:t>
            </a:r>
            <a:r>
              <a:rPr lang="vi-VN" sz="900" smtClean="0">
                <a:latin typeface="Times New Roman" panose="02020603050405020304" pitchFamily="18" charset="0"/>
                <a:cs typeface="Times New Roman" panose="02020603050405020304" pitchFamily="18" charset="0"/>
              </a:rPr>
              <a:t>của </a:t>
            </a:r>
            <a:r>
              <a:rPr lang="en-US" sz="900" smtClean="0">
                <a:latin typeface="Times New Roman" panose="02020603050405020304" pitchFamily="18" charset="0"/>
                <a:cs typeface="Times New Roman" panose="02020603050405020304" pitchFamily="18" charset="0"/>
              </a:rPr>
              <a:t>Slot</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trống là gì?</a:t>
            </a: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b="1">
                <a:solidFill>
                  <a:srgbClr val="FF0000"/>
                </a:solidFill>
                <a:latin typeface="Times New Roman" panose="02020603050405020304" pitchFamily="18" charset="0"/>
                <a:cs typeface="Times New Roman" panose="02020603050405020304" pitchFamily="18" charset="0"/>
              </a:rPr>
              <a:t>① 0AF      </a:t>
            </a:r>
            <a:r>
              <a:rPr lang="en-US" sz="900">
                <a:latin typeface="Times New Roman" panose="02020603050405020304" pitchFamily="18" charset="0"/>
                <a:cs typeface="Times New Roman" panose="02020603050405020304" pitchFamily="18" charset="0"/>
              </a:rPr>
              <a:t>② 10F      ③ 09F      ④ 0BF</a:t>
            </a: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5. 00FF </a:t>
            </a:r>
            <a:r>
              <a:rPr lang="en-US" sz="900" smtClean="0">
                <a:latin typeface="Times New Roman" panose="02020603050405020304" pitchFamily="18" charset="0"/>
                <a:cs typeface="Times New Roman" panose="02020603050405020304" pitchFamily="18" charset="0"/>
              </a:rPr>
              <a:t>hệ </a:t>
            </a:r>
            <a:r>
              <a:rPr lang="vi-VN" sz="900" smtClean="0">
                <a:latin typeface="Times New Roman" panose="02020603050405020304" pitchFamily="18" charset="0"/>
                <a:cs typeface="Times New Roman" panose="02020603050405020304" pitchFamily="18" charset="0"/>
              </a:rPr>
              <a:t>thập </a:t>
            </a:r>
            <a:r>
              <a:rPr lang="vi-VN" sz="900">
                <a:latin typeface="Times New Roman" panose="02020603050405020304" pitchFamily="18" charset="0"/>
                <a:cs typeface="Times New Roman" panose="02020603050405020304" pitchFamily="18" charset="0"/>
              </a:rPr>
              <a:t>lục phân được chuyển đổi </a:t>
            </a:r>
            <a:r>
              <a:rPr lang="vi-VN" sz="900" smtClean="0">
                <a:latin typeface="Times New Roman" panose="02020603050405020304" pitchFamily="18" charset="0"/>
                <a:cs typeface="Times New Roman" panose="02020603050405020304" pitchFamily="18" charset="0"/>
              </a:rPr>
              <a:t>thành</a:t>
            </a:r>
            <a:r>
              <a:rPr lang="en-US" sz="900" smtClean="0">
                <a:latin typeface="Times New Roman" panose="02020603050405020304" pitchFamily="18" charset="0"/>
                <a:cs typeface="Times New Roman" panose="02020603050405020304" pitchFamily="18" charset="0"/>
              </a:rPr>
              <a:t> hệ</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BCD </a:t>
            </a:r>
            <a:r>
              <a:rPr lang="vi-VN" sz="900" smtClean="0">
                <a:latin typeface="Times New Roman" panose="02020603050405020304" pitchFamily="18" charset="0"/>
                <a:cs typeface="Times New Roman" panose="02020603050405020304" pitchFamily="18" charset="0"/>
              </a:rPr>
              <a:t>là </a:t>
            </a:r>
            <a:r>
              <a:rPr lang="vi-VN" sz="900">
                <a:latin typeface="Times New Roman" panose="02020603050405020304" pitchFamily="18" charset="0"/>
                <a:cs typeface="Times New Roman" panose="02020603050405020304" pitchFamily="18" charset="0"/>
              </a:rPr>
              <a:t>bao nhiêu?</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0000 0000 0101 0100    ② 0000 0010 0101 0100</a:t>
            </a:r>
          </a:p>
          <a:p>
            <a:pPr>
              <a:defRPr/>
            </a:pPr>
            <a:r>
              <a:rPr lang="en-US" sz="900">
                <a:latin typeface="Times New Roman" panose="02020603050405020304" pitchFamily="18" charset="0"/>
                <a:cs typeface="Times New Roman" panose="02020603050405020304" pitchFamily="18" charset="0"/>
              </a:rPr>
              <a:t>③ 0000 0000 1111 1111    </a:t>
            </a:r>
            <a:r>
              <a:rPr lang="en-US" sz="900" b="1">
                <a:solidFill>
                  <a:srgbClr val="FF0000"/>
                </a:solidFill>
                <a:latin typeface="Times New Roman" panose="02020603050405020304" pitchFamily="18" charset="0"/>
                <a:cs typeface="Times New Roman" panose="02020603050405020304" pitchFamily="18" charset="0"/>
              </a:rPr>
              <a:t>④ 0000 0010 0101 0101</a:t>
            </a: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6. </a:t>
            </a:r>
            <a:r>
              <a:rPr lang="en-US" sz="900" smtClean="0">
                <a:latin typeface="Times New Roman" panose="02020603050405020304" pitchFamily="18" charset="0"/>
                <a:cs typeface="Times New Roman" panose="02020603050405020304" pitchFamily="18" charset="0"/>
              </a:rPr>
              <a:t>Card</a:t>
            </a:r>
            <a:r>
              <a:rPr lang="vi-VN" altLang="ko-KR" sz="900" smtClean="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đầu vào Digital </a:t>
            </a:r>
            <a:r>
              <a:rPr lang="vi-VN" altLang="ko-KR" sz="900" smtClean="0">
                <a:latin typeface="Times New Roman" panose="02020603050405020304" pitchFamily="18" charset="0"/>
                <a:cs typeface="Times New Roman" panose="02020603050405020304" pitchFamily="18" charset="0"/>
              </a:rPr>
              <a:t>QX40</a:t>
            </a:r>
            <a:r>
              <a:rPr lang="en-US" altLang="ko-KR" sz="900" smtClean="0">
                <a:latin typeface="Times New Roman" panose="02020603050405020304" pitchFamily="18" charset="0"/>
                <a:cs typeface="Times New Roman" panose="02020603050405020304" pitchFamily="18" charset="0"/>
              </a:rPr>
              <a:t> </a:t>
            </a:r>
            <a:r>
              <a:rPr lang="vi-VN" altLang="ko-KR" sz="900" smtClean="0">
                <a:latin typeface="Times New Roman" panose="02020603050405020304" pitchFamily="18" charset="0"/>
                <a:cs typeface="Times New Roman" panose="02020603050405020304" pitchFamily="18" charset="0"/>
              </a:rPr>
              <a:t>được </a:t>
            </a:r>
            <a:r>
              <a:rPr lang="en-US" altLang="ko-KR" sz="900" smtClean="0">
                <a:latin typeface="Times New Roman" panose="02020603050405020304" pitchFamily="18" charset="0"/>
                <a:cs typeface="Times New Roman" panose="02020603050405020304" pitchFamily="18" charset="0"/>
              </a:rPr>
              <a:t>cắm</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vào </a:t>
            </a:r>
            <a:r>
              <a:rPr lang="en-US" altLang="ko-KR" sz="900" smtClean="0">
                <a:latin typeface="Times New Roman" panose="02020603050405020304" pitchFamily="18" charset="0"/>
                <a:cs typeface="Times New Roman" panose="02020603050405020304" pitchFamily="18" charset="0"/>
              </a:rPr>
              <a:t>Base</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PLC. "0" có nghĩa là gì trong QX40</a:t>
            </a:r>
            <a:r>
              <a:rPr lang="vi-VN" sz="90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endParaRPr lang="vi-VN" sz="900">
              <a:latin typeface="Times New Roman" panose="02020603050405020304" pitchFamily="18" charset="0"/>
              <a:cs typeface="Times New Roman" panose="02020603050405020304" pitchFamily="18" charset="0"/>
            </a:endParaRPr>
          </a:p>
          <a:p>
            <a:pPr>
              <a:defRPr/>
            </a:pPr>
            <a:r>
              <a:rPr lang="vi-VN" sz="900" b="1">
                <a:solidFill>
                  <a:srgbClr val="FF0000"/>
                </a:solidFill>
                <a:latin typeface="Times New Roman" panose="02020603050405020304" pitchFamily="18" charset="0"/>
                <a:cs typeface="Times New Roman" panose="02020603050405020304" pitchFamily="18" charset="0"/>
              </a:rPr>
              <a:t>① Điểm </a:t>
            </a:r>
            <a:r>
              <a:rPr lang="vi-VN" altLang="ko-KR" sz="900" b="1">
                <a:solidFill>
                  <a:srgbClr val="FF0000"/>
                </a:solidFill>
                <a:latin typeface="Times New Roman" panose="02020603050405020304" pitchFamily="18" charset="0"/>
                <a:cs typeface="Times New Roman" panose="02020603050405020304" pitchFamily="18" charset="0"/>
              </a:rPr>
              <a:t>Occupation</a:t>
            </a:r>
            <a:r>
              <a:rPr lang="vi-VN" altLang="ko-KR" sz="900" b="1" baseline="30000">
                <a:solidFill>
                  <a:srgbClr val="FF0000"/>
                </a:solidFill>
              </a:rPr>
              <a:t> </a:t>
            </a:r>
            <a:r>
              <a:rPr lang="en-US" altLang="ko-KR" sz="900" b="1" baseline="30000" smtClean="0">
                <a:solidFill>
                  <a:srgbClr val="FF0000"/>
                </a:solidFill>
              </a:rPr>
              <a:t>     </a:t>
            </a:r>
            <a:r>
              <a:rPr lang="vi-VN" sz="900" smtClean="0">
                <a:latin typeface="Times New Roman" panose="02020603050405020304" pitchFamily="18" charset="0"/>
                <a:cs typeface="Times New Roman" panose="02020603050405020304" pitchFamily="18" charset="0"/>
              </a:rPr>
              <a:t>② </a:t>
            </a:r>
            <a:r>
              <a:rPr lang="vi-VN" sz="900">
                <a:latin typeface="Times New Roman" panose="02020603050405020304" pitchFamily="18" charset="0"/>
                <a:cs typeface="Times New Roman" panose="02020603050405020304" pitchFamily="18" charset="0"/>
              </a:rPr>
              <a:t>Điện áp đầu vào</a:t>
            </a:r>
          </a:p>
          <a:p>
            <a:pPr>
              <a:defRPr/>
            </a:pPr>
            <a:r>
              <a:rPr lang="vi-VN" sz="900">
                <a:latin typeface="Times New Roman" panose="02020603050405020304" pitchFamily="18" charset="0"/>
                <a:cs typeface="Times New Roman" panose="02020603050405020304" pitchFamily="18" charset="0"/>
              </a:rPr>
              <a:t>③ Mô-đun đầu vào </a:t>
            </a:r>
            <a:r>
              <a:rPr lang="en-US" sz="90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④ </a:t>
            </a:r>
            <a:r>
              <a:rPr lang="en-US" sz="900" smtClean="0">
                <a:latin typeface="Times New Roman" panose="02020603050405020304" pitchFamily="18" charset="0"/>
                <a:cs typeface="Times New Roman" panose="02020603050405020304" pitchFamily="18" charset="0"/>
              </a:rPr>
              <a:t>Điểm</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start </a:t>
            </a:r>
            <a:r>
              <a:rPr lang="vi-VN" sz="900" smtClean="0">
                <a:latin typeface="Times New Roman" panose="02020603050405020304" pitchFamily="18" charset="0"/>
                <a:cs typeface="Times New Roman" panose="02020603050405020304" pitchFamily="18" charset="0"/>
              </a:rPr>
              <a:t>I/O</a:t>
            </a:r>
            <a:endParaRPr lang="vi-VN"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7. </a:t>
            </a:r>
            <a:r>
              <a:rPr lang="en-US" sz="900" smtClean="0">
                <a:latin typeface="Times New Roman" panose="02020603050405020304" pitchFamily="18" charset="0"/>
                <a:cs typeface="Times New Roman" panose="02020603050405020304" pitchFamily="18" charset="0"/>
              </a:rPr>
              <a:t>Đáp án nào</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sau đây là </a:t>
            </a:r>
            <a:r>
              <a:rPr lang="vi-VN" altLang="ko-KR" sz="900" smtClean="0">
                <a:latin typeface="Times New Roman" panose="02020603050405020304" pitchFamily="18" charset="0"/>
                <a:cs typeface="Times New Roman" panose="02020603050405020304" pitchFamily="18" charset="0"/>
              </a:rPr>
              <a:t>r</a:t>
            </a:r>
            <a:r>
              <a:rPr lang="en-US" altLang="ko-KR" sz="900" smtClean="0">
                <a:latin typeface="Times New Roman" panose="02020603050405020304" pitchFamily="18" charset="0"/>
                <a:cs typeface="Times New Roman" panose="02020603050405020304" pitchFamily="18" charset="0"/>
              </a:rPr>
              <a:t>elay</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bên trong cho </a:t>
            </a:r>
            <a:r>
              <a:rPr lang="en-US" altLang="ko-KR" sz="900" smtClean="0">
                <a:latin typeface="Times New Roman" panose="02020603050405020304" pitchFamily="18" charset="0"/>
                <a:cs typeface="Times New Roman" panose="02020603050405020304" pitchFamily="18" charset="0"/>
              </a:rPr>
              <a:t>Data Link </a:t>
            </a:r>
            <a:r>
              <a:rPr lang="vi-VN" altLang="ko-KR" sz="900" smtClean="0">
                <a:latin typeface="Times New Roman" panose="02020603050405020304" pitchFamily="18" charset="0"/>
                <a:cs typeface="Times New Roman" panose="02020603050405020304" pitchFamily="18" charset="0"/>
              </a:rPr>
              <a:t>và </a:t>
            </a:r>
            <a:r>
              <a:rPr lang="vi-VN" altLang="ko-KR" sz="900">
                <a:latin typeface="Times New Roman" panose="02020603050405020304" pitchFamily="18" charset="0"/>
                <a:cs typeface="Times New Roman" panose="02020603050405020304" pitchFamily="18" charset="0"/>
              </a:rPr>
              <a:t>không thể xuất ra bên </a:t>
            </a:r>
            <a:r>
              <a:rPr lang="vi-VN" altLang="ko-KR" sz="900" smtClean="0">
                <a:latin typeface="Times New Roman" panose="02020603050405020304" pitchFamily="18" charset="0"/>
                <a:cs typeface="Times New Roman" panose="02020603050405020304" pitchFamily="18" charset="0"/>
              </a:rPr>
              <a:t>ngoài</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W </a:t>
            </a:r>
            <a:r>
              <a:rPr lang="en-US" sz="900" smtClean="0">
                <a:latin typeface="Times New Roman" panose="02020603050405020304" pitchFamily="18" charset="0"/>
                <a:cs typeface="Times New Roman" panose="02020603050405020304" pitchFamily="18" charset="0"/>
              </a:rPr>
              <a:t>     </a:t>
            </a:r>
            <a:r>
              <a:rPr lang="en-US" sz="900" b="1" smtClean="0">
                <a:solidFill>
                  <a:srgbClr val="FF0000"/>
                </a:solidFill>
                <a:latin typeface="Times New Roman" panose="02020603050405020304" pitchFamily="18" charset="0"/>
                <a:cs typeface="Times New Roman" panose="02020603050405020304" pitchFamily="18" charset="0"/>
              </a:rPr>
              <a:t>② </a:t>
            </a:r>
            <a:r>
              <a:rPr lang="en-US" sz="900" b="1">
                <a:solidFill>
                  <a:srgbClr val="FF0000"/>
                </a:solidFill>
                <a:latin typeface="Times New Roman" panose="02020603050405020304" pitchFamily="18" charset="0"/>
                <a:cs typeface="Times New Roman" panose="02020603050405020304" pitchFamily="18" charset="0"/>
              </a:rPr>
              <a:t>B </a:t>
            </a:r>
            <a:r>
              <a:rPr lang="en-US" sz="900" b="1" smtClean="0">
                <a:solidFill>
                  <a:srgbClr val="FF0000"/>
                </a:solidFill>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③ </a:t>
            </a:r>
            <a:r>
              <a:rPr lang="en-US" sz="900">
                <a:latin typeface="Times New Roman" panose="02020603050405020304" pitchFamily="18" charset="0"/>
                <a:cs typeface="Times New Roman" panose="02020603050405020304" pitchFamily="18" charset="0"/>
              </a:rPr>
              <a:t>R </a:t>
            </a:r>
            <a:r>
              <a:rPr lang="en-US" sz="900" smtClean="0">
                <a:latin typeface="Times New Roman" panose="02020603050405020304" pitchFamily="18" charset="0"/>
                <a:cs typeface="Times New Roman" panose="02020603050405020304" pitchFamily="18" charset="0"/>
              </a:rPr>
              <a:t>     ④ Y</a:t>
            </a: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8. Giải thích nào sau đây về </a:t>
            </a:r>
            <a:r>
              <a:rPr lang="en-US" sz="900" smtClean="0">
                <a:latin typeface="Times New Roman" panose="02020603050405020304" pitchFamily="18" charset="0"/>
                <a:cs typeface="Times New Roman" panose="02020603050405020304" pitchFamily="18" charset="0"/>
              </a:rPr>
              <a:t>Device</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là đúng?</a:t>
            </a: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 ① </a:t>
            </a:r>
            <a:r>
              <a:rPr lang="vi-VN" altLang="ko-KR" sz="900">
                <a:latin typeface="Times New Roman" panose="02020603050405020304" pitchFamily="18" charset="0"/>
                <a:cs typeface="Times New Roman" panose="02020603050405020304" pitchFamily="18" charset="0"/>
              </a:rPr>
              <a:t>Có 3 loại “T”, chẳng hạn như 100ms, 10ms, và bộ đếm thời gian tích lũy, và chỉ có thể sử dụng On Delay</a:t>
            </a:r>
            <a:r>
              <a:rPr lang="vi-VN" altLang="ko-KR" sz="900" smtClean="0">
                <a:latin typeface="Times New Roman" panose="02020603050405020304" pitchFamily="18" charset="0"/>
                <a:cs typeface="Times New Roman" panose="02020603050405020304" pitchFamily="18" charset="0"/>
              </a:rPr>
              <a:t>.</a:t>
            </a:r>
            <a:endParaRPr lang="fr-FR" altLang="ko-KR" sz="900" smtClean="0">
              <a:latin typeface="Times New Roman" panose="02020603050405020304" pitchFamily="18" charset="0"/>
              <a:cs typeface="Times New Roman" panose="02020603050405020304" pitchFamily="18" charset="0"/>
            </a:endParaRPr>
          </a:p>
          <a:p>
            <a:r>
              <a:rPr lang="vi-VN" altLang="ko-KR" sz="900">
                <a:latin typeface="Times New Roman" panose="02020603050405020304" pitchFamily="18" charset="0"/>
                <a:cs typeface="Times New Roman" panose="02020603050405020304" pitchFamily="18" charset="0"/>
              </a:rPr>
              <a:t>② “Y” có thể được thay thế cho </a:t>
            </a:r>
            <a:r>
              <a:rPr lang="en-US" altLang="ko-KR" sz="900" smtClean="0">
                <a:latin typeface="Times New Roman" panose="02020603050405020304" pitchFamily="18" charset="0"/>
                <a:cs typeface="Times New Roman" panose="02020603050405020304" pitchFamily="18" charset="0"/>
              </a:rPr>
              <a:t>Relay</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M. Nếu thay nó bằng M thì có thể duy trì trạng thái mất điện.</a:t>
            </a:r>
          </a:p>
          <a:p>
            <a:r>
              <a:rPr lang="vi-VN" altLang="ko-KR" sz="900">
                <a:latin typeface="Times New Roman" panose="02020603050405020304" pitchFamily="18" charset="0"/>
                <a:cs typeface="Times New Roman" panose="02020603050405020304" pitchFamily="18" charset="0"/>
              </a:rPr>
              <a:t> </a:t>
            </a:r>
            <a:r>
              <a:rPr lang="vi-VN" altLang="ko-KR" sz="900" b="1">
                <a:solidFill>
                  <a:srgbClr val="FF0000"/>
                </a:solidFill>
                <a:latin typeface="Times New Roman" panose="02020603050405020304" pitchFamily="18" charset="0"/>
                <a:cs typeface="Times New Roman" panose="02020603050405020304" pitchFamily="18" charset="0"/>
              </a:rPr>
              <a:t>③ </a:t>
            </a:r>
            <a:r>
              <a:rPr lang="en-US" altLang="ko-KR" sz="900" b="1" smtClean="0">
                <a:solidFill>
                  <a:srgbClr val="FF0000"/>
                </a:solidFill>
                <a:latin typeface="Times New Roman" panose="02020603050405020304" pitchFamily="18" charset="0"/>
                <a:cs typeface="Times New Roman" panose="02020603050405020304" pitchFamily="18" charset="0"/>
              </a:rPr>
              <a:t>Relay</a:t>
            </a:r>
            <a:r>
              <a:rPr lang="vi-VN" altLang="ko-KR" sz="900" b="1" smtClean="0">
                <a:solidFill>
                  <a:srgbClr val="FF0000"/>
                </a:solidFill>
                <a:latin typeface="Times New Roman" panose="02020603050405020304" pitchFamily="18" charset="0"/>
                <a:cs typeface="Times New Roman" panose="02020603050405020304" pitchFamily="18" charset="0"/>
              </a:rPr>
              <a:t> </a:t>
            </a:r>
            <a:r>
              <a:rPr lang="vi-VN" altLang="ko-KR" sz="900" b="1">
                <a:solidFill>
                  <a:srgbClr val="FF0000"/>
                </a:solidFill>
                <a:latin typeface="Times New Roman" panose="02020603050405020304" pitchFamily="18" charset="0"/>
                <a:cs typeface="Times New Roman" panose="02020603050405020304" pitchFamily="18" charset="0"/>
              </a:rPr>
              <a:t>“M” không thể duy trì sự cố mất </a:t>
            </a:r>
            <a:r>
              <a:rPr lang="vi-VN" altLang="ko-KR" sz="900" b="1" smtClean="0">
                <a:solidFill>
                  <a:srgbClr val="FF0000"/>
                </a:solidFill>
                <a:latin typeface="Times New Roman" panose="02020603050405020304" pitchFamily="18" charset="0"/>
                <a:cs typeface="Times New Roman" panose="02020603050405020304" pitchFamily="18" charset="0"/>
              </a:rPr>
              <a:t>điện</a:t>
            </a:r>
            <a:r>
              <a:rPr lang="vi-VN" altLang="ko-KR" sz="900" b="1">
                <a:solidFill>
                  <a:srgbClr val="FF0000"/>
                </a:solidFill>
                <a:latin typeface="Times New Roman" panose="02020603050405020304" pitchFamily="18" charset="0"/>
                <a:cs typeface="Times New Roman" panose="02020603050405020304" pitchFamily="18" charset="0"/>
              </a:rPr>
              <a:t>.</a:t>
            </a:r>
          </a:p>
          <a:p>
            <a:r>
              <a:rPr lang="vi-VN" altLang="ko-KR" sz="900">
                <a:latin typeface="Times New Roman" panose="02020603050405020304" pitchFamily="18" charset="0"/>
                <a:cs typeface="Times New Roman" panose="02020603050405020304" pitchFamily="18" charset="0"/>
              </a:rPr>
              <a:t> ④ </a:t>
            </a:r>
            <a:r>
              <a:rPr lang="en-US" altLang="ko-KR" sz="900" smtClean="0">
                <a:latin typeface="Times New Roman" panose="02020603050405020304" pitchFamily="18" charset="0"/>
                <a:cs typeface="Times New Roman" panose="02020603050405020304" pitchFamily="18" charset="0"/>
              </a:rPr>
              <a:t>Device</a:t>
            </a:r>
            <a:r>
              <a:rPr lang="vi-VN" altLang="ko-KR" sz="900" smtClean="0">
                <a:latin typeface="Times New Roman" panose="02020603050405020304" pitchFamily="18" charset="0"/>
                <a:cs typeface="Times New Roman" panose="02020603050405020304" pitchFamily="18" charset="0"/>
              </a:rPr>
              <a:t> </a:t>
            </a:r>
            <a:r>
              <a:rPr lang="vi-VN" altLang="ko-KR" sz="900">
                <a:latin typeface="Times New Roman" panose="02020603050405020304" pitchFamily="18" charset="0"/>
                <a:cs typeface="Times New Roman" panose="02020603050405020304" pitchFamily="18" charset="0"/>
              </a:rPr>
              <a:t>X, Y, M đều có thể được sử dụng làm </a:t>
            </a:r>
            <a:r>
              <a:rPr lang="en-US" altLang="ko-KR" sz="900" smtClean="0">
                <a:latin typeface="Times New Roman" panose="02020603050405020304" pitchFamily="18" charset="0"/>
                <a:cs typeface="Times New Roman" panose="02020603050405020304" pitchFamily="18" charset="0"/>
              </a:rPr>
              <a:t>tiếp điểm </a:t>
            </a:r>
            <a:r>
              <a:rPr lang="vi-VN" altLang="ko-KR" sz="900" smtClean="0">
                <a:latin typeface="Times New Roman" panose="02020603050405020304" pitchFamily="18" charset="0"/>
                <a:cs typeface="Times New Roman" panose="02020603050405020304" pitchFamily="18" charset="0"/>
              </a:rPr>
              <a:t>và </a:t>
            </a:r>
            <a:r>
              <a:rPr lang="en-US" altLang="ko-KR" sz="900" smtClean="0">
                <a:latin typeface="Times New Roman" panose="02020603050405020304" pitchFamily="18" charset="0"/>
                <a:cs typeface="Times New Roman" panose="02020603050405020304" pitchFamily="18" charset="0"/>
              </a:rPr>
              <a:t>đầu ra.</a:t>
            </a:r>
            <a:endParaRPr lang="fr-FR"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 </a:t>
            </a:r>
            <a:endParaRPr lang="en-US" sz="900">
              <a:latin typeface="Times New Roman" panose="02020603050405020304" pitchFamily="18" charset="0"/>
              <a:cs typeface="Times New Roman" panose="02020603050405020304" pitchFamily="18" charset="0"/>
            </a:endParaRPr>
          </a:p>
        </p:txBody>
      </p:sp>
      <p:sp>
        <p:nvSpPr>
          <p:cNvPr id="14341"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9. </a:t>
            </a:r>
            <a:r>
              <a:rPr lang="en-US" altLang="ko-KR" sz="900">
                <a:latin typeface="Times New Roman" panose="02020603050405020304" pitchFamily="18" charset="0"/>
                <a:ea typeface="돋움" pitchFamily="50" charset="-127"/>
                <a:cs typeface="Times New Roman" panose="02020603050405020304" pitchFamily="18" charset="0"/>
              </a:rPr>
              <a:t>K</a:t>
            </a:r>
            <a:r>
              <a:rPr lang="vi-VN" altLang="ko-KR" sz="900" smtClean="0">
                <a:latin typeface="Times New Roman" panose="02020603050405020304" pitchFamily="18" charset="0"/>
                <a:ea typeface="돋움" pitchFamily="50" charset="-127"/>
                <a:cs typeface="Times New Roman" panose="02020603050405020304" pitchFamily="18" charset="0"/>
              </a:rPr>
              <a:t>hi </a:t>
            </a:r>
            <a:r>
              <a:rPr lang="vi-VN" altLang="ko-KR" sz="900">
                <a:latin typeface="Times New Roman" panose="02020603050405020304" pitchFamily="18" charset="0"/>
                <a:ea typeface="돋움" pitchFamily="50" charset="-127"/>
                <a:cs typeface="Times New Roman" panose="02020603050405020304" pitchFamily="18" charset="0"/>
              </a:rPr>
              <a:t>muốn kiểm tra </a:t>
            </a:r>
            <a:r>
              <a:rPr lang="en-US" altLang="ko-KR" sz="900" smtClean="0">
                <a:latin typeface="Times New Roman" panose="02020603050405020304" pitchFamily="18" charset="0"/>
                <a:ea typeface="돋움" pitchFamily="50" charset="-127"/>
                <a:cs typeface="Times New Roman" panose="02020603050405020304" pitchFamily="18" charset="0"/>
              </a:rPr>
              <a:t>sự hoạt động </a:t>
            </a:r>
            <a:r>
              <a:rPr lang="vi-VN" altLang="ko-KR" sz="900" smtClean="0">
                <a:latin typeface="Times New Roman" panose="02020603050405020304" pitchFamily="18" charset="0"/>
                <a:ea typeface="돋움" pitchFamily="50" charset="-127"/>
                <a:cs typeface="Times New Roman" panose="02020603050405020304" pitchFamily="18" charset="0"/>
              </a:rPr>
              <a:t>của </a:t>
            </a:r>
            <a:r>
              <a:rPr lang="en-US" altLang="ko-KR" sz="900" smtClean="0">
                <a:latin typeface="Times New Roman" panose="02020603050405020304" pitchFamily="18" charset="0"/>
                <a:ea typeface="돋움" pitchFamily="50" charset="-127"/>
                <a:cs typeface="Times New Roman" panose="02020603050405020304" pitchFamily="18" charset="0"/>
              </a:rPr>
              <a:t>các Card</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PLC đang sử </a:t>
            </a:r>
            <a:r>
              <a:rPr lang="vi-VN" altLang="ko-KR" sz="900" smtClean="0">
                <a:latin typeface="Times New Roman" panose="02020603050405020304" pitchFamily="18" charset="0"/>
                <a:ea typeface="돋움" pitchFamily="50" charset="-127"/>
                <a:cs typeface="Times New Roman" panose="02020603050405020304" pitchFamily="18" charset="0"/>
              </a:rPr>
              <a:t>dụng</a:t>
            </a:r>
            <a:r>
              <a:rPr lang="en-US" altLang="ko-KR" sz="900" smtClean="0">
                <a:latin typeface="Times New Roman" panose="02020603050405020304" pitchFamily="18" charset="0"/>
                <a:ea typeface="돋움" pitchFamily="50" charset="-127"/>
                <a:cs typeface="Times New Roman" panose="02020603050405020304" pitchFamily="18" charset="0"/>
              </a:rPr>
              <a:t> có bình thường hay không?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① PLC diagnosis</a:t>
            </a: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② PLC </a:t>
            </a:r>
            <a:r>
              <a:rPr lang="en-US" altLang="ko-KR" sz="900" smtClean="0">
                <a:latin typeface="Times New Roman" panose="02020603050405020304" pitchFamily="18" charset="0"/>
                <a:ea typeface="돋움" pitchFamily="50" charset="-127"/>
                <a:cs typeface="Times New Roman" panose="02020603050405020304" pitchFamily="18" charset="0"/>
              </a:rPr>
              <a:t>Error </a:t>
            </a:r>
            <a:r>
              <a:rPr lang="vi-VN"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smtClean="0">
                <a:latin typeface="Times New Roman" panose="02020603050405020304" pitchFamily="18" charset="0"/>
                <a:ea typeface="돋움" pitchFamily="50" charset="-127"/>
                <a:cs typeface="Times New Roman" panose="02020603050405020304" pitchFamily="18" charset="0"/>
              </a:rPr>
              <a:t>help</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System monitor     </a:t>
            </a:r>
            <a:r>
              <a:rPr lang="en-US" altLang="ko-KR" sz="900" smtClean="0">
                <a:latin typeface="Times New Roman" panose="02020603050405020304" pitchFamily="18" charset="0"/>
                <a:ea typeface="돋움" pitchFamily="50" charset="-127"/>
                <a:cs typeface="Times New Roman" panose="02020603050405020304" pitchFamily="18" charset="0"/>
              </a:rPr>
              <a:t>④ Debug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10. Cách nào sau đây không phải là cách để nhập bình luận?</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a:t>
            </a:r>
            <a:r>
              <a:rPr lang="vi-VN" altLang="ko-KR" sz="900">
                <a:latin typeface="Times New Roman" panose="02020603050405020304" pitchFamily="18" charset="0"/>
                <a:ea typeface="돋움" pitchFamily="50" charset="-127"/>
                <a:cs typeface="Times New Roman" panose="02020603050405020304" pitchFamily="18" charset="0"/>
              </a:rPr>
              <a:t>Nhấp vào </a:t>
            </a:r>
            <a:r>
              <a:rPr lang="en-US" altLang="ko-KR" sz="900" smtClean="0">
                <a:latin typeface="Times New Roman" panose="02020603050405020304" pitchFamily="18" charset="0"/>
                <a:ea typeface="돋움" pitchFamily="50" charset="-127"/>
                <a:cs typeface="Times New Roman" panose="02020603050405020304" pitchFamily="18" charset="0"/>
              </a:rPr>
              <a:t>Device Comment menu</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trong menu </a:t>
            </a:r>
            <a:r>
              <a:rPr lang="en-US" altLang="ko-KR" sz="900" smtClean="0">
                <a:latin typeface="Times New Roman" panose="02020603050405020304" pitchFamily="18" charset="0"/>
                <a:ea typeface="돋움" pitchFamily="50" charset="-127"/>
                <a:cs typeface="Times New Roman" panose="02020603050405020304" pitchFamily="18" charset="0"/>
              </a:rPr>
              <a:t>Project</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và </a:t>
            </a:r>
            <a:r>
              <a:rPr lang="en-US" altLang="ko-KR" sz="900" smtClean="0">
                <a:latin typeface="Times New Roman" panose="02020603050405020304" pitchFamily="18" charset="0"/>
                <a:ea typeface="돋움" pitchFamily="50" charset="-127"/>
                <a:cs typeface="Times New Roman" panose="02020603050405020304" pitchFamily="18" charset="0"/>
              </a:rPr>
              <a:t>Edit comment </a:t>
            </a:r>
            <a:r>
              <a:rPr lang="vi-VN" altLang="ko-KR" sz="900" smtClean="0">
                <a:latin typeface="Times New Roman" panose="02020603050405020304" pitchFamily="18" charset="0"/>
                <a:ea typeface="돋움" pitchFamily="50" charset="-127"/>
                <a:cs typeface="Times New Roman" panose="02020603050405020304" pitchFamily="18" charset="0"/>
              </a:rPr>
              <a:t>trong </a:t>
            </a:r>
            <a:r>
              <a:rPr lang="vi-VN" altLang="ko-KR" sz="900">
                <a:latin typeface="Times New Roman" panose="02020603050405020304" pitchFamily="18" charset="0"/>
                <a:ea typeface="돋움" pitchFamily="50" charset="-127"/>
                <a:cs typeface="Times New Roman" panose="02020603050405020304" pitchFamily="18" charset="0"/>
              </a:rPr>
              <a:t>cửa sổ đang hoạt động</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② </a:t>
            </a:r>
            <a:r>
              <a:rPr lang="vi-VN" altLang="ko-KR" sz="900">
                <a:latin typeface="Times New Roman" panose="02020603050405020304" pitchFamily="18" charset="0"/>
                <a:ea typeface="돋움" pitchFamily="50" charset="-127"/>
                <a:cs typeface="Times New Roman" panose="02020603050405020304" pitchFamily="18" charset="0"/>
              </a:rPr>
              <a:t>Nhấp vào </a:t>
            </a:r>
            <a:r>
              <a:rPr lang="en-US" altLang="ko-KR" sz="900" smtClean="0">
                <a:latin typeface="Times New Roman" panose="02020603050405020304" pitchFamily="18" charset="0"/>
                <a:ea typeface="돋움" pitchFamily="50" charset="-127"/>
                <a:cs typeface="Times New Roman" panose="02020603050405020304" pitchFamily="18" charset="0"/>
              </a:rPr>
              <a:t>Edit</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Documentation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Comment</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và nhập bình luận trực tiếp vào </a:t>
            </a:r>
            <a:r>
              <a:rPr lang="en-US" altLang="ko-KR" sz="900" smtClean="0">
                <a:latin typeface="Times New Roman" panose="02020603050405020304" pitchFamily="18" charset="0"/>
                <a:ea typeface="돋움" pitchFamily="50" charset="-127"/>
                <a:cs typeface="Times New Roman" panose="02020603050405020304" pitchFamily="18" charset="0"/>
              </a:rPr>
              <a:t>Device</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a:t>
            </a:r>
            <a:r>
              <a:rPr lang="en-US" altLang="ko-KR" sz="900" smtClean="0">
                <a:latin typeface="Times New Roman" panose="02020603050405020304" pitchFamily="18" charset="0"/>
                <a:ea typeface="돋움" pitchFamily="50" charset="-127"/>
                <a:cs typeface="Times New Roman" panose="02020603050405020304" pitchFamily="18" charset="0"/>
              </a:rPr>
              <a:t>Tools</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Options</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 Nhấp vào </a:t>
            </a:r>
            <a:r>
              <a:rPr lang="en-US" altLang="ko-KR" sz="900" smtClean="0">
                <a:latin typeface="Times New Roman" panose="02020603050405020304" pitchFamily="18" charset="0"/>
                <a:ea typeface="돋움" pitchFamily="50" charset="-127"/>
                <a:cs typeface="Times New Roman" panose="02020603050405020304" pitchFamily="18" charset="0"/>
              </a:rPr>
              <a:t>Comment input menu để</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chỉnh sửa thiết bị và chỉnh sửa nhận xét</a:t>
            </a:r>
            <a:endParaRPr lang="en-US" altLang="ko-KR" sz="900">
              <a:latin typeface="Times New Roman" panose="02020603050405020304" pitchFamily="18" charset="0"/>
              <a:ea typeface="돋움" pitchFamily="50" charset="-127"/>
              <a:cs typeface="Times New Roman" panose="02020603050405020304" pitchFamily="18" charset="0"/>
            </a:endParaRPr>
          </a:p>
          <a:p>
            <a:pPr>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④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Parameter</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Device</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 Nhấp vào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Comment Menu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và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nhập nhận xét vào thiết bị</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11. Giá trị cài đặt của bộ </a:t>
            </a:r>
            <a:r>
              <a:rPr lang="vi-VN" altLang="ko-KR" sz="900" smtClean="0">
                <a:latin typeface="Times New Roman" panose="02020603050405020304" pitchFamily="18" charset="0"/>
                <a:ea typeface="돋움" pitchFamily="50" charset="-127"/>
                <a:cs typeface="Times New Roman" panose="02020603050405020304" pitchFamily="18" charset="0"/>
              </a:rPr>
              <a:t>đếm</a:t>
            </a:r>
            <a:r>
              <a:rPr lang="en-US" altLang="ko-KR" sz="900" smtClean="0">
                <a:latin typeface="Times New Roman" panose="02020603050405020304" pitchFamily="18" charset="0"/>
                <a:ea typeface="돋움" pitchFamily="50" charset="-127"/>
                <a:cs typeface="Times New Roman" panose="02020603050405020304" pitchFamily="18" charset="0"/>
              </a:rPr>
              <a:t> C0</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giá trị nào sau đây?</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K0, </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K4</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a:latin typeface="Times New Roman" panose="02020603050405020304" pitchFamily="18" charset="0"/>
                <a:ea typeface="돋움" pitchFamily="50" charset="-127"/>
                <a:cs typeface="Times New Roman" panose="02020603050405020304" pitchFamily="18" charset="0"/>
              </a:rPr>
              <a:t>③ K5, </a:t>
            </a:r>
            <a:r>
              <a:rPr lang="en-US" altLang="ko-KR" sz="900" smtClean="0">
                <a:latin typeface="Times New Roman" panose="02020603050405020304" pitchFamily="18" charset="0"/>
                <a:ea typeface="돋움" pitchFamily="50" charset="-127"/>
                <a:cs typeface="Times New Roman" panose="02020603050405020304" pitchFamily="18" charset="0"/>
              </a:rPr>
              <a:t>               ④ </a:t>
            </a:r>
            <a:r>
              <a:rPr lang="en-US" altLang="ko-KR" sz="900">
                <a:latin typeface="Times New Roman" panose="02020603050405020304" pitchFamily="18" charset="0"/>
                <a:ea typeface="돋움" pitchFamily="50" charset="-127"/>
                <a:cs typeface="Times New Roman" panose="02020603050405020304" pitchFamily="18" charset="0"/>
              </a:rPr>
              <a:t>K6</a:t>
            </a: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12. Điều gì sai </a:t>
            </a:r>
            <a:r>
              <a:rPr lang="en-US" altLang="ko-KR" sz="900" smtClean="0">
                <a:latin typeface="Times New Roman" panose="02020603050405020304" pitchFamily="18" charset="0"/>
                <a:ea typeface="돋움" pitchFamily="50" charset="-127"/>
                <a:cs typeface="Times New Roman" panose="02020603050405020304" pitchFamily="18" charset="0"/>
              </a:rPr>
              <a:t>khi </a:t>
            </a:r>
            <a:r>
              <a:rPr lang="en-US" altLang="ko-KR" sz="900">
                <a:latin typeface="Times New Roman" panose="02020603050405020304" pitchFamily="18" charset="0"/>
                <a:ea typeface="돋움" pitchFamily="50" charset="-127"/>
                <a:cs typeface="Times New Roman" panose="02020603050405020304" pitchFamily="18" charset="0"/>
              </a:rPr>
              <a:t>mô tả </a:t>
            </a:r>
            <a:r>
              <a:rPr lang="en-US" altLang="ko-KR" sz="900" smtClean="0">
                <a:latin typeface="Times New Roman" panose="02020603050405020304" pitchFamily="18" charset="0"/>
                <a:ea typeface="돋움" pitchFamily="50" charset="-127"/>
                <a:cs typeface="Times New Roman" panose="02020603050405020304" pitchFamily="18" charset="0"/>
              </a:rPr>
              <a:t>về Analog I/O Unit?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① </a:t>
            </a:r>
            <a:r>
              <a:rPr lang="vi-VN" altLang="ko-KR" sz="900" smtClean="0">
                <a:latin typeface="Times New Roman" panose="02020603050405020304" pitchFamily="18" charset="0"/>
                <a:ea typeface="돋움" pitchFamily="50" charset="-127"/>
                <a:cs typeface="Times New Roman" panose="02020603050405020304" pitchFamily="18" charset="0"/>
              </a:rPr>
              <a:t>D/A </a:t>
            </a:r>
            <a:r>
              <a:rPr lang="vi-VN" altLang="ko-KR" sz="900">
                <a:latin typeface="Times New Roman" panose="02020603050405020304" pitchFamily="18" charset="0"/>
                <a:ea typeface="돋움" pitchFamily="50" charset="-127"/>
                <a:cs typeface="Times New Roman" panose="02020603050405020304" pitchFamily="18" charset="0"/>
              </a:rPr>
              <a:t>được sử dụng như một biến tần để điều khiển tốc độ của động cơ cảm ứng.</a:t>
            </a:r>
          </a:p>
          <a:p>
            <a:pPr>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② </a:t>
            </a:r>
            <a:r>
              <a:rPr lang="vi-VN" altLang="ko-KR" sz="900" smtClean="0">
                <a:latin typeface="Times New Roman" panose="02020603050405020304" pitchFamily="18" charset="0"/>
                <a:ea typeface="돋움" pitchFamily="50" charset="-127"/>
                <a:cs typeface="Times New Roman" panose="02020603050405020304" pitchFamily="18" charset="0"/>
              </a:rPr>
              <a:t>A/D </a:t>
            </a:r>
            <a:r>
              <a:rPr lang="vi-VN" altLang="ko-KR" sz="900">
                <a:latin typeface="Times New Roman" panose="02020603050405020304" pitchFamily="18" charset="0"/>
                <a:ea typeface="돋움" pitchFamily="50" charset="-127"/>
                <a:cs typeface="Times New Roman" panose="02020603050405020304" pitchFamily="18" charset="0"/>
              </a:rPr>
              <a:t>được sử dụng để điều khiển nhiệt độ, áp suất, tốc độ dòng chảy, v.v. với PLC.</a:t>
            </a:r>
          </a:p>
          <a:p>
            <a:pPr>
              <a:buNone/>
            </a:pPr>
            <a:r>
              <a:rPr lang="en-US" altLang="ko-KR" sz="90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③ Giá trị </a:t>
            </a:r>
            <a:r>
              <a:rPr lang="en-US" altLang="ko-KR" sz="900" smtClean="0">
                <a:latin typeface="Times New Roman" panose="02020603050405020304" pitchFamily="18" charset="0"/>
                <a:ea typeface="돋움" pitchFamily="50" charset="-127"/>
                <a:cs typeface="Times New Roman" panose="02020603050405020304" pitchFamily="18" charset="0"/>
              </a:rPr>
              <a:t>Analog</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thay đổi liên tục theo thời gian</a:t>
            </a:r>
          </a:p>
          <a:p>
            <a:pPr>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④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D</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A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được sử dụng để điều khiển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vị trí,</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độ chính xác cao của động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cơ.</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13. Sử dụng </a:t>
            </a:r>
            <a:r>
              <a:rPr lang="en-US" altLang="ko-KR" sz="900" smtClean="0">
                <a:latin typeface="Times New Roman" panose="02020603050405020304" pitchFamily="18" charset="0"/>
                <a:ea typeface="돋움" pitchFamily="50" charset="-127"/>
                <a:cs typeface="Times New Roman" panose="02020603050405020304" pitchFamily="18" charset="0"/>
              </a:rPr>
              <a:t>Timer</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để vận hành mạch sau 0,5 giây.</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Chọn đáp án</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thích hợp </a:t>
            </a:r>
            <a:r>
              <a:rPr lang="en-US" altLang="ko-KR" sz="900" smtClean="0">
                <a:latin typeface="Times New Roman" panose="02020603050405020304" pitchFamily="18" charset="0"/>
                <a:ea typeface="돋움" pitchFamily="50" charset="-127"/>
                <a:cs typeface="Times New Roman" panose="02020603050405020304" pitchFamily="18" charset="0"/>
              </a:rPr>
              <a:t>cho</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chỗ </a:t>
            </a:r>
            <a:r>
              <a:rPr lang="vi-VN" altLang="ko-KR" sz="900" smtClean="0">
                <a:latin typeface="Times New Roman" panose="02020603050405020304" pitchFamily="18" charset="0"/>
                <a:ea typeface="돋움" pitchFamily="50" charset="-127"/>
                <a:cs typeface="Times New Roman" panose="02020603050405020304" pitchFamily="18" charset="0"/>
              </a:rPr>
              <a:t>trống</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dưới </a:t>
            </a:r>
            <a:r>
              <a:rPr lang="vi-VN" altLang="ko-KR" sz="900">
                <a:latin typeface="Times New Roman" panose="02020603050405020304" pitchFamily="18" charset="0"/>
                <a:ea typeface="돋움" pitchFamily="50" charset="-127"/>
                <a:cs typeface="Times New Roman" panose="02020603050405020304" pitchFamily="18" charset="0"/>
              </a:rPr>
              <a:t>đây?</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de-DE" altLang="ko-KR" sz="900" smtClean="0">
                <a:latin typeface="Times New Roman" panose="02020603050405020304" pitchFamily="18" charset="0"/>
                <a:ea typeface="돋움" pitchFamily="50" charset="-127"/>
                <a:cs typeface="Times New Roman" panose="02020603050405020304" pitchFamily="18" charset="0"/>
              </a:rPr>
              <a:t>   ① </a:t>
            </a:r>
            <a:r>
              <a:rPr lang="de-DE" altLang="ko-KR" sz="900">
                <a:latin typeface="Times New Roman" panose="02020603050405020304" pitchFamily="18" charset="0"/>
                <a:ea typeface="돋움" pitchFamily="50" charset="-127"/>
                <a:cs typeface="Times New Roman" panose="02020603050405020304" pitchFamily="18" charset="0"/>
              </a:rPr>
              <a:t>H T0 </a:t>
            </a:r>
            <a:r>
              <a:rPr lang="de-DE" altLang="ko-KR" sz="900" smtClean="0">
                <a:latin typeface="Times New Roman" panose="02020603050405020304" pitchFamily="18" charset="0"/>
                <a:ea typeface="돋움" pitchFamily="50" charset="-127"/>
                <a:cs typeface="Times New Roman" panose="02020603050405020304" pitchFamily="18" charset="0"/>
              </a:rPr>
              <a:t>K500         </a:t>
            </a:r>
            <a:r>
              <a:rPr lang="de-DE" altLang="ko-KR" sz="900" b="1">
                <a:solidFill>
                  <a:srgbClr val="FF0000"/>
                </a:solidFill>
                <a:latin typeface="Times New Roman" panose="02020603050405020304" pitchFamily="18" charset="0"/>
                <a:ea typeface="돋움" pitchFamily="50" charset="-127"/>
                <a:cs typeface="Times New Roman" panose="02020603050405020304" pitchFamily="18" charset="0"/>
              </a:rPr>
              <a:t>② H T0 K50 </a:t>
            </a:r>
            <a:r>
              <a:rPr lang="de-DE"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p>
          <a:p>
            <a:pPr eaLnBrk="1" hangingPunct="1">
              <a:spcBef>
                <a:spcPct val="0"/>
              </a:spcBef>
              <a:buFontTx/>
              <a:buNone/>
            </a:pPr>
            <a:r>
              <a:rPr lang="de-DE" altLang="ko-KR" sz="900" smtClean="0">
                <a:latin typeface="Times New Roman" panose="02020603050405020304" pitchFamily="18" charset="0"/>
                <a:ea typeface="돋움" pitchFamily="50" charset="-127"/>
                <a:cs typeface="Times New Roman" panose="02020603050405020304" pitchFamily="18" charset="0"/>
              </a:rPr>
              <a:t>   ③ </a:t>
            </a:r>
            <a:r>
              <a:rPr lang="de-DE" altLang="ko-KR" sz="900">
                <a:latin typeface="Times New Roman" panose="02020603050405020304" pitchFamily="18" charset="0"/>
                <a:ea typeface="돋움" pitchFamily="50" charset="-127"/>
                <a:cs typeface="Times New Roman" panose="02020603050405020304" pitchFamily="18" charset="0"/>
              </a:rPr>
              <a:t>T0 </a:t>
            </a:r>
            <a:r>
              <a:rPr lang="de-DE" altLang="ko-KR" sz="900" smtClean="0">
                <a:latin typeface="Times New Roman" panose="02020603050405020304" pitchFamily="18" charset="0"/>
                <a:ea typeface="돋움" pitchFamily="50" charset="-127"/>
                <a:cs typeface="Times New Roman" panose="02020603050405020304" pitchFamily="18" charset="0"/>
              </a:rPr>
              <a:t>K50               ④ </a:t>
            </a:r>
            <a:r>
              <a:rPr lang="de-DE" altLang="ko-KR" sz="900">
                <a:latin typeface="Times New Roman" panose="02020603050405020304" pitchFamily="18" charset="0"/>
                <a:ea typeface="돋움" pitchFamily="50" charset="-127"/>
                <a:cs typeface="Times New Roman" panose="02020603050405020304" pitchFamily="18" charset="0"/>
              </a:rPr>
              <a:t>H T0 K5</a:t>
            </a:r>
          </a:p>
        </p:txBody>
      </p:sp>
      <p:grpSp>
        <p:nvGrpSpPr>
          <p:cNvPr id="14342" name="Group 110"/>
          <p:cNvGrpSpPr>
            <a:grpSpLocks/>
          </p:cNvGrpSpPr>
          <p:nvPr/>
        </p:nvGrpSpPr>
        <p:grpSpPr bwMode="auto">
          <a:xfrm>
            <a:off x="549276" y="1248508"/>
            <a:ext cx="2143125" cy="575897"/>
            <a:chOff x="0" y="0"/>
            <a:chExt cx="1251" cy="789"/>
          </a:xfrm>
        </p:grpSpPr>
        <p:sp>
          <p:nvSpPr>
            <p:cNvPr id="14420" name="Oval 8"/>
            <p:cNvSpPr>
              <a:spLocks noChangeArrowheads="1"/>
            </p:cNvSpPr>
            <p:nvPr/>
          </p:nvSpPr>
          <p:spPr bwMode="auto">
            <a:xfrm>
              <a:off x="417" y="499"/>
              <a:ext cx="369" cy="290"/>
            </a:xfrm>
            <a:prstGeom prst="ellipse">
              <a:avLst/>
            </a:prstGeom>
            <a:solidFill>
              <a:srgbClr val="FFFFFF"/>
            </a:solidFill>
            <a:ln w="9525">
              <a:solidFill>
                <a:srgbClr val="000000"/>
              </a:solidFill>
              <a:round/>
              <a:headEnd/>
              <a:tailEnd/>
            </a:ln>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Coil</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21" name="Line 9"/>
            <p:cNvSpPr>
              <a:spLocks noChangeShapeType="1"/>
            </p:cNvSpPr>
            <p:nvPr/>
          </p:nvSpPr>
          <p:spPr bwMode="auto">
            <a:xfrm>
              <a:off x="0" y="645"/>
              <a:ext cx="4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22" name="Line 10"/>
            <p:cNvSpPr>
              <a:spLocks noChangeShapeType="1"/>
            </p:cNvSpPr>
            <p:nvPr/>
          </p:nvSpPr>
          <p:spPr bwMode="auto">
            <a:xfrm>
              <a:off x="783" y="654"/>
              <a:ext cx="4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23" name="Line 11"/>
            <p:cNvSpPr>
              <a:spLocks noChangeShapeType="1"/>
            </p:cNvSpPr>
            <p:nvPr/>
          </p:nvSpPr>
          <p:spPr bwMode="auto">
            <a:xfrm>
              <a:off x="635" y="261"/>
              <a:ext cx="5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24" name="Line 12"/>
            <p:cNvSpPr>
              <a:spLocks noChangeShapeType="1"/>
            </p:cNvSpPr>
            <p:nvPr/>
          </p:nvSpPr>
          <p:spPr bwMode="auto">
            <a:xfrm>
              <a:off x="651" y="20"/>
              <a:ext cx="5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25" name="Line 13"/>
            <p:cNvSpPr>
              <a:spLocks noChangeShapeType="1"/>
            </p:cNvSpPr>
            <p:nvPr/>
          </p:nvSpPr>
          <p:spPr bwMode="auto">
            <a:xfrm>
              <a:off x="0" y="169"/>
              <a:ext cx="4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26" name="Line 14"/>
            <p:cNvSpPr>
              <a:spLocks noChangeShapeType="1"/>
            </p:cNvSpPr>
            <p:nvPr/>
          </p:nvSpPr>
          <p:spPr bwMode="auto">
            <a:xfrm flipV="1">
              <a:off x="468" y="25"/>
              <a:ext cx="208"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27" name="Oval 15"/>
            <p:cNvSpPr>
              <a:spLocks noChangeArrowheads="1"/>
            </p:cNvSpPr>
            <p:nvPr/>
          </p:nvSpPr>
          <p:spPr bwMode="auto">
            <a:xfrm>
              <a:off x="422" y="150"/>
              <a:ext cx="50" cy="50"/>
            </a:xfrm>
            <a:prstGeom prst="ellipse">
              <a:avLst/>
            </a:prstGeom>
            <a:solidFill>
              <a:srgbClr val="FFFFFF"/>
            </a:solidFill>
            <a:ln w="9525">
              <a:solidFill>
                <a:srgbClr val="000000"/>
              </a:solidFill>
              <a:round/>
              <a:headEnd/>
              <a:tailEnd/>
            </a:ln>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ts val="1100"/>
                </a:lnSpc>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hangingPunct="1">
                <a:lnSpc>
                  <a:spcPts val="1100"/>
                </a:lnSpc>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28" name="Oval 16"/>
            <p:cNvSpPr>
              <a:spLocks noChangeArrowheads="1"/>
            </p:cNvSpPr>
            <p:nvPr/>
          </p:nvSpPr>
          <p:spPr bwMode="auto">
            <a:xfrm>
              <a:off x="617" y="240"/>
              <a:ext cx="56" cy="50"/>
            </a:xfrm>
            <a:prstGeom prst="ellipse">
              <a:avLst/>
            </a:prstGeom>
            <a:solidFill>
              <a:srgbClr val="FFFFFF"/>
            </a:solidFill>
            <a:ln w="9525">
              <a:solidFill>
                <a:srgbClr val="000000"/>
              </a:solidFill>
              <a:round/>
              <a:headEnd/>
              <a:tailEnd/>
            </a:ln>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ts val="1100"/>
                </a:lnSpc>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hangingPunct="1">
                <a:lnSpc>
                  <a:spcPts val="1100"/>
                </a:lnSpc>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29" name="Oval 17"/>
            <p:cNvSpPr>
              <a:spLocks noChangeArrowheads="1"/>
            </p:cNvSpPr>
            <p:nvPr/>
          </p:nvSpPr>
          <p:spPr bwMode="auto">
            <a:xfrm>
              <a:off x="617" y="0"/>
              <a:ext cx="56" cy="50"/>
            </a:xfrm>
            <a:prstGeom prst="ellipse">
              <a:avLst/>
            </a:prstGeom>
            <a:solidFill>
              <a:srgbClr val="FFFFFF"/>
            </a:solidFill>
            <a:ln w="9525">
              <a:solidFill>
                <a:srgbClr val="000000"/>
              </a:solidFill>
              <a:round/>
              <a:headEnd/>
              <a:tailEnd/>
            </a:ln>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ts val="1100"/>
                </a:lnSpc>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eaLnBrk="1" hangingPunct="1">
                <a:lnSpc>
                  <a:spcPts val="1100"/>
                </a:lnSpc>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30" name="Line 18"/>
            <p:cNvSpPr>
              <a:spLocks noChangeShapeType="1"/>
            </p:cNvSpPr>
            <p:nvPr/>
          </p:nvSpPr>
          <p:spPr bwMode="auto">
            <a:xfrm>
              <a:off x="561" y="111"/>
              <a:ext cx="0" cy="38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4343" name="그룹 69"/>
          <p:cNvGrpSpPr>
            <a:grpSpLocks/>
          </p:cNvGrpSpPr>
          <p:nvPr/>
        </p:nvGrpSpPr>
        <p:grpSpPr bwMode="auto">
          <a:xfrm>
            <a:off x="298451" y="4418134"/>
            <a:ext cx="3128963" cy="687266"/>
            <a:chOff x="-18920" y="0"/>
            <a:chExt cx="3108171" cy="810974"/>
          </a:xfrm>
        </p:grpSpPr>
        <p:sp>
          <p:nvSpPr>
            <p:cNvPr id="14401" name="Rectangle 9"/>
            <p:cNvSpPr>
              <a:spLocks noChangeArrowheads="1"/>
            </p:cNvSpPr>
            <p:nvPr/>
          </p:nvSpPr>
          <p:spPr bwMode="auto">
            <a:xfrm>
              <a:off x="30733" y="0"/>
              <a:ext cx="2988792" cy="81097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ko-KR" altLang="en-US"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02" name="Line 10"/>
            <p:cNvSpPr>
              <a:spLocks noChangeShapeType="1"/>
            </p:cNvSpPr>
            <p:nvPr/>
          </p:nvSpPr>
          <p:spPr bwMode="auto">
            <a:xfrm>
              <a:off x="318929"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03" name="Line 11"/>
            <p:cNvSpPr>
              <a:spLocks noChangeShapeType="1"/>
            </p:cNvSpPr>
            <p:nvPr/>
          </p:nvSpPr>
          <p:spPr bwMode="auto">
            <a:xfrm>
              <a:off x="595468"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04" name="Line 12"/>
            <p:cNvSpPr>
              <a:spLocks noChangeShapeType="1"/>
            </p:cNvSpPr>
            <p:nvPr/>
          </p:nvSpPr>
          <p:spPr bwMode="auto">
            <a:xfrm>
              <a:off x="942431"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05" name="Line 13"/>
            <p:cNvSpPr>
              <a:spLocks noChangeShapeType="1"/>
            </p:cNvSpPr>
            <p:nvPr/>
          </p:nvSpPr>
          <p:spPr bwMode="auto">
            <a:xfrm>
              <a:off x="1291112"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06" name="Line 14"/>
            <p:cNvSpPr>
              <a:spLocks noChangeShapeType="1"/>
            </p:cNvSpPr>
            <p:nvPr/>
          </p:nvSpPr>
          <p:spPr bwMode="auto">
            <a:xfrm>
              <a:off x="1638073"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07" name="Text Box 15"/>
            <p:cNvSpPr txBox="1">
              <a:spLocks noChangeArrowheads="1"/>
            </p:cNvSpPr>
            <p:nvPr/>
          </p:nvSpPr>
          <p:spPr bwMode="auto">
            <a:xfrm>
              <a:off x="-18920" y="152654"/>
              <a:ext cx="445630" cy="49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ts val="900"/>
                </a:lnSpc>
                <a:spcBef>
                  <a:spcPct val="0"/>
                </a:spcBef>
                <a:buFontTx/>
                <a:buNone/>
              </a:pPr>
              <a:r>
                <a:rPr lang="ko-KR" altLang="en-US" sz="800">
                  <a:solidFill>
                    <a:srgbClr val="000000"/>
                  </a:solidFill>
                  <a:latin typeface="Times New Roman" panose="02020603050405020304" pitchFamily="18" charset="0"/>
                  <a:ea typeface="돋움" pitchFamily="50" charset="-127"/>
                  <a:cs typeface="Times New Roman" panose="02020603050405020304" pitchFamily="18" charset="0"/>
                </a:rPr>
                <a:t>전원</a:t>
              </a:r>
            </a:p>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UNIT</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08" name="Text Box 16"/>
            <p:cNvSpPr txBox="1">
              <a:spLocks noChangeArrowheads="1"/>
            </p:cNvSpPr>
            <p:nvPr/>
          </p:nvSpPr>
          <p:spPr bwMode="auto">
            <a:xfrm>
              <a:off x="267989" y="131770"/>
              <a:ext cx="422580"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CPU</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09" name="Text Box 17"/>
            <p:cNvSpPr txBox="1">
              <a:spLocks noChangeArrowheads="1"/>
            </p:cNvSpPr>
            <p:nvPr/>
          </p:nvSpPr>
          <p:spPr bwMode="auto">
            <a:xfrm>
              <a:off x="553591" y="133572"/>
              <a:ext cx="476363"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QX41</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0" name="Text Box 18"/>
            <p:cNvSpPr txBox="1">
              <a:spLocks noChangeArrowheads="1"/>
            </p:cNvSpPr>
            <p:nvPr/>
          </p:nvSpPr>
          <p:spPr bwMode="auto">
            <a:xfrm>
              <a:off x="1245266" y="133572"/>
              <a:ext cx="468679"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QX41</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1" name="Text Box 19"/>
            <p:cNvSpPr txBox="1">
              <a:spLocks noChangeArrowheads="1"/>
            </p:cNvSpPr>
            <p:nvPr/>
          </p:nvSpPr>
          <p:spPr bwMode="auto">
            <a:xfrm>
              <a:off x="891837" y="133572"/>
              <a:ext cx="468679"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QY42</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2" name="Text Box 20"/>
            <p:cNvSpPr txBox="1">
              <a:spLocks noChangeArrowheads="1"/>
            </p:cNvSpPr>
            <p:nvPr/>
          </p:nvSpPr>
          <p:spPr bwMode="auto">
            <a:xfrm>
              <a:off x="1567963" y="133572"/>
              <a:ext cx="468679"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QY40</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3" name="Line 21"/>
            <p:cNvSpPr>
              <a:spLocks noChangeShapeType="1"/>
            </p:cNvSpPr>
            <p:nvPr/>
          </p:nvSpPr>
          <p:spPr bwMode="auto">
            <a:xfrm>
              <a:off x="1986753"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14" name="Text Box 22"/>
            <p:cNvSpPr txBox="1">
              <a:spLocks noChangeArrowheads="1"/>
            </p:cNvSpPr>
            <p:nvPr/>
          </p:nvSpPr>
          <p:spPr bwMode="auto">
            <a:xfrm>
              <a:off x="2252005" y="127583"/>
              <a:ext cx="499413"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algn="ctr" eaLnBrk="1" hangingPunct="1">
                <a:spcBef>
                  <a:spcPct val="0"/>
                </a:spcBef>
                <a:buFontTx/>
                <a:buNone/>
              </a:pPr>
              <a:r>
                <a:rPr lang="en-US" altLang="ko-KR" sz="800" smtClean="0">
                  <a:solidFill>
                    <a:srgbClr val="000000"/>
                  </a:solidFill>
                  <a:latin typeface="Times New Roman" panose="02020603050405020304" pitchFamily="18" charset="0"/>
                  <a:ea typeface="돋움" pitchFamily="50" charset="-127"/>
                  <a:cs typeface="Times New Roman" panose="02020603050405020304" pitchFamily="18" charset="0"/>
                </a:rPr>
                <a:t>Slot trống</a:t>
              </a: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a:p>
              <a:pPr algn="ct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5" name="Line 23"/>
            <p:cNvSpPr>
              <a:spLocks noChangeShapeType="1"/>
            </p:cNvSpPr>
            <p:nvPr/>
          </p:nvSpPr>
          <p:spPr bwMode="auto">
            <a:xfrm>
              <a:off x="2333716"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16" name="Text Box 24"/>
            <p:cNvSpPr txBox="1">
              <a:spLocks noChangeArrowheads="1"/>
            </p:cNvSpPr>
            <p:nvPr/>
          </p:nvSpPr>
          <p:spPr bwMode="auto">
            <a:xfrm>
              <a:off x="1949779" y="133572"/>
              <a:ext cx="499413" cy="467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lnSpc>
                  <a:spcPts val="900"/>
                </a:lnSpc>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Q64</a:t>
              </a:r>
            </a:p>
            <a:p>
              <a:pPr eaLnBrk="1" hangingPunct="1">
                <a:lnSpc>
                  <a:spcPts val="900"/>
                </a:lnSpc>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AD</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7" name="Text Box 25"/>
            <p:cNvSpPr txBox="1">
              <a:spLocks noChangeArrowheads="1"/>
            </p:cNvSpPr>
            <p:nvPr/>
          </p:nvSpPr>
          <p:spPr bwMode="auto">
            <a:xfrm>
              <a:off x="2620572" y="133572"/>
              <a:ext cx="468679"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QX42</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4418" name="Line 26"/>
            <p:cNvSpPr>
              <a:spLocks noChangeShapeType="1"/>
            </p:cNvSpPr>
            <p:nvPr/>
          </p:nvSpPr>
          <p:spPr bwMode="auto">
            <a:xfrm>
              <a:off x="2682397" y="0"/>
              <a:ext cx="0" cy="810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19" name="Rectangle 38"/>
            <p:cNvSpPr>
              <a:spLocks noChangeArrowheads="1"/>
            </p:cNvSpPr>
            <p:nvPr/>
          </p:nvSpPr>
          <p:spPr bwMode="auto">
            <a:xfrm>
              <a:off x="2335829" y="450824"/>
              <a:ext cx="414897" cy="228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800">
                  <a:solidFill>
                    <a:srgbClr val="000000"/>
                  </a:solidFill>
                  <a:latin typeface="Times New Roman" panose="02020603050405020304" pitchFamily="18" charset="0"/>
                  <a:ea typeface="돋움" pitchFamily="50" charset="-127"/>
                  <a:cs typeface="Times New Roman" panose="02020603050405020304" pitchFamily="18" charset="0"/>
                </a:rPr>
                <a:t>( ? )</a:t>
              </a:r>
            </a:p>
            <a:p>
              <a:pPr eaLnBrk="1" hangingPunct="1">
                <a:spcBef>
                  <a:spcPct val="0"/>
                </a:spcBef>
                <a:buFontTx/>
                <a:buNone/>
              </a:pPr>
              <a:endParaRPr lang="en-US" altLang="ko-KR" sz="8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grpSp>
        <p:nvGrpSpPr>
          <p:cNvPr id="14344" name="Group 127"/>
          <p:cNvGrpSpPr>
            <a:grpSpLocks/>
          </p:cNvGrpSpPr>
          <p:nvPr/>
        </p:nvGrpSpPr>
        <p:grpSpPr bwMode="auto">
          <a:xfrm>
            <a:off x="3551238" y="6781800"/>
            <a:ext cx="2882900" cy="378069"/>
            <a:chOff x="2281" y="3029"/>
            <a:chExt cx="1816" cy="258"/>
          </a:xfrm>
        </p:grpSpPr>
        <p:sp>
          <p:nvSpPr>
            <p:cNvPr id="14392" name="Line 1073"/>
            <p:cNvSpPr>
              <a:spLocks noChangeShapeType="1"/>
            </p:cNvSpPr>
            <p:nvPr/>
          </p:nvSpPr>
          <p:spPr bwMode="auto">
            <a:xfrm>
              <a:off x="2510" y="3158"/>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93" name="Line 1074"/>
            <p:cNvSpPr>
              <a:spLocks noChangeShapeType="1"/>
            </p:cNvSpPr>
            <p:nvPr/>
          </p:nvSpPr>
          <p:spPr bwMode="auto">
            <a:xfrm>
              <a:off x="2567" y="3158"/>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94" name="Line 1075"/>
            <p:cNvSpPr>
              <a:spLocks noChangeShapeType="1"/>
            </p:cNvSpPr>
            <p:nvPr/>
          </p:nvSpPr>
          <p:spPr bwMode="auto">
            <a:xfrm flipH="1">
              <a:off x="2281" y="3195"/>
              <a:ext cx="2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95" name="Text Box 1076"/>
            <p:cNvSpPr txBox="1">
              <a:spLocks noChangeArrowheads="1"/>
            </p:cNvSpPr>
            <p:nvPr/>
          </p:nvSpPr>
          <p:spPr bwMode="auto">
            <a:xfrm>
              <a:off x="3438" y="3030"/>
              <a:ext cx="659"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a:latin typeface="Times New Roman" panose="02020603050405020304" pitchFamily="18" charset="0"/>
                  <a:ea typeface="돋움" pitchFamily="50" charset="-127"/>
                  <a:cs typeface="Times New Roman" panose="02020603050405020304" pitchFamily="18" charset="0"/>
                </a:rPr>
                <a:t>)</a:t>
              </a:r>
            </a:p>
          </p:txBody>
        </p:sp>
        <p:sp>
          <p:nvSpPr>
            <p:cNvPr id="14396" name="Text Box 1077"/>
            <p:cNvSpPr txBox="1">
              <a:spLocks noChangeArrowheads="1"/>
            </p:cNvSpPr>
            <p:nvPr/>
          </p:nvSpPr>
          <p:spPr bwMode="auto">
            <a:xfrm>
              <a:off x="2426" y="3029"/>
              <a:ext cx="24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X0</a:t>
              </a:r>
            </a:p>
          </p:txBody>
        </p:sp>
        <p:sp>
          <p:nvSpPr>
            <p:cNvPr id="14397" name="Line 1078"/>
            <p:cNvSpPr>
              <a:spLocks noChangeShapeType="1"/>
            </p:cNvSpPr>
            <p:nvPr/>
          </p:nvSpPr>
          <p:spPr bwMode="auto">
            <a:xfrm>
              <a:off x="2281" y="3062"/>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98" name="Line 1079"/>
            <p:cNvSpPr>
              <a:spLocks noChangeShapeType="1"/>
            </p:cNvSpPr>
            <p:nvPr/>
          </p:nvSpPr>
          <p:spPr bwMode="auto">
            <a:xfrm>
              <a:off x="2567" y="3195"/>
              <a:ext cx="93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99" name="Line 1080"/>
            <p:cNvSpPr>
              <a:spLocks noChangeShapeType="1"/>
            </p:cNvSpPr>
            <p:nvPr/>
          </p:nvSpPr>
          <p:spPr bwMode="auto">
            <a:xfrm>
              <a:off x="3846" y="3195"/>
              <a:ext cx="2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400" name="Line 1081"/>
            <p:cNvSpPr>
              <a:spLocks noChangeShapeType="1"/>
            </p:cNvSpPr>
            <p:nvPr/>
          </p:nvSpPr>
          <p:spPr bwMode="auto">
            <a:xfrm>
              <a:off x="4061" y="3062"/>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4345" name="Group 94"/>
          <p:cNvGrpSpPr>
            <a:grpSpLocks/>
          </p:cNvGrpSpPr>
          <p:nvPr/>
        </p:nvGrpSpPr>
        <p:grpSpPr bwMode="auto">
          <a:xfrm>
            <a:off x="3575050" y="3442188"/>
            <a:ext cx="2808288" cy="901212"/>
            <a:chOff x="3575050" y="5024438"/>
            <a:chExt cx="2971800" cy="1276350"/>
          </a:xfrm>
        </p:grpSpPr>
        <p:grpSp>
          <p:nvGrpSpPr>
            <p:cNvPr id="14346" name="Group 117"/>
            <p:cNvGrpSpPr>
              <a:grpSpLocks/>
            </p:cNvGrpSpPr>
            <p:nvPr/>
          </p:nvGrpSpPr>
          <p:grpSpPr bwMode="auto">
            <a:xfrm>
              <a:off x="3575050" y="5024438"/>
              <a:ext cx="2971800" cy="1276350"/>
              <a:chOff x="243" y="3982"/>
              <a:chExt cx="1872" cy="804"/>
            </a:xfrm>
          </p:grpSpPr>
          <p:sp>
            <p:nvSpPr>
              <p:cNvPr id="14349" name="Line 1218"/>
              <p:cNvSpPr>
                <a:spLocks noChangeShapeType="1"/>
              </p:cNvSpPr>
              <p:nvPr/>
            </p:nvSpPr>
            <p:spPr bwMode="auto">
              <a:xfrm>
                <a:off x="1261" y="4223"/>
                <a:ext cx="8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50" name="Line 1219"/>
              <p:cNvSpPr>
                <a:spLocks noChangeShapeType="1"/>
              </p:cNvSpPr>
              <p:nvPr/>
            </p:nvSpPr>
            <p:spPr bwMode="auto">
              <a:xfrm>
                <a:off x="1261" y="4649"/>
                <a:ext cx="8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51" name="Rectangle 1220"/>
              <p:cNvSpPr>
                <a:spLocks noChangeArrowheads="1"/>
              </p:cNvSpPr>
              <p:nvPr/>
            </p:nvSpPr>
            <p:spPr bwMode="auto">
              <a:xfrm>
                <a:off x="1389"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52" name="Text Box 1221"/>
              <p:cNvSpPr txBox="1">
                <a:spLocks noChangeArrowheads="1"/>
              </p:cNvSpPr>
              <p:nvPr/>
            </p:nvSpPr>
            <p:spPr bwMode="auto">
              <a:xfrm>
                <a:off x="1095" y="4127"/>
                <a:ext cx="24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X0</a:t>
                </a:r>
              </a:p>
            </p:txBody>
          </p:sp>
          <p:sp>
            <p:nvSpPr>
              <p:cNvPr id="14353" name="Text Box 1222"/>
              <p:cNvSpPr txBox="1">
                <a:spLocks noChangeArrowheads="1"/>
              </p:cNvSpPr>
              <p:nvPr/>
            </p:nvSpPr>
            <p:spPr bwMode="auto">
              <a:xfrm>
                <a:off x="1075" y="4569"/>
                <a:ext cx="269"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Y40</a:t>
                </a:r>
              </a:p>
            </p:txBody>
          </p:sp>
          <p:sp>
            <p:nvSpPr>
              <p:cNvPr id="14354" name="Rectangle 1223"/>
              <p:cNvSpPr>
                <a:spLocks noChangeArrowheads="1"/>
              </p:cNvSpPr>
              <p:nvPr/>
            </p:nvSpPr>
            <p:spPr bwMode="auto">
              <a:xfrm>
                <a:off x="1484"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55" name="Rectangle 1224"/>
              <p:cNvSpPr>
                <a:spLocks noChangeArrowheads="1"/>
              </p:cNvSpPr>
              <p:nvPr/>
            </p:nvSpPr>
            <p:spPr bwMode="auto">
              <a:xfrm>
                <a:off x="1581"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56" name="Rectangle 1225"/>
              <p:cNvSpPr>
                <a:spLocks noChangeArrowheads="1"/>
              </p:cNvSpPr>
              <p:nvPr/>
            </p:nvSpPr>
            <p:spPr bwMode="auto">
              <a:xfrm>
                <a:off x="1676"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57" name="Rectangle 1226"/>
              <p:cNvSpPr>
                <a:spLocks noChangeArrowheads="1"/>
              </p:cNvSpPr>
              <p:nvPr/>
            </p:nvSpPr>
            <p:spPr bwMode="auto">
              <a:xfrm>
                <a:off x="1768"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58" name="Rectangle 1227"/>
              <p:cNvSpPr>
                <a:spLocks noChangeArrowheads="1"/>
              </p:cNvSpPr>
              <p:nvPr/>
            </p:nvSpPr>
            <p:spPr bwMode="auto">
              <a:xfrm>
                <a:off x="1880"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59" name="Line 1228"/>
              <p:cNvSpPr>
                <a:spLocks noChangeShapeType="1"/>
              </p:cNvSpPr>
              <p:nvPr/>
            </p:nvSpPr>
            <p:spPr bwMode="auto">
              <a:xfrm>
                <a:off x="243" y="4078"/>
                <a:ext cx="0" cy="7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0" name="Line 1229"/>
              <p:cNvSpPr>
                <a:spLocks noChangeShapeType="1"/>
              </p:cNvSpPr>
              <p:nvPr/>
            </p:nvSpPr>
            <p:spPr bwMode="auto">
              <a:xfrm>
                <a:off x="339" y="4127"/>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1" name="Line 1230"/>
              <p:cNvSpPr>
                <a:spLocks noChangeShapeType="1"/>
              </p:cNvSpPr>
              <p:nvPr/>
            </p:nvSpPr>
            <p:spPr bwMode="auto">
              <a:xfrm>
                <a:off x="387" y="4127"/>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2" name="Line 1231"/>
              <p:cNvSpPr>
                <a:spLocks noChangeShapeType="1"/>
              </p:cNvSpPr>
              <p:nvPr/>
            </p:nvSpPr>
            <p:spPr bwMode="auto">
              <a:xfrm flipH="1">
                <a:off x="243" y="4175"/>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3" name="Line 1232"/>
              <p:cNvSpPr>
                <a:spLocks noChangeShapeType="1"/>
              </p:cNvSpPr>
              <p:nvPr/>
            </p:nvSpPr>
            <p:spPr bwMode="auto">
              <a:xfrm>
                <a:off x="339" y="4368"/>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4" name="Line 1233"/>
              <p:cNvSpPr>
                <a:spLocks noChangeShapeType="1"/>
              </p:cNvSpPr>
              <p:nvPr/>
            </p:nvSpPr>
            <p:spPr bwMode="auto">
              <a:xfrm>
                <a:off x="387" y="4368"/>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5" name="Line 1234"/>
              <p:cNvSpPr>
                <a:spLocks noChangeShapeType="1"/>
              </p:cNvSpPr>
              <p:nvPr/>
            </p:nvSpPr>
            <p:spPr bwMode="auto">
              <a:xfrm flipH="1">
                <a:off x="243" y="4416"/>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6" name="Line 1235"/>
              <p:cNvSpPr>
                <a:spLocks noChangeShapeType="1"/>
              </p:cNvSpPr>
              <p:nvPr/>
            </p:nvSpPr>
            <p:spPr bwMode="auto">
              <a:xfrm>
                <a:off x="387" y="4416"/>
                <a:ext cx="4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7" name="Line 1236"/>
              <p:cNvSpPr>
                <a:spLocks noChangeShapeType="1"/>
              </p:cNvSpPr>
              <p:nvPr/>
            </p:nvSpPr>
            <p:spPr bwMode="auto">
              <a:xfrm>
                <a:off x="387" y="4175"/>
                <a:ext cx="7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8" name="Line 1237"/>
              <p:cNvSpPr>
                <a:spLocks noChangeShapeType="1"/>
              </p:cNvSpPr>
              <p:nvPr/>
            </p:nvSpPr>
            <p:spPr bwMode="auto">
              <a:xfrm>
                <a:off x="1107" y="4078"/>
                <a:ext cx="0" cy="6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69" name="Oval 1238"/>
              <p:cNvSpPr>
                <a:spLocks noChangeArrowheads="1"/>
              </p:cNvSpPr>
              <p:nvPr/>
            </p:nvSpPr>
            <p:spPr bwMode="auto">
              <a:xfrm>
                <a:off x="781" y="4078"/>
                <a:ext cx="278" cy="193"/>
              </a:xfrm>
              <a:prstGeom prst="ellipse">
                <a:avLst/>
              </a:prstGeom>
              <a:solidFill>
                <a:srgbClr val="FFFFFF"/>
              </a:solidFill>
              <a:ln w="9525">
                <a:solidFill>
                  <a:srgbClr val="000000"/>
                </a:solidFill>
                <a:round/>
                <a:headEnd/>
                <a:tailEnd/>
              </a:ln>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Times New Roman" panose="02020603050405020304" pitchFamily="18" charset="0"/>
                  <a:ea typeface="돋움" pitchFamily="50" charset="-127"/>
                  <a:cs typeface="Times New Roman" panose="02020603050405020304" pitchFamily="18" charset="0"/>
                </a:endParaRPr>
              </a:p>
            </p:txBody>
          </p:sp>
          <p:sp>
            <p:nvSpPr>
              <p:cNvPr id="14370" name="Text Box 1239"/>
              <p:cNvSpPr txBox="1">
                <a:spLocks noChangeArrowheads="1"/>
              </p:cNvSpPr>
              <p:nvPr/>
            </p:nvSpPr>
            <p:spPr bwMode="auto">
              <a:xfrm>
                <a:off x="265" y="4241"/>
                <a:ext cx="265"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C0</a:t>
                </a:r>
              </a:p>
            </p:txBody>
          </p:sp>
          <p:sp>
            <p:nvSpPr>
              <p:cNvPr id="14371" name="Text Box 1240"/>
              <p:cNvSpPr txBox="1">
                <a:spLocks noChangeArrowheads="1"/>
              </p:cNvSpPr>
              <p:nvPr/>
            </p:nvSpPr>
            <p:spPr bwMode="auto">
              <a:xfrm>
                <a:off x="275" y="3982"/>
                <a:ext cx="252"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X0</a:t>
                </a:r>
              </a:p>
            </p:txBody>
          </p:sp>
          <p:sp>
            <p:nvSpPr>
              <p:cNvPr id="14372" name="Rectangle 1241"/>
              <p:cNvSpPr>
                <a:spLocks noChangeArrowheads="1"/>
              </p:cNvSpPr>
              <p:nvPr/>
            </p:nvSpPr>
            <p:spPr bwMode="auto">
              <a:xfrm>
                <a:off x="1982" y="4127"/>
                <a:ext cx="47"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73" name="Rectangle 1242"/>
              <p:cNvSpPr>
                <a:spLocks noChangeArrowheads="1"/>
              </p:cNvSpPr>
              <p:nvPr/>
            </p:nvSpPr>
            <p:spPr bwMode="auto">
              <a:xfrm>
                <a:off x="1767" y="4559"/>
                <a:ext cx="215" cy="9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74" name="Rectangle 1243"/>
              <p:cNvSpPr>
                <a:spLocks noChangeArrowheads="1"/>
              </p:cNvSpPr>
              <p:nvPr/>
            </p:nvSpPr>
            <p:spPr bwMode="auto">
              <a:xfrm>
                <a:off x="675" y="4599"/>
                <a:ext cx="192" cy="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900">
                  <a:latin typeface="Times New Roman" panose="02020603050405020304" pitchFamily="18" charset="0"/>
                  <a:ea typeface="돋움" pitchFamily="50" charset="-127"/>
                  <a:cs typeface="Times New Roman" panose="02020603050405020304" pitchFamily="18" charset="0"/>
                </a:endParaRPr>
              </a:p>
            </p:txBody>
          </p:sp>
          <p:sp>
            <p:nvSpPr>
              <p:cNvPr id="14375" name="Rectangle 1244"/>
              <p:cNvSpPr>
                <a:spLocks noChangeArrowheads="1"/>
              </p:cNvSpPr>
              <p:nvPr/>
            </p:nvSpPr>
            <p:spPr bwMode="auto">
              <a:xfrm>
                <a:off x="867" y="4599"/>
                <a:ext cx="192" cy="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ko-KR" sz="800">
                  <a:latin typeface="Times New Roman" panose="02020603050405020304" pitchFamily="18" charset="0"/>
                  <a:ea typeface="돋움" pitchFamily="50" charset="-127"/>
                  <a:cs typeface="Times New Roman" panose="02020603050405020304" pitchFamily="18" charset="0"/>
                </a:endParaRPr>
              </a:p>
            </p:txBody>
          </p:sp>
          <p:sp>
            <p:nvSpPr>
              <p:cNvPr id="14376" name="Line 1245"/>
              <p:cNvSpPr>
                <a:spLocks noChangeShapeType="1"/>
              </p:cNvSpPr>
              <p:nvPr/>
            </p:nvSpPr>
            <p:spPr bwMode="auto">
              <a:xfrm>
                <a:off x="1059" y="4416"/>
                <a:ext cx="4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77" name="Text Box 1246"/>
              <p:cNvSpPr txBox="1">
                <a:spLocks noChangeArrowheads="1"/>
              </p:cNvSpPr>
              <p:nvPr/>
            </p:nvSpPr>
            <p:spPr bwMode="auto">
              <a:xfrm>
                <a:off x="781" y="4302"/>
                <a:ext cx="34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Y40 )</a:t>
                </a:r>
              </a:p>
            </p:txBody>
          </p:sp>
          <p:sp>
            <p:nvSpPr>
              <p:cNvPr id="14378" name="Line 1247"/>
              <p:cNvSpPr>
                <a:spLocks noChangeShapeType="1"/>
              </p:cNvSpPr>
              <p:nvPr/>
            </p:nvSpPr>
            <p:spPr bwMode="auto">
              <a:xfrm>
                <a:off x="1059" y="4649"/>
                <a:ext cx="4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79" name="Line 1248"/>
              <p:cNvSpPr>
                <a:spLocks noChangeShapeType="1"/>
              </p:cNvSpPr>
              <p:nvPr/>
            </p:nvSpPr>
            <p:spPr bwMode="auto">
              <a:xfrm>
                <a:off x="339" y="4604"/>
                <a:ext cx="0"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0" name="Line 1249"/>
              <p:cNvSpPr>
                <a:spLocks noChangeShapeType="1"/>
              </p:cNvSpPr>
              <p:nvPr/>
            </p:nvSpPr>
            <p:spPr bwMode="auto">
              <a:xfrm>
                <a:off x="387" y="4604"/>
                <a:ext cx="0"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1" name="Line 1250"/>
              <p:cNvSpPr>
                <a:spLocks noChangeShapeType="1"/>
              </p:cNvSpPr>
              <p:nvPr/>
            </p:nvSpPr>
            <p:spPr bwMode="auto">
              <a:xfrm flipH="1">
                <a:off x="243" y="4649"/>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2" name="Line 1251"/>
              <p:cNvSpPr>
                <a:spLocks noChangeShapeType="1"/>
              </p:cNvSpPr>
              <p:nvPr/>
            </p:nvSpPr>
            <p:spPr bwMode="auto">
              <a:xfrm>
                <a:off x="387" y="4649"/>
                <a:ext cx="27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3" name="Line 1252"/>
              <p:cNvSpPr>
                <a:spLocks noChangeShapeType="1"/>
              </p:cNvSpPr>
              <p:nvPr/>
            </p:nvSpPr>
            <p:spPr bwMode="auto">
              <a:xfrm flipV="1">
                <a:off x="1767" y="4148"/>
                <a:ext cx="0" cy="501"/>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4" name="Text Box 1253"/>
              <p:cNvSpPr txBox="1">
                <a:spLocks noChangeArrowheads="1"/>
              </p:cNvSpPr>
              <p:nvPr/>
            </p:nvSpPr>
            <p:spPr bwMode="auto">
              <a:xfrm>
                <a:off x="275" y="4474"/>
                <a:ext cx="252"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X1</a:t>
                </a:r>
              </a:p>
            </p:txBody>
          </p:sp>
          <p:sp>
            <p:nvSpPr>
              <p:cNvPr id="14385" name="Line 1254"/>
              <p:cNvSpPr>
                <a:spLocks noChangeShapeType="1"/>
              </p:cNvSpPr>
              <p:nvPr/>
            </p:nvSpPr>
            <p:spPr bwMode="auto">
              <a:xfrm>
                <a:off x="1261" y="4421"/>
                <a:ext cx="8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6" name="Text Box 1255"/>
              <p:cNvSpPr txBox="1">
                <a:spLocks noChangeArrowheads="1"/>
              </p:cNvSpPr>
              <p:nvPr/>
            </p:nvSpPr>
            <p:spPr bwMode="auto">
              <a:xfrm>
                <a:off x="1095" y="4325"/>
                <a:ext cx="24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X1</a:t>
                </a:r>
              </a:p>
            </p:txBody>
          </p:sp>
          <p:sp>
            <p:nvSpPr>
              <p:cNvPr id="14387" name="Rectangle 1256"/>
              <p:cNvSpPr>
                <a:spLocks noChangeArrowheads="1"/>
              </p:cNvSpPr>
              <p:nvPr/>
            </p:nvSpPr>
            <p:spPr bwMode="auto">
              <a:xfrm>
                <a:off x="1982" y="4325"/>
                <a:ext cx="63" cy="9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88" name="Line 1257"/>
              <p:cNvSpPr>
                <a:spLocks noChangeShapeType="1"/>
              </p:cNvSpPr>
              <p:nvPr/>
            </p:nvSpPr>
            <p:spPr bwMode="auto">
              <a:xfrm flipV="1">
                <a:off x="1982" y="4148"/>
                <a:ext cx="0" cy="501"/>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4389" name="Text Box 158"/>
              <p:cNvSpPr txBox="1">
                <a:spLocks noChangeArrowheads="1"/>
              </p:cNvSpPr>
              <p:nvPr/>
            </p:nvSpPr>
            <p:spPr bwMode="auto">
              <a:xfrm>
                <a:off x="857" y="4541"/>
                <a:ext cx="213"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C0</a:t>
                </a:r>
              </a:p>
            </p:txBody>
          </p:sp>
          <p:sp>
            <p:nvSpPr>
              <p:cNvPr id="14390" name="Text Box 159"/>
              <p:cNvSpPr txBox="1">
                <a:spLocks noChangeArrowheads="1"/>
              </p:cNvSpPr>
              <p:nvPr/>
            </p:nvSpPr>
            <p:spPr bwMode="auto">
              <a:xfrm>
                <a:off x="645" y="4541"/>
                <a:ext cx="264"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RST</a:t>
                </a:r>
              </a:p>
            </p:txBody>
          </p:sp>
          <p:sp>
            <p:nvSpPr>
              <p:cNvPr id="14391" name="Text Box 160"/>
              <p:cNvSpPr txBox="1">
                <a:spLocks noChangeArrowheads="1"/>
              </p:cNvSpPr>
              <p:nvPr/>
            </p:nvSpPr>
            <p:spPr bwMode="auto">
              <a:xfrm>
                <a:off x="785" y="4070"/>
                <a:ext cx="300"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C0 ??</a:t>
                </a:r>
              </a:p>
            </p:txBody>
          </p:sp>
        </p:grpSp>
        <p:sp>
          <p:nvSpPr>
            <p:cNvPr id="14347" name="Rectangle 1256"/>
            <p:cNvSpPr>
              <a:spLocks noChangeArrowheads="1"/>
            </p:cNvSpPr>
            <p:nvPr/>
          </p:nvSpPr>
          <p:spPr bwMode="auto">
            <a:xfrm>
              <a:off x="5381625" y="5545138"/>
              <a:ext cx="207963" cy="17462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endParaRPr lang="ko-KR" altLang="en-US" sz="900">
                <a:latin typeface="Times New Roman" panose="02020603050405020304" pitchFamily="18" charset="0"/>
                <a:ea typeface="돋움" pitchFamily="50" charset="-127"/>
                <a:cs typeface="Times New Roman" panose="02020603050405020304" pitchFamily="18" charset="0"/>
              </a:endParaRPr>
            </a:p>
          </p:txBody>
        </p:sp>
        <p:sp>
          <p:nvSpPr>
            <p:cNvPr id="14348" name="Line 1252"/>
            <p:cNvSpPr>
              <a:spLocks noChangeShapeType="1"/>
            </p:cNvSpPr>
            <p:nvPr/>
          </p:nvSpPr>
          <p:spPr bwMode="auto">
            <a:xfrm flipV="1">
              <a:off x="5581650" y="5264150"/>
              <a:ext cx="0" cy="830263"/>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sp>
        <p:nvSpPr>
          <p:cNvPr id="95" name="TextBox 94"/>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7</a:t>
            </a:r>
          </a:p>
        </p:txBody>
      </p:sp>
    </p:spTree>
    <p:extLst>
      <p:ext uri="{BB962C8B-B14F-4D97-AF65-F5344CB8AC3E}">
        <p14:creationId xmlns:p14="http://schemas.microsoft.com/office/powerpoint/2010/main" val="358804931"/>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Line 6"/>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83" name="Text Box 6"/>
          <p:cNvSpPr txBox="1">
            <a:spLocks noChangeArrowheads="1"/>
          </p:cNvSpPr>
          <p:nvPr/>
        </p:nvSpPr>
        <p:spPr bwMode="auto">
          <a:xfrm>
            <a:off x="123825" y="211016"/>
            <a:ext cx="593432" cy="338554"/>
          </a:xfrm>
          <a:prstGeom prst="rect">
            <a:avLst/>
          </a:prstGeom>
          <a:noFill/>
          <a:ln w="9525">
            <a:noFill/>
            <a:miter lim="800000"/>
            <a:headEnd/>
            <a:tailEnd/>
          </a:ln>
          <a:effectLst/>
        </p:spPr>
        <p:txBody>
          <a:bodyPr wrap="none">
            <a:spAutoFit/>
          </a:bodyPr>
          <a:lstStyle/>
          <a:p>
            <a:pPr>
              <a:defRPr/>
            </a:pPr>
            <a:r>
              <a:rPr lang="en-US" altLang="ko-KR"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rPr>
              <a:t>PLC</a:t>
            </a:r>
            <a:endParaRPr lang="ko-KR" altLang="en-US" sz="1600" b="1" dirty="0">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16388"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Ins="0"/>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14. </a:t>
            </a:r>
            <a:r>
              <a:rPr lang="en-US" altLang="ko-KR" sz="900" smtClean="0">
                <a:latin typeface="Times New Roman" panose="02020603050405020304" pitchFamily="18" charset="0"/>
                <a:ea typeface="돋움" pitchFamily="50" charset="-127"/>
                <a:cs typeface="Times New Roman" panose="02020603050405020304" pitchFamily="18" charset="0"/>
              </a:rPr>
              <a:t>Đáp án sai khi nói về Timer?</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① Có thể thay đổi đơn vị của </a:t>
            </a:r>
            <a:r>
              <a:rPr lang="en-US" altLang="ko-KR" sz="900" smtClean="0">
                <a:latin typeface="Times New Roman" panose="02020603050405020304" pitchFamily="18" charset="0"/>
                <a:ea typeface="돋움" pitchFamily="50" charset="-127"/>
                <a:cs typeface="Times New Roman" panose="02020603050405020304" pitchFamily="18" charset="0"/>
              </a:rPr>
              <a:t>Timer</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trong </a:t>
            </a:r>
            <a:r>
              <a:rPr lang="en-US" altLang="ko-KR" sz="900" smtClean="0">
                <a:latin typeface="Times New Roman" panose="02020603050405020304" pitchFamily="18" charset="0"/>
                <a:ea typeface="돋움" pitchFamily="50" charset="-127"/>
                <a:cs typeface="Times New Roman" panose="02020603050405020304" pitchFamily="18" charset="0"/>
              </a:rPr>
              <a:t>Parameter</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② </a:t>
            </a:r>
            <a:r>
              <a:rPr lang="en-US" altLang="ko-KR" sz="900" smtClean="0">
                <a:latin typeface="Times New Roman" panose="02020603050405020304" pitchFamily="18" charset="0"/>
                <a:ea typeface="돋움" pitchFamily="50" charset="-127"/>
                <a:cs typeface="Times New Roman" panose="02020603050405020304" pitchFamily="18" charset="0"/>
              </a:rPr>
              <a:t>Timer</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lệnh 4 </a:t>
            </a:r>
            <a:r>
              <a:rPr lang="en-US" altLang="ko-KR" sz="900" smtClean="0">
                <a:latin typeface="Times New Roman" panose="02020603050405020304" pitchFamily="18" charset="0"/>
                <a:ea typeface="돋움" pitchFamily="50" charset="-127"/>
                <a:cs typeface="Times New Roman" panose="02020603050405020304" pitchFamily="18" charset="0"/>
              </a:rPr>
              <a:t>step</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③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Timer</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K10, H10, v.v. có thể được đặt trực tiếp.</a:t>
            </a: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 ④ Giá trị cài đặt </a:t>
            </a:r>
            <a:r>
              <a:rPr lang="en-US" altLang="ko-KR" sz="900" smtClean="0">
                <a:latin typeface="Times New Roman" panose="02020603050405020304" pitchFamily="18" charset="0"/>
                <a:ea typeface="돋움" pitchFamily="50" charset="-127"/>
                <a:cs typeface="Times New Roman" panose="02020603050405020304" pitchFamily="18" charset="0"/>
              </a:rPr>
              <a:t>Timer</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K1 ~ K32767.</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15. </a:t>
            </a:r>
            <a:r>
              <a:rPr lang="en-US" altLang="ko-KR" sz="900" smtClean="0">
                <a:latin typeface="Times New Roman" panose="02020603050405020304" pitchFamily="18" charset="0"/>
                <a:ea typeface="돋움" pitchFamily="50" charset="-127"/>
                <a:cs typeface="Times New Roman" panose="02020603050405020304" pitchFamily="18" charset="0"/>
              </a:rPr>
              <a:t>Khi muốn Reset data </a:t>
            </a:r>
            <a:r>
              <a:rPr lang="vi-VN" altLang="ko-KR" sz="900" smtClean="0">
                <a:latin typeface="Times New Roman" panose="02020603050405020304" pitchFamily="18" charset="0"/>
                <a:ea typeface="돋움" pitchFamily="50" charset="-127"/>
                <a:cs typeface="Times New Roman" panose="02020603050405020304" pitchFamily="18" charset="0"/>
              </a:rPr>
              <a:t>của </a:t>
            </a:r>
            <a:r>
              <a:rPr lang="vi-VN" altLang="ko-KR" sz="900">
                <a:latin typeface="Times New Roman" panose="02020603050405020304" pitchFamily="18" charset="0"/>
                <a:ea typeface="돋움" pitchFamily="50" charset="-127"/>
                <a:cs typeface="Times New Roman" panose="02020603050405020304" pitchFamily="18" charset="0"/>
              </a:rPr>
              <a:t>D0 ~ D1 cùng một lúc.</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Lệnh thực hiện là gì</a:t>
            </a:r>
            <a:r>
              <a:rPr lang="en-US" altLang="ko-KR" sz="900">
                <a:latin typeface="Times New Roman" panose="02020603050405020304" pitchFamily="18" charset="0"/>
                <a:ea typeface="돋움" pitchFamily="50" charset="-127"/>
                <a:cs typeface="Times New Roman" panose="02020603050405020304" pitchFamily="18" charset="0"/>
              </a:rPr>
              <a:t>?</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RST D0 K2 </a:t>
            </a: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DMOV K0 D0</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FMOV D0 D1 K2 </a:t>
            </a:r>
            <a:r>
              <a:rPr lang="en-US" altLang="ko-KR" sz="900" smtClean="0">
                <a:latin typeface="Times New Roman" panose="02020603050405020304" pitchFamily="18" charset="0"/>
                <a:ea typeface="돋움" pitchFamily="50" charset="-127"/>
                <a:cs typeface="Times New Roman" panose="02020603050405020304" pitchFamily="18" charset="0"/>
              </a:rPr>
              <a:t>              ④ </a:t>
            </a:r>
            <a:r>
              <a:rPr lang="en-US" altLang="ko-KR" sz="900">
                <a:latin typeface="Times New Roman" panose="02020603050405020304" pitchFamily="18" charset="0"/>
                <a:ea typeface="돋움" pitchFamily="50" charset="-127"/>
                <a:cs typeface="Times New Roman" panose="02020603050405020304" pitchFamily="18" charset="0"/>
              </a:rPr>
              <a:t>BMOV K0 D0 K2</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16. Lệnh nào được sử dụng để chuyển một lượng lớn dữ liệu có giá trị như dữ liệu </a:t>
            </a:r>
            <a:r>
              <a:rPr lang="en-US" altLang="ko-KR" sz="900" smtClean="0">
                <a:latin typeface="Times New Roman" panose="02020603050405020304" pitchFamily="18" charset="0"/>
                <a:ea typeface="돋움" pitchFamily="50" charset="-127"/>
                <a:cs typeface="Times New Roman" panose="02020603050405020304" pitchFamily="18" charset="0"/>
              </a:rPr>
              <a:t>Recipe</a:t>
            </a:r>
            <a:r>
              <a:rPr lang="vi-VN" altLang="ko-KR" sz="900" smtClean="0">
                <a:latin typeface="Times New Roman" panose="02020603050405020304" pitchFamily="18" charset="0"/>
                <a:ea typeface="돋움" pitchFamily="50" charset="-127"/>
                <a:cs typeface="Times New Roman" panose="02020603050405020304" pitchFamily="18" charset="0"/>
              </a:rPr>
              <a:t>/</a:t>
            </a:r>
            <a:r>
              <a:rPr lang="vi-VN" altLang="ko-KR" sz="900" baseline="30000"/>
              <a:t> </a:t>
            </a:r>
            <a:r>
              <a:rPr lang="en-US" altLang="ko-KR" sz="900">
                <a:latin typeface="Times New Roman" panose="02020603050405020304" pitchFamily="18" charset="0"/>
                <a:ea typeface="돋움" pitchFamily="50" charset="-127"/>
                <a:cs typeface="Times New Roman" panose="02020603050405020304" pitchFamily="18" charset="0"/>
              </a:rPr>
              <a:t>L</a:t>
            </a:r>
            <a:r>
              <a:rPr lang="vi-VN" altLang="ko-KR" sz="900" smtClean="0">
                <a:latin typeface="Times New Roman" panose="02020603050405020304" pitchFamily="18" charset="0"/>
                <a:ea typeface="돋움" pitchFamily="50" charset="-127"/>
                <a:cs typeface="Times New Roman" panose="02020603050405020304" pitchFamily="18" charset="0"/>
              </a:rPr>
              <a:t>ocation </a:t>
            </a:r>
            <a:r>
              <a:rPr lang="vi-VN" altLang="ko-KR" sz="900">
                <a:latin typeface="Times New Roman" panose="02020603050405020304" pitchFamily="18" charset="0"/>
                <a:ea typeface="돋움" pitchFamily="50" charset="-127"/>
                <a:cs typeface="Times New Roman" panose="02020603050405020304" pitchFamily="18" charset="0"/>
              </a:rPr>
              <a:t>data  </a:t>
            </a:r>
            <a:r>
              <a:rPr lang="vi-VN" altLang="ko-KR" sz="900" smtClean="0">
                <a:latin typeface="Times New Roman" panose="02020603050405020304" pitchFamily="18" charset="0"/>
                <a:ea typeface="돋움" pitchFamily="50" charset="-127"/>
                <a:cs typeface="Times New Roman" panose="02020603050405020304" pitchFamily="18" charset="0"/>
              </a:rPr>
              <a:t>(</a:t>
            </a:r>
            <a:r>
              <a:rPr lang="en-US" altLang="ko-KR" sz="900" smtClean="0">
                <a:latin typeface="Times New Roman" panose="02020603050405020304" pitchFamily="18" charset="0"/>
                <a:ea typeface="돋움" pitchFamily="50" charset="-127"/>
                <a:cs typeface="Times New Roman" panose="02020603050405020304" pitchFamily="18" charset="0"/>
              </a:rPr>
              <a:t>nhiều </a:t>
            </a:r>
            <a:r>
              <a:rPr lang="vi-VN" altLang="ko-KR" sz="900" smtClean="0">
                <a:latin typeface="Times New Roman" panose="02020603050405020304" pitchFamily="18" charset="0"/>
                <a:ea typeface="돋움" pitchFamily="50" charset="-127"/>
                <a:cs typeface="Times New Roman" panose="02020603050405020304" pitchFamily="18" charset="0"/>
              </a:rPr>
              <a:t>hơn </a:t>
            </a:r>
            <a:r>
              <a:rPr lang="vi-VN" altLang="ko-KR" sz="900">
                <a:latin typeface="Times New Roman" panose="02020603050405020304" pitchFamily="18" charset="0"/>
                <a:ea typeface="돋움" pitchFamily="50" charset="-127"/>
                <a:cs typeface="Times New Roman" panose="02020603050405020304" pitchFamily="18" charset="0"/>
              </a:rPr>
              <a:t>10 ~ 100) đến </a:t>
            </a:r>
            <a:r>
              <a:rPr lang="vi-VN" altLang="ko-KR" sz="900" smtClean="0">
                <a:latin typeface="Times New Roman" panose="02020603050405020304" pitchFamily="18" charset="0"/>
                <a:ea typeface="돋움" pitchFamily="50" charset="-127"/>
                <a:cs typeface="Times New Roman" panose="02020603050405020304" pitchFamily="18" charset="0"/>
              </a:rPr>
              <a:t>vùn</a:t>
            </a:r>
            <a:r>
              <a:rPr lang="en-US" altLang="ko-KR" sz="900" smtClean="0">
                <a:latin typeface="Times New Roman" panose="02020603050405020304" pitchFamily="18" charset="0"/>
                <a:ea typeface="돋움" pitchFamily="50" charset="-127"/>
                <a:cs typeface="Times New Roman" panose="02020603050405020304" pitchFamily="18" charset="0"/>
              </a:rPr>
              <a:t>g Latch</a:t>
            </a:r>
            <a:r>
              <a:rPr lang="vi-VN"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smtClean="0">
                <a:latin typeface="Times New Roman" panose="02020603050405020304" pitchFamily="18" charset="0"/>
                <a:ea typeface="돋움" pitchFamily="50" charset="-127"/>
                <a:cs typeface="Times New Roman" panose="02020603050405020304" pitchFamily="18" charset="0"/>
              </a:rPr>
              <a:t>(</a:t>
            </a:r>
            <a:r>
              <a:rPr lang="vi-VN" altLang="ko-KR" sz="900">
                <a:latin typeface="Times New Roman" panose="02020603050405020304" pitchFamily="18" charset="0"/>
                <a:ea typeface="돋움" pitchFamily="50" charset="-127"/>
                <a:cs typeface="Times New Roman" panose="02020603050405020304" pitchFamily="18" charset="0"/>
              </a:rPr>
              <a:t>Lệnh ngắn nhất có thể viết khi viết chương trình)</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① BMOV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② </a:t>
            </a:r>
            <a:r>
              <a:rPr lang="en-US" altLang="ko-KR" sz="900">
                <a:latin typeface="Times New Roman" panose="02020603050405020304" pitchFamily="18" charset="0"/>
                <a:ea typeface="돋움" pitchFamily="50" charset="-127"/>
                <a:cs typeface="Times New Roman" panose="02020603050405020304" pitchFamily="18" charset="0"/>
              </a:rPr>
              <a:t>FMOV</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MOV </a:t>
            </a:r>
            <a:r>
              <a:rPr lang="en-US" altLang="ko-KR" sz="900" smtClean="0">
                <a:latin typeface="Times New Roman" panose="02020603050405020304" pitchFamily="18" charset="0"/>
                <a:ea typeface="돋움" pitchFamily="50" charset="-127"/>
                <a:cs typeface="Times New Roman" panose="02020603050405020304" pitchFamily="18" charset="0"/>
              </a:rPr>
              <a:t>                 ④ </a:t>
            </a:r>
            <a:r>
              <a:rPr lang="en-US" altLang="ko-KR" sz="900">
                <a:latin typeface="Times New Roman" panose="02020603050405020304" pitchFamily="18" charset="0"/>
                <a:ea typeface="돋움" pitchFamily="50" charset="-127"/>
                <a:cs typeface="Times New Roman" panose="02020603050405020304" pitchFamily="18" charset="0"/>
              </a:rPr>
              <a:t>DMOV</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17. </a:t>
            </a:r>
            <a:r>
              <a:rPr lang="vi-VN" altLang="ko-KR" sz="900">
                <a:latin typeface="Times New Roman" panose="02020603050405020304" pitchFamily="18" charset="0"/>
                <a:ea typeface="돋움" pitchFamily="50" charset="-127"/>
                <a:cs typeface="Times New Roman" panose="02020603050405020304" pitchFamily="18" charset="0"/>
              </a:rPr>
              <a:t>Khi viết </a:t>
            </a:r>
            <a:r>
              <a:rPr lang="vi-VN" altLang="ko-KR" sz="900" smtClean="0">
                <a:latin typeface="Times New Roman" panose="02020603050405020304" pitchFamily="18" charset="0"/>
                <a:ea typeface="돋움" pitchFamily="50" charset="-127"/>
                <a:cs typeface="Times New Roman" panose="02020603050405020304" pitchFamily="18" charset="0"/>
              </a:rPr>
              <a:t>PLC</a:t>
            </a:r>
            <a:r>
              <a:rPr lang="en-US" altLang="ko-KR" sz="900" smtClean="0">
                <a:latin typeface="Times New Roman" panose="02020603050405020304" pitchFamily="18" charset="0"/>
                <a:ea typeface="돋움" pitchFamily="50" charset="-127"/>
                <a:cs typeface="Times New Roman" panose="02020603050405020304" pitchFamily="18" charset="0"/>
              </a:rPr>
              <a:t> dạng Ladder</a:t>
            </a:r>
            <a:r>
              <a:rPr lang="vi-VN" altLang="ko-KR" sz="900" smtClean="0">
                <a:latin typeface="Times New Roman" panose="02020603050405020304" pitchFamily="18" charset="0"/>
                <a:ea typeface="돋움" pitchFamily="50" charset="-127"/>
                <a:cs typeface="Times New Roman" panose="02020603050405020304" pitchFamily="18" charset="0"/>
              </a:rPr>
              <a:t>, viết</a:t>
            </a:r>
            <a:r>
              <a:rPr lang="en-US" altLang="ko-KR" sz="900" smtClean="0">
                <a:latin typeface="Times New Roman" panose="02020603050405020304" pitchFamily="18" charset="0"/>
                <a:ea typeface="돋움" pitchFamily="50" charset="-127"/>
                <a:cs typeface="Times New Roman" panose="02020603050405020304" pitchFamily="18" charset="0"/>
              </a:rPr>
              <a:t> vào đâu</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để mô tả một phần cụ thể của Ladder?</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① </a:t>
            </a:r>
            <a:r>
              <a:rPr lang="en-US" altLang="ko-KR" sz="900" smtClean="0">
                <a:latin typeface="Times New Roman" panose="02020603050405020304" pitchFamily="18" charset="0"/>
                <a:ea typeface="돋움" pitchFamily="50" charset="-127"/>
                <a:cs typeface="Times New Roman" panose="02020603050405020304" pitchFamily="18" charset="0"/>
              </a:rPr>
              <a:t>Edit Comment          ② Edit note</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③ </a:t>
            </a:r>
            <a:r>
              <a:rPr lang="en-US" altLang="ko-KR" sz="900" smtClean="0">
                <a:latin typeface="Times New Roman" panose="02020603050405020304" pitchFamily="18" charset="0"/>
                <a:ea typeface="돋움" pitchFamily="50" charset="-127"/>
                <a:cs typeface="Times New Roman" panose="02020603050405020304" pitchFamily="18" charset="0"/>
              </a:rPr>
              <a:t>Parameter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④ Edit Statement</a:t>
            </a:r>
            <a:endPar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smtClean="0">
                <a:latin typeface="Times New Roman" panose="02020603050405020304" pitchFamily="18" charset="0"/>
                <a:ea typeface="돋움" pitchFamily="50" charset="-127"/>
                <a:cs typeface="Times New Roman" panose="02020603050405020304" pitchFamily="18" charset="0"/>
              </a:rPr>
              <a:t>18.</a:t>
            </a:r>
            <a:r>
              <a:rPr lang="vi-VN" altLang="ko-KR" sz="900" baseline="30000" smtClean="0"/>
              <a:t> </a:t>
            </a:r>
            <a:r>
              <a:rPr lang="en-US" altLang="ko-KR" sz="900" smtClean="0">
                <a:latin typeface="Times New Roman" panose="02020603050405020304" pitchFamily="18" charset="0"/>
                <a:ea typeface="돋움" pitchFamily="50" charset="-127"/>
                <a:cs typeface="Times New Roman" panose="02020603050405020304" pitchFamily="18" charset="0"/>
              </a:rPr>
              <a:t>Time Chart</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nào của mạch tự giữ sử dụng </a:t>
            </a:r>
            <a:r>
              <a:rPr lang="vi-VN" altLang="ko-KR" sz="900" smtClean="0">
                <a:latin typeface="Times New Roman" panose="02020603050405020304" pitchFamily="18" charset="0"/>
                <a:ea typeface="돋움" pitchFamily="50" charset="-127"/>
                <a:cs typeface="Times New Roman" panose="02020603050405020304" pitchFamily="18" charset="0"/>
              </a:rPr>
              <a:t>SET/RST </a:t>
            </a:r>
            <a:r>
              <a:rPr lang="vi-VN" altLang="ko-KR" sz="900">
                <a:latin typeface="Times New Roman" panose="02020603050405020304" pitchFamily="18" charset="0"/>
                <a:ea typeface="돋움" pitchFamily="50" charset="-127"/>
                <a:cs typeface="Times New Roman" panose="02020603050405020304" pitchFamily="18" charset="0"/>
              </a:rPr>
              <a:t>là đúng</a:t>
            </a:r>
            <a:r>
              <a:rPr lang="vi-VN" altLang="ko-KR" sz="900" smtClean="0">
                <a:latin typeface="Times New Roman" panose="02020603050405020304" pitchFamily="18" charset="0"/>
                <a:ea typeface="돋움" pitchFamily="50" charset="-127"/>
                <a:cs typeface="Times New Roman" panose="02020603050405020304" pitchFamily="18" charset="0"/>
              </a:rPr>
              <a:t>?</a:t>
            </a:r>
            <a:endParaRPr lang="vi-VN" altLang="ko-KR" sz="900">
              <a:latin typeface="Times New Roman" panose="02020603050405020304" pitchFamily="18" charset="0"/>
              <a:ea typeface="돋움" pitchFamily="50" charset="-127"/>
              <a:cs typeface="Times New Roman" panose="02020603050405020304" pitchFamily="18" charset="0"/>
            </a:endParaRPr>
          </a:p>
        </p:txBody>
      </p:sp>
      <p:sp>
        <p:nvSpPr>
          <p:cNvPr id="16389"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19. </a:t>
            </a:r>
            <a:r>
              <a:rPr lang="en-US" altLang="ko-KR" sz="900" smtClean="0">
                <a:latin typeface="Times New Roman" panose="02020603050405020304" pitchFamily="18" charset="0"/>
                <a:ea typeface="돋움" pitchFamily="50" charset="-127"/>
                <a:cs typeface="Times New Roman" panose="02020603050405020304" pitchFamily="18" charset="0"/>
              </a:rPr>
              <a:t>Phím tắt</a:t>
            </a:r>
            <a:r>
              <a:rPr lang="vi-VN" altLang="ko-KR" sz="900" smtClean="0">
                <a:latin typeface="Times New Roman" panose="02020603050405020304" pitchFamily="18" charset="0"/>
                <a:ea typeface="돋움" pitchFamily="50" charset="-127"/>
                <a:cs typeface="Times New Roman" panose="02020603050405020304" pitchFamily="18" charset="0"/>
              </a:rPr>
              <a:t> để </a:t>
            </a:r>
            <a:r>
              <a:rPr lang="vi-VN" altLang="ko-KR" sz="900">
                <a:latin typeface="Times New Roman" panose="02020603050405020304" pitchFamily="18" charset="0"/>
                <a:ea typeface="돋움" pitchFamily="50" charset="-127"/>
                <a:cs typeface="Times New Roman" panose="02020603050405020304" pitchFamily="18" charset="0"/>
              </a:rPr>
              <a:t>chuyển đổi và lưu nội dung được </a:t>
            </a:r>
            <a:r>
              <a:rPr lang="vi-VN" altLang="ko-KR" sz="900" smtClean="0">
                <a:latin typeface="Times New Roman" panose="02020603050405020304" pitchFamily="18" charset="0"/>
                <a:ea typeface="돋움" pitchFamily="50" charset="-127"/>
                <a:cs typeface="Times New Roman" panose="02020603050405020304" pitchFamily="18" charset="0"/>
              </a:rPr>
              <a:t>ghi </a:t>
            </a:r>
            <a:r>
              <a:rPr lang="vi-VN" altLang="ko-KR" sz="900">
                <a:latin typeface="Times New Roman" panose="02020603050405020304" pitchFamily="18" charset="0"/>
                <a:ea typeface="돋움" pitchFamily="50" charset="-127"/>
                <a:cs typeface="Times New Roman" panose="02020603050405020304" pitchFamily="18" charset="0"/>
              </a:rPr>
              <a:t>sang CPU PLC cùng một lúc?</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①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Shift + F4 </a:t>
            </a:r>
            <a:r>
              <a:rPr lang="en-US"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             </a:t>
            </a:r>
            <a:r>
              <a:rPr lang="en-US" altLang="ko-KR" sz="900" smtClean="0">
                <a:latin typeface="Times New Roman" panose="02020603050405020304" pitchFamily="18" charset="0"/>
                <a:ea typeface="돋움" pitchFamily="50" charset="-127"/>
                <a:cs typeface="Times New Roman" panose="02020603050405020304" pitchFamily="18" charset="0"/>
              </a:rPr>
              <a:t>② F4        </a:t>
            </a: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③ </a:t>
            </a:r>
            <a:r>
              <a:rPr lang="en-US" altLang="ko-KR" sz="900">
                <a:latin typeface="Times New Roman" panose="02020603050405020304" pitchFamily="18" charset="0"/>
                <a:ea typeface="돋움" pitchFamily="50" charset="-127"/>
                <a:cs typeface="Times New Roman" panose="02020603050405020304" pitchFamily="18" charset="0"/>
              </a:rPr>
              <a:t>F3 + Shift </a:t>
            </a:r>
            <a:r>
              <a:rPr lang="en-US" altLang="ko-KR" sz="900" smtClean="0">
                <a:latin typeface="Times New Roman" panose="02020603050405020304" pitchFamily="18" charset="0"/>
                <a:ea typeface="돋움" pitchFamily="50" charset="-127"/>
                <a:cs typeface="Times New Roman" panose="02020603050405020304" pitchFamily="18" charset="0"/>
              </a:rPr>
              <a:t>             ④ </a:t>
            </a:r>
            <a:r>
              <a:rPr lang="en-US" altLang="ko-KR" sz="900">
                <a:latin typeface="Times New Roman" panose="02020603050405020304" pitchFamily="18" charset="0"/>
                <a:ea typeface="돋움" pitchFamily="50" charset="-127"/>
                <a:cs typeface="Times New Roman" panose="02020603050405020304" pitchFamily="18" charset="0"/>
              </a:rPr>
              <a:t>F2</a:t>
            </a: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anose="02020603050405020304" pitchFamily="18" charset="0"/>
                <a:ea typeface="돋움" pitchFamily="50" charset="-127"/>
                <a:cs typeface="Times New Roman" panose="02020603050405020304" pitchFamily="18" charset="0"/>
              </a:rPr>
              <a:t>20. Mạch </a:t>
            </a:r>
            <a:r>
              <a:rPr lang="en-US" altLang="ko-KR" sz="900" smtClean="0">
                <a:latin typeface="Times New Roman" panose="02020603050405020304" pitchFamily="18" charset="0"/>
                <a:ea typeface="돋움" pitchFamily="50" charset="-127"/>
                <a:cs typeface="Times New Roman" panose="02020603050405020304" pitchFamily="18" charset="0"/>
              </a:rPr>
              <a:t>phía dưới</a:t>
            </a:r>
            <a:r>
              <a:rPr lang="vi-VN"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a:latin typeface="Times New Roman" panose="02020603050405020304" pitchFamily="18" charset="0"/>
                <a:ea typeface="돋움" pitchFamily="50" charset="-127"/>
                <a:cs typeface="Times New Roman" panose="02020603050405020304" pitchFamily="18" charset="0"/>
              </a:rPr>
              <a:t>là môđun nào?</a:t>
            </a:r>
          </a:p>
          <a:p>
            <a:pPr eaLnBrk="1" hangingPunct="1">
              <a:spcBef>
                <a:spcPct val="0"/>
              </a:spcBef>
              <a:buFontTx/>
              <a:buNone/>
            </a:pPr>
            <a:r>
              <a:rPr lang="en-US" altLang="ko-KR" sz="900">
                <a:latin typeface="Times New Roman" panose="02020603050405020304" pitchFamily="18" charset="0"/>
                <a:ea typeface="돋움" pitchFamily="50" charset="-127"/>
                <a:cs typeface="Times New Roman" panose="02020603050405020304" pitchFamily="18" charset="0"/>
              </a:rPr>
              <a:t> </a:t>
            </a: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① </a:t>
            </a:r>
            <a:r>
              <a:rPr lang="en-US" altLang="ko-KR" sz="900">
                <a:latin typeface="Times New Roman" panose="02020603050405020304" pitchFamily="18" charset="0"/>
                <a:ea typeface="돋움" pitchFamily="50" charset="-127"/>
                <a:cs typeface="Times New Roman" panose="02020603050405020304" pitchFamily="18" charset="0"/>
              </a:rPr>
              <a:t>Unit</a:t>
            </a:r>
            <a:r>
              <a:rPr lang="vi-VN" altLang="ko-KR" sz="900">
                <a:latin typeface="Times New Roman" panose="02020603050405020304" pitchFamily="18" charset="0"/>
                <a:ea typeface="돋움" pitchFamily="50" charset="-127"/>
                <a:cs typeface="Times New Roman" panose="02020603050405020304" pitchFamily="18" charset="0"/>
              </a:rPr>
              <a:t> đầu vào</a:t>
            </a: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b="1" smtClean="0">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b="1">
                <a:solidFill>
                  <a:srgbClr val="FF0000"/>
                </a:solidFill>
                <a:latin typeface="Times New Roman" panose="02020603050405020304" pitchFamily="18" charset="0"/>
                <a:ea typeface="돋움" pitchFamily="50" charset="-127"/>
                <a:cs typeface="Times New Roman" panose="02020603050405020304" pitchFamily="18" charset="0"/>
              </a:rPr>
              <a:t>Unit</a:t>
            </a:r>
            <a:r>
              <a:rPr lang="vi-VN" altLang="ko-KR" sz="900" b="1">
                <a:solidFill>
                  <a:srgbClr val="FF0000"/>
                </a:solidFill>
                <a:latin typeface="Times New Roman" panose="02020603050405020304" pitchFamily="18" charset="0"/>
                <a:ea typeface="돋움" pitchFamily="50" charset="-127"/>
                <a:cs typeface="Times New Roman" panose="02020603050405020304" pitchFamily="18" charset="0"/>
              </a:rPr>
              <a:t> đầu ra</a:t>
            </a: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a:t>
            </a:r>
            <a:r>
              <a:rPr lang="vi-VN" altLang="ko-KR" sz="900" smtClean="0">
                <a:latin typeface="Times New Roman" panose="02020603050405020304" pitchFamily="18" charset="0"/>
                <a:ea typeface="돋움" pitchFamily="50" charset="-127"/>
                <a:cs typeface="Times New Roman" panose="02020603050405020304" pitchFamily="18" charset="0"/>
              </a:rPr>
              <a:t>③ </a:t>
            </a:r>
            <a:r>
              <a:rPr lang="en-US" altLang="ko-KR" sz="900">
                <a:latin typeface="Times New Roman" panose="02020603050405020304" pitchFamily="18" charset="0"/>
                <a:ea typeface="돋움" pitchFamily="50" charset="-127"/>
                <a:cs typeface="Times New Roman" panose="02020603050405020304" pitchFamily="18" charset="0"/>
              </a:rPr>
              <a:t>Unit</a:t>
            </a:r>
            <a:r>
              <a:rPr lang="vi-VN" altLang="ko-KR" sz="900">
                <a:latin typeface="Times New Roman" panose="02020603050405020304" pitchFamily="18" charset="0"/>
                <a:ea typeface="돋움" pitchFamily="50" charset="-127"/>
                <a:cs typeface="Times New Roman" panose="02020603050405020304" pitchFamily="18" charset="0"/>
              </a:rPr>
              <a:t> định vị</a:t>
            </a:r>
          </a:p>
          <a:p>
            <a:pPr eaLnBrk="1" hangingPunct="1">
              <a:spcBef>
                <a:spcPct val="0"/>
              </a:spcBef>
              <a:buFontTx/>
              <a:buNone/>
            </a:pPr>
            <a:r>
              <a:rPr lang="en-US" altLang="ko-KR" sz="900" smtClean="0">
                <a:latin typeface="Times New Roman" panose="02020603050405020304" pitchFamily="18" charset="0"/>
                <a:ea typeface="돋움" pitchFamily="50" charset="-127"/>
                <a:cs typeface="Times New Roman" panose="02020603050405020304" pitchFamily="18" charset="0"/>
              </a:rPr>
              <a:t>      ④ </a:t>
            </a:r>
            <a:r>
              <a:rPr lang="vi-VN" altLang="ko-KR" sz="900">
                <a:latin typeface="Times New Roman" panose="02020603050405020304" pitchFamily="18" charset="0"/>
                <a:ea typeface="돋움" pitchFamily="50" charset="-127"/>
                <a:cs typeface="Times New Roman" panose="02020603050405020304" pitchFamily="18" charset="0"/>
              </a:rPr>
              <a:t>Standard Ram format</a:t>
            </a: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endParaRPr lang="en-US" altLang="ko-KR" sz="900" smtClean="0">
              <a:latin typeface="Times New Roman" panose="02020603050405020304" pitchFamily="18" charset="0"/>
              <a:ea typeface="돋움" pitchFamily="50" charset="-127"/>
              <a:cs typeface="Times New Roman" panose="02020603050405020304" pitchFamily="18" charset="0"/>
            </a:endParaRPr>
          </a:p>
        </p:txBody>
      </p:sp>
      <p:grpSp>
        <p:nvGrpSpPr>
          <p:cNvPr id="16390" name="Group 1"/>
          <p:cNvGrpSpPr>
            <a:grpSpLocks/>
          </p:cNvGrpSpPr>
          <p:nvPr/>
        </p:nvGrpSpPr>
        <p:grpSpPr bwMode="auto">
          <a:xfrm>
            <a:off x="304800" y="5158154"/>
            <a:ext cx="2979738" cy="2919046"/>
            <a:chOff x="304800" y="5481638"/>
            <a:chExt cx="2979738" cy="3162300"/>
          </a:xfrm>
        </p:grpSpPr>
        <p:grpSp>
          <p:nvGrpSpPr>
            <p:cNvPr id="16392" name="Group 904"/>
            <p:cNvGrpSpPr>
              <a:grpSpLocks/>
            </p:cNvGrpSpPr>
            <p:nvPr/>
          </p:nvGrpSpPr>
          <p:grpSpPr bwMode="auto">
            <a:xfrm>
              <a:off x="304800" y="5481638"/>
              <a:ext cx="2979738" cy="3162300"/>
              <a:chOff x="0" y="0"/>
              <a:chExt cx="1826" cy="1990"/>
            </a:xfrm>
          </p:grpSpPr>
          <p:sp>
            <p:nvSpPr>
              <p:cNvPr id="16394" name="Rectangle 905"/>
              <p:cNvSpPr>
                <a:spLocks noChangeArrowheads="1"/>
              </p:cNvSpPr>
              <p:nvPr/>
            </p:nvSpPr>
            <p:spPr bwMode="auto">
              <a:xfrm>
                <a:off x="27" y="563"/>
                <a:ext cx="18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①</a:t>
                </a:r>
              </a:p>
              <a:p>
                <a:pPr eaLnBrk="1" hangingPunct="1">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nvGrpSpPr>
              <p:cNvPr id="16395" name="Group 906"/>
              <p:cNvGrpSpPr>
                <a:grpSpLocks/>
              </p:cNvGrpSpPr>
              <p:nvPr/>
            </p:nvGrpSpPr>
            <p:grpSpPr bwMode="auto">
              <a:xfrm>
                <a:off x="172" y="0"/>
                <a:ext cx="1654" cy="479"/>
                <a:chOff x="172" y="0"/>
                <a:chExt cx="1654" cy="479"/>
              </a:xfrm>
            </p:grpSpPr>
            <p:sp>
              <p:nvSpPr>
                <p:cNvPr id="16426" name="Line 907"/>
                <p:cNvSpPr>
                  <a:spLocks noChangeShapeType="1"/>
                </p:cNvSpPr>
                <p:nvPr/>
              </p:nvSpPr>
              <p:spPr bwMode="auto">
                <a:xfrm>
                  <a:off x="172" y="65"/>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27" name="Line 908"/>
                <p:cNvSpPr>
                  <a:spLocks noChangeShapeType="1"/>
                </p:cNvSpPr>
                <p:nvPr/>
              </p:nvSpPr>
              <p:spPr bwMode="auto">
                <a:xfrm>
                  <a:off x="1826" y="105"/>
                  <a:ext cx="0" cy="3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28" name="Line 909"/>
                <p:cNvSpPr>
                  <a:spLocks noChangeShapeType="1"/>
                </p:cNvSpPr>
                <p:nvPr/>
              </p:nvSpPr>
              <p:spPr bwMode="auto">
                <a:xfrm>
                  <a:off x="172" y="179"/>
                  <a:ext cx="2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29" name="Line 910"/>
                <p:cNvSpPr>
                  <a:spLocks noChangeShapeType="1"/>
                </p:cNvSpPr>
                <p:nvPr/>
              </p:nvSpPr>
              <p:spPr bwMode="auto">
                <a:xfrm flipH="1" flipV="1">
                  <a:off x="1682" y="185"/>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30" name="Text Box 911"/>
                <p:cNvSpPr txBox="1">
                  <a:spLocks noChangeArrowheads="1"/>
                </p:cNvSpPr>
                <p:nvPr/>
              </p:nvSpPr>
              <p:spPr bwMode="auto">
                <a:xfrm>
                  <a:off x="404" y="0"/>
                  <a:ext cx="2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X1</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6431" name="Line 912"/>
                <p:cNvSpPr>
                  <a:spLocks noChangeShapeType="1"/>
                </p:cNvSpPr>
                <p:nvPr/>
              </p:nvSpPr>
              <p:spPr bwMode="auto">
                <a:xfrm>
                  <a:off x="509" y="179"/>
                  <a:ext cx="7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6432" name="Group 913"/>
                <p:cNvGrpSpPr>
                  <a:grpSpLocks/>
                </p:cNvGrpSpPr>
                <p:nvPr/>
              </p:nvGrpSpPr>
              <p:grpSpPr bwMode="auto">
                <a:xfrm>
                  <a:off x="448" y="128"/>
                  <a:ext cx="54" cy="104"/>
                  <a:chOff x="652" y="128"/>
                  <a:chExt cx="54" cy="182"/>
                </a:xfrm>
              </p:grpSpPr>
              <p:sp>
                <p:nvSpPr>
                  <p:cNvPr id="16456" name="Line 914"/>
                  <p:cNvSpPr>
                    <a:spLocks noChangeShapeType="1"/>
                  </p:cNvSpPr>
                  <p:nvPr/>
                </p:nvSpPr>
                <p:spPr bwMode="auto">
                  <a:xfrm>
                    <a:off x="652" y="128"/>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57" name="Line 915"/>
                  <p:cNvSpPr>
                    <a:spLocks noChangeShapeType="1"/>
                  </p:cNvSpPr>
                  <p:nvPr/>
                </p:nvSpPr>
                <p:spPr bwMode="auto">
                  <a:xfrm>
                    <a:off x="706" y="128"/>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6433" name="Group 916"/>
                <p:cNvGrpSpPr>
                  <a:grpSpLocks/>
                </p:cNvGrpSpPr>
                <p:nvPr/>
              </p:nvGrpSpPr>
              <p:grpSpPr bwMode="auto">
                <a:xfrm>
                  <a:off x="1292" y="104"/>
                  <a:ext cx="403" cy="144"/>
                  <a:chOff x="1286" y="104"/>
                  <a:chExt cx="624" cy="192"/>
                </a:xfrm>
              </p:grpSpPr>
              <p:grpSp>
                <p:nvGrpSpPr>
                  <p:cNvPr id="16450" name="Group 917"/>
                  <p:cNvGrpSpPr>
                    <a:grpSpLocks/>
                  </p:cNvGrpSpPr>
                  <p:nvPr/>
                </p:nvGrpSpPr>
                <p:grpSpPr bwMode="auto">
                  <a:xfrm>
                    <a:off x="1286" y="104"/>
                    <a:ext cx="48" cy="192"/>
                    <a:chOff x="1286" y="104"/>
                    <a:chExt cx="48" cy="192"/>
                  </a:xfrm>
                </p:grpSpPr>
                <p:sp>
                  <p:nvSpPr>
                    <p:cNvPr id="16454" name="Line 918"/>
                    <p:cNvSpPr>
                      <a:spLocks noChangeShapeType="1"/>
                    </p:cNvSpPr>
                    <p:nvPr/>
                  </p:nvSpPr>
                  <p:spPr bwMode="auto">
                    <a:xfrm flipH="1">
                      <a:off x="1286" y="104"/>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55" name="Line 919"/>
                    <p:cNvSpPr>
                      <a:spLocks noChangeShapeType="1"/>
                    </p:cNvSpPr>
                    <p:nvPr/>
                  </p:nvSpPr>
                  <p:spPr bwMode="auto">
                    <a:xfrm>
                      <a:off x="1286" y="200"/>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6451" name="Group 920"/>
                  <p:cNvGrpSpPr>
                    <a:grpSpLocks/>
                  </p:cNvGrpSpPr>
                  <p:nvPr/>
                </p:nvGrpSpPr>
                <p:grpSpPr bwMode="auto">
                  <a:xfrm>
                    <a:off x="1862" y="104"/>
                    <a:ext cx="48" cy="192"/>
                    <a:chOff x="1862" y="104"/>
                    <a:chExt cx="48" cy="192"/>
                  </a:xfrm>
                </p:grpSpPr>
                <p:sp>
                  <p:nvSpPr>
                    <p:cNvPr id="16452" name="Line 921"/>
                    <p:cNvSpPr>
                      <a:spLocks noChangeShapeType="1"/>
                    </p:cNvSpPr>
                    <p:nvPr/>
                  </p:nvSpPr>
                  <p:spPr bwMode="auto">
                    <a:xfrm>
                      <a:off x="1862" y="104"/>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53" name="Line 922"/>
                    <p:cNvSpPr>
                      <a:spLocks noChangeShapeType="1"/>
                    </p:cNvSpPr>
                    <p:nvPr/>
                  </p:nvSpPr>
                  <p:spPr bwMode="auto">
                    <a:xfrm flipH="1">
                      <a:off x="1862" y="200"/>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6434" name="Text Box 923"/>
                <p:cNvSpPr txBox="1">
                  <a:spLocks noChangeArrowheads="1"/>
                </p:cNvSpPr>
                <p:nvPr/>
              </p:nvSpPr>
              <p:spPr bwMode="auto">
                <a:xfrm>
                  <a:off x="1288" y="120"/>
                  <a:ext cx="4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SET Y40</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6435" name="Line 924"/>
                <p:cNvSpPr>
                  <a:spLocks noChangeShapeType="1"/>
                </p:cNvSpPr>
                <p:nvPr/>
              </p:nvSpPr>
              <p:spPr bwMode="auto">
                <a:xfrm>
                  <a:off x="172" y="395"/>
                  <a:ext cx="2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36" name="Line 925"/>
                <p:cNvSpPr>
                  <a:spLocks noChangeShapeType="1"/>
                </p:cNvSpPr>
                <p:nvPr/>
              </p:nvSpPr>
              <p:spPr bwMode="auto">
                <a:xfrm flipH="1" flipV="1">
                  <a:off x="1682" y="401"/>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37" name="Line 926"/>
                <p:cNvSpPr>
                  <a:spLocks noChangeShapeType="1"/>
                </p:cNvSpPr>
                <p:nvPr/>
              </p:nvSpPr>
              <p:spPr bwMode="auto">
                <a:xfrm>
                  <a:off x="507" y="395"/>
                  <a:ext cx="7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nvGrpSpPr>
                <p:cNvPr id="16438" name="Group 927"/>
                <p:cNvGrpSpPr>
                  <a:grpSpLocks/>
                </p:cNvGrpSpPr>
                <p:nvPr/>
              </p:nvGrpSpPr>
              <p:grpSpPr bwMode="auto">
                <a:xfrm>
                  <a:off x="448" y="344"/>
                  <a:ext cx="54" cy="103"/>
                  <a:chOff x="652" y="344"/>
                  <a:chExt cx="54" cy="182"/>
                </a:xfrm>
              </p:grpSpPr>
              <p:sp>
                <p:nvSpPr>
                  <p:cNvPr id="16448" name="Line 928"/>
                  <p:cNvSpPr>
                    <a:spLocks noChangeShapeType="1"/>
                  </p:cNvSpPr>
                  <p:nvPr/>
                </p:nvSpPr>
                <p:spPr bwMode="auto">
                  <a:xfrm>
                    <a:off x="652" y="344"/>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49" name="Line 929"/>
                  <p:cNvSpPr>
                    <a:spLocks noChangeShapeType="1"/>
                  </p:cNvSpPr>
                  <p:nvPr/>
                </p:nvSpPr>
                <p:spPr bwMode="auto">
                  <a:xfrm>
                    <a:off x="706" y="344"/>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6439" name="Group 930"/>
                <p:cNvGrpSpPr>
                  <a:grpSpLocks/>
                </p:cNvGrpSpPr>
                <p:nvPr/>
              </p:nvGrpSpPr>
              <p:grpSpPr bwMode="auto">
                <a:xfrm>
                  <a:off x="1292" y="336"/>
                  <a:ext cx="403" cy="143"/>
                  <a:chOff x="1286" y="336"/>
                  <a:chExt cx="624" cy="192"/>
                </a:xfrm>
              </p:grpSpPr>
              <p:grpSp>
                <p:nvGrpSpPr>
                  <p:cNvPr id="16442" name="Group 931"/>
                  <p:cNvGrpSpPr>
                    <a:grpSpLocks/>
                  </p:cNvGrpSpPr>
                  <p:nvPr/>
                </p:nvGrpSpPr>
                <p:grpSpPr bwMode="auto">
                  <a:xfrm>
                    <a:off x="1286" y="336"/>
                    <a:ext cx="48" cy="192"/>
                    <a:chOff x="1286" y="336"/>
                    <a:chExt cx="48" cy="192"/>
                  </a:xfrm>
                </p:grpSpPr>
                <p:sp>
                  <p:nvSpPr>
                    <p:cNvPr id="16446" name="Line 932"/>
                    <p:cNvSpPr>
                      <a:spLocks noChangeShapeType="1"/>
                    </p:cNvSpPr>
                    <p:nvPr/>
                  </p:nvSpPr>
                  <p:spPr bwMode="auto">
                    <a:xfrm flipH="1">
                      <a:off x="1286" y="336"/>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47" name="Line 933"/>
                    <p:cNvSpPr>
                      <a:spLocks noChangeShapeType="1"/>
                    </p:cNvSpPr>
                    <p:nvPr/>
                  </p:nvSpPr>
                  <p:spPr bwMode="auto">
                    <a:xfrm>
                      <a:off x="1286" y="432"/>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6443" name="Group 934"/>
                  <p:cNvGrpSpPr>
                    <a:grpSpLocks/>
                  </p:cNvGrpSpPr>
                  <p:nvPr/>
                </p:nvGrpSpPr>
                <p:grpSpPr bwMode="auto">
                  <a:xfrm>
                    <a:off x="1862" y="336"/>
                    <a:ext cx="48" cy="192"/>
                    <a:chOff x="1862" y="336"/>
                    <a:chExt cx="48" cy="192"/>
                  </a:xfrm>
                </p:grpSpPr>
                <p:sp>
                  <p:nvSpPr>
                    <p:cNvPr id="16444" name="Line 935"/>
                    <p:cNvSpPr>
                      <a:spLocks noChangeShapeType="1"/>
                    </p:cNvSpPr>
                    <p:nvPr/>
                  </p:nvSpPr>
                  <p:spPr bwMode="auto">
                    <a:xfrm>
                      <a:off x="1862" y="336"/>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45" name="Line 936"/>
                    <p:cNvSpPr>
                      <a:spLocks noChangeShapeType="1"/>
                    </p:cNvSpPr>
                    <p:nvPr/>
                  </p:nvSpPr>
                  <p:spPr bwMode="auto">
                    <a:xfrm flipH="1">
                      <a:off x="1862" y="432"/>
                      <a:ext cx="48"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sp>
              <p:nvSpPr>
                <p:cNvPr id="16440" name="Text Box 937"/>
                <p:cNvSpPr txBox="1">
                  <a:spLocks noChangeArrowheads="1"/>
                </p:cNvSpPr>
                <p:nvPr/>
              </p:nvSpPr>
              <p:spPr bwMode="auto">
                <a:xfrm>
                  <a:off x="1288" y="330"/>
                  <a:ext cx="4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RST Y40</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sp>
              <p:nvSpPr>
                <p:cNvPr id="16441" name="Text Box 938"/>
                <p:cNvSpPr txBox="1">
                  <a:spLocks noChangeArrowheads="1"/>
                </p:cNvSpPr>
                <p:nvPr/>
              </p:nvSpPr>
              <p:spPr bwMode="auto">
                <a:xfrm>
                  <a:off x="409" y="216"/>
                  <a:ext cx="2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cs typeface="Times New Roman" panose="02020603050405020304" pitchFamily="18" charset="0"/>
                    </a:rPr>
                    <a:t>X2</a:t>
                  </a:r>
                </a:p>
                <a:p>
                  <a:pPr eaLnBrk="1" hangingPunct="1">
                    <a:spcBef>
                      <a:spcPct val="0"/>
                    </a:spcBef>
                    <a:buFontTx/>
                    <a:buNone/>
                  </a:pPr>
                  <a:endParaRPr lang="en-US" altLang="ko-KR" sz="900">
                    <a:solidFill>
                      <a:srgbClr val="000000"/>
                    </a:solidFill>
                    <a:latin typeface="Times New Roman" panose="02020603050405020304" pitchFamily="18" charset="0"/>
                    <a:cs typeface="Times New Roman" panose="02020603050405020304" pitchFamily="18" charset="0"/>
                  </a:endParaRPr>
                </a:p>
              </p:txBody>
            </p:sp>
          </p:grpSp>
          <p:grpSp>
            <p:nvGrpSpPr>
              <p:cNvPr id="16396" name="Group 939"/>
              <p:cNvGrpSpPr>
                <a:grpSpLocks/>
              </p:cNvGrpSpPr>
              <p:nvPr/>
            </p:nvGrpSpPr>
            <p:grpSpPr bwMode="auto">
              <a:xfrm>
                <a:off x="13" y="1387"/>
                <a:ext cx="782" cy="603"/>
                <a:chOff x="13" y="1387"/>
                <a:chExt cx="782" cy="603"/>
              </a:xfrm>
            </p:grpSpPr>
            <p:sp>
              <p:nvSpPr>
                <p:cNvPr id="16420" name="Freeform 940"/>
                <p:cNvSpPr>
                  <a:spLocks/>
                </p:cNvSpPr>
                <p:nvPr/>
              </p:nvSpPr>
              <p:spPr bwMode="auto">
                <a:xfrm>
                  <a:off x="205" y="1387"/>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21" name="Freeform 941"/>
                <p:cNvSpPr>
                  <a:spLocks/>
                </p:cNvSpPr>
                <p:nvPr/>
              </p:nvSpPr>
              <p:spPr bwMode="auto">
                <a:xfrm flipH="1">
                  <a:off x="205" y="1568"/>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22" name="Freeform 942"/>
                <p:cNvSpPr>
                  <a:spLocks/>
                </p:cNvSpPr>
                <p:nvPr/>
              </p:nvSpPr>
              <p:spPr bwMode="auto">
                <a:xfrm>
                  <a:off x="205" y="1795"/>
                  <a:ext cx="590" cy="136"/>
                </a:xfrm>
                <a:custGeom>
                  <a:avLst/>
                  <a:gdLst>
                    <a:gd name="T0" fmla="*/ 0 w 590"/>
                    <a:gd name="T1" fmla="*/ 136 h 136"/>
                    <a:gd name="T2" fmla="*/ 136 w 590"/>
                    <a:gd name="T3" fmla="*/ 136 h 136"/>
                    <a:gd name="T4" fmla="*/ 136 w 590"/>
                    <a:gd name="T5" fmla="*/ 0 h 136"/>
                    <a:gd name="T6" fmla="*/ 363 w 590"/>
                    <a:gd name="T7" fmla="*/ 0 h 136"/>
                    <a:gd name="T8" fmla="*/ 363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363" y="0"/>
                      </a:lnTo>
                      <a:lnTo>
                        <a:pt x="363"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23" name="Text Box 943"/>
                <p:cNvSpPr txBox="1">
                  <a:spLocks noChangeArrowheads="1"/>
                </p:cNvSpPr>
                <p:nvPr/>
              </p:nvSpPr>
              <p:spPr bwMode="auto">
                <a:xfrm>
                  <a:off x="13" y="1846"/>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Y40</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24" name="Text Box 944"/>
                <p:cNvSpPr txBox="1">
                  <a:spLocks noChangeArrowheads="1"/>
                </p:cNvSpPr>
                <p:nvPr/>
              </p:nvSpPr>
              <p:spPr bwMode="auto">
                <a:xfrm>
                  <a:off x="44" y="1439"/>
                  <a:ext cx="2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25" name="Text Box 945"/>
                <p:cNvSpPr txBox="1">
                  <a:spLocks noChangeArrowheads="1"/>
                </p:cNvSpPr>
                <p:nvPr/>
              </p:nvSpPr>
              <p:spPr bwMode="auto">
                <a:xfrm>
                  <a:off x="40" y="1624"/>
                  <a:ext cx="2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X2</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grpSp>
            <p:nvGrpSpPr>
              <p:cNvPr id="16397" name="Group 946"/>
              <p:cNvGrpSpPr>
                <a:grpSpLocks/>
              </p:cNvGrpSpPr>
              <p:nvPr/>
            </p:nvGrpSpPr>
            <p:grpSpPr bwMode="auto">
              <a:xfrm>
                <a:off x="1000" y="616"/>
                <a:ext cx="781" cy="601"/>
                <a:chOff x="1000" y="616"/>
                <a:chExt cx="781" cy="601"/>
              </a:xfrm>
            </p:grpSpPr>
            <p:sp>
              <p:nvSpPr>
                <p:cNvPr id="16414" name="Freeform 947"/>
                <p:cNvSpPr>
                  <a:spLocks/>
                </p:cNvSpPr>
                <p:nvPr/>
              </p:nvSpPr>
              <p:spPr bwMode="auto">
                <a:xfrm>
                  <a:off x="1191" y="616"/>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15" name="Freeform 948"/>
                <p:cNvSpPr>
                  <a:spLocks/>
                </p:cNvSpPr>
                <p:nvPr/>
              </p:nvSpPr>
              <p:spPr bwMode="auto">
                <a:xfrm flipH="1">
                  <a:off x="1191" y="797"/>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16" name="Text Box 949"/>
                <p:cNvSpPr txBox="1">
                  <a:spLocks noChangeArrowheads="1"/>
                </p:cNvSpPr>
                <p:nvPr/>
              </p:nvSpPr>
              <p:spPr bwMode="auto">
                <a:xfrm>
                  <a:off x="1000" y="1073"/>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Y40</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7" name="Text Box 950"/>
                <p:cNvSpPr txBox="1">
                  <a:spLocks noChangeArrowheads="1"/>
                </p:cNvSpPr>
                <p:nvPr/>
              </p:nvSpPr>
              <p:spPr bwMode="auto">
                <a:xfrm>
                  <a:off x="1031" y="665"/>
                  <a:ext cx="2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8" name="Text Box 951"/>
                <p:cNvSpPr txBox="1">
                  <a:spLocks noChangeArrowheads="1"/>
                </p:cNvSpPr>
                <p:nvPr/>
              </p:nvSpPr>
              <p:spPr bwMode="auto">
                <a:xfrm>
                  <a:off x="1026" y="851"/>
                  <a:ext cx="2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X2</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9" name="Freeform 952"/>
                <p:cNvSpPr>
                  <a:spLocks/>
                </p:cNvSpPr>
                <p:nvPr/>
              </p:nvSpPr>
              <p:spPr bwMode="auto">
                <a:xfrm>
                  <a:off x="1191" y="1024"/>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6398" name="Group 953"/>
              <p:cNvGrpSpPr>
                <a:grpSpLocks/>
              </p:cNvGrpSpPr>
              <p:nvPr/>
            </p:nvGrpSpPr>
            <p:grpSpPr bwMode="auto">
              <a:xfrm>
                <a:off x="1000" y="1387"/>
                <a:ext cx="826" cy="603"/>
                <a:chOff x="1000" y="1387"/>
                <a:chExt cx="826" cy="603"/>
              </a:xfrm>
            </p:grpSpPr>
            <p:sp>
              <p:nvSpPr>
                <p:cNvPr id="16408" name="Freeform 954"/>
                <p:cNvSpPr>
                  <a:spLocks/>
                </p:cNvSpPr>
                <p:nvPr/>
              </p:nvSpPr>
              <p:spPr bwMode="auto">
                <a:xfrm>
                  <a:off x="1191" y="1387"/>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09" name="Freeform 955"/>
                <p:cNvSpPr>
                  <a:spLocks/>
                </p:cNvSpPr>
                <p:nvPr/>
              </p:nvSpPr>
              <p:spPr bwMode="auto">
                <a:xfrm flipH="1">
                  <a:off x="1191" y="1568"/>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10" name="Text Box 956"/>
                <p:cNvSpPr txBox="1">
                  <a:spLocks noChangeArrowheads="1"/>
                </p:cNvSpPr>
                <p:nvPr/>
              </p:nvSpPr>
              <p:spPr bwMode="auto">
                <a:xfrm>
                  <a:off x="1000" y="1846"/>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Y40</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1" name="Text Box 957"/>
                <p:cNvSpPr txBox="1">
                  <a:spLocks noChangeArrowheads="1"/>
                </p:cNvSpPr>
                <p:nvPr/>
              </p:nvSpPr>
              <p:spPr bwMode="auto">
                <a:xfrm>
                  <a:off x="1031" y="1439"/>
                  <a:ext cx="2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2" name="Text Box 958"/>
                <p:cNvSpPr txBox="1">
                  <a:spLocks noChangeArrowheads="1"/>
                </p:cNvSpPr>
                <p:nvPr/>
              </p:nvSpPr>
              <p:spPr bwMode="auto">
                <a:xfrm>
                  <a:off x="1026" y="1624"/>
                  <a:ext cx="2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X2</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13" name="Freeform 959"/>
                <p:cNvSpPr>
                  <a:spLocks/>
                </p:cNvSpPr>
                <p:nvPr/>
              </p:nvSpPr>
              <p:spPr bwMode="auto">
                <a:xfrm>
                  <a:off x="1191" y="1795"/>
                  <a:ext cx="635" cy="136"/>
                </a:xfrm>
                <a:custGeom>
                  <a:avLst/>
                  <a:gdLst>
                    <a:gd name="T0" fmla="*/ 0 w 635"/>
                    <a:gd name="T1" fmla="*/ 136 h 136"/>
                    <a:gd name="T2" fmla="*/ 136 w 635"/>
                    <a:gd name="T3" fmla="*/ 136 h 136"/>
                    <a:gd name="T4" fmla="*/ 136 w 635"/>
                    <a:gd name="T5" fmla="*/ 0 h 136"/>
                    <a:gd name="T6" fmla="*/ 454 w 635"/>
                    <a:gd name="T7" fmla="*/ 0 h 136"/>
                    <a:gd name="T8" fmla="*/ 454 w 635"/>
                    <a:gd name="T9" fmla="*/ 136 h 136"/>
                    <a:gd name="T10" fmla="*/ 635 w 635"/>
                    <a:gd name="T11" fmla="*/ 136 h 136"/>
                    <a:gd name="T12" fmla="*/ 0 60000 65536"/>
                    <a:gd name="T13" fmla="*/ 0 60000 65536"/>
                    <a:gd name="T14" fmla="*/ 0 60000 65536"/>
                    <a:gd name="T15" fmla="*/ 0 60000 65536"/>
                    <a:gd name="T16" fmla="*/ 0 60000 65536"/>
                    <a:gd name="T17" fmla="*/ 0 60000 65536"/>
                    <a:gd name="T18" fmla="*/ 0 w 635"/>
                    <a:gd name="T19" fmla="*/ 0 h 136"/>
                    <a:gd name="T20" fmla="*/ 635 w 635"/>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635" h="136">
                      <a:moveTo>
                        <a:pt x="0" y="136"/>
                      </a:moveTo>
                      <a:lnTo>
                        <a:pt x="136" y="136"/>
                      </a:lnTo>
                      <a:lnTo>
                        <a:pt x="136" y="0"/>
                      </a:lnTo>
                      <a:lnTo>
                        <a:pt x="454" y="0"/>
                      </a:lnTo>
                      <a:lnTo>
                        <a:pt x="454" y="136"/>
                      </a:lnTo>
                      <a:lnTo>
                        <a:pt x="635"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grpSp>
            <p:nvGrpSpPr>
              <p:cNvPr id="16399" name="Group 960"/>
              <p:cNvGrpSpPr>
                <a:grpSpLocks/>
              </p:cNvGrpSpPr>
              <p:nvPr/>
            </p:nvGrpSpPr>
            <p:grpSpPr bwMode="auto">
              <a:xfrm>
                <a:off x="0" y="616"/>
                <a:ext cx="783" cy="601"/>
                <a:chOff x="0" y="616"/>
                <a:chExt cx="783" cy="601"/>
              </a:xfrm>
            </p:grpSpPr>
            <p:sp>
              <p:nvSpPr>
                <p:cNvPr id="16403" name="Freeform 961"/>
                <p:cNvSpPr>
                  <a:spLocks/>
                </p:cNvSpPr>
                <p:nvPr/>
              </p:nvSpPr>
              <p:spPr bwMode="auto">
                <a:xfrm>
                  <a:off x="193" y="616"/>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04" name="Freeform 962"/>
                <p:cNvSpPr>
                  <a:spLocks/>
                </p:cNvSpPr>
                <p:nvPr/>
              </p:nvSpPr>
              <p:spPr bwMode="auto">
                <a:xfrm flipH="1">
                  <a:off x="193" y="797"/>
                  <a:ext cx="590" cy="136"/>
                </a:xfrm>
                <a:custGeom>
                  <a:avLst/>
                  <a:gdLst>
                    <a:gd name="T0" fmla="*/ 0 w 590"/>
                    <a:gd name="T1" fmla="*/ 136 h 136"/>
                    <a:gd name="T2" fmla="*/ 136 w 590"/>
                    <a:gd name="T3" fmla="*/ 136 h 136"/>
                    <a:gd name="T4" fmla="*/ 136 w 590"/>
                    <a:gd name="T5" fmla="*/ 0 h 136"/>
                    <a:gd name="T6" fmla="*/ 227 w 590"/>
                    <a:gd name="T7" fmla="*/ 0 h 136"/>
                    <a:gd name="T8" fmla="*/ 227 w 590"/>
                    <a:gd name="T9" fmla="*/ 136 h 136"/>
                    <a:gd name="T10" fmla="*/ 590 w 590"/>
                    <a:gd name="T11" fmla="*/ 136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227" y="0"/>
                      </a:lnTo>
                      <a:lnTo>
                        <a:pt x="227"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sp>
              <p:nvSpPr>
                <p:cNvPr id="16405" name="Text Box 963"/>
                <p:cNvSpPr txBox="1">
                  <a:spLocks noChangeArrowheads="1"/>
                </p:cNvSpPr>
                <p:nvPr/>
              </p:nvSpPr>
              <p:spPr bwMode="auto">
                <a:xfrm>
                  <a:off x="0" y="1073"/>
                  <a:ext cx="24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Y40</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06" name="Text Box 964"/>
                <p:cNvSpPr txBox="1">
                  <a:spLocks noChangeArrowheads="1"/>
                </p:cNvSpPr>
                <p:nvPr/>
              </p:nvSpPr>
              <p:spPr bwMode="auto">
                <a:xfrm>
                  <a:off x="31" y="665"/>
                  <a:ext cx="20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X1</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07" name="Text Box 965"/>
                <p:cNvSpPr txBox="1">
                  <a:spLocks noChangeArrowheads="1"/>
                </p:cNvSpPr>
                <p:nvPr/>
              </p:nvSpPr>
              <p:spPr bwMode="auto">
                <a:xfrm>
                  <a:off x="27" y="851"/>
                  <a:ext cx="2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X2</a:t>
                  </a:r>
                </a:p>
                <a:p>
                  <a:pPr eaLnBrk="1" hangingPunct="1">
                    <a:spcBef>
                      <a:spcPct val="0"/>
                    </a:spcBef>
                    <a:buFontTx/>
                    <a:buNone/>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sp>
            <p:nvSpPr>
              <p:cNvPr id="16400" name="Rectangle 967"/>
              <p:cNvSpPr>
                <a:spLocks noChangeArrowheads="1"/>
              </p:cNvSpPr>
              <p:nvPr/>
            </p:nvSpPr>
            <p:spPr bwMode="auto">
              <a:xfrm>
                <a:off x="920" y="563"/>
                <a:ext cx="18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②</a:t>
                </a:r>
              </a:p>
              <a:p>
                <a:pPr eaLnBrk="1" hangingPunct="1">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01" name="Rectangle 968"/>
              <p:cNvSpPr>
                <a:spLocks noChangeArrowheads="1"/>
              </p:cNvSpPr>
              <p:nvPr/>
            </p:nvSpPr>
            <p:spPr bwMode="auto">
              <a:xfrm>
                <a:off x="27" y="1295"/>
                <a:ext cx="18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b="1">
                    <a:solidFill>
                      <a:srgbClr val="FF0000"/>
                    </a:solidFill>
                    <a:latin typeface="Times New Roman" panose="02020603050405020304" pitchFamily="18" charset="0"/>
                    <a:ea typeface="돋움" pitchFamily="50" charset="-127"/>
                    <a:cs typeface="Times New Roman" panose="02020603050405020304" pitchFamily="18" charset="0"/>
                  </a:rPr>
                  <a:t>③</a:t>
                </a:r>
              </a:p>
              <a:p>
                <a:pPr eaLnBrk="1" hangingPunct="1">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sp>
            <p:nvSpPr>
              <p:cNvPr id="16402" name="Rectangle 969"/>
              <p:cNvSpPr>
                <a:spLocks noChangeArrowheads="1"/>
              </p:cNvSpPr>
              <p:nvPr/>
            </p:nvSpPr>
            <p:spPr bwMode="auto">
              <a:xfrm>
                <a:off x="920" y="1295"/>
                <a:ext cx="18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kumimoji="1" sz="3200">
                    <a:solidFill>
                      <a:schemeClr val="tx1"/>
                    </a:solidFill>
                    <a:latin typeface="굴림" pitchFamily="50" charset="-127"/>
                    <a:ea typeface="굴림" pitchFamily="50" charset="-127"/>
                  </a:defRPr>
                </a:lvl1pPr>
                <a:lvl2pPr marL="742950" indent="-285750" eaLnBrk="0" hangingPunct="0">
                  <a:spcBef>
                    <a:spcPct val="20000"/>
                  </a:spcBef>
                  <a:buChar char="–"/>
                  <a:defRPr kumimoji="1" sz="2800">
                    <a:solidFill>
                      <a:schemeClr val="tx1"/>
                    </a:solidFill>
                    <a:latin typeface="굴림" pitchFamily="50" charset="-127"/>
                    <a:ea typeface="굴림" pitchFamily="50" charset="-127"/>
                  </a:defRPr>
                </a:lvl2pPr>
                <a:lvl3pPr marL="1143000" indent="-228600" eaLnBrk="0" hangingPunct="0">
                  <a:spcBef>
                    <a:spcPct val="20000"/>
                  </a:spcBef>
                  <a:buChar char="•"/>
                  <a:defRPr kumimoji="1" sz="2400">
                    <a:solidFill>
                      <a:schemeClr val="tx1"/>
                    </a:solidFill>
                    <a:latin typeface="굴림" pitchFamily="50" charset="-127"/>
                    <a:ea typeface="굴림" pitchFamily="50" charset="-127"/>
                  </a:defRPr>
                </a:lvl3pPr>
                <a:lvl4pPr marL="1600200" indent="-228600" eaLnBrk="0" hangingPunct="0">
                  <a:spcBef>
                    <a:spcPct val="20000"/>
                  </a:spcBef>
                  <a:buChar char="–"/>
                  <a:defRPr kumimoji="1" sz="2000">
                    <a:solidFill>
                      <a:schemeClr val="tx1"/>
                    </a:solidFill>
                    <a:latin typeface="굴림" pitchFamily="50" charset="-127"/>
                    <a:ea typeface="굴림" pitchFamily="50" charset="-127"/>
                  </a:defRPr>
                </a:lvl4pPr>
                <a:lvl5pPr marL="2057400" indent="-228600" eaLnBrk="0" hangingPunct="0">
                  <a:spcBef>
                    <a:spcPct val="20000"/>
                  </a:spcBef>
                  <a:buChar char="»"/>
                  <a:defRPr kumimoji="1" sz="2000">
                    <a:solidFill>
                      <a:schemeClr val="tx1"/>
                    </a:solidFill>
                    <a:latin typeface="굴림" pitchFamily="50" charset="-127"/>
                    <a:ea typeface="굴림" pitchFamily="50" charset="-127"/>
                  </a:defRPr>
                </a:lvl5pPr>
                <a:lvl6pPr marL="25146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6pPr>
                <a:lvl7pPr marL="29718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7pPr>
                <a:lvl8pPr marL="34290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8pPr>
                <a:lvl9pPr marL="3886200" indent="-228600" eaLnBrk="0" fontAlgn="base" hangingPunct="0">
                  <a:spcBef>
                    <a:spcPct val="20000"/>
                  </a:spcBef>
                  <a:spcAft>
                    <a:spcPct val="0"/>
                  </a:spcAft>
                  <a:buChar char="»"/>
                  <a:defRPr kumimoji="1" sz="2000">
                    <a:solidFill>
                      <a:schemeClr val="tx1"/>
                    </a:solidFill>
                    <a:latin typeface="굴림" pitchFamily="50" charset="-127"/>
                    <a:ea typeface="굴림" pitchFamily="50" charset="-127"/>
                  </a:defRPr>
                </a:lvl9pPr>
              </a:lstStyle>
              <a:p>
                <a:pPr eaLnBrk="1" hangingPunct="1">
                  <a:spcBef>
                    <a:spcPct val="0"/>
                  </a:spcBef>
                  <a:buFontTx/>
                  <a:buNone/>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④</a:t>
                </a:r>
              </a:p>
              <a:p>
                <a:pPr eaLnBrk="1" hangingPunct="1">
                  <a:spcBef>
                    <a:spcPct val="0"/>
                  </a:spcBef>
                  <a:buFontTx/>
                  <a:buNone/>
                </a:pP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p:txBody>
          </p:sp>
        </p:grpSp>
        <p:sp>
          <p:nvSpPr>
            <p:cNvPr id="16393" name="Freeform 942"/>
            <p:cNvSpPr>
              <a:spLocks/>
            </p:cNvSpPr>
            <p:nvPr/>
          </p:nvSpPr>
          <p:spPr bwMode="auto">
            <a:xfrm flipH="1">
              <a:off x="620713" y="7102475"/>
              <a:ext cx="936625" cy="215900"/>
            </a:xfrm>
            <a:custGeom>
              <a:avLst/>
              <a:gdLst>
                <a:gd name="T0" fmla="*/ 0 w 590"/>
                <a:gd name="T1" fmla="*/ 2147483647 h 136"/>
                <a:gd name="T2" fmla="*/ 2147483647 w 590"/>
                <a:gd name="T3" fmla="*/ 2147483647 h 136"/>
                <a:gd name="T4" fmla="*/ 2147483647 w 590"/>
                <a:gd name="T5" fmla="*/ 0 h 136"/>
                <a:gd name="T6" fmla="*/ 2147483647 w 590"/>
                <a:gd name="T7" fmla="*/ 0 h 136"/>
                <a:gd name="T8" fmla="*/ 2147483647 w 590"/>
                <a:gd name="T9" fmla="*/ 2147483647 h 136"/>
                <a:gd name="T10" fmla="*/ 2147483647 w 590"/>
                <a:gd name="T11" fmla="*/ 2147483647 h 136"/>
                <a:gd name="T12" fmla="*/ 0 60000 65536"/>
                <a:gd name="T13" fmla="*/ 0 60000 65536"/>
                <a:gd name="T14" fmla="*/ 0 60000 65536"/>
                <a:gd name="T15" fmla="*/ 0 60000 65536"/>
                <a:gd name="T16" fmla="*/ 0 60000 65536"/>
                <a:gd name="T17" fmla="*/ 0 60000 65536"/>
                <a:gd name="T18" fmla="*/ 0 w 590"/>
                <a:gd name="T19" fmla="*/ 0 h 136"/>
                <a:gd name="T20" fmla="*/ 590 w 590"/>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590" h="136">
                  <a:moveTo>
                    <a:pt x="0" y="136"/>
                  </a:moveTo>
                  <a:lnTo>
                    <a:pt x="136" y="136"/>
                  </a:lnTo>
                  <a:lnTo>
                    <a:pt x="136" y="0"/>
                  </a:lnTo>
                  <a:lnTo>
                    <a:pt x="363" y="0"/>
                  </a:lnTo>
                  <a:lnTo>
                    <a:pt x="363" y="136"/>
                  </a:lnTo>
                  <a:lnTo>
                    <a:pt x="590" y="136"/>
                  </a:ln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latin typeface="Times New Roman" panose="02020603050405020304" pitchFamily="18" charset="0"/>
                <a:cs typeface="Times New Roman" panose="02020603050405020304" pitchFamily="18" charset="0"/>
              </a:endParaRPr>
            </a:p>
          </p:txBody>
        </p:sp>
      </p:grpSp>
      <p:pic>
        <p:nvPicPr>
          <p:cNvPr id="16391" name="그림 7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13139" y="1846774"/>
            <a:ext cx="2955925" cy="1084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73"/>
          <p:cNvSpPr txBox="1"/>
          <p:nvPr/>
        </p:nvSpPr>
        <p:spPr>
          <a:xfrm>
            <a:off x="6604000" y="8892480"/>
            <a:ext cx="209376" cy="369332"/>
          </a:xfrm>
          <a:prstGeom prst="rect">
            <a:avLst/>
          </a:prstGeom>
          <a:noFill/>
        </p:spPr>
        <p:txBody>
          <a:bodyPr wrap="square" rtlCol="0">
            <a:spAutoFit/>
          </a:bodyPr>
          <a:lstStyle/>
          <a:p>
            <a:r>
              <a:rPr lang="en-US" b="1">
                <a:latin typeface="Times New Roman" pitchFamily="18" charset="0"/>
                <a:cs typeface="Times New Roman" pitchFamily="18" charset="0"/>
              </a:rPr>
              <a:t>8</a:t>
            </a:r>
          </a:p>
        </p:txBody>
      </p:sp>
    </p:spTree>
    <p:extLst>
      <p:ext uri="{BB962C8B-B14F-4D97-AF65-F5344CB8AC3E}">
        <p14:creationId xmlns:p14="http://schemas.microsoft.com/office/powerpoint/2010/main" val="1205052923"/>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2" name="Rectangle 3"/>
          <p:cNvSpPr>
            <a:spLocks noChangeArrowheads="1"/>
          </p:cNvSpPr>
          <p:nvPr/>
        </p:nvSpPr>
        <p:spPr bwMode="auto">
          <a:xfrm>
            <a:off x="304800" y="716574"/>
            <a:ext cx="3124200" cy="830873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1</a:t>
            </a:r>
            <a:r>
              <a:rPr lang="en-US" altLang="ko-KR" sz="90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Hiện tượng mà sự tiếp xúc của hai điểm trên mạch điện tử có điện trở bằng hoặc sấp sỉ bằng 0 = Đoạn mạch là hiện tượng gì</a:t>
            </a:r>
            <a:r>
              <a:rPr lang="vi-VN" altLang="ko-KR" sz="900" smtClean="0">
                <a:latin typeface="Times New Roman" pitchFamily="18" charset="0"/>
                <a:ea typeface="돋움" pitchFamily="50" charset="-127"/>
                <a:cs typeface="Times New Roman" pitchFamily="18" charset="0"/>
              </a:rPr>
              <a:t>?</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err="1" smtClean="0">
                <a:latin typeface="Times New Roman" pitchFamily="18" charset="0"/>
                <a:ea typeface="돋움" pitchFamily="50" charset="-127"/>
                <a:cs typeface="Times New Roman" pitchFamily="18" charset="0"/>
              </a:rPr>
              <a:t>Đoản</a:t>
            </a:r>
            <a:r>
              <a:rPr lang="en-US" altLang="ko-KR" sz="900" smtClean="0">
                <a:latin typeface="Times New Roman" pitchFamily="18" charset="0"/>
                <a:ea typeface="돋움" pitchFamily="50" charset="-127"/>
                <a:cs typeface="Times New Roman" pitchFamily="18" charset="0"/>
              </a:rPr>
              <a:t> mạch</a:t>
            </a:r>
            <a:r>
              <a:rPr lang="en-US" altLang="ko-KR" sz="900" smtClean="0">
                <a:solidFill>
                  <a:srgbClr val="C00000"/>
                </a:solidFill>
                <a:latin typeface="Times New Roman" pitchFamily="18" charset="0"/>
                <a:ea typeface="돋움" pitchFamily="50" charset="-127"/>
                <a:cs typeface="Times New Roman" pitchFamily="18" charset="0"/>
              </a:rPr>
              <a:t>                ② </a:t>
            </a:r>
            <a:r>
              <a:rPr lang="en-US" altLang="ko-KR" sz="900" err="1" smtClean="0">
                <a:solidFill>
                  <a:srgbClr val="C00000"/>
                </a:solidFill>
                <a:latin typeface="Times New Roman" pitchFamily="18" charset="0"/>
                <a:ea typeface="돋움" pitchFamily="50" charset="-127"/>
                <a:cs typeface="Times New Roman" pitchFamily="18" charset="0"/>
              </a:rPr>
              <a:t>Chập</a:t>
            </a:r>
            <a:r>
              <a:rPr lang="en-US" altLang="ko-KR" sz="900" smtClean="0">
                <a:solidFill>
                  <a:srgbClr val="C00000"/>
                </a:solidFill>
                <a:latin typeface="Times New Roman" pitchFamily="18" charset="0"/>
                <a:ea typeface="돋움" pitchFamily="50" charset="-127"/>
                <a:cs typeface="Times New Roman" pitchFamily="18" charset="0"/>
              </a:rPr>
              <a:t> dây</a:t>
            </a:r>
            <a:r>
              <a:rPr lang="en-US" altLang="ko-KR" sz="900" smtClean="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③ </a:t>
            </a:r>
            <a:r>
              <a:rPr lang="en-US" altLang="ko-KR" sz="900" err="1" smtClean="0">
                <a:latin typeface="Times New Roman" pitchFamily="18" charset="0"/>
                <a:ea typeface="돋움" pitchFamily="50" charset="-127"/>
                <a:cs typeface="Times New Roman" pitchFamily="18" charset="0"/>
              </a:rPr>
              <a:t>Tiếp</a:t>
            </a:r>
            <a:r>
              <a:rPr lang="en-US" altLang="ko-KR" sz="900" smtClean="0">
                <a:latin typeface="Times New Roman" pitchFamily="18" charset="0"/>
                <a:ea typeface="돋움" pitchFamily="50" charset="-127"/>
                <a:cs typeface="Times New Roman" pitchFamily="18" charset="0"/>
              </a:rPr>
              <a:t> địa                     ④ </a:t>
            </a:r>
            <a:r>
              <a:rPr lang="en-US" altLang="ko-KR" sz="900" err="1" smtClean="0">
                <a:latin typeface="Times New Roman" pitchFamily="18" charset="0"/>
                <a:ea typeface="돋움" pitchFamily="50" charset="-127"/>
                <a:cs typeface="Times New Roman" pitchFamily="18" charset="0"/>
              </a:rPr>
              <a:t>Cách</a:t>
            </a:r>
            <a:r>
              <a:rPr lang="en-US" altLang="ko-KR" sz="900" smtClean="0">
                <a:latin typeface="Times New Roman" pitchFamily="18" charset="0"/>
                <a:ea typeface="돋움" pitchFamily="50" charset="-127"/>
                <a:cs typeface="Times New Roman" pitchFamily="18" charset="0"/>
              </a:rPr>
              <a:t> </a:t>
            </a:r>
            <a:r>
              <a:rPr lang="en-US" altLang="ko-KR" sz="900" err="1" smtClean="0">
                <a:latin typeface="Times New Roman" pitchFamily="18" charset="0"/>
                <a:ea typeface="돋움" pitchFamily="50" charset="-127"/>
                <a:cs typeface="Times New Roman" pitchFamily="18" charset="0"/>
              </a:rPr>
              <a:t>điện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2. Mạch nào có mang tính chất cộng hưởng trong số các tính chất của cuộn </a:t>
            </a:r>
            <a:r>
              <a:rPr lang="vi-VN" altLang="ko-KR" sz="900" smtClean="0">
                <a:latin typeface="Times New Roman" pitchFamily="18" charset="0"/>
                <a:ea typeface="돋움" pitchFamily="50" charset="-127"/>
                <a:cs typeface="Times New Roman" pitchFamily="18" charset="0"/>
              </a:rPr>
              <a:t>cảm?</a:t>
            </a: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① 	                 </a:t>
            </a:r>
            <a:r>
              <a:rPr lang="en-US" altLang="ko-KR" sz="900" smtClean="0">
                <a:solidFill>
                  <a:srgbClr val="C00000"/>
                </a:solidFill>
                <a:latin typeface="Times New Roman" pitchFamily="18" charset="0"/>
                <a:ea typeface="돋움" pitchFamily="50" charset="-127"/>
                <a:cs typeface="Times New Roman" pitchFamily="18" charset="0"/>
              </a:rPr>
              <a:t>②</a:t>
            </a: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③ 	                 ④</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3. Ký hiệu đúng của điện áp, điện trở , dòng </a:t>
            </a:r>
            <a:r>
              <a:rPr lang="vi-VN" altLang="ko-KR" sz="900" smtClean="0">
                <a:latin typeface="Times New Roman" pitchFamily="18" charset="0"/>
                <a:ea typeface="돋움" pitchFamily="50" charset="-127"/>
                <a:cs typeface="Times New Roman" pitchFamily="18" charset="0"/>
              </a:rPr>
              <a:t>điện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① </a:t>
            </a:r>
            <a:r>
              <a:rPr lang="en-US" altLang="ko-KR" sz="900" smtClean="0">
                <a:solidFill>
                  <a:srgbClr val="C00000"/>
                </a:solidFill>
                <a:latin typeface="Times New Roman" pitchFamily="18" charset="0"/>
                <a:ea typeface="돋움" pitchFamily="50" charset="-127"/>
                <a:cs typeface="Times New Roman" pitchFamily="18" charset="0"/>
              </a:rPr>
              <a:t>E, R, I</a:t>
            </a:r>
            <a:r>
              <a:rPr lang="en-US" altLang="ko-KR" sz="900">
                <a:solidFill>
                  <a:srgbClr val="C00000"/>
                </a:solidFill>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② U, R, I</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③ V, R, I</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V, R, A</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4. Đồng hồ nào đo mạch điện tử</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Clamp meter</a:t>
            </a:r>
            <a:r>
              <a:rPr lang="en-US" altLang="ko-KR" sz="900">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② DVM</a:t>
            </a:r>
            <a:endParaRPr lang="en-US" altLang="ko-KR" sz="900">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Mega tester</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④ Oscilloscope</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5. Ký </a:t>
            </a:r>
            <a:r>
              <a:rPr lang="vi-VN" altLang="ko-KR" sz="900" smtClean="0">
                <a:latin typeface="Times New Roman" pitchFamily="18" charset="0"/>
                <a:ea typeface="돋움" pitchFamily="50" charset="-127"/>
                <a:cs typeface="Times New Roman" pitchFamily="18" charset="0"/>
              </a:rPr>
              <a:t>hiệu </a:t>
            </a:r>
            <a:r>
              <a:rPr lang="vi-VN" altLang="ko-KR" sz="900">
                <a:latin typeface="Times New Roman" pitchFamily="18" charset="0"/>
                <a:ea typeface="돋움" pitchFamily="50" charset="-127"/>
                <a:cs typeface="Times New Roman" pitchFamily="18" charset="0"/>
              </a:rPr>
              <a:t>của giá trị hiệu dụng khi đo tín  </a:t>
            </a:r>
            <a:r>
              <a:rPr lang="vi-VN" altLang="ko-KR" sz="900" smtClean="0">
                <a:latin typeface="Times New Roman" pitchFamily="18" charset="0"/>
                <a:ea typeface="돋움" pitchFamily="50" charset="-127"/>
                <a:cs typeface="Times New Roman" pitchFamily="18" charset="0"/>
              </a:rPr>
              <a:t>hiệu?</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Vave</a:t>
            </a:r>
            <a:r>
              <a:rPr lang="en-US" altLang="ko-KR" sz="900" smtClean="0">
                <a:solidFill>
                  <a:srgbClr val="C00000"/>
                </a:solidFill>
                <a:latin typeface="Times New Roman" pitchFamily="18" charset="0"/>
                <a:ea typeface="돋움" pitchFamily="50" charset="-127"/>
                <a:cs typeface="Times New Roman" pitchFamily="18" charset="0"/>
              </a:rPr>
              <a:t>        ② Vrms</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Vpeak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Vmax</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6. Là van có một cửa xả và nhiều hơn 2 cửa vào, được gọi là </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Van xả cấp tốc</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② Van chặn 1 chiều</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③ </a:t>
            </a:r>
            <a:r>
              <a:rPr lang="en-US" altLang="ko-KR" sz="900" smtClean="0">
                <a:solidFill>
                  <a:srgbClr val="C00000"/>
                </a:solidFill>
                <a:latin typeface="Times New Roman" pitchFamily="18" charset="0"/>
                <a:ea typeface="돋움" pitchFamily="50" charset="-127"/>
                <a:cs typeface="Times New Roman" pitchFamily="18" charset="0"/>
              </a:rPr>
              <a:t>Van điều khiển hướng</a:t>
            </a:r>
            <a:r>
              <a:rPr lang="en-US" altLang="ko-KR" sz="900">
                <a:solidFill>
                  <a:srgbClr val="C00000"/>
                </a:solidFill>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④ Van 2 áp</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7. Double Check Valve, được dùng khi là hoạt động mang </a:t>
            </a:r>
            <a:r>
              <a:rPr lang="vi-VN" altLang="ko-KR" sz="900" smtClean="0">
                <a:latin typeface="Times New Roman" pitchFamily="18" charset="0"/>
                <a:ea typeface="돋움" pitchFamily="50" charset="-127"/>
                <a:cs typeface="Times New Roman" pitchFamily="18" charset="0"/>
              </a:rPr>
              <a:t>tính</a:t>
            </a:r>
            <a:r>
              <a:rPr lang="en-US"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độc lập tại 2 vị trí điều khiển là khái niệm của van nào?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anose="02020603050405020304" pitchFamily="18" charset="0"/>
                <a:cs typeface="Times New Roman" panose="02020603050405020304" pitchFamily="18" charset="0"/>
              </a:rPr>
              <a:t>Van Check</a:t>
            </a: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en-US" altLang="ko-KR" sz="900" smtClean="0">
                <a:latin typeface="Times New Roman" pitchFamily="18" charset="0"/>
                <a:ea typeface="돋움" pitchFamily="50" charset="-127"/>
                <a:cs typeface="Times New Roman" pitchFamily="18" charset="0"/>
              </a:rPr>
              <a:t>           ② Van </a:t>
            </a:r>
            <a:r>
              <a:rPr lang="en-US" altLang="ko-KR" sz="900" smtClean="0">
                <a:latin typeface="Times New Roman" panose="02020603050405020304" pitchFamily="18" charset="0"/>
                <a:cs typeface="Times New Roman" panose="02020603050405020304" pitchFamily="18" charset="0"/>
              </a:rPr>
              <a:t>Two Pressure</a:t>
            </a:r>
          </a:p>
          <a:p>
            <a:pPr eaLnBrk="1" hangingPunct="1">
              <a:spcBef>
                <a:spcPct val="0"/>
              </a:spcBef>
              <a:buFontTx/>
              <a:buNone/>
            </a:pPr>
            <a:r>
              <a:rPr lang="en-US" altLang="ko-KR" sz="900" smtClean="0">
                <a:solidFill>
                  <a:srgbClr val="C00000"/>
                </a:solidFill>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③ </a:t>
            </a:r>
            <a:r>
              <a:rPr lang="en-US" altLang="ko-KR" sz="900" smtClean="0">
                <a:solidFill>
                  <a:srgbClr val="C00000"/>
                </a:solidFill>
                <a:latin typeface="Times New Roman" pitchFamily="18" charset="0"/>
                <a:ea typeface="돋움" pitchFamily="50" charset="-127"/>
                <a:cs typeface="Times New Roman" pitchFamily="18" charset="0"/>
              </a:rPr>
              <a:t>Van Shuttle</a:t>
            </a:r>
            <a:r>
              <a:rPr lang="en-US" altLang="ko-KR" sz="900">
                <a:solidFill>
                  <a:srgbClr val="C00000"/>
                </a:solidFill>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④ </a:t>
            </a:r>
            <a:r>
              <a:rPr lang="en-US" altLang="ko-KR" sz="900" smtClean="0">
                <a:latin typeface="Times New Roman" panose="02020603050405020304" pitchFamily="18" charset="0"/>
                <a:cs typeface="Times New Roman" panose="02020603050405020304" pitchFamily="18" charset="0"/>
              </a:rPr>
              <a:t>Van Stop</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8. </a:t>
            </a:r>
            <a:r>
              <a:rPr lang="vi-VN" altLang="ko-KR" sz="900" smtClean="0">
                <a:latin typeface="Times New Roman" pitchFamily="18" charset="0"/>
                <a:ea typeface="돋움" pitchFamily="50" charset="-127"/>
                <a:cs typeface="Times New Roman" pitchFamily="18" charset="0"/>
              </a:rPr>
              <a:t>Đ</a:t>
            </a:r>
            <a:r>
              <a:rPr lang="en-US" altLang="ko-KR" sz="900" smtClean="0">
                <a:latin typeface="Times New Roman" pitchFamily="18" charset="0"/>
                <a:ea typeface="돋움" pitchFamily="50" charset="-127"/>
                <a:cs typeface="Times New Roman" pitchFamily="18" charset="0"/>
              </a:rPr>
              <a:t>âu không phải đ</a:t>
            </a:r>
            <a:r>
              <a:rPr lang="vi-VN" altLang="ko-KR" sz="900" smtClean="0">
                <a:latin typeface="Times New Roman" pitchFamily="18" charset="0"/>
                <a:ea typeface="돋움" pitchFamily="50" charset="-127"/>
                <a:cs typeface="Times New Roman" pitchFamily="18" charset="0"/>
              </a:rPr>
              <a:t>ặc </a:t>
            </a:r>
            <a:r>
              <a:rPr lang="vi-VN" altLang="ko-KR" sz="900">
                <a:latin typeface="Times New Roman" pitchFamily="18" charset="0"/>
                <a:ea typeface="돋움" pitchFamily="50" charset="-127"/>
                <a:cs typeface="Times New Roman" pitchFamily="18" charset="0"/>
              </a:rPr>
              <a:t>trưng của van </a:t>
            </a:r>
            <a:r>
              <a:rPr lang="vi-VN" altLang="ko-KR" sz="900" smtClean="0">
                <a:latin typeface="Times New Roman" pitchFamily="18" charset="0"/>
                <a:ea typeface="돋움" pitchFamily="50" charset="-127"/>
                <a:cs typeface="Times New Roman" pitchFamily="18" charset="0"/>
              </a:rPr>
              <a:t>Poppet</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l-GR" altLang="ko-KR" sz="900">
                <a:solidFill>
                  <a:srgbClr val="C00000"/>
                </a:solidFill>
                <a:latin typeface="Times New Roman" pitchFamily="18" charset="0"/>
                <a:ea typeface="돋움" pitchFamily="50" charset="-127"/>
                <a:cs typeface="Times New Roman" pitchFamily="18" charset="0"/>
              </a:rPr>
              <a:t>  ① </a:t>
            </a:r>
            <a:r>
              <a:rPr lang="en-US" altLang="ko-KR" sz="900">
                <a:solidFill>
                  <a:srgbClr val="C00000"/>
                </a:solidFill>
                <a:latin typeface="Times New Roman" pitchFamily="18" charset="0"/>
                <a:ea typeface="돋움" pitchFamily="50" charset="-127"/>
                <a:cs typeface="Times New Roman" pitchFamily="18" charset="0"/>
              </a:rPr>
              <a:t>Bịt kín tốt và cho dù lò xo có bị hỏng thì cũng mở ra dựa vào áp suất </a:t>
            </a:r>
            <a:r>
              <a:rPr lang="en-US" altLang="ko-KR" sz="900" smtClean="0">
                <a:solidFill>
                  <a:srgbClr val="C00000"/>
                </a:solidFill>
                <a:latin typeface="Times New Roman" pitchFamily="18" charset="0"/>
                <a:ea typeface="돋움" pitchFamily="50" charset="-127"/>
                <a:cs typeface="Times New Roman" pitchFamily="18" charset="0"/>
              </a:rPr>
              <a:t>khí</a:t>
            </a:r>
            <a:endParaRPr lang="en-US" altLang="ko-KR" sz="900">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r>
              <a:rPr lang="el-GR" altLang="ko-KR" sz="900" smtClean="0">
                <a:latin typeface="Times New Roman" pitchFamily="18" charset="0"/>
                <a:ea typeface="돋움" pitchFamily="50" charset="-127"/>
                <a:cs typeface="Times New Roman" pitchFamily="18" charset="0"/>
              </a:rPr>
              <a:t>② </a:t>
            </a:r>
            <a:r>
              <a:rPr lang="en-US" altLang="ko-KR" sz="900">
                <a:latin typeface="Times New Roman" panose="02020603050405020304" pitchFamily="18" charset="0"/>
                <a:cs typeface="Times New Roman" panose="02020603050405020304" pitchFamily="18" charset="0"/>
              </a:rPr>
              <a:t>Khoảng cách di </a:t>
            </a:r>
            <a:r>
              <a:rPr lang="en-US" altLang="ko-KR" sz="900" smtClean="0">
                <a:latin typeface="Times New Roman" panose="02020603050405020304" pitchFamily="18" charset="0"/>
                <a:cs typeface="Times New Roman" panose="02020603050405020304" pitchFamily="18" charset="0"/>
              </a:rPr>
              <a:t>chuyển </a:t>
            </a:r>
            <a:r>
              <a:rPr lang="en-US" altLang="ko-KR" sz="900">
                <a:latin typeface="Times New Roman" panose="02020603050405020304" pitchFamily="18" charset="0"/>
                <a:cs typeface="Times New Roman" panose="02020603050405020304" pitchFamily="18" charset="0"/>
              </a:rPr>
              <a:t>phần khởi động  ngắn, tốc độ đóng mở </a:t>
            </a:r>
            <a:r>
              <a:rPr lang="en-US" altLang="ko-KR" sz="900" smtClean="0">
                <a:latin typeface="Times New Roman" panose="02020603050405020304" pitchFamily="18" charset="0"/>
                <a:cs typeface="Times New Roman" panose="02020603050405020304" pitchFamily="18" charset="0"/>
              </a:rPr>
              <a:t>nhanh</a:t>
            </a:r>
          </a:p>
          <a:p>
            <a:pPr eaLnBrk="1" hangingPunct="1">
              <a:spcBef>
                <a:spcPct val="0"/>
              </a:spcBef>
              <a:buFontTx/>
              <a:buNone/>
            </a:pPr>
            <a:r>
              <a:rPr lang="el-GR" altLang="ko-KR" sz="900" smtClean="0">
                <a:latin typeface="Times New Roman" pitchFamily="18" charset="0"/>
                <a:ea typeface="돋움" pitchFamily="50" charset="-127"/>
                <a:cs typeface="Times New Roman" pitchFamily="18" charset="0"/>
              </a:rPr>
              <a:t>  </a:t>
            </a:r>
            <a:r>
              <a:rPr lang="el-GR" altLang="ko-KR" sz="900">
                <a:latin typeface="Times New Roman" pitchFamily="18" charset="0"/>
                <a:ea typeface="돋움" pitchFamily="50" charset="-127"/>
                <a:cs typeface="Times New Roman" pitchFamily="18" charset="0"/>
              </a:rPr>
              <a:t>③ </a:t>
            </a:r>
            <a:r>
              <a:rPr lang="en-US" altLang="ko-KR" sz="900">
                <a:latin typeface="Times New Roman" panose="02020603050405020304" pitchFamily="18" charset="0"/>
                <a:cs typeface="Times New Roman" panose="02020603050405020304" pitchFamily="18" charset="0"/>
              </a:rPr>
              <a:t>Có thể điều chỉnh lưu </a:t>
            </a:r>
            <a:r>
              <a:rPr lang="en-US" altLang="ko-KR" sz="900" smtClean="0">
                <a:latin typeface="Times New Roman" panose="02020603050405020304" pitchFamily="18" charset="0"/>
                <a:cs typeface="Times New Roman" panose="02020603050405020304" pitchFamily="18" charset="0"/>
              </a:rPr>
              <a:t>lượng, phù hợp </a:t>
            </a:r>
            <a:r>
              <a:rPr lang="en-US" altLang="ko-KR" sz="900">
                <a:latin typeface="Times New Roman" panose="02020603050405020304" pitchFamily="18" charset="0"/>
                <a:cs typeface="Times New Roman" panose="02020603050405020304" pitchFamily="18" charset="0"/>
              </a:rPr>
              <a:t>cả đường kính </a:t>
            </a:r>
            <a:r>
              <a:rPr lang="en-US" altLang="ko-KR" sz="900" smtClean="0">
                <a:latin typeface="Times New Roman" panose="02020603050405020304" pitchFamily="18" charset="0"/>
                <a:cs typeface="Times New Roman" panose="02020603050405020304" pitchFamily="18" charset="0"/>
              </a:rPr>
              <a:t>lớn</a:t>
            </a:r>
          </a:p>
          <a:p>
            <a:pPr eaLnBrk="1" hangingPunct="1">
              <a:spcBef>
                <a:spcPct val="0"/>
              </a:spcBef>
              <a:buFontTx/>
              <a:buNone/>
            </a:pPr>
            <a:r>
              <a:rPr lang="el-GR" altLang="ko-KR" sz="900" smtClean="0">
                <a:latin typeface="Times New Roman" pitchFamily="18" charset="0"/>
                <a:ea typeface="돋움" pitchFamily="50" charset="-127"/>
                <a:cs typeface="Times New Roman" pitchFamily="18" charset="0"/>
              </a:rPr>
              <a:t>  </a:t>
            </a:r>
            <a:r>
              <a:rPr lang="el-GR" altLang="ko-KR" sz="900">
                <a:latin typeface="Times New Roman" pitchFamily="18" charset="0"/>
                <a:ea typeface="돋움" pitchFamily="50" charset="-127"/>
                <a:cs typeface="Times New Roman" pitchFamily="18" charset="0"/>
              </a:rPr>
              <a:t>④ </a:t>
            </a:r>
            <a:r>
              <a:rPr lang="en-US" altLang="ko-KR" sz="900">
                <a:latin typeface="Times New Roman" panose="02020603050405020304" pitchFamily="18" charset="0"/>
                <a:cs typeface="Times New Roman" panose="02020603050405020304" pitchFamily="18" charset="0"/>
              </a:rPr>
              <a:t>Lực tác động của </a:t>
            </a:r>
            <a:r>
              <a:rPr lang="en-US" altLang="ko-KR" sz="900" smtClean="0">
                <a:latin typeface="Times New Roman" panose="02020603050405020304" pitchFamily="18" charset="0"/>
                <a:cs typeface="Times New Roman" panose="02020603050405020304" pitchFamily="18" charset="0"/>
              </a:rPr>
              <a:t>van tỷ </a:t>
            </a:r>
            <a:r>
              <a:rPr lang="en-US" altLang="ko-KR" sz="900">
                <a:latin typeface="Times New Roman" panose="02020603050405020304" pitchFamily="18" charset="0"/>
                <a:cs typeface="Times New Roman" panose="02020603050405020304" pitchFamily="18" charset="0"/>
              </a:rPr>
              <a:t>lệ nghịch với áp suất chất lỏng do đó lực tác động phải </a:t>
            </a:r>
            <a:r>
              <a:rPr lang="en-US" altLang="ko-KR" sz="900" smtClean="0">
                <a:latin typeface="Times New Roman" panose="02020603050405020304" pitchFamily="18" charset="0"/>
                <a:cs typeface="Times New Roman" panose="02020603050405020304" pitchFamily="18" charset="0"/>
              </a:rPr>
              <a:t>lớn</a:t>
            </a:r>
          </a:p>
          <a:p>
            <a:pPr eaLnBrk="1" hangingPunct="1">
              <a:spcBef>
                <a:spcPct val="0"/>
              </a:spcBef>
              <a:buFontTx/>
              <a:buNone/>
            </a:pPr>
            <a:endParaRPr lang="en-US" altLang="ko-KR" sz="900">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9. Thiết bị nào là thiết bị được lắp đặt trên nhiều đoạn của ống xy lanh, quyết định vị trí của hành trình piston và có cả thiết bị hoãn xung ở bên </a:t>
            </a:r>
            <a:r>
              <a:rPr lang="vi-VN" altLang="ko-KR" sz="900" smtClean="0">
                <a:latin typeface="Times New Roman" pitchFamily="18" charset="0"/>
                <a:ea typeface="돋움" pitchFamily="50" charset="-127"/>
                <a:cs typeface="Times New Roman" pitchFamily="18" charset="0"/>
              </a:rPr>
              <a:t>trong?</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a:solidFill>
                  <a:srgbClr val="C00000"/>
                </a:solidFill>
                <a:latin typeface="Times New Roman" pitchFamily="18" charset="0"/>
                <a:ea typeface="돋움" pitchFamily="50" charset="-127"/>
                <a:cs typeface="Times New Roman" pitchFamily="18" charset="0"/>
              </a:rPr>
              <a:t>① </a:t>
            </a:r>
            <a:r>
              <a:rPr lang="en-US" altLang="ko-KR" sz="900" smtClean="0">
                <a:solidFill>
                  <a:srgbClr val="C00000"/>
                </a:solidFill>
                <a:latin typeface="Times New Roman" pitchFamily="18" charset="0"/>
                <a:ea typeface="돋움" pitchFamily="50" charset="-127"/>
                <a:cs typeface="Times New Roman" pitchFamily="18" charset="0"/>
              </a:rPr>
              <a:t>Head cover, rod cover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itchFamily="18" charset="0"/>
                <a:ea typeface="돋움" pitchFamily="50" charset="-127"/>
                <a:cs typeface="Times New Roman" pitchFamily="18" charset="0"/>
              </a:rPr>
              <a:t>Piston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Scraping ring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Ống xi lanh</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smtClean="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10</a:t>
            </a:r>
            <a:r>
              <a:rPr lang="en-US" altLang="ko-KR" sz="900">
                <a:latin typeface="Times New Roman" pitchFamily="18" charset="0"/>
                <a:ea typeface="돋움" pitchFamily="50" charset="-127"/>
                <a:cs typeface="Times New Roman" pitchFamily="18" charset="0"/>
              </a:rPr>
              <a:t>,</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Cấu tạo cơ bản của Service </a:t>
            </a:r>
            <a:r>
              <a:rPr lang="vi-VN" altLang="ko-KR" sz="900" smtClean="0">
                <a:latin typeface="Times New Roman" pitchFamily="18" charset="0"/>
                <a:ea typeface="돋움" pitchFamily="50" charset="-127"/>
                <a:cs typeface="Times New Roman" pitchFamily="18" charset="0"/>
              </a:rPr>
              <a:t>Unit</a:t>
            </a:r>
            <a:r>
              <a:rPr lang="en-US" altLang="ko-KR" sz="900" smtClean="0">
                <a:latin typeface="Times New Roman" pitchFamily="18" charset="0"/>
                <a:ea typeface="돋움" pitchFamily="50" charset="-127"/>
                <a:cs typeface="Times New Roman" pitchFamily="18" charset="0"/>
              </a:rPr>
              <a:t> gồm những gì</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Bộ lọc, van điều chỉnh áp suất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a:t>
            </a:r>
            <a:r>
              <a:rPr lang="vi-VN" altLang="ko-KR" sz="900">
                <a:solidFill>
                  <a:srgbClr val="C00000"/>
                </a:solidFill>
                <a:latin typeface="Times New Roman" pitchFamily="18" charset="0"/>
                <a:ea typeface="돋움" pitchFamily="50" charset="-127"/>
                <a:cs typeface="Times New Roman" pitchFamily="18" charset="0"/>
              </a:rPr>
              <a:t>② </a:t>
            </a:r>
            <a:r>
              <a:rPr lang="en-US" altLang="ko-KR" sz="900" smtClean="0">
                <a:solidFill>
                  <a:srgbClr val="C00000"/>
                </a:solidFill>
                <a:latin typeface="Times New Roman" pitchFamily="18" charset="0"/>
                <a:ea typeface="돋움" pitchFamily="50" charset="-127"/>
                <a:cs typeface="Times New Roman" pitchFamily="18" charset="0"/>
              </a:rPr>
              <a:t>Bộ lọc, van điều chỉnh áp suất, bộ tra dầu</a:t>
            </a:r>
            <a:endParaRPr lang="vi-VN" altLang="ko-KR" sz="900">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Van điều chỉnh áp suất, bộ tra dầu</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Van điều chỉnh áp suất, bộ lọc</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11. </a:t>
            </a:r>
            <a:r>
              <a:rPr lang="en-US" altLang="ko-KR" sz="900" smtClean="0">
                <a:latin typeface="Times New Roman" pitchFamily="18" charset="0"/>
                <a:ea typeface="돋움" pitchFamily="50" charset="-127"/>
                <a:cs typeface="Times New Roman" pitchFamily="18" charset="0"/>
              </a:rPr>
              <a:t>Đâu không phải </a:t>
            </a:r>
            <a:r>
              <a:rPr lang="en-US" altLang="ko-KR" sz="900">
                <a:latin typeface="Times New Roman" pitchFamily="18" charset="0"/>
                <a:ea typeface="돋움" pitchFamily="50" charset="-127"/>
                <a:cs typeface="Times New Roman" pitchFamily="18" charset="0"/>
              </a:rPr>
              <a:t>t</a:t>
            </a:r>
            <a:r>
              <a:rPr lang="vi-VN" altLang="ko-KR" sz="900" smtClean="0">
                <a:latin typeface="Times New Roman" pitchFamily="18" charset="0"/>
                <a:ea typeface="돋움" pitchFamily="50" charset="-127"/>
                <a:cs typeface="Times New Roman" pitchFamily="18" charset="0"/>
              </a:rPr>
              <a:t>ính </a:t>
            </a:r>
            <a:r>
              <a:rPr lang="vi-VN" altLang="ko-KR" sz="900">
                <a:latin typeface="Times New Roman" pitchFamily="18" charset="0"/>
                <a:ea typeface="돋움" pitchFamily="50" charset="-127"/>
                <a:cs typeface="Times New Roman" pitchFamily="18" charset="0"/>
              </a:rPr>
              <a:t>năng của counter?</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anose="02020603050405020304" pitchFamily="18" charset="0"/>
                <a:cs typeface="Times New Roman" panose="02020603050405020304" pitchFamily="18" charset="0"/>
              </a:rPr>
              <a:t>Preset </a:t>
            </a:r>
            <a:r>
              <a:rPr lang="en-US" altLang="ko-KR" sz="900" smtClean="0">
                <a:solidFill>
                  <a:srgbClr val="C00000"/>
                </a:solidFill>
                <a:latin typeface="Times New Roman" pitchFamily="18" charset="0"/>
                <a:ea typeface="돋움" pitchFamily="50" charset="-127"/>
                <a:cs typeface="Times New Roman" pitchFamily="18" charset="0"/>
              </a:rPr>
              <a:t>      ② Delay  </a:t>
            </a:r>
            <a:r>
              <a:rPr lang="en-US" altLang="ko-KR" sz="900" smtClean="0">
                <a:latin typeface="Times New Roman" pitchFamily="18" charset="0"/>
                <a:ea typeface="돋움" pitchFamily="50" charset="-127"/>
                <a:cs typeface="Times New Roman" pitchFamily="18" charset="0"/>
              </a:rPr>
              <a:t>     ③ </a:t>
            </a:r>
            <a:r>
              <a:rPr lang="en-US" altLang="ko-KR" sz="900" smtClean="0">
                <a:latin typeface="Times New Roman" panose="02020603050405020304" pitchFamily="18" charset="0"/>
                <a:cs typeface="Times New Roman" panose="02020603050405020304" pitchFamily="18" charset="0"/>
              </a:rPr>
              <a:t>Sắp xếp</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④ </a:t>
            </a:r>
            <a:r>
              <a:rPr lang="en-US" altLang="ko-KR" sz="900" smtClean="0">
                <a:latin typeface="Times New Roman" panose="02020603050405020304" pitchFamily="18" charset="0"/>
                <a:cs typeface="Times New Roman" panose="02020603050405020304" pitchFamily="18" charset="0"/>
              </a:rPr>
              <a:t>Freescale</a:t>
            </a:r>
            <a:endParaRPr lang="vi-VN" altLang="ko-KR" sz="900">
              <a:latin typeface="Times New Roman" pitchFamily="18" charset="0"/>
              <a:ea typeface="돋움" pitchFamily="50" charset="-127"/>
              <a:cs typeface="Times New Roman" pitchFamily="18" charset="0"/>
            </a:endParaRPr>
          </a:p>
        </p:txBody>
      </p:sp>
      <p:sp>
        <p:nvSpPr>
          <p:cNvPr id="2053" name="Rectangle 4"/>
          <p:cNvSpPr>
            <a:spLocks noChangeArrowheads="1"/>
          </p:cNvSpPr>
          <p:nvPr/>
        </p:nvSpPr>
        <p:spPr bwMode="auto">
          <a:xfrm>
            <a:off x="3429000" y="716574"/>
            <a:ext cx="3124200" cy="830873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12</a:t>
            </a:r>
            <a:r>
              <a:rPr lang="vi-VN" altLang="ko-KR" sz="900">
                <a:latin typeface="Times New Roman" pitchFamily="18" charset="0"/>
                <a:ea typeface="돋움" pitchFamily="50" charset="-127"/>
                <a:cs typeface="Times New Roman" pitchFamily="18" charset="0"/>
              </a:rPr>
              <a:t>. Thước thăm dò là dụng </a:t>
            </a:r>
            <a:r>
              <a:rPr lang="vi-VN" altLang="ko-KR" sz="900" smtClean="0">
                <a:latin typeface="Times New Roman" pitchFamily="18" charset="0"/>
                <a:ea typeface="돋움" pitchFamily="50" charset="-127"/>
                <a:cs typeface="Times New Roman" pitchFamily="18" charset="0"/>
              </a:rPr>
              <a:t>cụ</a:t>
            </a:r>
            <a:r>
              <a:rPr lang="en-US" altLang="ko-KR" sz="900" smtClean="0">
                <a:latin typeface="Times New Roman" pitchFamily="18" charset="0"/>
                <a:ea typeface="돋움" pitchFamily="50" charset="-127"/>
                <a:cs typeface="Times New Roman" pitchFamily="18" charset="0"/>
              </a:rPr>
              <a:t> dùng để làm</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gì</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en-US" altLang="ko-KR" sz="900">
                <a:solidFill>
                  <a:srgbClr val="000000"/>
                </a:solidFill>
                <a:latin typeface="Times New Roman" panose="02020603050405020304" pitchFamily="18" charset="0"/>
                <a:cs typeface="Times New Roman" panose="02020603050405020304" pitchFamily="18" charset="0"/>
              </a:rPr>
              <a:t>Là công cụ đo kheo hở </a:t>
            </a:r>
            <a:r>
              <a:rPr lang="en-US" altLang="ko-KR" sz="900" smtClean="0">
                <a:solidFill>
                  <a:srgbClr val="000000"/>
                </a:solidFill>
                <a:latin typeface="Times New Roman" panose="02020603050405020304" pitchFamily="18" charset="0"/>
                <a:cs typeface="Times New Roman" panose="02020603050405020304" pitchFamily="18" charset="0"/>
              </a:rPr>
              <a:t>hẹp</a:t>
            </a: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anose="02020603050405020304" pitchFamily="18" charset="0"/>
                <a:cs typeface="Times New Roman" panose="02020603050405020304" pitchFamily="18" charset="0"/>
              </a:rPr>
              <a:t>Dùng đo </a:t>
            </a:r>
            <a:r>
              <a:rPr lang="en-US" altLang="ko-KR" sz="900">
                <a:latin typeface="Times New Roman" panose="02020603050405020304" pitchFamily="18" charset="0"/>
                <a:cs typeface="Times New Roman" panose="02020603050405020304" pitchFamily="18" charset="0"/>
              </a:rPr>
              <a:t>kích thước vòng trong, vòng ngoài của phụ tùng </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③ </a:t>
            </a:r>
            <a:r>
              <a:rPr lang="en-US" altLang="ko-KR" sz="900" smtClean="0">
                <a:solidFill>
                  <a:srgbClr val="C00000"/>
                </a:solidFill>
                <a:latin typeface="Times New Roman" panose="02020603050405020304" pitchFamily="18" charset="0"/>
                <a:cs typeface="Times New Roman" panose="02020603050405020304" pitchFamily="18" charset="0"/>
              </a:rPr>
              <a:t>Sử </a:t>
            </a:r>
            <a:r>
              <a:rPr lang="en-US" altLang="ko-KR" sz="900">
                <a:solidFill>
                  <a:srgbClr val="C00000"/>
                </a:solidFill>
                <a:latin typeface="Times New Roman" panose="02020603050405020304" pitchFamily="18" charset="0"/>
                <a:cs typeface="Times New Roman" panose="02020603050405020304" pitchFamily="18" charset="0"/>
              </a:rPr>
              <a:t>dụng khi điều chỉnh vị trí khi lắp đặt 2 phụ tùng nào </a:t>
            </a:r>
            <a:r>
              <a:rPr lang="en-US" altLang="ko-KR" sz="900" smtClean="0">
                <a:solidFill>
                  <a:srgbClr val="C00000"/>
                </a:solidFill>
                <a:latin typeface="Times New Roman" panose="02020603050405020304" pitchFamily="18" charset="0"/>
                <a:cs typeface="Times New Roman" panose="02020603050405020304" pitchFamily="18" charset="0"/>
              </a:rPr>
              <a:t>đó</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a:t>
            </a:r>
            <a:r>
              <a:rPr lang="en-US" altLang="ko-KR" sz="900" smtClean="0">
                <a:latin typeface="Times New Roman" panose="02020603050405020304" pitchFamily="18" charset="0"/>
                <a:cs typeface="Times New Roman" panose="02020603050405020304" pitchFamily="18" charset="0"/>
              </a:rPr>
              <a:t>Dùng đo </a:t>
            </a:r>
            <a:r>
              <a:rPr lang="en-US" altLang="ko-KR" sz="900">
                <a:latin typeface="Times New Roman" panose="02020603050405020304" pitchFamily="18" charset="0"/>
                <a:cs typeface="Times New Roman" panose="02020603050405020304" pitchFamily="18" charset="0"/>
              </a:rPr>
              <a:t>kích thước vòng ngoài của phụ </a:t>
            </a:r>
            <a:r>
              <a:rPr lang="en-US" altLang="ko-KR" sz="900" smtClean="0">
                <a:latin typeface="Times New Roman" panose="02020603050405020304" pitchFamily="18" charset="0"/>
                <a:cs typeface="Times New Roman" panose="02020603050405020304" pitchFamily="18" charset="0"/>
              </a:rPr>
              <a:t>tùng</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13. </a:t>
            </a:r>
            <a:r>
              <a:rPr lang="en-US" altLang="ko-KR" sz="900">
                <a:latin typeface="Times New Roman" pitchFamily="18" charset="0"/>
                <a:ea typeface="돋움" pitchFamily="50" charset="-127"/>
                <a:cs typeface="Times New Roman" pitchFamily="18" charset="0"/>
              </a:rPr>
              <a:t>Góc tiếp xúc tiêu chuẩn của Ball của hệ thống </a:t>
            </a:r>
            <a:r>
              <a:rPr lang="en-US" altLang="ko-KR" sz="900" smtClean="0">
                <a:latin typeface="Times New Roman" pitchFamily="18" charset="0"/>
                <a:ea typeface="돋움" pitchFamily="50" charset="-127"/>
                <a:cs typeface="Times New Roman" pitchFamily="18" charset="0"/>
              </a:rPr>
              <a:t>LM Guide là bao nhiêu độ</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15º</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② 30º</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③ 90º</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④ </a:t>
            </a:r>
            <a:r>
              <a:rPr lang="en-US" altLang="ko-KR" sz="900" smtClean="0">
                <a:solidFill>
                  <a:srgbClr val="C00000"/>
                </a:solidFill>
                <a:latin typeface="Times New Roman" pitchFamily="18" charset="0"/>
                <a:ea typeface="돋움" pitchFamily="50" charset="-127"/>
                <a:cs typeface="Times New Roman" pitchFamily="18" charset="0"/>
              </a:rPr>
              <a:t>45º</a:t>
            </a:r>
            <a:endParaRPr lang="en-US" altLang="ko-KR" sz="900">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14. Tác dụng nào của bôi trơn là tác dụng ngăn sự hút các </a:t>
            </a:r>
            <a:r>
              <a:rPr lang="vi-VN" altLang="ko-KR" sz="900" smtClean="0">
                <a:latin typeface="Times New Roman" pitchFamily="18" charset="0"/>
                <a:ea typeface="돋움" pitchFamily="50" charset="-127"/>
                <a:cs typeface="Times New Roman" pitchFamily="18" charset="0"/>
              </a:rPr>
              <a:t>tạp</a:t>
            </a:r>
            <a:r>
              <a:rPr lang="en-US"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 chất như nước hoặc bụi giúp tăng chức năng của lực cấu thành màng lọc dầu</a:t>
            </a:r>
            <a:r>
              <a:rPr lang="vi-VN" altLang="ko-KR" sz="900" smtClean="0">
                <a:latin typeface="Times New Roman" pitchFamily="18" charset="0"/>
                <a:ea typeface="돋움" pitchFamily="50" charset="-127"/>
                <a:cs typeface="Times New Roman" pitchFamily="18" charset="0"/>
              </a:rPr>
              <a:t>?</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① </a:t>
            </a:r>
            <a:r>
              <a:rPr lang="en-US" altLang="ko-KR" sz="900" smtClean="0">
                <a:latin typeface="Times New Roman" pitchFamily="18" charset="0"/>
                <a:ea typeface="돋움" pitchFamily="50" charset="-127"/>
                <a:cs typeface="Times New Roman" pitchFamily="18" charset="0"/>
              </a:rPr>
              <a:t>Làm sạch</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② Niêm phong</a:t>
            </a:r>
            <a:endParaRPr lang="en-US" altLang="ko-KR" sz="900">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③ </a:t>
            </a:r>
            <a:r>
              <a:rPr lang="en-US" altLang="ko-KR" sz="900" smtClean="0">
                <a:latin typeface="Times New Roman" pitchFamily="18" charset="0"/>
                <a:ea typeface="돋움" pitchFamily="50" charset="-127"/>
                <a:cs typeface="Times New Roman" pitchFamily="18" charset="0"/>
              </a:rPr>
              <a:t>Phân tán tải trọng</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en-US" altLang="ko-KR" sz="900">
                <a:latin typeface="Times New Roman" pitchFamily="18" charset="0"/>
                <a:ea typeface="돋움" pitchFamily="50" charset="-127"/>
                <a:cs typeface="Times New Roman" pitchFamily="18" charset="0"/>
              </a:rPr>
              <a:t>④ </a:t>
            </a:r>
            <a:r>
              <a:rPr lang="en-US" altLang="ko-KR" sz="900" smtClean="0">
                <a:latin typeface="Times New Roman" pitchFamily="18" charset="0"/>
                <a:ea typeface="돋움" pitchFamily="50" charset="-127"/>
                <a:cs typeface="Times New Roman" pitchFamily="18" charset="0"/>
              </a:rPr>
              <a:t>Giảm mài mòn</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15. Dầu được sử dụng với mục đích là dầu máy  (</a:t>
            </a:r>
            <a:r>
              <a:rPr lang="vi-VN" altLang="ko-KR" sz="900" smtClean="0">
                <a:latin typeface="Times New Roman" pitchFamily="18" charset="0"/>
                <a:ea typeface="돋움" pitchFamily="50" charset="-127"/>
                <a:cs typeface="Times New Roman" pitchFamily="18" charset="0"/>
              </a:rPr>
              <a:t>Spi</a:t>
            </a:r>
            <a:r>
              <a:rPr lang="en-US" altLang="ko-KR" sz="900" smtClean="0">
                <a:latin typeface="Times New Roman" pitchFamily="18" charset="0"/>
                <a:ea typeface="돋움" pitchFamily="50" charset="-127"/>
                <a:cs typeface="Times New Roman" pitchFamily="18" charset="0"/>
              </a:rPr>
              <a:t>n</a:t>
            </a:r>
            <a:r>
              <a:rPr lang="vi-VN" altLang="ko-KR" sz="900" smtClean="0">
                <a:latin typeface="Times New Roman" pitchFamily="18" charset="0"/>
                <a:ea typeface="돋움" pitchFamily="50" charset="-127"/>
                <a:cs typeface="Times New Roman" pitchFamily="18" charset="0"/>
              </a:rPr>
              <a:t>dle </a:t>
            </a:r>
            <a:r>
              <a:rPr lang="vi-VN" altLang="ko-KR" sz="900">
                <a:latin typeface="Times New Roman" pitchFamily="18" charset="0"/>
                <a:ea typeface="돋움" pitchFamily="50" charset="-127"/>
                <a:cs typeface="Times New Roman" pitchFamily="18" charset="0"/>
              </a:rPr>
              <a:t>oil</a:t>
            </a:r>
            <a:r>
              <a:rPr lang="vi-VN" altLang="ko-KR" sz="900" smtClean="0">
                <a:latin typeface="Times New Roman" pitchFamily="18" charset="0"/>
                <a:ea typeface="돋움" pitchFamily="50" charset="-127"/>
                <a:cs typeface="Times New Roman" pitchFamily="18" charset="0"/>
              </a:rPr>
              <a:t>)?</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① </a:t>
            </a:r>
            <a:r>
              <a:rPr lang="vi-VN" altLang="ko-KR" sz="900" smtClean="0">
                <a:latin typeface="Times New Roman" pitchFamily="18" charset="0"/>
                <a:ea typeface="돋움" pitchFamily="50" charset="-127"/>
                <a:cs typeface="Times New Roman" pitchFamily="18" charset="0"/>
              </a:rPr>
              <a:t>D</a:t>
            </a:r>
            <a:r>
              <a:rPr lang="en-US" altLang="ko-KR" sz="900" smtClean="0">
                <a:latin typeface="Times New Roman" pitchFamily="18" charset="0"/>
                <a:ea typeface="돋움" pitchFamily="50" charset="-127"/>
                <a:cs typeface="Times New Roman" pitchFamily="18" charset="0"/>
              </a:rPr>
              <a:t>ầu khoáng</a:t>
            </a: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② Dầu béo</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③ </a:t>
            </a:r>
            <a:r>
              <a:rPr lang="en-US" altLang="ko-KR" sz="900" smtClean="0">
                <a:solidFill>
                  <a:srgbClr val="C00000"/>
                </a:solidFill>
                <a:latin typeface="Times New Roman" pitchFamily="18" charset="0"/>
                <a:ea typeface="돋움" pitchFamily="50" charset="-127"/>
                <a:cs typeface="Times New Roman" pitchFamily="18" charset="0"/>
              </a:rPr>
              <a:t>Dầu hỗn hợp (</a:t>
            </a:r>
            <a:r>
              <a:rPr lang="en-US" altLang="ko-KR" sz="900">
                <a:solidFill>
                  <a:srgbClr val="C00000"/>
                </a:solidFill>
                <a:latin typeface="Times New Roman" pitchFamily="18" charset="0"/>
                <a:ea typeface="돋움" pitchFamily="50" charset="-127"/>
                <a:cs typeface="Times New Roman" pitchFamily="18" charset="0"/>
              </a:rPr>
              <a:t>Compounded Lubricating Oil)</a:t>
            </a:r>
          </a:p>
          <a:p>
            <a:pPr eaLnBrk="1" hangingPunct="1">
              <a:spcBef>
                <a:spcPct val="0"/>
              </a:spcBef>
              <a:buFontTx/>
              <a:buNone/>
            </a:pPr>
            <a:r>
              <a:rPr lang="en-US" altLang="ko-KR" sz="900">
                <a:latin typeface="Times New Roman" pitchFamily="18" charset="0"/>
                <a:ea typeface="돋움" pitchFamily="50" charset="-127"/>
                <a:cs typeface="Times New Roman" pitchFamily="18" charset="0"/>
              </a:rPr>
              <a:t>  ④ </a:t>
            </a:r>
            <a:r>
              <a:rPr lang="en-US" altLang="ko-KR" sz="900" smtClean="0">
                <a:latin typeface="Times New Roman" pitchFamily="18" charset="0"/>
                <a:ea typeface="돋움" pitchFamily="50" charset="-127"/>
                <a:cs typeface="Times New Roman" pitchFamily="18" charset="0"/>
              </a:rPr>
              <a:t>Dầu tổng hợp </a:t>
            </a:r>
            <a:r>
              <a:rPr lang="en-US" altLang="ko-KR" sz="900">
                <a:latin typeface="Times New Roman" pitchFamily="18" charset="0"/>
                <a:ea typeface="돋움" pitchFamily="50" charset="-127"/>
                <a:cs typeface="Times New Roman" pitchFamily="18" charset="0"/>
              </a:rPr>
              <a:t>(Synthetic milk)</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16. </a:t>
            </a:r>
            <a:r>
              <a:rPr lang="vi-VN" altLang="ko-KR" sz="900" smtClean="0">
                <a:latin typeface="Times New Roman" pitchFamily="18" charset="0"/>
                <a:ea typeface="돋움" pitchFamily="50" charset="-127"/>
                <a:cs typeface="Times New Roman" pitchFamily="18" charset="0"/>
              </a:rPr>
              <a:t>Đ</a:t>
            </a:r>
            <a:r>
              <a:rPr lang="en-US" altLang="ko-KR" sz="900" smtClean="0">
                <a:latin typeface="Times New Roman" pitchFamily="18" charset="0"/>
                <a:ea typeface="돋움" pitchFamily="50" charset="-127"/>
                <a:cs typeface="Times New Roman" pitchFamily="18" charset="0"/>
              </a:rPr>
              <a:t>áp án sai về đ</a:t>
            </a:r>
            <a:r>
              <a:rPr lang="vi-VN" altLang="ko-KR" sz="900" smtClean="0">
                <a:latin typeface="Times New Roman" pitchFamily="18" charset="0"/>
                <a:ea typeface="돋움" pitchFamily="50" charset="-127"/>
                <a:cs typeface="Times New Roman" pitchFamily="18" charset="0"/>
              </a:rPr>
              <a:t>ặc </a:t>
            </a:r>
            <a:r>
              <a:rPr lang="vi-VN" altLang="ko-KR" sz="900">
                <a:latin typeface="Times New Roman" pitchFamily="18" charset="0"/>
                <a:ea typeface="돋움" pitchFamily="50" charset="-127"/>
                <a:cs typeface="Times New Roman" pitchFamily="18" charset="0"/>
              </a:rPr>
              <a:t>tính của Timing Belt?</a:t>
            </a:r>
            <a:r>
              <a:rPr lang="en-US" altLang="ko-KR" sz="900" smtClean="0">
                <a:latin typeface="Times New Roman" pitchFamily="18" charset="0"/>
                <a:ea typeface="돋움" pitchFamily="50" charset="-127"/>
                <a:cs typeface="Times New Roman" pitchFamily="18" charset="0"/>
              </a:rPr>
              <a:t> </a:t>
            </a:r>
            <a:endParaRPr lang="en-US"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① </a:t>
            </a:r>
            <a:r>
              <a:rPr lang="en-US" altLang="ko-KR" sz="900">
                <a:latin typeface="Times New Roman" panose="02020603050405020304" pitchFamily="18" charset="0"/>
                <a:cs typeface="Times New Roman" panose="02020603050405020304" pitchFamily="18" charset="0"/>
              </a:rPr>
              <a:t>Truyền động chính xác, không trượt(slip</a:t>
            </a:r>
            <a:r>
              <a:rPr lang="en-US" altLang="ko-KR" sz="900" smtClean="0">
                <a:latin typeface="Times New Roman" panose="02020603050405020304" pitchFamily="18" charset="0"/>
                <a:cs typeface="Times New Roman" panose="02020603050405020304" pitchFamily="18" charset="0"/>
              </a:rPr>
              <a:t>)</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② </a:t>
            </a:r>
            <a:r>
              <a:rPr lang="en-US" altLang="ko-KR" sz="900">
                <a:latin typeface="Times New Roman" panose="02020603050405020304" pitchFamily="18" charset="0"/>
                <a:cs typeface="Times New Roman" panose="02020603050405020304" pitchFamily="18" charset="0"/>
              </a:rPr>
              <a:t>Bảo quản sửa chữa đơn giản</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a:latin typeface="Times New Roman" panose="02020603050405020304" pitchFamily="18" charset="0"/>
                <a:cs typeface="Times New Roman" panose="02020603050405020304" pitchFamily="18" charset="0"/>
              </a:rPr>
              <a:t>Truyền tải trên phạm vi rộng</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en-US" altLang="ko-KR" sz="900">
                <a:solidFill>
                  <a:srgbClr val="C00000"/>
                </a:solidFill>
                <a:latin typeface="Times New Roman" pitchFamily="18" charset="0"/>
                <a:ea typeface="돋움" pitchFamily="50" charset="-127"/>
                <a:cs typeface="Times New Roman" pitchFamily="18" charset="0"/>
              </a:rPr>
              <a:t>  ④ </a:t>
            </a:r>
            <a:r>
              <a:rPr lang="en-US" altLang="ko-KR" sz="900">
                <a:solidFill>
                  <a:srgbClr val="C00000"/>
                </a:solidFill>
                <a:latin typeface="Times New Roman" panose="02020603050405020304" pitchFamily="18" charset="0"/>
                <a:cs typeface="Times New Roman" panose="02020603050405020304" pitchFamily="18" charset="0"/>
              </a:rPr>
              <a:t>Yêu cầu lực kéo khởi động cao, hiệu suất cao</a:t>
            </a:r>
          </a:p>
          <a:p>
            <a:pPr eaLnBrk="1" hangingPunct="1">
              <a:spcBef>
                <a:spcPct val="0"/>
              </a:spcBef>
              <a:buFontTx/>
              <a:buNone/>
            </a:pPr>
            <a:endParaRPr lang="en-US" altLang="ko-KR" sz="900">
              <a:solidFill>
                <a:srgbClr val="FF0000"/>
              </a:solidFill>
              <a:latin typeface="Times New Roman" panose="02020603050405020304" pitchFamily="18" charset="0"/>
              <a:ea typeface="돋움" pitchFamily="50" charset="-127"/>
              <a:cs typeface="Times New Roman" panose="02020603050405020304"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1</a:t>
            </a:r>
            <a:r>
              <a:rPr lang="en-US" altLang="ko-KR" sz="900" smtClean="0">
                <a:latin typeface="Times New Roman" pitchFamily="18" charset="0"/>
                <a:ea typeface="돋움" pitchFamily="50" charset="-127"/>
                <a:cs typeface="Times New Roman" pitchFamily="18" charset="0"/>
              </a:rPr>
              <a:t>7</a:t>
            </a:r>
            <a:r>
              <a:rPr lang="vi-VN" altLang="ko-KR" sz="900" smtClean="0">
                <a:latin typeface="Times New Roman" pitchFamily="18" charset="0"/>
                <a:ea typeface="돋움" pitchFamily="50" charset="-127"/>
                <a:cs typeface="Times New Roman" pitchFamily="18" charset="0"/>
              </a:rPr>
              <a:t>. Tên </a:t>
            </a:r>
            <a:r>
              <a:rPr lang="vi-VN" altLang="ko-KR" sz="900">
                <a:latin typeface="Times New Roman" pitchFamily="18" charset="0"/>
                <a:ea typeface="돋움" pitchFamily="50" charset="-127"/>
                <a:cs typeface="Times New Roman" pitchFamily="18" charset="0"/>
              </a:rPr>
              <a:t>gọi của bearing nhận tải trọng theo hướng trục </a:t>
            </a:r>
            <a:r>
              <a:rPr lang="vi-VN" altLang="ko-KR" sz="900" smtClean="0">
                <a:latin typeface="Times New Roman" pitchFamily="18" charset="0"/>
                <a:ea typeface="돋움" pitchFamily="50" charset="-127"/>
                <a:cs typeface="Times New Roman" pitchFamily="18" charset="0"/>
              </a:rPr>
              <a:t>dọc</a:t>
            </a:r>
            <a:r>
              <a:rPr lang="en-US"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eaLnBrk="1" hangingPunct="1">
              <a:spcBef>
                <a:spcPct val="0"/>
              </a:spcBef>
              <a:buNone/>
            </a:pPr>
            <a:r>
              <a:rPr lang="vi-VN" altLang="ko-KR" sz="900">
                <a:latin typeface="Times New Roman" pitchFamily="18" charset="0"/>
                <a:ea typeface="돋움" pitchFamily="50" charset="-127"/>
                <a:cs typeface="Times New Roman" pitchFamily="18" charset="0"/>
              </a:rPr>
              <a:t>  ① </a:t>
            </a:r>
            <a:r>
              <a:rPr lang="en-US" altLang="ko-KR" sz="900" smtClean="0">
                <a:latin typeface="Times New Roman" panose="02020603050405020304" pitchFamily="18" charset="0"/>
                <a:cs typeface="Times New Roman" panose="02020603050405020304" pitchFamily="18" charset="0"/>
              </a:rPr>
              <a:t>Radial bearing</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en-US" altLang="ko-KR" sz="900" smtClean="0">
                <a:latin typeface="Times New Roman" pitchFamily="18" charset="0"/>
                <a:ea typeface="돋움" pitchFamily="50" charset="-127"/>
                <a:cs typeface="Times New Roman" pitchFamily="18" charset="0"/>
              </a:rPr>
              <a:t> </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② </a:t>
            </a:r>
            <a:r>
              <a:rPr lang="en-US" altLang="ko-KR" sz="900" smtClean="0">
                <a:latin typeface="Times New Roman" panose="02020603050405020304" pitchFamily="18" charset="0"/>
                <a:cs typeface="Times New Roman" panose="02020603050405020304" pitchFamily="18" charset="0"/>
              </a:rPr>
              <a:t>Bearing tổng hợp</a:t>
            </a:r>
            <a:endParaRPr lang="vi-VN" altLang="ko-KR" sz="900">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  ③ </a:t>
            </a:r>
            <a:r>
              <a:rPr lang="en-US" altLang="ko-KR" sz="900" smtClean="0">
                <a:latin typeface="Times New Roman" panose="02020603050405020304" pitchFamily="18" charset="0"/>
                <a:cs typeface="Times New Roman" panose="02020603050405020304" pitchFamily="18" charset="0"/>
              </a:rPr>
              <a:t>Radial roller bearing</a:t>
            </a:r>
            <a:r>
              <a:rPr lang="en-US" altLang="ko-KR" sz="900" smtClean="0">
                <a:latin typeface="Times New Roman" pitchFamily="18" charset="0"/>
                <a:ea typeface="돋움" pitchFamily="50" charset="-127"/>
                <a:cs typeface="Times New Roman" pitchFamily="18" charset="0"/>
              </a:rPr>
              <a:t>     </a:t>
            </a:r>
            <a:r>
              <a:rPr lang="en-US" altLang="ko-KR" sz="900" smtClean="0">
                <a:solidFill>
                  <a:srgbClr val="C00000"/>
                </a:solidFill>
                <a:latin typeface="Times New Roman" pitchFamily="18" charset="0"/>
                <a:ea typeface="돋움" pitchFamily="50" charset="-127"/>
                <a:cs typeface="Times New Roman" pitchFamily="18" charset="0"/>
              </a:rPr>
              <a:t>  </a:t>
            </a:r>
            <a:r>
              <a:rPr lang="en-US" altLang="ko-KR" sz="900">
                <a:solidFill>
                  <a:srgbClr val="C00000"/>
                </a:solidFill>
                <a:latin typeface="Times New Roman" pitchFamily="18" charset="0"/>
                <a:ea typeface="돋움" pitchFamily="50" charset="-127"/>
                <a:cs typeface="Times New Roman" pitchFamily="18" charset="0"/>
              </a:rPr>
              <a:t>④ </a:t>
            </a:r>
            <a:r>
              <a:rPr lang="en-US" altLang="ko-KR" sz="900">
                <a:solidFill>
                  <a:srgbClr val="C00000"/>
                </a:solidFill>
                <a:latin typeface="Times New Roman" panose="02020603050405020304" pitchFamily="18" charset="0"/>
                <a:cs typeface="Times New Roman" panose="02020603050405020304" pitchFamily="18" charset="0"/>
              </a:rPr>
              <a:t>Thrust bearing</a:t>
            </a:r>
          </a:p>
          <a:p>
            <a:pPr eaLnBrk="1" hangingPunct="1">
              <a:spcBef>
                <a:spcPct val="0"/>
              </a:spcBef>
              <a:buFontTx/>
              <a:buNone/>
            </a:pPr>
            <a:endParaRPr lang="en-US" altLang="ko-KR" sz="900" smtClean="0">
              <a:solidFill>
                <a:srgbClr val="FF0000"/>
              </a:solidFill>
              <a:latin typeface="Times New Roman" panose="02020603050405020304" pitchFamily="18" charset="0"/>
              <a:cs typeface="Times New Roman" panose="02020603050405020304" pitchFamily="18" charset="0"/>
            </a:endParaRPr>
          </a:p>
          <a:p>
            <a:pPr>
              <a:buNone/>
              <a:defRPr/>
            </a:pPr>
            <a:r>
              <a:rPr lang="vi-VN" sz="900" smtClean="0">
                <a:latin typeface="Times New Roman" panose="02020603050405020304" pitchFamily="18" charset="0"/>
                <a:cs typeface="Times New Roman" panose="02020603050405020304" pitchFamily="18" charset="0"/>
              </a:rPr>
              <a:t>1</a:t>
            </a:r>
            <a:r>
              <a:rPr lang="en-US" sz="900" smtClean="0">
                <a:latin typeface="Times New Roman" panose="02020603050405020304" pitchFamily="18" charset="0"/>
                <a:cs typeface="Times New Roman" panose="02020603050405020304" pitchFamily="18" charset="0"/>
              </a:rPr>
              <a:t>8</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Phụ tùng nào giúp Ball không bị rơi ra ngay cả khi  tháo bỏ LM Block?</a:t>
            </a:r>
          </a:p>
          <a:p>
            <a:pPr>
              <a:buNone/>
              <a:defRPr/>
            </a:pPr>
            <a:r>
              <a:rPr lang="vi-VN" sz="900" smtClean="0">
                <a:solidFill>
                  <a:srgbClr val="C00000"/>
                </a:solidFill>
                <a:latin typeface="Times New Roman" panose="02020603050405020304" pitchFamily="18" charset="0"/>
                <a:cs typeface="Times New Roman" panose="02020603050405020304" pitchFamily="18" charset="0"/>
              </a:rPr>
              <a:t>① </a:t>
            </a:r>
            <a:r>
              <a:rPr lang="en-US" altLang="ko-KR" sz="900">
                <a:solidFill>
                  <a:srgbClr val="C00000"/>
                </a:solidFill>
                <a:latin typeface="Times New Roman" panose="02020603050405020304" pitchFamily="18" charset="0"/>
                <a:cs typeface="Times New Roman" panose="02020603050405020304" pitchFamily="18" charset="0"/>
              </a:rPr>
              <a:t>Base </a:t>
            </a:r>
            <a:r>
              <a:rPr lang="en-US" altLang="ko-KR" sz="900" smtClean="0">
                <a:solidFill>
                  <a:srgbClr val="C00000"/>
                </a:solidFill>
                <a:latin typeface="Times New Roman" pitchFamily="18" charset="0"/>
                <a:cs typeface="Times New Roman" pitchFamily="18" charset="0"/>
              </a:rPr>
              <a:t>Plate</a:t>
            </a:r>
            <a:r>
              <a:rPr lang="en-US" altLang="ko-KR" sz="900">
                <a:solidFill>
                  <a:srgbClr val="C00000"/>
                </a:solidFill>
                <a:latin typeface="Times New Roman" panose="02020603050405020304" pitchFamily="18" charset="0"/>
                <a:cs typeface="Times New Roman" panose="02020603050405020304" pitchFamily="18" charset="0"/>
              </a:rPr>
              <a:t> </a:t>
            </a:r>
            <a:r>
              <a:rPr lang="en-US" altLang="ko-KR" sz="900" smtClean="0">
                <a:solidFill>
                  <a:srgbClr val="C00000"/>
                </a:solidFill>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Inner Seal     </a:t>
            </a:r>
            <a:r>
              <a:rPr lang="vi-VN" sz="900" smtClean="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End Seal     ④ </a:t>
            </a:r>
            <a:r>
              <a:rPr lang="en-US" altLang="ko-KR" sz="900" smtClean="0">
                <a:latin typeface="Times New Roman" pitchFamily="18" charset="0"/>
                <a:cs typeface="Times New Roman" pitchFamily="18" charset="0"/>
              </a:rPr>
              <a:t>End Plate</a:t>
            </a:r>
            <a:endParaRPr lang="en-US" altLang="ko-KR" sz="900">
              <a:latin typeface="Times New Roman" pitchFamily="18" charset="0"/>
              <a:cs typeface="Times New Roman" pitchFamily="18" charset="0"/>
            </a:endParaRPr>
          </a:p>
          <a:p>
            <a:pPr>
              <a:buNone/>
              <a:defRPr/>
            </a:pPr>
            <a:endParaRPr lang="en-US" sz="900">
              <a:latin typeface="Times New Roman" pitchFamily="18" charset="0"/>
              <a:cs typeface="Times New Roman" pitchFamily="18" charset="0"/>
            </a:endParaRPr>
          </a:p>
          <a:p>
            <a:pPr>
              <a:buNone/>
              <a:defRPr/>
            </a:pPr>
            <a:r>
              <a:rPr lang="vi-VN" sz="900" smtClean="0">
                <a:latin typeface="Times New Roman" panose="02020603050405020304" pitchFamily="18" charset="0"/>
                <a:cs typeface="Times New Roman" panose="02020603050405020304" pitchFamily="18" charset="0"/>
              </a:rPr>
              <a:t>1</a:t>
            </a:r>
            <a:r>
              <a:rPr lang="en-US" sz="900" smtClean="0">
                <a:latin typeface="Times New Roman" panose="02020603050405020304" pitchFamily="18" charset="0"/>
                <a:cs typeface="Times New Roman" panose="02020603050405020304" pitchFamily="18" charset="0"/>
              </a:rPr>
              <a:t>9</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Grease  nào  có chất làm đặc làm từ urea, lấy dầu tổng </a:t>
            </a:r>
            <a:r>
              <a:rPr lang="vi-VN" sz="900" smtClean="0">
                <a:latin typeface="Times New Roman" panose="02020603050405020304" pitchFamily="18" charset="0"/>
                <a:cs typeface="Times New Roman" panose="02020603050405020304" pitchFamily="18" charset="0"/>
              </a:rPr>
              <a:t>hợp</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cao </a:t>
            </a:r>
            <a:r>
              <a:rPr lang="vi-VN" sz="900">
                <a:latin typeface="Times New Roman" panose="02020603050405020304" pitchFamily="18" charset="0"/>
                <a:cs typeface="Times New Roman" panose="02020603050405020304" pitchFamily="18" charset="0"/>
              </a:rPr>
              <a:t>cấp từ dầu gốc, có đặc tính dao động thấp nổi trội, </a:t>
            </a:r>
            <a:r>
              <a:rPr lang="vi-VN" sz="900" smtClean="0">
                <a:latin typeface="Times New Roman" panose="02020603050405020304" pitchFamily="18" charset="0"/>
                <a:cs typeface="Times New Roman" panose="02020603050405020304" pitchFamily="18" charset="0"/>
              </a:rPr>
              <a:t>chuyên</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sử dụng cho môi trường sạch??</a:t>
            </a:r>
          </a:p>
          <a:p>
            <a:pPr>
              <a:buNone/>
              <a:defRPr/>
            </a:pPr>
            <a:r>
              <a:rPr lang="en-US" sz="900" smtClean="0">
                <a:latin typeface="Times New Roman" panose="02020603050405020304" pitchFamily="18" charset="0"/>
                <a:cs typeface="Times New Roman" panose="02020603050405020304" pitchFamily="18" charset="0"/>
              </a:rPr>
              <a:t>① AFA         ② AFC       ③ AFB        </a:t>
            </a:r>
            <a:r>
              <a:rPr lang="en-US" sz="900" smtClean="0">
                <a:solidFill>
                  <a:srgbClr val="C00000"/>
                </a:solidFill>
                <a:latin typeface="Times New Roman" panose="02020603050405020304" pitchFamily="18" charset="0"/>
                <a:cs typeface="Times New Roman" panose="02020603050405020304" pitchFamily="18" charset="0"/>
              </a:rPr>
              <a:t>④ AFE</a:t>
            </a:r>
            <a:endParaRPr lang="en-US" sz="900">
              <a:solidFill>
                <a:srgbClr val="C00000"/>
              </a:solidFill>
              <a:latin typeface="Times New Roman" panose="02020603050405020304" pitchFamily="18" charset="0"/>
              <a:cs typeface="Times New Roman" panose="02020603050405020304" pitchFamily="18" charset="0"/>
            </a:endParaRPr>
          </a:p>
          <a:p>
            <a:pPr>
              <a:buNone/>
              <a:defRPr/>
            </a:pPr>
            <a:endParaRPr lang="en-US" sz="900">
              <a:latin typeface="Times New Roman" panose="02020603050405020304" pitchFamily="18" charset="0"/>
              <a:cs typeface="Times New Roman" panose="02020603050405020304" pitchFamily="18" charset="0"/>
            </a:endParaRPr>
          </a:p>
          <a:p>
            <a:pPr>
              <a:buNone/>
              <a:defRPr/>
            </a:pPr>
            <a:r>
              <a:rPr lang="en-US" sz="900" smtClean="0">
                <a:latin typeface="Times New Roman" panose="02020603050405020304" pitchFamily="18" charset="0"/>
                <a:cs typeface="Times New Roman" panose="02020603050405020304" pitchFamily="18" charset="0"/>
              </a:rPr>
              <a:t>20</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Không phải c</a:t>
            </a:r>
            <a:r>
              <a:rPr lang="vi-VN" sz="900" smtClean="0">
                <a:latin typeface="Times New Roman" panose="02020603050405020304" pitchFamily="18" charset="0"/>
                <a:cs typeface="Times New Roman" panose="02020603050405020304" pitchFamily="18" charset="0"/>
              </a:rPr>
              <a:t>ông </a:t>
            </a:r>
            <a:r>
              <a:rPr lang="vi-VN" sz="900">
                <a:latin typeface="Times New Roman" panose="02020603050405020304" pitchFamily="18" charset="0"/>
                <a:cs typeface="Times New Roman" panose="02020603050405020304" pitchFamily="18" charset="0"/>
              </a:rPr>
              <a:t>việc cơ bản của Technician trong bảo trì </a:t>
            </a:r>
            <a:r>
              <a:rPr lang="en-US" sz="900" smtClean="0">
                <a:latin typeface="Times New Roman" panose="02020603050405020304" pitchFamily="18" charset="0"/>
                <a:cs typeface="Times New Roman" panose="02020603050405020304" pitchFamily="18" charset="0"/>
              </a:rPr>
              <a:t> </a:t>
            </a:r>
            <a:r>
              <a:rPr lang="vi-VN" sz="900" smtClean="0">
                <a:latin typeface="Times New Roman" panose="02020603050405020304" pitchFamily="18" charset="0"/>
                <a:cs typeface="Times New Roman" panose="02020603050405020304" pitchFamily="18" charset="0"/>
              </a:rPr>
              <a:t>hàng ngà</a:t>
            </a:r>
            <a:r>
              <a:rPr lang="en-US" sz="900" smtClean="0">
                <a:latin typeface="Times New Roman" panose="02020603050405020304" pitchFamily="18" charset="0"/>
                <a:cs typeface="Times New Roman" panose="02020603050405020304" pitchFamily="18" charset="0"/>
              </a:rPr>
              <a:t>y</a:t>
            </a:r>
            <a:r>
              <a:rPr lang="vi-VN"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latinLnBrk="0">
              <a:buClr>
                <a:srgbClr val="C00000"/>
              </a:buClr>
              <a:buNone/>
            </a:pPr>
            <a:r>
              <a:rPr lang="en-US" sz="900">
                <a:latin typeface="Times New Roman" panose="02020603050405020304" pitchFamily="18" charset="0"/>
                <a:cs typeface="Times New Roman" panose="02020603050405020304" pitchFamily="18" charset="0"/>
              </a:rPr>
              <a:t>① </a:t>
            </a:r>
            <a:r>
              <a:rPr kumimoji="0" lang="en-US" altLang="ko-KR" sz="900">
                <a:solidFill>
                  <a:srgbClr val="000000"/>
                </a:solidFill>
                <a:latin typeface="Times New Roman" panose="02020603050405020304" pitchFamily="18" charset="0"/>
                <a:ea typeface="LG스마트체 Regular" panose="020B0600000101010101" pitchFamily="50" charset="-127"/>
                <a:cs typeface="Times New Roman" panose="02020603050405020304" pitchFamily="18" charset="0"/>
              </a:rPr>
              <a:t>Ổn định hóa chất lượng</a:t>
            </a:r>
            <a:r>
              <a:rPr kumimoji="0" lang="ko-KR" altLang="en-US" sz="900">
                <a:solidFill>
                  <a:srgbClr val="000000"/>
                </a:solidFill>
                <a:latin typeface="Times New Roman" panose="02020603050405020304" pitchFamily="18" charset="0"/>
                <a:ea typeface="LG스마트체 Regular" panose="020B0600000101010101" pitchFamily="50" charset="-127"/>
                <a:cs typeface="Times New Roman" panose="02020603050405020304" pitchFamily="18" charset="0"/>
              </a:rPr>
              <a:t> </a:t>
            </a:r>
            <a:r>
              <a:rPr kumimoji="0" lang="ko-KR" altLang="en-US" sz="900" smtClean="0">
                <a:solidFill>
                  <a:srgbClr val="000000"/>
                </a:solidFill>
                <a:latin typeface="Times New Roman" panose="02020603050405020304" pitchFamily="18" charset="0"/>
                <a:ea typeface="LG스마트체 Regular" panose="020B0600000101010101" pitchFamily="50" charset="-127"/>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② Ổn định hóa thiết bị</a:t>
            </a:r>
            <a:endParaRPr lang="en-US" sz="900">
              <a:latin typeface="Times New Roman" panose="02020603050405020304" pitchFamily="18" charset="0"/>
              <a:cs typeface="Times New Roman" panose="02020603050405020304" pitchFamily="18" charset="0"/>
            </a:endParaRPr>
          </a:p>
          <a:p>
            <a:pPr>
              <a:buNone/>
              <a:defRPr/>
            </a:pPr>
            <a:r>
              <a:rPr lang="en-US" sz="900">
                <a:latin typeface="Times New Roman" panose="02020603050405020304" pitchFamily="18" charset="0"/>
                <a:cs typeface="Times New Roman" panose="02020603050405020304" pitchFamily="18" charset="0"/>
              </a:rPr>
              <a:t>③ </a:t>
            </a:r>
            <a:r>
              <a:rPr lang="en-US" sz="900" smtClean="0">
                <a:latin typeface="Times New Roman" panose="02020603050405020304" pitchFamily="18" charset="0"/>
                <a:cs typeface="Times New Roman" panose="02020603050405020304" pitchFamily="18" charset="0"/>
              </a:rPr>
              <a:t>Thực hiện và ổn định hóa MC       </a:t>
            </a:r>
            <a:r>
              <a:rPr lang="en-US" sz="900" smtClean="0">
                <a:solidFill>
                  <a:srgbClr val="C00000"/>
                </a:solidFill>
                <a:latin typeface="Times New Roman" panose="02020603050405020304" pitchFamily="18" charset="0"/>
                <a:cs typeface="Times New Roman" panose="02020603050405020304" pitchFamily="18" charset="0"/>
              </a:rPr>
              <a:t>④ PM định kỳ</a:t>
            </a:r>
            <a:endParaRPr lang="en-US" sz="900">
              <a:solidFill>
                <a:srgbClr val="C00000"/>
              </a:solidFill>
              <a:latin typeface="Times New Roman" panose="02020603050405020304" pitchFamily="18" charset="0"/>
              <a:cs typeface="Times New Roman" panose="02020603050405020304" pitchFamily="18" charset="0"/>
            </a:endParaRPr>
          </a:p>
          <a:p>
            <a:pPr>
              <a:buNone/>
              <a:defRPr/>
            </a:pPr>
            <a:endParaRPr lang="en-US" sz="900">
              <a:latin typeface="Times New Roman" panose="02020603050405020304" pitchFamily="18" charset="0"/>
              <a:cs typeface="Times New Roman" panose="02020603050405020304" pitchFamily="18" charset="0"/>
            </a:endParaRPr>
          </a:p>
          <a:p>
            <a:pPr>
              <a:buNone/>
              <a:defRPr/>
            </a:pPr>
            <a:r>
              <a:rPr lang="en-US" sz="900" smtClean="0">
                <a:latin typeface="Times New Roman" panose="02020603050405020304" pitchFamily="18" charset="0"/>
                <a:cs typeface="Times New Roman" panose="02020603050405020304" pitchFamily="18" charset="0"/>
              </a:rPr>
              <a:t>21. </a:t>
            </a:r>
            <a:r>
              <a:rPr lang="vi-VN" sz="900">
                <a:latin typeface="Times New Roman" panose="02020603050405020304" pitchFamily="18" charset="0"/>
                <a:cs typeface="Times New Roman" panose="02020603050405020304" pitchFamily="18" charset="0"/>
              </a:rPr>
              <a:t>Tên của công đoạn dán POL và </a:t>
            </a:r>
            <a:r>
              <a:rPr lang="vi-VN" sz="900" smtClean="0">
                <a:latin typeface="Times New Roman" panose="02020603050405020304" pitchFamily="18" charset="0"/>
                <a:cs typeface="Times New Roman" panose="02020603050405020304" pitchFamily="18" charset="0"/>
              </a:rPr>
              <a:t>Panel</a:t>
            </a:r>
            <a:r>
              <a:rPr lang="en-US" sz="900" smtClean="0">
                <a:latin typeface="Times New Roman" panose="02020603050405020304" pitchFamily="18" charset="0"/>
                <a:cs typeface="Times New Roman" panose="02020603050405020304" pitchFamily="18" charset="0"/>
              </a:rPr>
              <a:t> ?</a:t>
            </a: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Dán POL và Panel           </a:t>
            </a:r>
            <a:r>
              <a:rPr lang="vi-VN" altLang="ko-KR" sz="900" smtClean="0">
                <a:solidFill>
                  <a:srgbClr val="C00000"/>
                </a:solidFill>
                <a:latin typeface="Times New Roman" pitchFamily="18" charset="0"/>
                <a:ea typeface="돋움" pitchFamily="50" charset="-127"/>
                <a:cs typeface="Times New Roman" pitchFamily="18" charset="0"/>
              </a:rPr>
              <a:t>② </a:t>
            </a:r>
            <a:r>
              <a:rPr lang="en-US" altLang="ko-KR" sz="900" smtClean="0">
                <a:solidFill>
                  <a:srgbClr val="C00000"/>
                </a:solidFill>
                <a:latin typeface="Times New Roman" pitchFamily="18" charset="0"/>
                <a:ea typeface="돋움" pitchFamily="50" charset="-127"/>
                <a:cs typeface="Times New Roman" pitchFamily="18" charset="0"/>
              </a:rPr>
              <a:t>Dán POL</a:t>
            </a:r>
            <a:endParaRPr lang="vi-VN" altLang="ko-KR" sz="900">
              <a:solidFill>
                <a:srgbClr val="C00000"/>
              </a:solidFill>
              <a:latin typeface="Times New Roman" pitchFamily="18" charset="0"/>
              <a:ea typeface="돋움" pitchFamily="50" charset="-127"/>
              <a:cs typeface="Times New Roman"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Dán Panel                        ④ Dán TAB</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a:p>
            <a:pPr>
              <a:buNone/>
              <a:defRPr/>
            </a:pPr>
            <a:r>
              <a:rPr lang="en-US" sz="900" smtClean="0">
                <a:latin typeface="Times New Roman" panose="02020603050405020304" pitchFamily="18" charset="0"/>
                <a:cs typeface="Times New Roman" panose="02020603050405020304" pitchFamily="18" charset="0"/>
              </a:rPr>
              <a:t>22. Không phải h</a:t>
            </a:r>
            <a:r>
              <a:rPr lang="vi-VN" sz="900" smtClean="0">
                <a:latin typeface="Times New Roman" panose="02020603050405020304" pitchFamily="18" charset="0"/>
                <a:cs typeface="Times New Roman" panose="02020603050405020304" pitchFamily="18" charset="0"/>
              </a:rPr>
              <a:t>ạng </a:t>
            </a:r>
            <a:r>
              <a:rPr lang="vi-VN" sz="900">
                <a:latin typeface="Times New Roman" panose="02020603050405020304" pitchFamily="18" charset="0"/>
                <a:cs typeface="Times New Roman" panose="02020603050405020304" pitchFamily="18" charset="0"/>
              </a:rPr>
              <a:t>mục tuân thủ cơ bản sau khi vào </a:t>
            </a:r>
            <a:r>
              <a:rPr lang="vi-VN" sz="900" smtClean="0">
                <a:latin typeface="Times New Roman" panose="02020603050405020304" pitchFamily="18" charset="0"/>
                <a:cs typeface="Times New Roman" panose="02020603050405020304" pitchFamily="18" charset="0"/>
              </a:rPr>
              <a:t>C</a:t>
            </a:r>
            <a:r>
              <a:rPr lang="en-US" sz="900" smtClean="0">
                <a:latin typeface="Times New Roman" panose="02020603050405020304" pitchFamily="18" charset="0"/>
                <a:cs typeface="Times New Roman" panose="02020603050405020304" pitchFamily="18" charset="0"/>
              </a:rPr>
              <a:t>/R?</a:t>
            </a:r>
            <a:endParaRPr lang="en-US" sz="900">
              <a:latin typeface="Times New Roman" panose="02020603050405020304" pitchFamily="18" charset="0"/>
              <a:cs typeface="Times New Roman" panose="02020603050405020304" pitchFamily="18" charset="0"/>
            </a:endParaRPr>
          </a:p>
          <a:p>
            <a:pPr eaLnBrk="1" hangingPunct="1">
              <a:spcBef>
                <a:spcPct val="0"/>
              </a:spcBef>
              <a:buFontTx/>
              <a:buNone/>
            </a:pPr>
            <a:r>
              <a:rPr lang="vi-VN" altLang="ko-KR" sz="900">
                <a:latin typeface="Times New Roman" pitchFamily="18" charset="0"/>
                <a:ea typeface="돋움" pitchFamily="50" charset="-127"/>
                <a:cs typeface="Times New Roman" pitchFamily="18" charset="0"/>
              </a:rPr>
              <a:t>① </a:t>
            </a:r>
            <a:r>
              <a:rPr lang="en-US" altLang="ko-KR" sz="900" smtClean="0">
                <a:latin typeface="Times New Roman" pitchFamily="18" charset="0"/>
                <a:ea typeface="돋움" pitchFamily="50" charset="-127"/>
                <a:cs typeface="Times New Roman" pitchFamily="18" charset="0"/>
              </a:rPr>
              <a:t>Không đùa nghịch trong Clean Rom</a:t>
            </a:r>
          </a:p>
          <a:p>
            <a:pPr eaLnBrk="1" hangingPunct="1">
              <a:spcBef>
                <a:spcPct val="0"/>
              </a:spcBef>
              <a:buFontTx/>
              <a:buNone/>
            </a:pPr>
            <a:r>
              <a:rPr lang="vi-VN" altLang="ko-KR" sz="900" smtClean="0">
                <a:solidFill>
                  <a:srgbClr val="C00000"/>
                </a:solidFill>
                <a:latin typeface="Times New Roman" pitchFamily="18" charset="0"/>
                <a:ea typeface="돋움" pitchFamily="50" charset="-127"/>
                <a:cs typeface="Times New Roman" pitchFamily="18" charset="0"/>
              </a:rPr>
              <a:t>② </a:t>
            </a:r>
            <a:r>
              <a:rPr kumimoji="0" lang="en-US" altLang="ko-KR" sz="900" smtClean="0">
                <a:solidFill>
                  <a:srgbClr val="C00000"/>
                </a:solidFill>
                <a:latin typeface="Times New Roman" panose="02020603050405020304" pitchFamily="18" charset="0"/>
                <a:ea typeface="LG스마트체 Regular" pitchFamily="50" charset="-127"/>
                <a:cs typeface="Times New Roman" panose="02020603050405020304" pitchFamily="18" charset="0"/>
              </a:rPr>
              <a:t>Không mang</a:t>
            </a:r>
            <a:r>
              <a:rPr kumimoji="0" lang="vi-VN" altLang="ko-KR" sz="900" smtClean="0">
                <a:solidFill>
                  <a:srgbClr val="C00000"/>
                </a:solidFill>
                <a:latin typeface="Times New Roman" panose="02020603050405020304" pitchFamily="18" charset="0"/>
                <a:ea typeface="LG스마트체 Regular" pitchFamily="50" charset="-127"/>
                <a:cs typeface="Times New Roman" panose="02020603050405020304" pitchFamily="18" charset="0"/>
              </a:rPr>
              <a:t> </a:t>
            </a:r>
            <a:r>
              <a:rPr kumimoji="0" lang="vi-VN" altLang="ko-KR" sz="900">
                <a:solidFill>
                  <a:srgbClr val="C00000"/>
                </a:solidFill>
                <a:latin typeface="Times New Roman" panose="02020603050405020304" pitchFamily="18" charset="0"/>
                <a:ea typeface="LG스마트체 Regular" pitchFamily="50" charset="-127"/>
                <a:cs typeface="Times New Roman" panose="02020603050405020304" pitchFamily="18" charset="0"/>
              </a:rPr>
              <a:t>găng tay/ giày chống bụi tại Clean Room </a:t>
            </a:r>
            <a:endParaRPr kumimoji="0" lang="en-US" altLang="ko-KR" sz="900" smtClean="0">
              <a:solidFill>
                <a:srgbClr val="C00000"/>
              </a:solidFill>
              <a:latin typeface="Times New Roman" panose="02020603050405020304" pitchFamily="18" charset="0"/>
              <a:ea typeface="LG스마트체 Regular" pitchFamily="50" charset="-127"/>
              <a:cs typeface="Times New Roman" panose="02020603050405020304" pitchFamily="18" charset="0"/>
            </a:endParaRPr>
          </a:p>
          <a:p>
            <a:pPr eaLnBrk="1" hangingPunct="1">
              <a:spcBef>
                <a:spcPct val="0"/>
              </a:spcBef>
              <a:buFontTx/>
              <a:buNone/>
            </a:pPr>
            <a:r>
              <a:rPr lang="vi-VN" altLang="ko-KR" sz="900" smtClean="0">
                <a:latin typeface="Times New Roman" pitchFamily="18" charset="0"/>
                <a:ea typeface="돋움" pitchFamily="50" charset="-127"/>
                <a:cs typeface="Times New Roman" pitchFamily="18" charset="0"/>
              </a:rPr>
              <a:t>③ </a:t>
            </a:r>
            <a:r>
              <a:rPr lang="en-US" altLang="ko-KR" sz="900" smtClean="0">
                <a:latin typeface="Times New Roman" pitchFamily="18" charset="0"/>
                <a:ea typeface="돋움" pitchFamily="50" charset="-127"/>
                <a:cs typeface="Times New Roman" pitchFamily="18" charset="0"/>
              </a:rPr>
              <a:t>Không ngồi lên sàn hay tựa vào thiết bị</a:t>
            </a:r>
          </a:p>
          <a:p>
            <a:pPr eaLnBrk="1" hangingPunct="1">
              <a:spcBef>
                <a:spcPct val="0"/>
              </a:spcBef>
              <a:buFontTx/>
              <a:buNone/>
            </a:pPr>
            <a:r>
              <a:rPr lang="en-US" altLang="ko-KR" sz="900" smtClean="0">
                <a:latin typeface="Times New Roman" pitchFamily="18" charset="0"/>
                <a:ea typeface="돋움" pitchFamily="50" charset="-127"/>
                <a:cs typeface="Times New Roman" pitchFamily="18" charset="0"/>
              </a:rPr>
              <a:t>④ Không mang đồ ăn vào Clean room</a:t>
            </a:r>
          </a:p>
          <a:p>
            <a:pPr eaLnBrk="1" hangingPunct="1">
              <a:spcBef>
                <a:spcPct val="0"/>
              </a:spcBef>
              <a:buFontTx/>
              <a:buNone/>
            </a:pPr>
            <a:endParaRPr lang="en-US" altLang="ko-KR" sz="900">
              <a:latin typeface="Times New Roman" pitchFamily="18" charset="0"/>
              <a:ea typeface="돋움" pitchFamily="50" charset="-127"/>
              <a:cs typeface="Times New Roman" pitchFamily="18" charset="0"/>
            </a:endParaRPr>
          </a:p>
        </p:txBody>
      </p:sp>
      <p:sp>
        <p:nvSpPr>
          <p:cNvPr id="2" name="TextBox 1"/>
          <p:cNvSpPr txBox="1"/>
          <p:nvPr/>
        </p:nvSpPr>
        <p:spPr>
          <a:xfrm>
            <a:off x="6604000" y="8892480"/>
            <a:ext cx="209376" cy="369332"/>
          </a:xfrm>
          <a:prstGeom prst="rect">
            <a:avLst/>
          </a:prstGeom>
          <a:noFill/>
        </p:spPr>
        <p:txBody>
          <a:bodyPr wrap="square" rtlCol="0">
            <a:spAutoFit/>
          </a:bodyPr>
          <a:lstStyle/>
          <a:p>
            <a:r>
              <a:rPr lang="en-US" smtClean="0">
                <a:latin typeface="Times New Roman" pitchFamily="18" charset="0"/>
                <a:cs typeface="Times New Roman" pitchFamily="18" charset="0"/>
              </a:rPr>
              <a:t>1</a:t>
            </a:r>
            <a:endParaRPr lang="en-US">
              <a:latin typeface="Times New Roman" pitchFamily="18" charset="0"/>
              <a:cs typeface="Times New Roman" pitchFamily="18" charset="0"/>
            </a:endParaRPr>
          </a:p>
        </p:txBody>
      </p:sp>
      <p:pic>
        <p:nvPicPr>
          <p:cNvPr id="1031"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9708" y="1791562"/>
            <a:ext cx="765076" cy="6207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4"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3432" y="2458322"/>
            <a:ext cx="771352" cy="6134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09021" y="2517846"/>
            <a:ext cx="771299" cy="5463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2"/>
          <p:cNvPicPr>
            <a:picLocks noChangeAspect="1" noChangeArrowheads="1"/>
          </p:cNvPicPr>
          <p:nvPr/>
        </p:nvPicPr>
        <p:blipFill rotWithShape="1">
          <a:blip r:embed="rId6">
            <a:extLst>
              <a:ext uri="{28A0092B-C50C-407E-A947-70E740481C1C}">
                <a14:useLocalDpi xmlns:a14="http://schemas.microsoft.com/office/drawing/2010/main" val="0"/>
              </a:ext>
            </a:extLst>
          </a:blip>
          <a:srcRect l="3723" t="4575" r="19217" b="10218"/>
          <a:stretch/>
        </p:blipFill>
        <p:spPr bwMode="auto">
          <a:xfrm>
            <a:off x="1996367" y="1754237"/>
            <a:ext cx="845849" cy="695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21748854"/>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07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p>
            <a:pPr>
              <a:buNone/>
              <a:defRPr/>
            </a:pPr>
            <a:r>
              <a:rPr lang="en-US" sz="900">
                <a:latin typeface="Times New Roman" panose="02020603050405020304" pitchFamily="18" charset="0"/>
                <a:cs typeface="Times New Roman" panose="02020603050405020304" pitchFamily="18" charset="0"/>
              </a:rPr>
              <a:t>23. </a:t>
            </a:r>
            <a:r>
              <a:rPr lang="vi-VN" sz="900">
                <a:latin typeface="Times New Roman" panose="02020603050405020304" pitchFamily="18" charset="0"/>
                <a:cs typeface="Times New Roman" panose="02020603050405020304" pitchFamily="18" charset="0"/>
              </a:rPr>
              <a:t>Thứ tự 6 bước công việc </a:t>
            </a:r>
            <a:r>
              <a:rPr lang="en-US" sz="900" err="1" smtClean="0">
                <a:latin typeface="Times New Roman" panose="02020603050405020304" pitchFamily="18" charset="0"/>
                <a:cs typeface="Times New Roman" panose="02020603050405020304" pitchFamily="18" charset="0"/>
              </a:rPr>
              <a:t>của</a:t>
            </a:r>
            <a:r>
              <a:rPr lang="en-US" sz="900" smtClean="0">
                <a:latin typeface="Times New Roman" panose="02020603050405020304" pitchFamily="18" charset="0"/>
                <a:cs typeface="Times New Roman" panose="02020603050405020304" pitchFamily="18" charset="0"/>
              </a:rPr>
              <a:t> PM?</a:t>
            </a:r>
            <a:endParaRPr lang="en-US" sz="900">
              <a:latin typeface="Times New Roman" panose="02020603050405020304" pitchFamily="18" charset="0"/>
              <a:cs typeface="Times New Roman" panose="02020603050405020304" pitchFamily="18" charset="0"/>
            </a:endParaRPr>
          </a:p>
          <a:p>
            <a:r>
              <a:rPr lang="vi-VN" altLang="ko-KR" sz="900">
                <a:solidFill>
                  <a:srgbClr val="C00000"/>
                </a:solidFill>
                <a:latin typeface="Times New Roman" pitchFamily="18" charset="0"/>
                <a:cs typeface="Times New Roman" pitchFamily="18" charset="0"/>
              </a:rPr>
              <a:t>① </a:t>
            </a:r>
            <a:r>
              <a:rPr lang="en-US" altLang="ko-KR" sz="900" smtClean="0">
                <a:solidFill>
                  <a:srgbClr val="C00000"/>
                </a:solidFill>
                <a:latin typeface="Times New Roman" pitchFamily="18" charset="0"/>
                <a:cs typeface="Times New Roman" pitchFamily="18" charset="0"/>
              </a:rPr>
              <a:t>Identify (</a:t>
            </a:r>
            <a:r>
              <a:rPr lang="en-US" altLang="ko-KR" sz="900" err="1" smtClean="0">
                <a:solidFill>
                  <a:srgbClr val="C00000"/>
                </a:solidFill>
                <a:latin typeface="Times New Roman" pitchFamily="18" charset="0"/>
                <a:cs typeface="Times New Roman" pitchFamily="18" charset="0"/>
              </a:rPr>
              <a:t>Nhận</a:t>
            </a:r>
            <a:r>
              <a:rPr lang="en-US" altLang="ko-KR" sz="900" smtClean="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định</a:t>
            </a:r>
            <a:r>
              <a:rPr lang="en-US" altLang="ko-KR" sz="900" smtClean="0">
                <a:solidFill>
                  <a:srgbClr val="C00000"/>
                </a:solidFill>
                <a:latin typeface="Times New Roman" pitchFamily="18" charset="0"/>
                <a:cs typeface="Times New Roman" pitchFamily="18" charset="0"/>
              </a:rPr>
              <a:t>)/ </a:t>
            </a:r>
            <a:r>
              <a:rPr lang="en-US" altLang="ko-KR" sz="900">
                <a:solidFill>
                  <a:srgbClr val="C00000"/>
                </a:solidFill>
                <a:latin typeface="Times New Roman" pitchFamily="18" charset="0"/>
                <a:cs typeface="Times New Roman" pitchFamily="18" charset="0"/>
              </a:rPr>
              <a:t> </a:t>
            </a:r>
            <a:r>
              <a:rPr lang="en-US" altLang="ko-KR" sz="900" smtClean="0">
                <a:solidFill>
                  <a:srgbClr val="C00000"/>
                </a:solidFill>
                <a:latin typeface="Times New Roman" pitchFamily="18" charset="0"/>
                <a:cs typeface="Times New Roman" pitchFamily="18" charset="0"/>
              </a:rPr>
              <a:t>Planning (</a:t>
            </a:r>
            <a:r>
              <a:rPr lang="en-US" altLang="ko-KR" sz="900" err="1" smtClean="0">
                <a:solidFill>
                  <a:srgbClr val="C00000"/>
                </a:solidFill>
                <a:latin typeface="Times New Roman" pitchFamily="18" charset="0"/>
                <a:cs typeface="Times New Roman" pitchFamily="18" charset="0"/>
              </a:rPr>
              <a:t>Lập</a:t>
            </a:r>
            <a:r>
              <a:rPr lang="en-US" altLang="ko-KR" sz="900" smtClean="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kế</a:t>
            </a:r>
            <a:r>
              <a:rPr lang="en-US" altLang="ko-KR" sz="900">
                <a:solidFill>
                  <a:srgbClr val="C00000"/>
                </a:solidFill>
                <a:latin typeface="Times New Roman" pitchFamily="18" charset="0"/>
                <a:cs typeface="Times New Roman" pitchFamily="18" charset="0"/>
              </a:rPr>
              <a:t> </a:t>
            </a:r>
            <a:r>
              <a:rPr lang="en-US" altLang="ko-KR" sz="900" err="1" smtClean="0">
                <a:solidFill>
                  <a:srgbClr val="C00000"/>
                </a:solidFill>
                <a:latin typeface="Times New Roman" pitchFamily="18" charset="0"/>
                <a:cs typeface="Times New Roman" pitchFamily="18" charset="0"/>
              </a:rPr>
              <a:t>hoạch</a:t>
            </a:r>
            <a:r>
              <a:rPr lang="en-US" altLang="ko-KR" sz="900" smtClean="0">
                <a:solidFill>
                  <a:srgbClr val="C00000"/>
                </a:solidFill>
                <a:latin typeface="Times New Roman" pitchFamily="18" charset="0"/>
                <a:cs typeface="Times New Roman" pitchFamily="18" charset="0"/>
              </a:rPr>
              <a:t>)/ </a:t>
            </a:r>
            <a:r>
              <a:rPr lang="en-US" altLang="ko-KR" sz="900">
                <a:solidFill>
                  <a:srgbClr val="C00000"/>
                </a:solidFill>
                <a:latin typeface="Times New Roman" pitchFamily="18" charset="0"/>
                <a:cs typeface="Times New Roman" pitchFamily="18" charset="0"/>
              </a:rPr>
              <a:t> </a:t>
            </a:r>
            <a:r>
              <a:rPr lang="en-US" altLang="ko-KR" sz="900" smtClean="0">
                <a:solidFill>
                  <a:srgbClr val="C00000"/>
                </a:solidFill>
                <a:latin typeface="Times New Roman" pitchFamily="18" charset="0"/>
                <a:cs typeface="Times New Roman" pitchFamily="18" charset="0"/>
              </a:rPr>
              <a:t>Scheduling (</a:t>
            </a:r>
            <a:r>
              <a:rPr lang="en-US" altLang="ko-KR" sz="900" err="1" smtClean="0">
                <a:solidFill>
                  <a:srgbClr val="C00000"/>
                </a:solidFill>
                <a:latin typeface="Times New Roman" pitchFamily="18" charset="0"/>
                <a:cs typeface="Times New Roman" pitchFamily="18" charset="0"/>
              </a:rPr>
              <a:t>Lập</a:t>
            </a:r>
            <a:r>
              <a:rPr lang="en-US" altLang="ko-KR" sz="900" smtClean="0">
                <a:solidFill>
                  <a:srgbClr val="C00000"/>
                </a:solidFill>
                <a:latin typeface="Times New Roman" pitchFamily="18" charset="0"/>
                <a:cs typeface="Times New Roman" pitchFamily="18" charset="0"/>
              </a:rPr>
              <a:t> Schedule)/  </a:t>
            </a:r>
            <a:r>
              <a:rPr lang="en-US" altLang="ko-KR" sz="900">
                <a:solidFill>
                  <a:srgbClr val="C00000"/>
                </a:solidFill>
                <a:latin typeface="Times New Roman" pitchFamily="18" charset="0"/>
                <a:cs typeface="Times New Roman" pitchFamily="18" charset="0"/>
              </a:rPr>
              <a:t>Assign </a:t>
            </a:r>
            <a:r>
              <a:rPr lang="en-US" altLang="ko-KR" sz="900" smtClean="0">
                <a:solidFill>
                  <a:srgbClr val="C00000"/>
                </a:solidFill>
                <a:latin typeface="Times New Roman" pitchFamily="18" charset="0"/>
                <a:cs typeface="Times New Roman" pitchFamily="18" charset="0"/>
              </a:rPr>
              <a:t>(</a:t>
            </a:r>
            <a:r>
              <a:rPr lang="en-US" altLang="ko-KR" sz="900" err="1">
                <a:solidFill>
                  <a:srgbClr val="C00000"/>
                </a:solidFill>
                <a:latin typeface="Times New Roman" pitchFamily="18" charset="0"/>
                <a:cs typeface="Times New Roman" pitchFamily="18" charset="0"/>
              </a:rPr>
              <a:t>Bố</a:t>
            </a:r>
            <a:r>
              <a:rPr lang="en-US" altLang="ko-KR" sz="90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trí</a:t>
            </a:r>
            <a:r>
              <a:rPr lang="en-US" altLang="ko-KR" sz="900">
                <a:solidFill>
                  <a:srgbClr val="C00000"/>
                </a:solidFill>
                <a:latin typeface="Times New Roman" pitchFamily="18" charset="0"/>
                <a:cs typeface="Times New Roman" pitchFamily="18" charset="0"/>
              </a:rPr>
              <a:t> </a:t>
            </a:r>
            <a:r>
              <a:rPr lang="en-US" altLang="ko-KR" sz="900" err="1" smtClean="0">
                <a:solidFill>
                  <a:srgbClr val="C00000"/>
                </a:solidFill>
                <a:latin typeface="Times New Roman" pitchFamily="18" charset="0"/>
                <a:cs typeface="Times New Roman" pitchFamily="18" charset="0"/>
              </a:rPr>
              <a:t>người</a:t>
            </a:r>
            <a:r>
              <a:rPr lang="en-US" altLang="ko-KR" sz="900" smtClean="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thao</a:t>
            </a:r>
            <a:r>
              <a:rPr lang="en-US" altLang="ko-KR" sz="90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tác</a:t>
            </a:r>
            <a:r>
              <a:rPr lang="en-US" altLang="ko-KR" sz="900" smtClean="0">
                <a:solidFill>
                  <a:srgbClr val="C00000"/>
                </a:solidFill>
                <a:latin typeface="Times New Roman" pitchFamily="18" charset="0"/>
                <a:cs typeface="Times New Roman" pitchFamily="18" charset="0"/>
              </a:rPr>
              <a:t>)/ Execution (</a:t>
            </a:r>
            <a:r>
              <a:rPr lang="en-US" altLang="ko-KR" sz="900" err="1" smtClean="0">
                <a:solidFill>
                  <a:srgbClr val="C00000"/>
                </a:solidFill>
                <a:latin typeface="Times New Roman" pitchFamily="18" charset="0"/>
                <a:cs typeface="Times New Roman" pitchFamily="18" charset="0"/>
              </a:rPr>
              <a:t>Thực</a:t>
            </a:r>
            <a:r>
              <a:rPr lang="en-US" altLang="ko-KR" sz="900" smtClean="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hiện</a:t>
            </a:r>
            <a:r>
              <a:rPr lang="en-US" altLang="ko-KR" sz="900" smtClean="0">
                <a:solidFill>
                  <a:srgbClr val="C00000"/>
                </a:solidFill>
                <a:latin typeface="Times New Roman" pitchFamily="18" charset="0"/>
                <a:cs typeface="Times New Roman" pitchFamily="18" charset="0"/>
              </a:rPr>
              <a:t>)/ Analysis (</a:t>
            </a:r>
            <a:r>
              <a:rPr lang="en-US" altLang="ko-KR" sz="900" err="1" smtClean="0">
                <a:solidFill>
                  <a:srgbClr val="C00000"/>
                </a:solidFill>
                <a:latin typeface="Times New Roman" pitchFamily="18" charset="0"/>
                <a:cs typeface="Times New Roman" pitchFamily="18" charset="0"/>
              </a:rPr>
              <a:t>Phân</a:t>
            </a:r>
            <a:r>
              <a:rPr lang="en-US" altLang="ko-KR" sz="900" smtClean="0">
                <a:solidFill>
                  <a:srgbClr val="C00000"/>
                </a:solidFill>
                <a:latin typeface="Times New Roman" pitchFamily="18" charset="0"/>
                <a:cs typeface="Times New Roman" pitchFamily="18" charset="0"/>
              </a:rPr>
              <a:t> </a:t>
            </a:r>
            <a:r>
              <a:rPr lang="en-US" altLang="ko-KR" sz="900" err="1">
                <a:solidFill>
                  <a:srgbClr val="C00000"/>
                </a:solidFill>
                <a:latin typeface="Times New Roman" pitchFamily="18" charset="0"/>
                <a:cs typeface="Times New Roman" pitchFamily="18" charset="0"/>
              </a:rPr>
              <a:t>tích</a:t>
            </a:r>
            <a:r>
              <a:rPr lang="en-US" altLang="ko-KR" sz="900">
                <a:solidFill>
                  <a:srgbClr val="C00000"/>
                </a:solidFill>
                <a:latin typeface="Times New Roman" pitchFamily="18" charset="0"/>
                <a:cs typeface="Times New Roman" pitchFamily="18" charset="0"/>
              </a:rPr>
              <a:t>)</a:t>
            </a:r>
          </a:p>
          <a:p>
            <a:r>
              <a:rPr lang="vi-VN" altLang="ko-KR" sz="900">
                <a:latin typeface="Times New Roman" pitchFamily="18" charset="0"/>
                <a:cs typeface="Times New Roman" pitchFamily="18" charset="0"/>
              </a:rPr>
              <a:t>② </a:t>
            </a:r>
            <a:r>
              <a:rPr lang="en-US" altLang="ko-KR" sz="900" smtClean="0">
                <a:latin typeface="Times New Roman" pitchFamily="18" charset="0"/>
                <a:cs typeface="Times New Roman" pitchFamily="18" charset="0"/>
              </a:rPr>
              <a:t>Planning </a:t>
            </a:r>
            <a:r>
              <a:rPr lang="en-US" altLang="ko-KR" sz="900">
                <a:latin typeface="Times New Roman" pitchFamily="18" charset="0"/>
                <a:cs typeface="Times New Roman" pitchFamily="18" charset="0"/>
              </a:rPr>
              <a:t>(</a:t>
            </a:r>
            <a:r>
              <a:rPr lang="en-US" altLang="ko-KR" sz="900" err="1">
                <a:latin typeface="Times New Roman" pitchFamily="18" charset="0"/>
                <a:cs typeface="Times New Roman" pitchFamily="18" charset="0"/>
              </a:rPr>
              <a:t>Lập</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kế</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hoạch</a:t>
            </a:r>
            <a:r>
              <a:rPr lang="en-US" altLang="ko-KR" sz="900">
                <a:latin typeface="Times New Roman" pitchFamily="18" charset="0"/>
                <a:cs typeface="Times New Roman" pitchFamily="18" charset="0"/>
              </a:rPr>
              <a:t>)/ Identify (</a:t>
            </a:r>
            <a:r>
              <a:rPr lang="en-US" altLang="ko-KR" sz="900" err="1">
                <a:latin typeface="Times New Roman" pitchFamily="18" charset="0"/>
                <a:cs typeface="Times New Roman" pitchFamily="18" charset="0"/>
              </a:rPr>
              <a:t>Nhận</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định</a:t>
            </a: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Scheduling </a:t>
            </a:r>
            <a:r>
              <a:rPr lang="en-US" altLang="ko-KR" sz="900">
                <a:latin typeface="Times New Roman" pitchFamily="18" charset="0"/>
                <a:cs typeface="Times New Roman" pitchFamily="18" charset="0"/>
              </a:rPr>
              <a:t>(</a:t>
            </a:r>
            <a:r>
              <a:rPr lang="en-US" altLang="ko-KR" sz="900" err="1">
                <a:latin typeface="Times New Roman" pitchFamily="18" charset="0"/>
                <a:cs typeface="Times New Roman" pitchFamily="18" charset="0"/>
              </a:rPr>
              <a:t>Lập</a:t>
            </a:r>
            <a:r>
              <a:rPr lang="en-US" altLang="ko-KR" sz="900">
                <a:latin typeface="Times New Roman" pitchFamily="18" charset="0"/>
                <a:cs typeface="Times New Roman" pitchFamily="18" charset="0"/>
              </a:rPr>
              <a:t> Schedule)/  Assign (</a:t>
            </a:r>
            <a:r>
              <a:rPr lang="en-US" altLang="ko-KR" sz="900" err="1">
                <a:latin typeface="Times New Roman" pitchFamily="18" charset="0"/>
                <a:cs typeface="Times New Roman" pitchFamily="18" charset="0"/>
              </a:rPr>
              <a:t>Bố</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trí</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người</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thao</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tác</a:t>
            </a:r>
            <a:r>
              <a:rPr lang="en-US" altLang="ko-KR" sz="900">
                <a:latin typeface="Times New Roman" pitchFamily="18" charset="0"/>
                <a:cs typeface="Times New Roman" pitchFamily="18" charset="0"/>
              </a:rPr>
              <a:t>)/ Execution (</a:t>
            </a:r>
            <a:r>
              <a:rPr lang="en-US" altLang="ko-KR" sz="900" err="1">
                <a:latin typeface="Times New Roman" pitchFamily="18" charset="0"/>
                <a:cs typeface="Times New Roman" pitchFamily="18" charset="0"/>
              </a:rPr>
              <a:t>Thực</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hiện</a:t>
            </a:r>
            <a:r>
              <a:rPr lang="en-US" altLang="ko-KR" sz="900">
                <a:latin typeface="Times New Roman" pitchFamily="18" charset="0"/>
                <a:cs typeface="Times New Roman" pitchFamily="18" charset="0"/>
              </a:rPr>
              <a:t>)/ Analysis (</a:t>
            </a:r>
            <a:r>
              <a:rPr lang="en-US" altLang="ko-KR" sz="900" err="1">
                <a:latin typeface="Times New Roman" pitchFamily="18" charset="0"/>
                <a:cs typeface="Times New Roman" pitchFamily="18" charset="0"/>
              </a:rPr>
              <a:t>Phân</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tích</a:t>
            </a:r>
            <a:r>
              <a:rPr lang="en-US" altLang="ko-KR" sz="900">
                <a:latin typeface="Times New Roman" pitchFamily="18" charset="0"/>
                <a:cs typeface="Times New Roman" pitchFamily="18" charset="0"/>
              </a:rPr>
              <a:t>)</a:t>
            </a:r>
          </a:p>
          <a:p>
            <a:r>
              <a:rPr lang="vi-VN" altLang="ko-KR" sz="900" smtClean="0">
                <a:latin typeface="Times New Roman" pitchFamily="18" charset="0"/>
                <a:cs typeface="Times New Roman" pitchFamily="18" charset="0"/>
              </a:rPr>
              <a:t>③ </a:t>
            </a:r>
            <a:r>
              <a:rPr lang="en-US" altLang="ko-KR" sz="900">
                <a:latin typeface="Times New Roman" pitchFamily="18" charset="0"/>
                <a:cs typeface="Times New Roman" pitchFamily="18" charset="0"/>
              </a:rPr>
              <a:t>Analysis (</a:t>
            </a:r>
            <a:r>
              <a:rPr lang="en-US" altLang="ko-KR" sz="900" err="1">
                <a:latin typeface="Times New Roman" pitchFamily="18" charset="0"/>
                <a:cs typeface="Times New Roman" pitchFamily="18" charset="0"/>
              </a:rPr>
              <a:t>Phân</a:t>
            </a:r>
            <a:r>
              <a:rPr lang="en-US" altLang="ko-KR" sz="90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tích</a:t>
            </a:r>
            <a:r>
              <a:rPr lang="en-US" altLang="ko-KR" sz="900" smtClean="0">
                <a:latin typeface="Times New Roman" pitchFamily="18" charset="0"/>
                <a:cs typeface="Times New Roman" pitchFamily="18" charset="0"/>
              </a:rPr>
              <a:t>)/ Planning </a:t>
            </a:r>
            <a:r>
              <a:rPr lang="en-US" altLang="ko-KR" sz="900">
                <a:latin typeface="Times New Roman" pitchFamily="18" charset="0"/>
                <a:cs typeface="Times New Roman" pitchFamily="18" charset="0"/>
              </a:rPr>
              <a:t>(</a:t>
            </a:r>
            <a:r>
              <a:rPr lang="en-US" altLang="ko-KR" sz="900" err="1">
                <a:latin typeface="Times New Roman" pitchFamily="18" charset="0"/>
                <a:cs typeface="Times New Roman" pitchFamily="18" charset="0"/>
              </a:rPr>
              <a:t>Lập</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kế</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hoạch</a:t>
            </a:r>
            <a:r>
              <a:rPr lang="en-US" altLang="ko-KR" sz="900">
                <a:latin typeface="Times New Roman" pitchFamily="18" charset="0"/>
                <a:cs typeface="Times New Roman" pitchFamily="18" charset="0"/>
              </a:rPr>
              <a:t>)/ Identify (</a:t>
            </a:r>
            <a:r>
              <a:rPr lang="en-US" altLang="ko-KR" sz="900" err="1">
                <a:latin typeface="Times New Roman" pitchFamily="18" charset="0"/>
                <a:cs typeface="Times New Roman" pitchFamily="18" charset="0"/>
              </a:rPr>
              <a:t>Nhận</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định</a:t>
            </a:r>
            <a:r>
              <a:rPr lang="en-US" altLang="ko-KR" sz="900">
                <a:latin typeface="Times New Roman" pitchFamily="18" charset="0"/>
                <a:cs typeface="Times New Roman" pitchFamily="18" charset="0"/>
              </a:rPr>
              <a:t>)/ Scheduling (</a:t>
            </a:r>
            <a:r>
              <a:rPr lang="en-US" altLang="ko-KR" sz="900" err="1">
                <a:latin typeface="Times New Roman" pitchFamily="18" charset="0"/>
                <a:cs typeface="Times New Roman" pitchFamily="18" charset="0"/>
              </a:rPr>
              <a:t>Lập</a:t>
            </a:r>
            <a:r>
              <a:rPr lang="en-US" altLang="ko-KR" sz="900">
                <a:latin typeface="Times New Roman" pitchFamily="18" charset="0"/>
                <a:cs typeface="Times New Roman" pitchFamily="18" charset="0"/>
              </a:rPr>
              <a:t> Schedule)/  Assign (</a:t>
            </a:r>
            <a:r>
              <a:rPr lang="en-US" altLang="ko-KR" sz="900" err="1">
                <a:latin typeface="Times New Roman" pitchFamily="18" charset="0"/>
                <a:cs typeface="Times New Roman" pitchFamily="18" charset="0"/>
              </a:rPr>
              <a:t>Bố</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trí</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người</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thao</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tác</a:t>
            </a:r>
            <a:r>
              <a:rPr lang="en-US" altLang="ko-KR" sz="900">
                <a:latin typeface="Times New Roman" pitchFamily="18" charset="0"/>
                <a:cs typeface="Times New Roman" pitchFamily="18" charset="0"/>
              </a:rPr>
              <a:t>)/ Execution (</a:t>
            </a:r>
            <a:r>
              <a:rPr lang="en-US" altLang="ko-KR" sz="900" err="1">
                <a:latin typeface="Times New Roman" pitchFamily="18" charset="0"/>
                <a:cs typeface="Times New Roman" pitchFamily="18" charset="0"/>
              </a:rPr>
              <a:t>Thực</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hiện</a:t>
            </a:r>
            <a:r>
              <a:rPr lang="en-US" altLang="ko-KR" sz="900" smtClean="0">
                <a:latin typeface="Times New Roman" pitchFamily="18" charset="0"/>
                <a:cs typeface="Times New Roman" pitchFamily="18" charset="0"/>
              </a:rPr>
              <a:t>) </a:t>
            </a:r>
          </a:p>
          <a:p>
            <a:r>
              <a:rPr lang="en-US" altLang="ko-KR" sz="900" smtClean="0">
                <a:latin typeface="Times New Roman" pitchFamily="18" charset="0"/>
                <a:cs typeface="Times New Roman" pitchFamily="18" charset="0"/>
              </a:rPr>
              <a:t>④ Identify </a:t>
            </a:r>
            <a:r>
              <a:rPr lang="en-US" altLang="ko-KR" sz="900">
                <a:latin typeface="Times New Roman" pitchFamily="18" charset="0"/>
                <a:cs typeface="Times New Roman" pitchFamily="18" charset="0"/>
              </a:rPr>
              <a:t>(</a:t>
            </a:r>
            <a:r>
              <a:rPr lang="en-US" altLang="ko-KR" sz="900" err="1">
                <a:latin typeface="Times New Roman" pitchFamily="18" charset="0"/>
                <a:cs typeface="Times New Roman" pitchFamily="18" charset="0"/>
              </a:rPr>
              <a:t>Nhận</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định</a:t>
            </a:r>
            <a:r>
              <a:rPr lang="en-US" altLang="ko-KR" sz="900" smtClean="0">
                <a:latin typeface="Times New Roman" pitchFamily="18" charset="0"/>
                <a:cs typeface="Times New Roman" pitchFamily="18" charset="0"/>
              </a:rPr>
              <a:t>)/</a:t>
            </a:r>
            <a:r>
              <a:rPr lang="en-US" altLang="ko-KR" sz="900">
                <a:latin typeface="Times New Roman" pitchFamily="18" charset="0"/>
                <a:cs typeface="Times New Roman" pitchFamily="18" charset="0"/>
              </a:rPr>
              <a:t> Assign (</a:t>
            </a:r>
            <a:r>
              <a:rPr lang="en-US" altLang="ko-KR" sz="900" err="1">
                <a:latin typeface="Times New Roman" pitchFamily="18" charset="0"/>
                <a:cs typeface="Times New Roman" pitchFamily="18" charset="0"/>
              </a:rPr>
              <a:t>Bố</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trí</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người</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thao</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tác</a:t>
            </a:r>
            <a:r>
              <a:rPr lang="en-US" altLang="ko-KR" sz="900">
                <a:latin typeface="Times New Roman" pitchFamily="18" charset="0"/>
                <a:cs typeface="Times New Roman" pitchFamily="18" charset="0"/>
              </a:rPr>
              <a:t>)/</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Planning (</a:t>
            </a:r>
            <a:r>
              <a:rPr lang="en-US" altLang="ko-KR" sz="900" err="1">
                <a:latin typeface="Times New Roman" pitchFamily="18" charset="0"/>
                <a:cs typeface="Times New Roman" pitchFamily="18" charset="0"/>
              </a:rPr>
              <a:t>Lập</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kế</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hoạch</a:t>
            </a: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Scheduling </a:t>
            </a:r>
            <a:r>
              <a:rPr lang="en-US" altLang="ko-KR" sz="900">
                <a:latin typeface="Times New Roman" pitchFamily="18" charset="0"/>
                <a:cs typeface="Times New Roman" pitchFamily="18" charset="0"/>
              </a:rPr>
              <a:t>(</a:t>
            </a:r>
            <a:r>
              <a:rPr lang="en-US" altLang="ko-KR" sz="900" err="1">
                <a:latin typeface="Times New Roman" pitchFamily="18" charset="0"/>
                <a:cs typeface="Times New Roman" pitchFamily="18" charset="0"/>
              </a:rPr>
              <a:t>Lập</a:t>
            </a:r>
            <a:r>
              <a:rPr lang="en-US" altLang="ko-KR" sz="900">
                <a:latin typeface="Times New Roman" pitchFamily="18" charset="0"/>
                <a:cs typeface="Times New Roman" pitchFamily="18" charset="0"/>
              </a:rPr>
              <a:t> Schedule)/  </a:t>
            </a:r>
            <a:r>
              <a:rPr lang="en-US" altLang="ko-KR" sz="900" smtClean="0">
                <a:latin typeface="Times New Roman" pitchFamily="18" charset="0"/>
                <a:cs typeface="Times New Roman" pitchFamily="18" charset="0"/>
              </a:rPr>
              <a:t>Execution </a:t>
            </a:r>
            <a:r>
              <a:rPr lang="en-US" altLang="ko-KR" sz="900">
                <a:latin typeface="Times New Roman" pitchFamily="18" charset="0"/>
                <a:cs typeface="Times New Roman" pitchFamily="18" charset="0"/>
              </a:rPr>
              <a:t>(</a:t>
            </a:r>
            <a:r>
              <a:rPr lang="en-US" altLang="ko-KR" sz="900" err="1">
                <a:latin typeface="Times New Roman" pitchFamily="18" charset="0"/>
                <a:cs typeface="Times New Roman" pitchFamily="18" charset="0"/>
              </a:rPr>
              <a:t>Thực</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hiện</a:t>
            </a:r>
            <a:r>
              <a:rPr lang="en-US" altLang="ko-KR" sz="900">
                <a:latin typeface="Times New Roman" pitchFamily="18" charset="0"/>
                <a:cs typeface="Times New Roman" pitchFamily="18" charset="0"/>
              </a:rPr>
              <a:t>)/ Analysis (</a:t>
            </a:r>
            <a:r>
              <a:rPr lang="en-US" altLang="ko-KR" sz="900" err="1">
                <a:latin typeface="Times New Roman" pitchFamily="18" charset="0"/>
                <a:cs typeface="Times New Roman" pitchFamily="18" charset="0"/>
              </a:rPr>
              <a:t>Phân</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tích</a:t>
            </a:r>
            <a:r>
              <a:rPr lang="en-US" altLang="ko-KR" sz="900" smtClean="0">
                <a:latin typeface="Times New Roman" pitchFamily="18" charset="0"/>
                <a:cs typeface="Times New Roman" pitchFamily="18" charset="0"/>
              </a:rPr>
              <a:t>)</a:t>
            </a:r>
          </a:p>
          <a:p>
            <a:endParaRPr lang="en-US" sz="900" smtClean="0">
              <a:latin typeface="Times New Roman" panose="02020603050405020304" pitchFamily="18" charset="0"/>
              <a:cs typeface="Times New Roman" panose="02020603050405020304" pitchFamily="18" charset="0"/>
            </a:endParaRPr>
          </a:p>
          <a:p>
            <a:pPr>
              <a:defRPr/>
            </a:pPr>
            <a:r>
              <a:rPr lang="en-US" sz="900" smtClean="0">
                <a:latin typeface="Times New Roman" panose="02020603050405020304" pitchFamily="18" charset="0"/>
                <a:cs typeface="Times New Roman" panose="02020603050405020304" pitchFamily="18" charset="0"/>
              </a:rPr>
              <a:t>24. </a:t>
            </a:r>
            <a:r>
              <a:rPr lang="vi-VN" altLang="ko-KR" sz="900">
                <a:latin typeface="Times New Roman" pitchFamily="18" charset="0"/>
                <a:cs typeface="Times New Roman" pitchFamily="18" charset="0"/>
              </a:rPr>
              <a:t>Hình thức hóa phương pháp hoạt động PM đã được tối ưu hóa để tối thiểu hóa sai số thực hiện giữa những người thao tác là nói về điều </a:t>
            </a:r>
            <a:r>
              <a:rPr lang="vi-VN" altLang="ko-KR" sz="900" smtClean="0">
                <a:latin typeface="Times New Roman" pitchFamily="18" charset="0"/>
                <a:cs typeface="Times New Roman" pitchFamily="18" charset="0"/>
              </a:rPr>
              <a:t>gì</a:t>
            </a:r>
            <a:r>
              <a:rPr lang="en-US" altLang="ko-KR" sz="900" smtClean="0">
                <a:latin typeface="Times New Roman" pitchFamily="18" charset="0"/>
                <a:cs typeface="Times New Roman" pitchFamily="18" charset="0"/>
              </a:rPr>
              <a:t> </a:t>
            </a:r>
            <a:r>
              <a:rPr lang="en-US"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r>
              <a:rPr lang="vi-VN" altLang="ko-KR" sz="900">
                <a:latin typeface="Times New Roman" pitchFamily="18" charset="0"/>
                <a:cs typeface="Times New Roman" pitchFamily="18" charset="0"/>
              </a:rPr>
              <a:t>① </a:t>
            </a:r>
            <a:r>
              <a:rPr lang="en-US" altLang="ko-KR" sz="900" err="1" smtClean="0">
                <a:latin typeface="Times New Roman" pitchFamily="18" charset="0"/>
                <a:cs typeface="Times New Roman" pitchFamily="18" charset="0"/>
              </a:rPr>
              <a:t>Hợp</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lý</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hóa</a:t>
            </a:r>
            <a:r>
              <a:rPr lang="en-US" altLang="ko-KR" sz="900" smtClean="0">
                <a:latin typeface="Times New Roman" pitchFamily="18" charset="0"/>
                <a:cs typeface="Times New Roman" pitchFamily="18" charset="0"/>
              </a:rPr>
              <a:t> PM</a:t>
            </a:r>
            <a:endParaRPr lang="en-US" altLang="ko-KR" sz="900">
              <a:latin typeface="Times New Roman" pitchFamily="18" charset="0"/>
              <a:cs typeface="Times New Roman" pitchFamily="18" charset="0"/>
            </a:endParaRPr>
          </a:p>
          <a:p>
            <a:r>
              <a:rPr lang="vi-VN" altLang="ko-KR" sz="900">
                <a:solidFill>
                  <a:srgbClr val="C00000"/>
                </a:solidFill>
                <a:latin typeface="Times New Roman" pitchFamily="18" charset="0"/>
                <a:cs typeface="Times New Roman" pitchFamily="18" charset="0"/>
              </a:rPr>
              <a:t>② </a:t>
            </a:r>
            <a:r>
              <a:rPr kumimoji="0" lang="en-US" altLang="ko-KR" sz="900" err="1" smtClean="0">
                <a:solidFill>
                  <a:srgbClr val="C00000"/>
                </a:solidFill>
                <a:latin typeface="Times New Roman" panose="02020603050405020304" pitchFamily="18" charset="0"/>
                <a:ea typeface="LG스마트체 Regular" pitchFamily="50" charset="-127"/>
                <a:cs typeface="Times New Roman" panose="02020603050405020304" pitchFamily="18" charset="0"/>
              </a:rPr>
              <a:t>Tiêu</a:t>
            </a:r>
            <a:r>
              <a:rPr kumimoji="0" lang="en-US" altLang="ko-KR" sz="900" smtClean="0">
                <a:solidFill>
                  <a:srgbClr val="C00000"/>
                </a:solidFill>
                <a:latin typeface="Times New Roman" panose="02020603050405020304" pitchFamily="18" charset="0"/>
                <a:ea typeface="LG스마트체 Regular" pitchFamily="50" charset="-127"/>
                <a:cs typeface="Times New Roman" panose="02020603050405020304" pitchFamily="18" charset="0"/>
              </a:rPr>
              <a:t> </a:t>
            </a:r>
            <a:r>
              <a:rPr kumimoji="0" lang="en-US" altLang="ko-KR" sz="900" err="1" smtClean="0">
                <a:solidFill>
                  <a:srgbClr val="C00000"/>
                </a:solidFill>
                <a:latin typeface="Times New Roman" panose="02020603050405020304" pitchFamily="18" charset="0"/>
                <a:ea typeface="LG스마트체 Regular" pitchFamily="50" charset="-127"/>
                <a:cs typeface="Times New Roman" panose="02020603050405020304" pitchFamily="18" charset="0"/>
              </a:rPr>
              <a:t>chuẩn</a:t>
            </a:r>
            <a:r>
              <a:rPr kumimoji="0" lang="en-US" altLang="ko-KR" sz="900" smtClean="0">
                <a:solidFill>
                  <a:srgbClr val="C00000"/>
                </a:solidFill>
                <a:latin typeface="Times New Roman" panose="02020603050405020304" pitchFamily="18" charset="0"/>
                <a:ea typeface="LG스마트체 Regular" pitchFamily="50" charset="-127"/>
                <a:cs typeface="Times New Roman" panose="02020603050405020304" pitchFamily="18" charset="0"/>
              </a:rPr>
              <a:t> </a:t>
            </a:r>
            <a:r>
              <a:rPr kumimoji="0" lang="en-US" altLang="ko-KR" sz="900" err="1" smtClean="0">
                <a:solidFill>
                  <a:srgbClr val="C00000"/>
                </a:solidFill>
                <a:latin typeface="Times New Roman" panose="02020603050405020304" pitchFamily="18" charset="0"/>
                <a:ea typeface="LG스마트체 Regular" pitchFamily="50" charset="-127"/>
                <a:cs typeface="Times New Roman" panose="02020603050405020304" pitchFamily="18" charset="0"/>
              </a:rPr>
              <a:t>hóa</a:t>
            </a:r>
            <a:r>
              <a:rPr kumimoji="0" lang="en-US" altLang="ko-KR" sz="900" smtClean="0">
                <a:solidFill>
                  <a:srgbClr val="C00000"/>
                </a:solidFill>
                <a:latin typeface="Times New Roman" panose="02020603050405020304" pitchFamily="18" charset="0"/>
                <a:ea typeface="LG스마트체 Regular" pitchFamily="50" charset="-127"/>
                <a:cs typeface="Times New Roman" panose="02020603050405020304" pitchFamily="18" charset="0"/>
              </a:rPr>
              <a:t> PM</a:t>
            </a:r>
            <a:endParaRPr kumimoji="0" lang="en-US" altLang="ko-KR" sz="900">
              <a:solidFill>
                <a:srgbClr val="C00000"/>
              </a:solidFill>
              <a:latin typeface="Times New Roman" panose="02020603050405020304" pitchFamily="18" charset="0"/>
              <a:ea typeface="LG스마트체 Regular" pitchFamily="50" charset="-127"/>
              <a:cs typeface="Times New Roman" panose="02020603050405020304" pitchFamily="18" charset="0"/>
            </a:endParaRPr>
          </a:p>
          <a:p>
            <a:r>
              <a:rPr lang="vi-VN" altLang="ko-KR" sz="900">
                <a:latin typeface="Times New Roman" pitchFamily="18" charset="0"/>
                <a:cs typeface="Times New Roman" pitchFamily="18" charset="0"/>
              </a:rPr>
              <a:t>③ </a:t>
            </a:r>
            <a:r>
              <a:rPr lang="en-US" altLang="ko-KR" sz="900" err="1" smtClean="0">
                <a:latin typeface="Times New Roman" pitchFamily="18" charset="0"/>
                <a:cs typeface="Times New Roman" pitchFamily="18" charset="0"/>
              </a:rPr>
              <a:t>Tối</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ưu</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hóa</a:t>
            </a:r>
            <a:r>
              <a:rPr lang="en-US" altLang="ko-KR" sz="900" smtClean="0">
                <a:latin typeface="Times New Roman" pitchFamily="18" charset="0"/>
                <a:cs typeface="Times New Roman" pitchFamily="18" charset="0"/>
              </a:rPr>
              <a:t> PM</a:t>
            </a:r>
            <a:endParaRPr lang="en-US" altLang="ko-KR" sz="900">
              <a:latin typeface="Times New Roman" pitchFamily="18" charset="0"/>
              <a:cs typeface="Times New Roman" pitchFamily="18" charset="0"/>
            </a:endParaRPr>
          </a:p>
          <a:p>
            <a:r>
              <a:rPr lang="en-US" altLang="ko-KR" sz="900">
                <a:latin typeface="Times New Roman" pitchFamily="18" charset="0"/>
                <a:cs typeface="Times New Roman" pitchFamily="18" charset="0"/>
              </a:rPr>
              <a:t>④ </a:t>
            </a:r>
            <a:r>
              <a:rPr lang="en-US" altLang="ko-KR" sz="900" err="1" smtClean="0">
                <a:latin typeface="Times New Roman" pitchFamily="18" charset="0"/>
                <a:cs typeface="Times New Roman" pitchFamily="18" charset="0"/>
              </a:rPr>
              <a:t>Hình</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thức</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hóa</a:t>
            </a:r>
            <a:r>
              <a:rPr lang="en-US" altLang="ko-KR" sz="900" smtClean="0">
                <a:latin typeface="Times New Roman" pitchFamily="18" charset="0"/>
                <a:cs typeface="Times New Roman" pitchFamily="18" charset="0"/>
              </a:rPr>
              <a:t> PM</a:t>
            </a:r>
            <a:endParaRPr lang="en-US" sz="900">
              <a:latin typeface="Times New Roman" pitchFamily="18" charset="0"/>
              <a:cs typeface="Times New Roman" pitchFamily="18" charset="0"/>
            </a:endParaRPr>
          </a:p>
          <a:p>
            <a:pPr>
              <a:defRPr/>
            </a:pPr>
            <a:endParaRPr lang="en-US" sz="900">
              <a:latin typeface="Times New Roman" pitchFamily="18" charset="0"/>
              <a:cs typeface="Times New Roman" pitchFamily="18" charset="0"/>
            </a:endParaRPr>
          </a:p>
          <a:p>
            <a:pPr>
              <a:defRPr/>
            </a:pPr>
            <a:r>
              <a:rPr lang="en-US" sz="900" smtClean="0">
                <a:latin typeface="Times New Roman" panose="02020603050405020304" pitchFamily="18" charset="0"/>
                <a:cs typeface="Times New Roman" panose="02020603050405020304" pitchFamily="18" charset="0"/>
              </a:rPr>
              <a:t>25</a:t>
            </a:r>
            <a:r>
              <a:rPr lang="vi-VN" sz="90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Giải</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thích</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dưới</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đây</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của</a:t>
            </a:r>
            <a:r>
              <a:rPr lang="en-US" sz="900" smtClean="0">
                <a:latin typeface="Times New Roman" panose="02020603050405020304" pitchFamily="18" charset="0"/>
                <a:cs typeface="Times New Roman" panose="02020603050405020304" pitchFamily="18" charset="0"/>
              </a:rPr>
              <a:t> </a:t>
            </a:r>
            <a:r>
              <a:rPr lang="en-US" altLang="ko-KR" sz="900" err="1" smtClean="0">
                <a:latin typeface="Times New Roman" pitchFamily="18" charset="0"/>
                <a:cs typeface="Times New Roman" pitchFamily="18" charset="0"/>
              </a:rPr>
              <a:t>bảng</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điều</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khiển</a:t>
            </a:r>
            <a:r>
              <a:rPr lang="en-US" altLang="ko-KR" sz="900" smtClean="0">
                <a:latin typeface="Times New Roman" pitchFamily="18" charset="0"/>
                <a:cs typeface="Times New Roman" pitchFamily="18" charset="0"/>
              </a:rPr>
              <a:t> PLC </a:t>
            </a:r>
            <a:r>
              <a:rPr lang="en-US" altLang="ko-KR" sz="900" err="1" smtClean="0">
                <a:latin typeface="Times New Roman" pitchFamily="18" charset="0"/>
                <a:cs typeface="Times New Roman" pitchFamily="18" charset="0"/>
              </a:rPr>
              <a:t>thuộc</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phân</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loại</a:t>
            </a:r>
            <a:r>
              <a:rPr lang="en-US" altLang="ko-KR" sz="900" smtClean="0">
                <a:latin typeface="Times New Roman" pitchFamily="18" charset="0"/>
                <a:cs typeface="Times New Roman" pitchFamily="18" charset="0"/>
              </a:rPr>
              <a:t> </a:t>
            </a:r>
            <a:r>
              <a:rPr lang="en-US" altLang="ko-KR" sz="900" err="1" smtClean="0">
                <a:latin typeface="Times New Roman" pitchFamily="18" charset="0"/>
                <a:cs typeface="Times New Roman" pitchFamily="18" charset="0"/>
              </a:rPr>
              <a:t>nào</a:t>
            </a:r>
            <a:r>
              <a:rPr lang="en-US" altLang="ko-KR" sz="900" smtClean="0">
                <a:latin typeface="Times New Roman" pitchFamily="18" charset="0"/>
                <a:cs typeface="Times New Roman" pitchFamily="18" charset="0"/>
              </a:rPr>
              <a:t>? “Soft </a:t>
            </a:r>
            <a:r>
              <a:rPr lang="en-US" altLang="ko-KR" sz="900">
                <a:latin typeface="Times New Roman" pitchFamily="18" charset="0"/>
                <a:cs typeface="Times New Roman" pitchFamily="18" charset="0"/>
              </a:rPr>
              <a:t>logic </a:t>
            </a:r>
            <a:r>
              <a:rPr lang="en-US" altLang="ko-KR" sz="900" err="1">
                <a:latin typeface="Times New Roman" pitchFamily="18" charset="0"/>
                <a:cs typeface="Times New Roman" pitchFamily="18" charset="0"/>
              </a:rPr>
              <a:t>được</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điều</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khiển</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dựa</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vào</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sofrware</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được</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gọi</a:t>
            </a:r>
            <a:r>
              <a:rPr lang="en-US" altLang="ko-KR" sz="900">
                <a:latin typeface="Times New Roman" pitchFamily="18" charset="0"/>
                <a:cs typeface="Times New Roman" pitchFamily="18" charset="0"/>
              </a:rPr>
              <a:t> </a:t>
            </a:r>
            <a:r>
              <a:rPr lang="en-US" altLang="ko-KR" sz="900" err="1">
                <a:latin typeface="Times New Roman" pitchFamily="18" charset="0"/>
                <a:cs typeface="Times New Roman" pitchFamily="18" charset="0"/>
              </a:rPr>
              <a:t>là</a:t>
            </a: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Program”</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a:t>
            </a:r>
            <a:r>
              <a:rPr lang="en-US" sz="900" err="1" smtClean="0">
                <a:latin typeface="Times New Roman" panose="02020603050405020304" pitchFamily="18" charset="0"/>
                <a:cs typeface="Times New Roman" panose="02020603050405020304" pitchFamily="18" charset="0"/>
              </a:rPr>
              <a:t>Chức</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năng</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điều</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khiển</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p>
          <a:p>
            <a:pPr>
              <a:defRPr/>
            </a:pPr>
            <a:r>
              <a:rPr lang="en-US" sz="900" smtClean="0">
                <a:latin typeface="Times New Roman" panose="02020603050405020304" pitchFamily="18" charset="0"/>
                <a:cs typeface="Times New Roman" panose="02020603050405020304" pitchFamily="18" charset="0"/>
              </a:rPr>
              <a:t>② </a:t>
            </a:r>
            <a:r>
              <a:rPr lang="en-US" sz="900" err="1" smtClean="0">
                <a:latin typeface="Times New Roman" panose="02020603050405020304" pitchFamily="18" charset="0"/>
                <a:cs typeface="Times New Roman" panose="02020603050405020304" pitchFamily="18" charset="0"/>
              </a:rPr>
              <a:t>Nhân</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tố</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điều</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khiển</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③ </a:t>
            </a:r>
            <a:r>
              <a:rPr lang="en-US" sz="900" err="1" smtClean="0">
                <a:latin typeface="Times New Roman" panose="02020603050405020304" pitchFamily="18" charset="0"/>
                <a:cs typeface="Times New Roman" panose="02020603050405020304" pitchFamily="18" charset="0"/>
              </a:rPr>
              <a:t>Thay</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đổi</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nội</a:t>
            </a:r>
            <a:r>
              <a:rPr lang="en-US" sz="900" smtClean="0">
                <a:latin typeface="Times New Roman" panose="02020603050405020304" pitchFamily="18" charset="0"/>
                <a:cs typeface="Times New Roman" panose="02020603050405020304" pitchFamily="18" charset="0"/>
              </a:rPr>
              <a:t> dung </a:t>
            </a:r>
            <a:r>
              <a:rPr lang="en-US" sz="900" err="1" smtClean="0">
                <a:latin typeface="Times New Roman" panose="02020603050405020304" pitchFamily="18" charset="0"/>
                <a:cs typeface="Times New Roman" panose="02020603050405020304" pitchFamily="18" charset="0"/>
              </a:rPr>
              <a:t>điều</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khiển</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p>
          <a:p>
            <a:pPr>
              <a:defRPr/>
            </a:pPr>
            <a:r>
              <a:rPr lang="en-US" sz="900" smtClean="0">
                <a:solidFill>
                  <a:srgbClr val="C00000"/>
                </a:solidFill>
                <a:latin typeface="Times New Roman" panose="02020603050405020304" pitchFamily="18" charset="0"/>
                <a:cs typeface="Times New Roman" panose="02020603050405020304" pitchFamily="18" charset="0"/>
              </a:rPr>
              <a:t>④ </a:t>
            </a:r>
            <a:r>
              <a:rPr lang="en-US" sz="900" err="1" smtClean="0">
                <a:solidFill>
                  <a:srgbClr val="C00000"/>
                </a:solidFill>
                <a:latin typeface="Times New Roman" panose="02020603050405020304" pitchFamily="18" charset="0"/>
                <a:cs typeface="Times New Roman" panose="02020603050405020304" pitchFamily="18" charset="0"/>
              </a:rPr>
              <a:t>Phương</a:t>
            </a:r>
            <a:r>
              <a:rPr lang="en-US" sz="900" smtClean="0">
                <a:solidFill>
                  <a:srgbClr val="C00000"/>
                </a:solidFill>
                <a:latin typeface="Times New Roman" panose="02020603050405020304" pitchFamily="18" charset="0"/>
                <a:cs typeface="Times New Roman" panose="02020603050405020304" pitchFamily="18" charset="0"/>
              </a:rPr>
              <a:t> </a:t>
            </a:r>
            <a:r>
              <a:rPr lang="en-US" sz="900" err="1" smtClean="0">
                <a:solidFill>
                  <a:srgbClr val="C00000"/>
                </a:solidFill>
                <a:latin typeface="Times New Roman" panose="02020603050405020304" pitchFamily="18" charset="0"/>
                <a:cs typeface="Times New Roman" panose="02020603050405020304" pitchFamily="18" charset="0"/>
              </a:rPr>
              <a:t>thức</a:t>
            </a:r>
            <a:r>
              <a:rPr lang="en-US" sz="900" smtClean="0">
                <a:solidFill>
                  <a:srgbClr val="C00000"/>
                </a:solidFill>
                <a:latin typeface="Times New Roman" panose="02020603050405020304" pitchFamily="18" charset="0"/>
                <a:cs typeface="Times New Roman" panose="02020603050405020304" pitchFamily="18" charset="0"/>
              </a:rPr>
              <a:t> </a:t>
            </a:r>
            <a:r>
              <a:rPr lang="en-US" sz="900" err="1" smtClean="0">
                <a:solidFill>
                  <a:srgbClr val="C00000"/>
                </a:solidFill>
                <a:latin typeface="Times New Roman" panose="02020603050405020304" pitchFamily="18" charset="0"/>
                <a:cs typeface="Times New Roman" panose="02020603050405020304" pitchFamily="18" charset="0"/>
              </a:rPr>
              <a:t>điều</a:t>
            </a:r>
            <a:r>
              <a:rPr lang="en-US" sz="900" smtClean="0">
                <a:solidFill>
                  <a:srgbClr val="C00000"/>
                </a:solidFill>
                <a:latin typeface="Times New Roman" panose="02020603050405020304" pitchFamily="18" charset="0"/>
                <a:cs typeface="Times New Roman" panose="02020603050405020304" pitchFamily="18" charset="0"/>
              </a:rPr>
              <a:t> </a:t>
            </a:r>
            <a:r>
              <a:rPr lang="en-US" sz="900" err="1" smtClean="0">
                <a:solidFill>
                  <a:srgbClr val="C00000"/>
                </a:solidFill>
                <a:latin typeface="Times New Roman" panose="02020603050405020304" pitchFamily="18" charset="0"/>
                <a:cs typeface="Times New Roman" panose="02020603050405020304" pitchFamily="18" charset="0"/>
              </a:rPr>
              <a:t>khiển</a:t>
            </a:r>
            <a:endParaRPr lang="en-US" sz="900">
              <a:solidFill>
                <a:srgbClr val="C00000"/>
              </a:solidFill>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smtClean="0">
                <a:latin typeface="Times New Roman" panose="02020603050405020304" pitchFamily="18" charset="0"/>
                <a:cs typeface="Times New Roman" panose="02020603050405020304" pitchFamily="18" charset="0"/>
              </a:rPr>
              <a:t>26</a:t>
            </a:r>
            <a:r>
              <a:rPr lang="vi-VN"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Nội</a:t>
            </a:r>
            <a:r>
              <a:rPr lang="en-US" sz="900" smtClean="0">
                <a:latin typeface="Times New Roman" panose="02020603050405020304" pitchFamily="18" charset="0"/>
                <a:cs typeface="Times New Roman" panose="02020603050405020304" pitchFamily="18" charset="0"/>
              </a:rPr>
              <a:t> dung </a:t>
            </a:r>
            <a:r>
              <a:rPr lang="en-US" sz="900" err="1" smtClean="0">
                <a:latin typeface="Times New Roman" panose="02020603050405020304" pitchFamily="18" charset="0"/>
                <a:cs typeface="Times New Roman" panose="02020603050405020304" pitchFamily="18" charset="0"/>
              </a:rPr>
              <a:t>sai</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về</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bảng</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điều</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khiển</a:t>
            </a:r>
            <a:r>
              <a:rPr lang="en-US" sz="900" smtClean="0">
                <a:latin typeface="Times New Roman" panose="02020603050405020304" pitchFamily="18" charset="0"/>
                <a:cs typeface="Times New Roman" panose="02020603050405020304" pitchFamily="18" charset="0"/>
              </a:rPr>
              <a:t> PLC?</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① </a:t>
            </a:r>
            <a:r>
              <a:rPr lang="en-US" sz="900" err="1" smtClean="0">
                <a:latin typeface="Times New Roman" panose="02020603050405020304" pitchFamily="18" charset="0"/>
                <a:cs typeface="Times New Roman" panose="02020603050405020304" pitchFamily="18" charset="0"/>
              </a:rPr>
              <a:t>Không</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tiếp</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xúc</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p>
          <a:p>
            <a:pPr>
              <a:defRPr/>
            </a:pPr>
            <a:r>
              <a:rPr lang="en-US" sz="900" smtClean="0">
                <a:latin typeface="Times New Roman" panose="02020603050405020304" pitchFamily="18" charset="0"/>
                <a:cs typeface="Times New Roman" panose="02020603050405020304" pitchFamily="18" charset="0"/>
              </a:rPr>
              <a:t>② </a:t>
            </a:r>
            <a:r>
              <a:rPr lang="en-US" sz="900" err="1" smtClean="0">
                <a:latin typeface="Times New Roman" panose="02020603050405020304" pitchFamily="18" charset="0"/>
                <a:cs typeface="Times New Roman" panose="02020603050405020304" pitchFamily="18" charset="0"/>
              </a:rPr>
              <a:t>Có</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thể</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thay</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đổi</a:t>
            </a:r>
            <a:r>
              <a:rPr lang="en-US" sz="900" smtClean="0">
                <a:latin typeface="Times New Roman" panose="02020603050405020304" pitchFamily="18" charset="0"/>
                <a:cs typeface="Times New Roman" panose="02020603050405020304" pitchFamily="18" charset="0"/>
              </a:rPr>
              <a:t> Program</a:t>
            </a:r>
            <a:endParaRPr lang="en-US" sz="900">
              <a:latin typeface="Times New Roman" panose="02020603050405020304" pitchFamily="18" charset="0"/>
              <a:cs typeface="Times New Roman" panose="02020603050405020304" pitchFamily="18" charset="0"/>
            </a:endParaRPr>
          </a:p>
          <a:p>
            <a:pPr>
              <a:defRPr/>
            </a:pPr>
            <a:r>
              <a:rPr lang="en-US" sz="900">
                <a:latin typeface="Times New Roman" panose="02020603050405020304" pitchFamily="18" charset="0"/>
                <a:cs typeface="Times New Roman" panose="02020603050405020304" pitchFamily="18" charset="0"/>
              </a:rPr>
              <a:t>③ </a:t>
            </a:r>
            <a:r>
              <a:rPr lang="en-US" sz="900" err="1" smtClean="0">
                <a:latin typeface="Times New Roman" panose="02020603050405020304" pitchFamily="18" charset="0"/>
                <a:cs typeface="Times New Roman" panose="02020603050405020304" pitchFamily="18" charset="0"/>
              </a:rPr>
              <a:t>Dễ</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bảo</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dưỡng</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độ</a:t>
            </a:r>
            <a:r>
              <a:rPr lang="en-US" sz="900" smtClean="0">
                <a:latin typeface="Times New Roman" panose="02020603050405020304" pitchFamily="18" charset="0"/>
                <a:cs typeface="Times New Roman" panose="02020603050405020304" pitchFamily="18" charset="0"/>
              </a:rPr>
              <a:t> tin </a:t>
            </a:r>
            <a:r>
              <a:rPr lang="en-US" sz="900" err="1" smtClean="0">
                <a:latin typeface="Times New Roman" panose="02020603050405020304" pitchFamily="18" charset="0"/>
                <a:cs typeface="Times New Roman" panose="02020603050405020304" pitchFamily="18" charset="0"/>
              </a:rPr>
              <a:t>cậy</a:t>
            </a:r>
            <a:r>
              <a:rPr lang="en-US" sz="900" smtClean="0">
                <a:latin typeface="Times New Roman" panose="02020603050405020304" pitchFamily="18" charset="0"/>
                <a:cs typeface="Times New Roman" panose="02020603050405020304" pitchFamily="18" charset="0"/>
              </a:rPr>
              <a:t> </a:t>
            </a:r>
            <a:r>
              <a:rPr lang="en-US" sz="900" err="1" smtClean="0">
                <a:latin typeface="Times New Roman" panose="02020603050405020304" pitchFamily="18" charset="0"/>
                <a:cs typeface="Times New Roman" panose="02020603050405020304" pitchFamily="18" charset="0"/>
              </a:rPr>
              <a:t>cao</a:t>
            </a:r>
            <a:r>
              <a:rPr lang="en-US" sz="90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   </a:t>
            </a:r>
          </a:p>
          <a:p>
            <a:pPr>
              <a:defRPr/>
            </a:pPr>
            <a:r>
              <a:rPr lang="en-US" sz="900" smtClean="0">
                <a:solidFill>
                  <a:srgbClr val="C00000"/>
                </a:solidFill>
                <a:latin typeface="Times New Roman" panose="02020603050405020304" pitchFamily="18" charset="0"/>
                <a:cs typeface="Times New Roman" panose="02020603050405020304" pitchFamily="18" charset="0"/>
              </a:rPr>
              <a:t>④ </a:t>
            </a:r>
            <a:r>
              <a:rPr lang="en-US" sz="900" err="1" smtClean="0">
                <a:solidFill>
                  <a:srgbClr val="C00000"/>
                </a:solidFill>
                <a:latin typeface="Times New Roman" panose="02020603050405020304" pitchFamily="18" charset="0"/>
                <a:cs typeface="Times New Roman" panose="02020603050405020304" pitchFamily="18" charset="0"/>
              </a:rPr>
              <a:t>Khó</a:t>
            </a:r>
            <a:r>
              <a:rPr lang="en-US" sz="900" smtClean="0">
                <a:solidFill>
                  <a:srgbClr val="C00000"/>
                </a:solidFill>
                <a:latin typeface="Times New Roman" panose="02020603050405020304" pitchFamily="18" charset="0"/>
                <a:cs typeface="Times New Roman" panose="02020603050405020304" pitchFamily="18" charset="0"/>
              </a:rPr>
              <a:t> </a:t>
            </a:r>
            <a:r>
              <a:rPr lang="en-US" sz="900" err="1" smtClean="0">
                <a:solidFill>
                  <a:srgbClr val="C00000"/>
                </a:solidFill>
                <a:latin typeface="Times New Roman" panose="02020603050405020304" pitchFamily="18" charset="0"/>
                <a:cs typeface="Times New Roman" panose="02020603050405020304" pitchFamily="18" charset="0"/>
              </a:rPr>
              <a:t>mở</a:t>
            </a:r>
            <a:r>
              <a:rPr lang="en-US" sz="900" smtClean="0">
                <a:solidFill>
                  <a:srgbClr val="C00000"/>
                </a:solidFill>
                <a:latin typeface="Times New Roman" panose="02020603050405020304" pitchFamily="18" charset="0"/>
                <a:cs typeface="Times New Roman" panose="02020603050405020304" pitchFamily="18" charset="0"/>
              </a:rPr>
              <a:t> </a:t>
            </a:r>
            <a:r>
              <a:rPr lang="en-US" sz="900" err="1" smtClean="0">
                <a:solidFill>
                  <a:srgbClr val="C00000"/>
                </a:solidFill>
                <a:latin typeface="Times New Roman" panose="02020603050405020304" pitchFamily="18" charset="0"/>
                <a:cs typeface="Times New Roman" panose="02020603050405020304" pitchFamily="18" charset="0"/>
              </a:rPr>
              <a:t>rộng</a:t>
            </a:r>
            <a:r>
              <a:rPr lang="en-US" sz="900" smtClean="0">
                <a:solidFill>
                  <a:srgbClr val="C00000"/>
                </a:solidFill>
                <a:latin typeface="Times New Roman" panose="02020603050405020304" pitchFamily="18" charset="0"/>
                <a:cs typeface="Times New Roman" panose="02020603050405020304" pitchFamily="18" charset="0"/>
              </a:rPr>
              <a:t> System</a:t>
            </a:r>
            <a:endParaRPr lang="en-US"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en-US" sz="900" smtClean="0">
                <a:latin typeface="Times New Roman" panose="02020603050405020304" pitchFamily="18" charset="0"/>
                <a:cs typeface="Times New Roman" panose="02020603050405020304" pitchFamily="18" charset="0"/>
              </a:rPr>
              <a:t>27. </a:t>
            </a:r>
            <a:r>
              <a:rPr lang="vi-VN" sz="900" smtClean="0">
                <a:latin typeface="Times New Roman" panose="02020603050405020304" pitchFamily="18" charset="0"/>
                <a:cs typeface="Times New Roman" panose="02020603050405020304" pitchFamily="18" charset="0"/>
              </a:rPr>
              <a:t>Relay</a:t>
            </a:r>
            <a:r>
              <a:rPr lang="en-US" sz="900" smtClean="0">
                <a:latin typeface="Times New Roman" panose="02020603050405020304" pitchFamily="18" charset="0"/>
                <a:cs typeface="Times New Roman" panose="02020603050405020304" pitchFamily="18" charset="0"/>
              </a:rPr>
              <a:t> nào</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chuyên sử dụng cho Data link là </a:t>
            </a:r>
            <a:r>
              <a:rPr lang="en-US" sz="900" smtClean="0">
                <a:latin typeface="Times New Roman" panose="02020603050405020304" pitchFamily="18" charset="0"/>
                <a:cs typeface="Times New Roman" panose="02020603050405020304" pitchFamily="18" charset="0"/>
              </a:rPr>
              <a:t>bit </a:t>
            </a:r>
            <a:r>
              <a:rPr lang="vi-VN" sz="900" smtClean="0">
                <a:latin typeface="Times New Roman" panose="02020603050405020304" pitchFamily="18" charset="0"/>
                <a:cs typeface="Times New Roman" panose="02020603050405020304" pitchFamily="18" charset="0"/>
              </a:rPr>
              <a:t>device</a:t>
            </a:r>
            <a:r>
              <a:rPr lang="en-US" sz="900" smtClean="0">
                <a:latin typeface="Times New Roman" panose="02020603050405020304" pitchFamily="18" charset="0"/>
                <a:cs typeface="Times New Roman" panose="02020603050405020304" pitchFamily="18" charset="0"/>
              </a:rPr>
              <a:t> ?</a:t>
            </a:r>
            <a:endParaRPr lang="en-US" altLang="ko-KR" sz="900">
              <a:latin typeface="Times New Roman" panose="02020603050405020304" pitchFamily="18" charset="0"/>
              <a:cs typeface="Times New Roman" panose="02020603050405020304" pitchFamily="18" charset="0"/>
            </a:endParaRPr>
          </a:p>
          <a:p>
            <a:pPr marL="457200" indent="-457200">
              <a:defRPr/>
            </a:pPr>
            <a:r>
              <a:rPr lang="ko-KR" altLang="ko-KR" sz="900" smtClean="0">
                <a:latin typeface="Times New Roman" panose="02020603050405020304" pitchFamily="18" charset="0"/>
                <a:cs typeface="Times New Roman" panose="02020603050405020304" pitchFamily="18" charset="0"/>
              </a:rPr>
              <a:t>① </a:t>
            </a:r>
            <a:r>
              <a:rPr lang="en-US" altLang="ko-KR" sz="900" smtClean="0">
                <a:latin typeface="Times New Roman" panose="02020603050405020304" pitchFamily="18" charset="0"/>
                <a:cs typeface="Times New Roman" panose="02020603050405020304" pitchFamily="18" charset="0"/>
              </a:rPr>
              <a:t>W</a:t>
            </a: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ko-KR" altLang="ko-KR" sz="900" smtClean="0">
                <a:latin typeface="Times New Roman" panose="02020603050405020304" pitchFamily="18" charset="0"/>
                <a:cs typeface="Times New Roman" panose="02020603050405020304" pitchFamily="18" charset="0"/>
              </a:rPr>
              <a:t>② </a:t>
            </a:r>
            <a:r>
              <a:rPr lang="en-US" altLang="ko-KR" sz="900" smtClean="0">
                <a:latin typeface="Times New Roman" panose="02020603050405020304" pitchFamily="18" charset="0"/>
                <a:cs typeface="Times New Roman" panose="02020603050405020304" pitchFamily="18" charset="0"/>
              </a:rPr>
              <a:t>F</a:t>
            </a: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ko-KR" altLang="ko-KR" sz="900" smtClean="0">
                <a:solidFill>
                  <a:srgbClr val="C00000"/>
                </a:solidFill>
                <a:latin typeface="Times New Roman" panose="02020603050405020304" pitchFamily="18" charset="0"/>
                <a:cs typeface="Times New Roman" panose="02020603050405020304" pitchFamily="18" charset="0"/>
              </a:rPr>
              <a:t>③ </a:t>
            </a:r>
            <a:r>
              <a:rPr lang="en-US" altLang="ko-KR" sz="900" smtClean="0">
                <a:solidFill>
                  <a:srgbClr val="C00000"/>
                </a:solidFill>
                <a:latin typeface="Times New Roman" panose="02020603050405020304" pitchFamily="18" charset="0"/>
                <a:cs typeface="Times New Roman" panose="02020603050405020304" pitchFamily="18" charset="0"/>
              </a:rPr>
              <a:t>B</a:t>
            </a:r>
            <a:r>
              <a:rPr lang="en-US" altLang="ko-KR" sz="900">
                <a:solidFill>
                  <a:srgbClr val="C00000"/>
                </a:solidFill>
                <a:latin typeface="Times New Roman" panose="02020603050405020304" pitchFamily="18" charset="0"/>
                <a:cs typeface="Times New Roman" panose="02020603050405020304" pitchFamily="18" charset="0"/>
              </a:rPr>
              <a:t> </a:t>
            </a:r>
            <a:r>
              <a:rPr lang="en-US" altLang="ko-KR" sz="900" smtClean="0">
                <a:solidFill>
                  <a:srgbClr val="C00000"/>
                </a:solidFill>
                <a:latin typeface="Times New Roman" panose="02020603050405020304" pitchFamily="18" charset="0"/>
                <a:cs typeface="Times New Roman" panose="02020603050405020304" pitchFamily="18" charset="0"/>
              </a:rPr>
              <a:t>       </a:t>
            </a:r>
            <a:r>
              <a:rPr lang="ko-KR" altLang="ko-KR" sz="900" smtClean="0">
                <a:latin typeface="Times New Roman" panose="02020603050405020304" pitchFamily="18" charset="0"/>
                <a:cs typeface="Times New Roman" panose="02020603050405020304" pitchFamily="18" charset="0"/>
              </a:rPr>
              <a:t>④ </a:t>
            </a:r>
            <a:r>
              <a:rPr lang="en-US" altLang="ko-KR" sz="900" smtClean="0">
                <a:latin typeface="Times New Roman" panose="02020603050405020304" pitchFamily="18" charset="0"/>
                <a:cs typeface="Times New Roman" panose="02020603050405020304" pitchFamily="18" charset="0"/>
              </a:rPr>
              <a:t>S</a:t>
            </a:r>
          </a:p>
          <a:p>
            <a:pPr marL="457200" indent="-457200">
              <a:defRPr/>
            </a:pPr>
            <a:endParaRPr lang="en-US" altLang="ko-KR" sz="900">
              <a:latin typeface="Times New Roman" panose="02020603050405020304" pitchFamily="18" charset="0"/>
              <a:cs typeface="Times New Roman" panose="02020603050405020304" pitchFamily="18" charset="0"/>
            </a:endParaRPr>
          </a:p>
          <a:p>
            <a:pPr>
              <a:defRPr/>
            </a:pPr>
            <a:r>
              <a:rPr lang="en-US" sz="900" smtClean="0">
                <a:latin typeface="Times New Roman" panose="02020603050405020304" pitchFamily="18" charset="0"/>
                <a:cs typeface="Times New Roman" panose="02020603050405020304" pitchFamily="18" charset="0"/>
              </a:rPr>
              <a:t>28. </a:t>
            </a:r>
            <a:r>
              <a:rPr lang="en-US" altLang="ko-KR" sz="900">
                <a:latin typeface="Times New Roman" pitchFamily="18" charset="0"/>
                <a:ea typeface="돋움" pitchFamily="50" charset="-127"/>
                <a:cs typeface="Times New Roman" pitchFamily="18" charset="0"/>
              </a:rPr>
              <a:t>Loại Data </a:t>
            </a:r>
            <a:r>
              <a:rPr lang="en-US" altLang="ko-KR" sz="900">
                <a:latin typeface="Times New Roman" panose="02020603050405020304" pitchFamily="18" charset="0"/>
                <a:cs typeface="Times New Roman" panose="02020603050405020304" pitchFamily="18" charset="0"/>
              </a:rPr>
              <a:t>Resister </a:t>
            </a:r>
            <a:r>
              <a:rPr lang="en-US" altLang="ko-KR" sz="900" smtClean="0">
                <a:latin typeface="Times New Roman" panose="02020603050405020304" pitchFamily="18" charset="0"/>
                <a:cs typeface="Times New Roman" panose="02020603050405020304" pitchFamily="18" charset="0"/>
              </a:rPr>
              <a:t>nào chuyên </a:t>
            </a:r>
            <a:r>
              <a:rPr lang="en-US" altLang="ko-KR" sz="900">
                <a:latin typeface="Times New Roman" panose="02020603050405020304" pitchFamily="18" charset="0"/>
                <a:cs typeface="Times New Roman" panose="02020603050405020304" pitchFamily="18" charset="0"/>
              </a:rPr>
              <a:t>sử dụng cho</a:t>
            </a:r>
            <a:r>
              <a:rPr lang="ko-KR" altLang="en-US" sz="90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Data Link </a:t>
            </a:r>
            <a:r>
              <a:rPr lang="en-US" altLang="ko-KR" sz="900">
                <a:latin typeface="Times New Roman" pitchFamily="18" charset="0"/>
                <a:ea typeface="돋움" pitchFamily="50" charset="-127"/>
                <a:cs typeface="Times New Roman" pitchFamily="18" charset="0"/>
              </a:rPr>
              <a:t>là w</a:t>
            </a:r>
            <a:r>
              <a:rPr lang="en-US" altLang="ko-KR" sz="900" smtClean="0">
                <a:latin typeface="Times New Roman" pitchFamily="18" charset="0"/>
                <a:ea typeface="돋움" pitchFamily="50" charset="-127"/>
                <a:cs typeface="Times New Roman" pitchFamily="18" charset="0"/>
              </a:rPr>
              <a:t>ord device</a:t>
            </a:r>
            <a:r>
              <a:rPr lang="en-US" sz="900" smtClean="0">
                <a:latin typeface="Times New Roman" panose="02020603050405020304" pitchFamily="18" charset="0"/>
                <a:cs typeface="Times New Roman" panose="02020603050405020304" pitchFamily="18" charset="0"/>
              </a:rPr>
              <a:t>?</a:t>
            </a:r>
            <a:endParaRPr lang="en-US" altLang="ko-KR" sz="900">
              <a:latin typeface="Times New Roman" panose="02020603050405020304" pitchFamily="18" charset="0"/>
              <a:cs typeface="Times New Roman" panose="02020603050405020304" pitchFamily="18" charset="0"/>
            </a:endParaRPr>
          </a:p>
          <a:p>
            <a:pPr marL="457200" indent="-457200">
              <a:defRPr/>
            </a:pPr>
            <a:r>
              <a:rPr lang="ko-KR" altLang="ko-KR" sz="900">
                <a:solidFill>
                  <a:srgbClr val="FF0000"/>
                </a:solidFill>
                <a:latin typeface="Times New Roman" panose="02020603050405020304" pitchFamily="18" charset="0"/>
                <a:cs typeface="Times New Roman" panose="02020603050405020304" pitchFamily="18" charset="0"/>
              </a:rPr>
              <a:t>① </a:t>
            </a:r>
            <a:r>
              <a:rPr lang="en-US" altLang="ko-KR" sz="900">
                <a:solidFill>
                  <a:srgbClr val="FF0000"/>
                </a:solidFill>
                <a:latin typeface="Times New Roman" panose="02020603050405020304" pitchFamily="18" charset="0"/>
                <a:cs typeface="Times New Roman" panose="02020603050405020304" pitchFamily="18" charset="0"/>
              </a:rPr>
              <a:t>W         </a:t>
            </a:r>
            <a:r>
              <a:rPr lang="ko-KR" altLang="ko-KR" sz="900">
                <a:latin typeface="Times New Roman" panose="02020603050405020304" pitchFamily="18" charset="0"/>
                <a:cs typeface="Times New Roman" panose="02020603050405020304" pitchFamily="18" charset="0"/>
              </a:rPr>
              <a:t>② </a:t>
            </a:r>
            <a:r>
              <a:rPr lang="en-US" altLang="ko-KR" sz="900">
                <a:latin typeface="Times New Roman" panose="02020603050405020304" pitchFamily="18" charset="0"/>
                <a:cs typeface="Times New Roman" panose="02020603050405020304" pitchFamily="18" charset="0"/>
              </a:rPr>
              <a:t>F        </a:t>
            </a:r>
            <a:r>
              <a:rPr lang="ko-KR" altLang="ko-KR" sz="900">
                <a:latin typeface="Times New Roman" panose="02020603050405020304" pitchFamily="18" charset="0"/>
                <a:cs typeface="Times New Roman" panose="02020603050405020304" pitchFamily="18" charset="0"/>
              </a:rPr>
              <a:t>③ </a:t>
            </a:r>
            <a:r>
              <a:rPr lang="en-US" altLang="ko-KR" sz="900">
                <a:latin typeface="Times New Roman" panose="02020603050405020304" pitchFamily="18" charset="0"/>
                <a:cs typeface="Times New Roman" panose="02020603050405020304" pitchFamily="18" charset="0"/>
              </a:rPr>
              <a:t>B        </a:t>
            </a:r>
            <a:r>
              <a:rPr lang="ko-KR" altLang="ko-KR" sz="90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S</a:t>
            </a:r>
          </a:p>
          <a:p>
            <a:pPr marL="457200" indent="-457200">
              <a:defRPr/>
            </a:pPr>
            <a:endParaRPr lang="en-US" altLang="ko-KR" sz="900" smtClean="0">
              <a:latin typeface="Times New Roman" panose="02020603050405020304" pitchFamily="18" charset="0"/>
              <a:cs typeface="Times New Roman" panose="02020603050405020304" pitchFamily="18" charset="0"/>
            </a:endParaRPr>
          </a:p>
          <a:p>
            <a:pPr marL="457200" indent="-457200">
              <a:defRPr/>
            </a:pPr>
            <a:endParaRPr lang="ko-KR" altLang="ko-KR" sz="90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29.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Cái nào sai trong số những giải thích về Data Resister sau đây</a:t>
            </a: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fontAlgn="base" latinLnBrk="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Là Memory lưu trữ Data trong PLC</a:t>
            </a: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a:t>
            </a:r>
          </a:p>
          <a:p>
            <a:pPr fontAlgn="base" latinLnBrk="1">
              <a:spcBef>
                <a:spcPct val="0"/>
              </a:spcBef>
              <a:spcAft>
                <a:spcPct val="0"/>
              </a:spcAft>
            </a:pPr>
            <a:r>
              <a:rPr lang="ko-KR" altLang="ko-KR" sz="900">
                <a:solidFill>
                  <a:srgbClr val="FF0000"/>
                </a:solidFill>
                <a:latin typeface="Times New Roman" panose="02020603050405020304" pitchFamily="18" charset="0"/>
                <a:ea typeface="돋움" pitchFamily="50" charset="-127"/>
                <a:cs typeface="Times New Roman" panose="02020603050405020304" pitchFamily="18" charset="0"/>
              </a:rPr>
              <a:t>② </a:t>
            </a:r>
            <a:r>
              <a:rPr lang="en-US" altLang="ko-KR" sz="900">
                <a:solidFill>
                  <a:srgbClr val="FF0000"/>
                </a:solidFill>
                <a:latin typeface="Times New Roman" panose="02020603050405020304" pitchFamily="18" charset="0"/>
                <a:ea typeface="돋움" pitchFamily="50" charset="-127"/>
                <a:cs typeface="Times New Roman" panose="02020603050405020304" pitchFamily="18" charset="0"/>
              </a:rPr>
              <a:t>Là Resister dùng cho Data Link</a:t>
            </a:r>
            <a:r>
              <a:rPr lang="ko-KR" altLang="ko-KR" sz="900">
                <a:solidFill>
                  <a:srgbClr val="FF0000"/>
                </a:solidFill>
                <a:latin typeface="Times New Roman" panose="02020603050405020304" pitchFamily="18" charset="0"/>
                <a:ea typeface="돋움" pitchFamily="50" charset="-127"/>
                <a:cs typeface="Times New Roman" panose="02020603050405020304" pitchFamily="18" charset="0"/>
              </a:rPr>
              <a:t>.  </a:t>
            </a:r>
          </a:p>
          <a:p>
            <a:pPr fontAlgn="base" latinLnBrk="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Có thể Read/Write với đơn vị 16Bit</a:t>
            </a: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fontAlgn="base" latinLnBrk="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④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Sử dụng 2 điểm trong trường hợp sử dụng Data 32Bit</a:t>
            </a:r>
            <a:endParaRPr lang="en-US" altLang="ko-KR" sz="900">
              <a:latin typeface="Times New Roman" panose="02020603050405020304" pitchFamily="18" charset="0"/>
              <a:cs typeface="Times New Roman" panose="02020603050405020304" pitchFamily="18" charset="0"/>
            </a:endParaRPr>
          </a:p>
          <a:p>
            <a:pPr>
              <a:defRPr/>
            </a:pPr>
            <a:endParaRPr lang="en-US" altLang="ko-KR" sz="900">
              <a:solidFill>
                <a:srgbClr val="404040"/>
              </a:solidFill>
              <a:latin typeface="Times New Roman" panose="02020603050405020304" pitchFamily="18" charset="0"/>
              <a:ea typeface="굴림" pitchFamily="50" charset="-127"/>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30.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Cái nào là sai khi giải thích về Data Resister? (      )</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①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Là Memory lưu Data trong PLC</a:t>
            </a: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   </a:t>
            </a:r>
          </a:p>
          <a:p>
            <a:pPr fontAlgn="base" latinLnBrk="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Data Resiste được cấu trúc 1 điểm 16Bit</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và có thể Read/Write theo đơn vị 16Bit</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r>
              <a:rPr lang="ko-KR" altLang="ko-KR" sz="900">
                <a:solidFill>
                  <a:srgbClr val="000000"/>
                </a:solidFill>
                <a:latin typeface="Times New Roman" panose="02020603050405020304" pitchFamily="18" charset="0"/>
                <a:ea typeface="돋움" pitchFamily="50" charset="-127"/>
                <a:cs typeface="Times New Roman" panose="02020603050405020304" pitchFamily="18" charset="0"/>
              </a:rPr>
              <a:t>③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Data được lưu một lần ở Sequence Program sẽ duy trì đến khi lưu Data khác</a:t>
            </a:r>
            <a:endParaRPr lang="ko-KR"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r>
              <a:rPr lang="ko-KR" altLang="ko-KR" sz="900">
                <a:solidFill>
                  <a:srgbClr val="FF0000"/>
                </a:solidFill>
                <a:latin typeface="Times New Roman" panose="02020603050405020304" pitchFamily="18" charset="0"/>
                <a:ea typeface="돋움" pitchFamily="50" charset="-127"/>
                <a:cs typeface="Times New Roman" panose="02020603050405020304" pitchFamily="18" charset="0"/>
              </a:rPr>
              <a:t>④ </a:t>
            </a:r>
            <a:r>
              <a:rPr lang="en-US" altLang="ko-KR" sz="900">
                <a:solidFill>
                  <a:srgbClr val="FF0000"/>
                </a:solidFill>
                <a:latin typeface="Times New Roman" panose="02020603050405020304" pitchFamily="18" charset="0"/>
                <a:ea typeface="돋움" pitchFamily="50" charset="-127"/>
                <a:cs typeface="Times New Roman" panose="02020603050405020304" pitchFamily="18" charset="0"/>
              </a:rPr>
              <a:t>Data đang lưu ở Data Resister, khi Off nguồn hoặc Reset thì Latch của S/W bị Clear </a:t>
            </a:r>
            <a:endParaRPr lang="en-US" altLang="ko-KR" sz="900">
              <a:solidFill>
                <a:srgbClr val="FF0000"/>
              </a:solidFill>
              <a:latin typeface="Times New Roman" panose="02020603050405020304" pitchFamily="18" charset="0"/>
              <a:cs typeface="Times New Roman" panose="02020603050405020304" pitchFamily="18" charset="0"/>
            </a:endParaRPr>
          </a:p>
          <a:p>
            <a:pPr>
              <a:defRPr/>
            </a:pPr>
            <a:endParaRPr lang="en-US" sz="900" smtClean="0">
              <a:latin typeface="Times New Roman" panose="02020603050405020304" pitchFamily="18" charset="0"/>
              <a:cs typeface="Times New Roman" panose="02020603050405020304" pitchFamily="18" charset="0"/>
            </a:endParaRPr>
          </a:p>
        </p:txBody>
      </p:sp>
      <p:sp>
        <p:nvSpPr>
          <p:cNvPr id="2"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marL="0" indent="0">
              <a:buNone/>
              <a:defRPr/>
            </a:pPr>
            <a:r>
              <a:rPr lang="en-US" sz="900" smtClean="0">
                <a:latin typeface="Times New Roman" panose="02020603050405020304" pitchFamily="18" charset="0"/>
                <a:cs typeface="Times New Roman" panose="02020603050405020304" pitchFamily="18" charset="0"/>
              </a:rPr>
              <a:t>31. </a:t>
            </a:r>
            <a:r>
              <a:rPr lang="en-US" sz="900">
                <a:solidFill>
                  <a:srgbClr val="404040"/>
                </a:solidFill>
                <a:latin typeface="Times New Roman" panose="02020603050405020304" pitchFamily="18" charset="0"/>
                <a:ea typeface="굴림" pitchFamily="50" charset="-127"/>
                <a:cs typeface="Times New Roman" panose="02020603050405020304" pitchFamily="18" charset="0"/>
              </a:rPr>
              <a:t>Đáp án nào nói về b</a:t>
            </a:r>
            <a:r>
              <a:rPr lang="vi-VN" altLang="ko-KR" sz="900">
                <a:solidFill>
                  <a:srgbClr val="404040"/>
                </a:solidFill>
                <a:latin typeface="Times New Roman" panose="02020603050405020304" pitchFamily="18" charset="0"/>
                <a:ea typeface="굴림" pitchFamily="50" charset="-127"/>
                <a:cs typeface="Times New Roman" panose="02020603050405020304" pitchFamily="18" charset="0"/>
              </a:rPr>
              <a:t>ộ phận đầu ra trong cấu tạo của PLC</a:t>
            </a:r>
            <a:r>
              <a:rPr lang="it-IT" sz="900">
                <a:latin typeface="Times New Roman" panose="02020603050405020304" pitchFamily="18" charset="0"/>
                <a:cs typeface="Times New Roman" panose="02020603050405020304" pitchFamily="18" charset="0"/>
              </a:rPr>
              <a:t>?</a:t>
            </a:r>
          </a:p>
          <a:p>
            <a:pPr marL="0" indent="0">
              <a:buNone/>
              <a:defRPr/>
            </a:pPr>
            <a:r>
              <a:rPr lang="ko-KR" altLang="ko-KR" sz="900">
                <a:latin typeface="Times New Roman" panose="02020603050405020304" pitchFamily="18" charset="0"/>
                <a:cs typeface="Times New Roman" panose="02020603050405020304" pitchFamily="18" charset="0"/>
              </a:rPr>
              <a:t>① </a:t>
            </a:r>
            <a:r>
              <a:rPr lang="en-US" altLang="ko-KR" sz="900">
                <a:latin typeface="Times New Roman" pitchFamily="18" charset="0"/>
                <a:cs typeface="Times New Roman" pitchFamily="18" charset="0"/>
              </a:rPr>
              <a:t>Đóng vai trò truyền tín hiệu từ thiết bị bên ngoài vào</a:t>
            </a:r>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bộ phận tính toán của</a:t>
            </a:r>
            <a:r>
              <a:rPr lang="ko-KR" altLang="en-US" sz="900">
                <a:latin typeface="Times New Roman" pitchFamily="18" charset="0"/>
                <a:cs typeface="Times New Roman" pitchFamily="18" charset="0"/>
              </a:rPr>
              <a:t> </a:t>
            </a:r>
            <a:r>
              <a:rPr lang="en-US" altLang="ko-KR" sz="900">
                <a:latin typeface="Times New Roman" pitchFamily="18" charset="0"/>
                <a:cs typeface="Times New Roman" pitchFamily="18" charset="0"/>
              </a:rPr>
              <a:t>CPU </a:t>
            </a:r>
          </a:p>
          <a:p>
            <a:pPr marL="0" indent="0">
              <a:buNone/>
              <a:defRPr/>
            </a:pPr>
            <a:r>
              <a:rPr lang="ko-KR" altLang="ko-KR" sz="900">
                <a:latin typeface="Times New Roman" panose="02020603050405020304" pitchFamily="18" charset="0"/>
                <a:cs typeface="Times New Roman" panose="02020603050405020304" pitchFamily="18" charset="0"/>
              </a:rPr>
              <a:t>② </a:t>
            </a:r>
            <a:r>
              <a:rPr lang="en-US" altLang="ko-KR" sz="900">
                <a:solidFill>
                  <a:srgbClr val="C00000"/>
                </a:solidFill>
                <a:latin typeface="Times New Roman" pitchFamily="18" charset="0"/>
                <a:cs typeface="Times New Roman" pitchFamily="18" charset="0"/>
              </a:rPr>
              <a:t>Là bộ phận truyền kết quả tính toán ở bên trong lên thiết bị tiếp xúc điện tử đã được làm tiếp xúc lên Solenoid để tạo chuyển động quay</a:t>
            </a:r>
          </a:p>
          <a:p>
            <a:pPr marL="0" indent="0">
              <a:buNone/>
              <a:defRPr/>
            </a:pPr>
            <a:r>
              <a:rPr lang="ko-KR" altLang="ko-KR" sz="900">
                <a:latin typeface="Times New Roman" panose="02020603050405020304" pitchFamily="18" charset="0"/>
                <a:cs typeface="Times New Roman" panose="02020603050405020304" pitchFamily="18" charset="0"/>
              </a:rPr>
              <a:t>③ </a:t>
            </a:r>
            <a:r>
              <a:rPr lang="en-US" altLang="ko-KR" sz="900">
                <a:solidFill>
                  <a:srgbClr val="404040"/>
                </a:solidFill>
                <a:latin typeface="Times New Roman" panose="02020603050405020304" pitchFamily="18" charset="0"/>
                <a:cs typeface="Times New Roman" panose="02020603050405020304" pitchFamily="18" charset="0"/>
              </a:rPr>
              <a:t>Được phát triển để có thể sử dụng trong mục đích đặc biệt dựa theo phương thức điều khiển và đối tượng điều khiển</a:t>
            </a:r>
            <a:endParaRPr lang="en-US" altLang="ko-KR" sz="900">
              <a:latin typeface="Times New Roman" panose="02020603050405020304" pitchFamily="18" charset="0"/>
              <a:cs typeface="Times New Roman" panose="02020603050405020304" pitchFamily="18" charset="0"/>
            </a:endParaRPr>
          </a:p>
          <a:p>
            <a:pPr marL="0" indent="0">
              <a:buNone/>
              <a:defRPr/>
            </a:pPr>
            <a:r>
              <a:rPr lang="ko-KR" altLang="ko-KR" sz="90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Có thể điều khiển dễ dàng chuyển động tăng tốc, giảm tốc, tốc độ cố định của Motor</a:t>
            </a:r>
          </a:p>
          <a:p>
            <a:pPr marL="0" indent="0">
              <a:buNone/>
              <a:defRPr/>
            </a:pPr>
            <a:endParaRPr lang="en-US" altLang="ko-KR" sz="900">
              <a:solidFill>
                <a:srgbClr val="404040"/>
              </a:solidFill>
              <a:latin typeface="Times New Roman" panose="02020603050405020304" pitchFamily="18" charset="0"/>
              <a:ea typeface="굴림" pitchFamily="50" charset="-127"/>
              <a:cs typeface="Times New Roman" panose="02020603050405020304" pitchFamily="18" charset="0"/>
            </a:endParaRPr>
          </a:p>
          <a:p>
            <a:pPr marL="0" indent="0">
              <a:buNone/>
              <a:defRPr/>
            </a:pPr>
            <a:r>
              <a:rPr lang="en-US" sz="900" smtClean="0">
                <a:latin typeface="Times New Roman" panose="02020603050405020304" pitchFamily="18" charset="0"/>
                <a:cs typeface="Times New Roman" panose="02020603050405020304" pitchFamily="18" charset="0"/>
              </a:rPr>
              <a:t>32. </a:t>
            </a:r>
            <a:r>
              <a:rPr lang="en-US" sz="900">
                <a:solidFill>
                  <a:srgbClr val="404040"/>
                </a:solidFill>
                <a:latin typeface="Times New Roman" panose="02020603050405020304" pitchFamily="18" charset="0"/>
                <a:ea typeface="굴림" pitchFamily="50" charset="-127"/>
                <a:cs typeface="Times New Roman" panose="02020603050405020304" pitchFamily="18" charset="0"/>
              </a:rPr>
              <a:t>Đâu không phải là b</a:t>
            </a:r>
            <a:r>
              <a:rPr lang="vi-VN" altLang="ko-KR" sz="900">
                <a:solidFill>
                  <a:srgbClr val="404040"/>
                </a:solidFill>
                <a:latin typeface="Times New Roman" panose="02020603050405020304" pitchFamily="18" charset="0"/>
                <a:ea typeface="굴림" pitchFamily="50" charset="-127"/>
                <a:cs typeface="Times New Roman" panose="02020603050405020304" pitchFamily="18" charset="0"/>
              </a:rPr>
              <a:t>ộ phận đầu ra trong cấu tạo của PLC</a:t>
            </a:r>
            <a:r>
              <a:rPr lang="it-IT" sz="900">
                <a:latin typeface="Times New Roman" panose="02020603050405020304" pitchFamily="18" charset="0"/>
                <a:cs typeface="Times New Roman" panose="02020603050405020304" pitchFamily="18" charset="0"/>
              </a:rPr>
              <a:t>?</a:t>
            </a:r>
          </a:p>
          <a:p>
            <a:pPr marL="0" indent="0">
              <a:buNone/>
              <a:defRPr/>
            </a:pPr>
            <a:r>
              <a:rPr lang="ko-KR" altLang="ko-KR" sz="900">
                <a:solidFill>
                  <a:srgbClr val="C00000"/>
                </a:solidFill>
                <a:latin typeface="Times New Roman" panose="02020603050405020304" pitchFamily="18" charset="0"/>
                <a:cs typeface="Times New Roman" panose="02020603050405020304" pitchFamily="18" charset="0"/>
              </a:rPr>
              <a:t>① </a:t>
            </a:r>
            <a:r>
              <a:rPr lang="en-US" altLang="ko-KR" sz="900">
                <a:solidFill>
                  <a:srgbClr val="C00000"/>
                </a:solidFill>
                <a:latin typeface="Times New Roman" pitchFamily="18" charset="0"/>
                <a:cs typeface="Times New Roman" pitchFamily="18" charset="0"/>
              </a:rPr>
              <a:t>Sensor        </a:t>
            </a:r>
            <a:r>
              <a:rPr lang="ko-KR" altLang="ko-KR" sz="900">
                <a:latin typeface="Times New Roman" panose="02020603050405020304" pitchFamily="18" charset="0"/>
                <a:cs typeface="Times New Roman" panose="02020603050405020304" pitchFamily="18" charset="0"/>
              </a:rPr>
              <a:t>② </a:t>
            </a:r>
            <a:r>
              <a:rPr lang="en-US" altLang="ko-KR" sz="900">
                <a:latin typeface="Times New Roman" pitchFamily="18" charset="0"/>
                <a:cs typeface="Times New Roman" pitchFamily="18" charset="0"/>
              </a:rPr>
              <a:t>Relay        </a:t>
            </a:r>
            <a:r>
              <a:rPr lang="ko-KR" altLang="ko-KR" sz="900">
                <a:latin typeface="Times New Roman" panose="02020603050405020304" pitchFamily="18" charset="0"/>
                <a:cs typeface="Times New Roman" panose="02020603050405020304" pitchFamily="18" charset="0"/>
              </a:rPr>
              <a:t>③ </a:t>
            </a:r>
            <a:r>
              <a:rPr lang="en-US" altLang="ko-KR" sz="900">
                <a:solidFill>
                  <a:srgbClr val="404040"/>
                </a:solidFill>
                <a:latin typeface="Times New Roman" panose="02020603050405020304" pitchFamily="18" charset="0"/>
                <a:cs typeface="Times New Roman" panose="02020603050405020304" pitchFamily="18" charset="0"/>
              </a:rPr>
              <a:t>Transistor</a:t>
            </a:r>
            <a:r>
              <a:rPr lang="en-US" altLang="ko-KR" sz="900">
                <a:latin typeface="Times New Roman" panose="02020603050405020304" pitchFamily="18" charset="0"/>
                <a:cs typeface="Times New Roman" panose="02020603050405020304" pitchFamily="18" charset="0"/>
              </a:rPr>
              <a:t>       </a:t>
            </a:r>
            <a:r>
              <a:rPr lang="ko-KR" altLang="ko-KR" sz="900">
                <a:latin typeface="Times New Roman" panose="02020603050405020304" pitchFamily="18" charset="0"/>
                <a:cs typeface="Times New Roman" panose="02020603050405020304" pitchFamily="18" charset="0"/>
              </a:rPr>
              <a:t>④ </a:t>
            </a:r>
            <a:r>
              <a:rPr lang="en-US" altLang="ko-KR" sz="900">
                <a:latin typeface="Times New Roman" panose="02020603050405020304" pitchFamily="18" charset="0"/>
                <a:cs typeface="Times New Roman" panose="02020603050405020304" pitchFamily="18" charset="0"/>
              </a:rPr>
              <a:t>SSR</a:t>
            </a:r>
          </a:p>
          <a:p>
            <a:pPr marL="0" indent="0">
              <a:buNone/>
              <a:defRPr/>
            </a:pPr>
            <a:endParaRPr lang="en-US" altLang="ko-KR" sz="900">
              <a:solidFill>
                <a:srgbClr val="404040"/>
              </a:solidFill>
              <a:latin typeface="Times New Roman" panose="02020603050405020304" pitchFamily="18" charset="0"/>
              <a:ea typeface="굴림" pitchFamily="50" charset="-127"/>
              <a:cs typeface="Times New Roman" panose="02020603050405020304" pitchFamily="18" charset="0"/>
            </a:endParaRPr>
          </a:p>
          <a:p>
            <a:pPr marL="0" indent="0">
              <a:buNone/>
              <a:defRPr/>
            </a:pPr>
            <a:r>
              <a:rPr lang="vi-VN" altLang="ko-KR" sz="900">
                <a:solidFill>
                  <a:srgbClr val="404040"/>
                </a:solidFill>
                <a:latin typeface="Times New Roman" panose="02020603050405020304" pitchFamily="18" charset="0"/>
                <a:ea typeface="굴림" pitchFamily="50" charset="-127"/>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33. </a:t>
            </a:r>
            <a:r>
              <a:rPr lang="en-US" sz="900">
                <a:solidFill>
                  <a:srgbClr val="404040"/>
                </a:solidFill>
                <a:latin typeface="Times New Roman" panose="02020603050405020304" pitchFamily="18" charset="0"/>
                <a:ea typeface="굴림" pitchFamily="50" charset="-127"/>
                <a:cs typeface="Times New Roman" panose="02020603050405020304" pitchFamily="18" charset="0"/>
              </a:rPr>
              <a:t>Điểm I/O bắt đầu và kết thúc của</a:t>
            </a:r>
            <a:r>
              <a:rPr lang="vi-VN" altLang="ko-KR" sz="900">
                <a:solidFill>
                  <a:srgbClr val="404040"/>
                </a:solidFill>
                <a:latin typeface="Times New Roman" panose="02020603050405020304" pitchFamily="18" charset="0"/>
                <a:ea typeface="굴림" pitchFamily="50" charset="-127"/>
                <a:cs typeface="Times New Roman" panose="02020603050405020304" pitchFamily="18" charset="0"/>
              </a:rPr>
              <a:t> Q62DA là bao nhiêu</a:t>
            </a:r>
            <a:r>
              <a:rPr lang="it-IT" sz="900">
                <a:latin typeface="Times New Roman" panose="02020603050405020304" pitchFamily="18" charset="0"/>
                <a:cs typeface="Times New Roman" panose="02020603050405020304" pitchFamily="18" charset="0"/>
              </a:rPr>
              <a:t>?</a:t>
            </a:r>
          </a:p>
          <a:p>
            <a:pPr marL="0" indent="0">
              <a:buNone/>
              <a:defRPr/>
            </a:pPr>
            <a:endParaRPr lang="en-US" altLang="ko-KR" sz="90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smtClean="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smtClean="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C00000"/>
              </a:solidFill>
              <a:latin typeface="Times New Roman" panose="02020603050405020304" pitchFamily="18" charset="0"/>
              <a:cs typeface="Times New Roman" panose="02020603050405020304" pitchFamily="18" charset="0"/>
            </a:endParaRPr>
          </a:p>
          <a:p>
            <a:pPr marL="0" indent="0">
              <a:buNone/>
              <a:defRPr/>
            </a:pPr>
            <a:endParaRPr lang="en-US" altLang="ko-KR" sz="900" smtClean="0">
              <a:solidFill>
                <a:srgbClr val="C00000"/>
              </a:solidFill>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endParaRPr lang="en-US" altLang="ko-KR" sz="900">
              <a:solidFill>
                <a:srgbClr val="000000"/>
              </a:solidFill>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① </a:t>
            </a:r>
            <a:r>
              <a:rPr lang="en-US" altLang="ko-KR" sz="900">
                <a:solidFill>
                  <a:srgbClr val="000000"/>
                </a:solidFill>
                <a:latin typeface="Times New Roman" panose="02020603050405020304" pitchFamily="18" charset="0"/>
                <a:cs typeface="Times New Roman" panose="02020603050405020304" pitchFamily="18" charset="0"/>
              </a:rPr>
              <a:t>X100~X10F          </a:t>
            </a:r>
            <a:r>
              <a:rPr lang="en-US" altLang="ko-KR" sz="900">
                <a:solidFill>
                  <a:srgbClr val="FF0000"/>
                </a:solidFill>
                <a:latin typeface="Times New Roman" panose="02020603050405020304" pitchFamily="18" charset="0"/>
                <a:cs typeface="Times New Roman" panose="02020603050405020304" pitchFamily="18" charset="0"/>
              </a:rPr>
              <a:t>② X120~X12F</a:t>
            </a:r>
            <a:r>
              <a:rPr lang="en-US" altLang="ko-KR" sz="900">
                <a:solidFill>
                  <a:srgbClr val="000000"/>
                </a:solidFill>
                <a:latin typeface="Times New Roman" panose="02020603050405020304" pitchFamily="18" charset="0"/>
                <a:cs typeface="Times New Roman" panose="02020603050405020304" pitchFamily="18" charset="0"/>
              </a:rPr>
              <a:t>                                 </a:t>
            </a:r>
          </a:p>
          <a:p>
            <a:pPr marL="0" indent="0" eaLnBrk="1" fontAlgn="base" latinLnBrk="1" hangingPunct="1">
              <a:spcBef>
                <a:spcPct val="0"/>
              </a:spcBef>
              <a:spcAft>
                <a:spcPct val="0"/>
              </a:spcAft>
              <a:buNone/>
            </a:pPr>
            <a:r>
              <a:rPr lang="en-US" altLang="ko-KR" sz="900" smtClean="0">
                <a:solidFill>
                  <a:srgbClr val="000000"/>
                </a:solidFill>
                <a:latin typeface="Times New Roman" panose="02020603050405020304" pitchFamily="18" charset="0"/>
                <a:cs typeface="Times New Roman" panose="02020603050405020304" pitchFamily="18" charset="0"/>
              </a:rPr>
              <a:t>     ③ </a:t>
            </a:r>
            <a:r>
              <a:rPr lang="en-US" altLang="ko-KR" sz="900">
                <a:solidFill>
                  <a:srgbClr val="000000"/>
                </a:solidFill>
                <a:latin typeface="Times New Roman" panose="02020603050405020304" pitchFamily="18" charset="0"/>
                <a:cs typeface="Times New Roman" panose="02020603050405020304" pitchFamily="18" charset="0"/>
              </a:rPr>
              <a:t>X130~X13F          ④ X140~X14F</a:t>
            </a:r>
          </a:p>
          <a:p>
            <a:pPr marL="0" indent="0">
              <a:buNone/>
              <a:defRPr/>
            </a:pPr>
            <a:endParaRPr lang="en-US" sz="900" smtClean="0">
              <a:latin typeface="Times New Roman" panose="02020603050405020304" pitchFamily="18" charset="0"/>
              <a:cs typeface="Times New Roman" panose="02020603050405020304" pitchFamily="18" charset="0"/>
            </a:endParaRPr>
          </a:p>
          <a:p>
            <a:pPr marL="0" indent="0">
              <a:buNone/>
              <a:defRPr/>
            </a:pPr>
            <a:r>
              <a:rPr lang="en-US" sz="900" smtClean="0">
                <a:latin typeface="Times New Roman" panose="02020603050405020304" pitchFamily="18" charset="0"/>
                <a:cs typeface="Times New Roman" panose="02020603050405020304" pitchFamily="18" charset="0"/>
              </a:rPr>
              <a:t>34. </a:t>
            </a:r>
            <a:r>
              <a:rPr lang="en-US" sz="900" smtClean="0">
                <a:latin typeface="Times New Roman" panose="02020603050405020304" pitchFamily="18" charset="0"/>
                <a:ea typeface="굴림" pitchFamily="50" charset="-127"/>
                <a:cs typeface="Times New Roman" panose="02020603050405020304" pitchFamily="18" charset="0"/>
              </a:rPr>
              <a:t>Thứ tự điểm chiếm hữu I/O của Q64AD, Q62DA, QY41 là</a:t>
            </a:r>
            <a:r>
              <a:rPr lang="it-IT" sz="900" smtClean="0">
                <a:latin typeface="Times New Roman" panose="02020603050405020304" pitchFamily="18" charset="0"/>
                <a:cs typeface="Times New Roman" panose="02020603050405020304" pitchFamily="18" charset="0"/>
              </a:rPr>
              <a:t>?</a:t>
            </a:r>
            <a:endParaRPr lang="it-IT" sz="900">
              <a:latin typeface="Times New Roman" panose="02020603050405020304" pitchFamily="18" charset="0"/>
              <a:cs typeface="Times New Roman" panose="02020603050405020304" pitchFamily="18" charset="0"/>
            </a:endParaRPr>
          </a:p>
          <a:p>
            <a:pPr marL="0" indent="0">
              <a:buNone/>
              <a:defRPr/>
            </a:pPr>
            <a:r>
              <a:rPr lang="en-US" altLang="ko-KR" sz="900" smtClean="0">
                <a:solidFill>
                  <a:srgbClr val="C00000"/>
                </a:solidFill>
                <a:latin typeface="Times New Roman" panose="02020603050405020304" pitchFamily="18" charset="0"/>
                <a:cs typeface="Times New Roman" panose="02020603050405020304" pitchFamily="18" charset="0"/>
              </a:rPr>
              <a:t>  </a:t>
            </a:r>
            <a:r>
              <a:rPr lang="ko-KR" altLang="ko-KR" sz="900" smtClean="0">
                <a:solidFill>
                  <a:srgbClr val="C00000"/>
                </a:solidFill>
                <a:latin typeface="Times New Roman" panose="02020603050405020304" pitchFamily="18" charset="0"/>
                <a:cs typeface="Times New Roman" panose="02020603050405020304" pitchFamily="18" charset="0"/>
              </a:rPr>
              <a:t>① </a:t>
            </a:r>
            <a:r>
              <a:rPr lang="en-US" altLang="ko-KR" sz="900" smtClean="0">
                <a:solidFill>
                  <a:srgbClr val="C00000"/>
                </a:solidFill>
                <a:latin typeface="Times New Roman" pitchFamily="18" charset="0"/>
                <a:cs typeface="Times New Roman" pitchFamily="18" charset="0"/>
              </a:rPr>
              <a:t>16, 16, 32              </a:t>
            </a:r>
            <a:r>
              <a:rPr lang="ko-KR" altLang="ko-KR" sz="900" smtClean="0">
                <a:latin typeface="Times New Roman" panose="02020603050405020304" pitchFamily="18" charset="0"/>
                <a:cs typeface="Times New Roman" panose="02020603050405020304" pitchFamily="18" charset="0"/>
              </a:rPr>
              <a:t>② </a:t>
            </a:r>
            <a:r>
              <a:rPr lang="en-US" altLang="ko-KR" sz="900" smtClean="0">
                <a:latin typeface="Times New Roman" pitchFamily="18" charset="0"/>
                <a:cs typeface="Times New Roman" pitchFamily="18" charset="0"/>
              </a:rPr>
              <a:t>64,16, 32        </a:t>
            </a:r>
          </a:p>
          <a:p>
            <a:pPr marL="0" indent="0">
              <a:buNone/>
              <a:defRPr/>
            </a:pPr>
            <a:r>
              <a:rPr lang="en-US" altLang="ko-KR" sz="900" smtClean="0">
                <a:latin typeface="Times New Roman" pitchFamily="18" charset="0"/>
                <a:cs typeface="Times New Roman" pitchFamily="18" charset="0"/>
              </a:rPr>
              <a:t>  </a:t>
            </a:r>
            <a:r>
              <a:rPr lang="ko-KR" altLang="ko-KR" sz="900" smtClean="0">
                <a:latin typeface="Times New Roman" panose="02020603050405020304" pitchFamily="18" charset="0"/>
                <a:cs typeface="Times New Roman" panose="02020603050405020304" pitchFamily="18" charset="0"/>
              </a:rPr>
              <a:t>③ </a:t>
            </a:r>
            <a:r>
              <a:rPr lang="en-US" altLang="ko-KR" sz="900" smtClean="0">
                <a:latin typeface="Times New Roman" panose="02020603050405020304" pitchFamily="18" charset="0"/>
                <a:cs typeface="Times New Roman" panose="02020603050405020304" pitchFamily="18" charset="0"/>
              </a:rPr>
              <a:t>32, 32, 64              </a:t>
            </a:r>
            <a:r>
              <a:rPr lang="ko-KR" altLang="ko-KR" sz="900" smtClean="0">
                <a:latin typeface="Times New Roman" panose="02020603050405020304" pitchFamily="18" charset="0"/>
                <a:cs typeface="Times New Roman" panose="02020603050405020304" pitchFamily="18" charset="0"/>
              </a:rPr>
              <a:t>④ </a:t>
            </a:r>
            <a:r>
              <a:rPr lang="en-US" altLang="ko-KR" sz="900" smtClean="0">
                <a:latin typeface="Times New Roman" panose="02020603050405020304" pitchFamily="18" charset="0"/>
                <a:cs typeface="Times New Roman" panose="02020603050405020304" pitchFamily="18" charset="0"/>
              </a:rPr>
              <a:t>32, 16, 32</a:t>
            </a:r>
          </a:p>
          <a:p>
            <a:pPr marL="0" indent="0">
              <a:buNone/>
              <a:defRPr/>
            </a:pPr>
            <a:endParaRPr lang="en-US" altLang="ko-KR" sz="900">
              <a:latin typeface="Times New Roman" panose="02020603050405020304" pitchFamily="18" charset="0"/>
              <a:cs typeface="Times New Roman" panose="02020603050405020304" pitchFamily="18" charset="0"/>
            </a:endParaRPr>
          </a:p>
          <a:p>
            <a:pPr marL="0" indent="0">
              <a:buNone/>
              <a:defRPr/>
            </a:pPr>
            <a:endParaRPr lang="en-US" altLang="ko-KR" sz="900" smtClean="0">
              <a:latin typeface="Times New Roman" panose="02020603050405020304" pitchFamily="18" charset="0"/>
              <a:cs typeface="Times New Roman" panose="02020603050405020304" pitchFamily="18" charset="0"/>
            </a:endParaRPr>
          </a:p>
          <a:p>
            <a:pPr marL="0" indent="0">
              <a:buNone/>
              <a:defRPr/>
            </a:pPr>
            <a:r>
              <a:rPr lang="en-US" altLang="ko-KR" sz="900" smtClean="0">
                <a:latin typeface="Times New Roman" pitchFamily="18" charset="0"/>
                <a:ea typeface="돋움" pitchFamily="50" charset="-127"/>
                <a:cs typeface="Times New Roman" pitchFamily="18" charset="0"/>
              </a:rPr>
              <a:t>35. Dung </a:t>
            </a:r>
            <a:r>
              <a:rPr lang="en-US" altLang="ko-KR" sz="900">
                <a:latin typeface="Times New Roman" pitchFamily="18" charset="0"/>
                <a:ea typeface="돋움" pitchFamily="50" charset="-127"/>
                <a:cs typeface="Times New Roman" pitchFamily="18" charset="0"/>
              </a:rPr>
              <a:t>lượng </a:t>
            </a:r>
            <a:r>
              <a:rPr lang="en-US" altLang="ko-KR" sz="900" smtClean="0">
                <a:latin typeface="Times New Roman" pitchFamily="18" charset="0"/>
                <a:ea typeface="돋움" pitchFamily="50" charset="-127"/>
                <a:cs typeface="Times New Roman" pitchFamily="18" charset="0"/>
              </a:rPr>
              <a:t>Program </a:t>
            </a:r>
            <a:r>
              <a:rPr lang="en-US" altLang="ko-KR" sz="900">
                <a:latin typeface="Times New Roman" pitchFamily="18" charset="0"/>
                <a:ea typeface="돋움" pitchFamily="50" charset="-127"/>
                <a:cs typeface="Times New Roman" pitchFamily="18" charset="0"/>
              </a:rPr>
              <a:t>của CPU PLC - </a:t>
            </a:r>
            <a:r>
              <a:rPr lang="en-US" altLang="ko-KR" sz="900" smtClean="0">
                <a:latin typeface="Times New Roman" pitchFamily="18" charset="0"/>
                <a:ea typeface="돋움" pitchFamily="50" charset="-127"/>
                <a:cs typeface="Times New Roman" pitchFamily="18" charset="0"/>
              </a:rPr>
              <a:t>Q06HCPU là?</a:t>
            </a:r>
            <a:endParaRPr lang="en-US" altLang="ko-KR" sz="900">
              <a:latin typeface="Times New Roman" pitchFamily="18" charset="0"/>
              <a:ea typeface="돋움" pitchFamily="50" charset="-127"/>
              <a:cs typeface="Times New Roman" pitchFamily="18" charset="0"/>
            </a:endParaRPr>
          </a:p>
          <a:p>
            <a:pPr marL="0" indent="0">
              <a:buNone/>
              <a:defRPr/>
            </a:pPr>
            <a:r>
              <a:rPr lang="en-US" altLang="ko-KR" sz="900">
                <a:solidFill>
                  <a:srgbClr val="C00000"/>
                </a:solidFill>
                <a:latin typeface="Times New Roman" panose="02020603050405020304" pitchFamily="18" charset="0"/>
                <a:cs typeface="Times New Roman" panose="02020603050405020304" pitchFamily="18" charset="0"/>
              </a:rPr>
              <a:t> </a:t>
            </a:r>
            <a:r>
              <a:rPr lang="en-US" altLang="ko-KR" sz="900" smtClean="0">
                <a:solidFill>
                  <a:srgbClr val="C00000"/>
                </a:solidFill>
                <a:latin typeface="Times New Roman" panose="02020603050405020304" pitchFamily="18" charset="0"/>
                <a:cs typeface="Times New Roman" panose="02020603050405020304" pitchFamily="18" charset="0"/>
              </a:rPr>
              <a:t> </a:t>
            </a:r>
            <a:r>
              <a:rPr lang="ko-KR" altLang="ko-KR" sz="900" smtClean="0">
                <a:latin typeface="Times New Roman" panose="02020603050405020304" pitchFamily="18" charset="0"/>
                <a:cs typeface="Times New Roman" panose="02020603050405020304" pitchFamily="18" charset="0"/>
              </a:rPr>
              <a:t>① </a:t>
            </a:r>
            <a:r>
              <a:rPr lang="en-US" altLang="ko-KR" sz="900">
                <a:latin typeface="Times New Roman" panose="02020603050405020304" pitchFamily="18" charset="0"/>
                <a:cs typeface="Times New Roman" panose="02020603050405020304" pitchFamily="18" charset="0"/>
              </a:rPr>
              <a:t>6</a:t>
            </a:r>
            <a:r>
              <a:rPr lang="en-US" altLang="ko-KR" sz="900" smtClean="0">
                <a:latin typeface="Times New Roman" panose="02020603050405020304" pitchFamily="18" charset="0"/>
                <a:cs typeface="Times New Roman" panose="02020603050405020304" pitchFamily="18" charset="0"/>
              </a:rPr>
              <a:t>k                          </a:t>
            </a:r>
            <a:r>
              <a:rPr lang="ko-KR" altLang="ko-KR" sz="900" smtClean="0">
                <a:solidFill>
                  <a:srgbClr val="FF0000"/>
                </a:solidFill>
                <a:latin typeface="Times New Roman" panose="02020603050405020304" pitchFamily="18" charset="0"/>
                <a:cs typeface="Times New Roman" panose="02020603050405020304" pitchFamily="18" charset="0"/>
              </a:rPr>
              <a:t>② </a:t>
            </a:r>
            <a:r>
              <a:rPr lang="en-US" altLang="ko-KR" sz="900" smtClean="0">
                <a:solidFill>
                  <a:srgbClr val="FF0000"/>
                </a:solidFill>
                <a:latin typeface="Times New Roman" pitchFamily="18" charset="0"/>
                <a:cs typeface="Times New Roman" pitchFamily="18" charset="0"/>
              </a:rPr>
              <a:t>60k        </a:t>
            </a:r>
            <a:endParaRPr lang="en-US" altLang="ko-KR" sz="900">
              <a:solidFill>
                <a:srgbClr val="FF0000"/>
              </a:solidFill>
              <a:latin typeface="Times New Roman" pitchFamily="18" charset="0"/>
              <a:cs typeface="Times New Roman" pitchFamily="18" charset="0"/>
            </a:endParaRPr>
          </a:p>
          <a:p>
            <a:pPr marL="0" indent="0">
              <a:buNone/>
              <a:defRPr/>
            </a:pPr>
            <a:r>
              <a:rPr lang="en-US" altLang="ko-KR" sz="900">
                <a:latin typeface="Times New Roman" pitchFamily="18" charset="0"/>
                <a:cs typeface="Times New Roman" pitchFamily="18" charset="0"/>
              </a:rPr>
              <a:t>  </a:t>
            </a:r>
            <a:r>
              <a:rPr lang="ko-KR" altLang="ko-KR" sz="900">
                <a:latin typeface="Times New Roman" panose="02020603050405020304" pitchFamily="18" charset="0"/>
                <a:cs typeface="Times New Roman" panose="02020603050405020304" pitchFamily="18" charset="0"/>
              </a:rPr>
              <a:t>③ </a:t>
            </a:r>
            <a:r>
              <a:rPr lang="en-US" altLang="ko-KR" sz="900" smtClean="0">
                <a:latin typeface="Times New Roman" panose="02020603050405020304" pitchFamily="18" charset="0"/>
                <a:cs typeface="Times New Roman" panose="02020603050405020304" pitchFamily="18" charset="0"/>
              </a:rPr>
              <a:t>600k                      </a:t>
            </a:r>
            <a:r>
              <a:rPr lang="ko-KR" altLang="ko-KR" sz="900">
                <a:latin typeface="Times New Roman" panose="02020603050405020304" pitchFamily="18" charset="0"/>
                <a:cs typeface="Times New Roman" panose="02020603050405020304" pitchFamily="18" charset="0"/>
              </a:rPr>
              <a:t>④ </a:t>
            </a:r>
            <a:r>
              <a:rPr lang="en-US" altLang="ko-KR" sz="900" smtClean="0">
                <a:latin typeface="Times New Roman" panose="02020603050405020304" pitchFamily="18" charset="0"/>
                <a:cs typeface="Times New Roman" panose="02020603050405020304" pitchFamily="18" charset="0"/>
              </a:rPr>
              <a:t>6M</a:t>
            </a:r>
            <a:endParaRPr lang="en-US" altLang="ko-KR" sz="90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eaLnBrk="1" fontAlgn="base" latinLnBrk="1" hangingPunct="1">
              <a:spcBef>
                <a:spcPct val="0"/>
              </a:spcBef>
              <a:spcAft>
                <a:spcPct val="0"/>
              </a:spcAft>
              <a:buNone/>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36.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Trong cấu trúc PLC cơ bản thì khi kiểm tra Error bằng lệnh CHK, và khi Annunciator F ON thì đèn LED bật sáng là?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eaLnBrk="1" fontAlgn="base" latinLnBrk="1" hangingPunct="1">
              <a:spcBef>
                <a:spcPct val="0"/>
              </a:spcBef>
              <a:spcAft>
                <a:spcPct val="0"/>
              </a:spcAft>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1. ERROR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LED     </a:t>
            </a:r>
            <a:r>
              <a:rPr lang="en-US" altLang="ko-KR" sz="900">
                <a:solidFill>
                  <a:srgbClr val="FF0000"/>
                </a:solidFill>
                <a:latin typeface="Times New Roman" panose="02020603050405020304" pitchFamily="18" charset="0"/>
                <a:ea typeface="돋움" pitchFamily="50" charset="-127"/>
                <a:cs typeface="Times New Roman" panose="02020603050405020304" pitchFamily="18" charset="0"/>
              </a:rPr>
              <a:t>2. USER LED   </a:t>
            </a:r>
          </a:p>
          <a:p>
            <a:pPr marL="0" indent="0" eaLnBrk="1" fontAlgn="base" latinLnBrk="1" hangingPunct="1">
              <a:spcBef>
                <a:spcPct val="0"/>
              </a:spcBef>
              <a:spcAft>
                <a:spcPct val="0"/>
              </a:spcAft>
              <a:buNone/>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3. BOOT LED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4. BAT. ALARM </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LED</a:t>
            </a:r>
          </a:p>
          <a:p>
            <a:pPr marL="0" indent="0" eaLnBrk="1" fontAlgn="base" latinLnBrk="1" hangingPunct="1">
              <a:lnSpc>
                <a:spcPct val="120000"/>
              </a:lnSpc>
              <a:spcBef>
                <a:spcPct val="0"/>
              </a:spcBef>
              <a:spcAft>
                <a:spcPct val="0"/>
              </a:spcAft>
              <a:buNone/>
            </a:pPr>
            <a:endParaRPr lang="en-US" altLang="ko-KR" sz="900" smtClean="0">
              <a:solidFill>
                <a:srgbClr val="000000"/>
              </a:solidFill>
              <a:latin typeface="Times New Roman" panose="02020603050405020304" pitchFamily="18" charset="0"/>
              <a:cs typeface="Times New Roman" panose="02020603050405020304" pitchFamily="18" charset="0"/>
            </a:endParaRPr>
          </a:p>
          <a:p>
            <a:pPr marL="0" indent="0" eaLnBrk="1" fontAlgn="base" latinLnBrk="1" hangingPunct="1">
              <a:lnSpc>
                <a:spcPct val="120000"/>
              </a:lnSpc>
              <a:spcBef>
                <a:spcPct val="0"/>
              </a:spcBef>
              <a:spcAft>
                <a:spcPct val="0"/>
              </a:spcAft>
              <a:buNone/>
            </a:pPr>
            <a:r>
              <a:rPr lang="en-US" altLang="ko-KR" sz="900" smtClean="0">
                <a:solidFill>
                  <a:srgbClr val="000000"/>
                </a:solidFill>
                <a:latin typeface="Times New Roman" panose="02020603050405020304" pitchFamily="18" charset="0"/>
                <a:cs typeface="Times New Roman" panose="02020603050405020304" pitchFamily="18" charset="0"/>
              </a:rPr>
              <a:t>37. </a:t>
            </a:r>
            <a:r>
              <a:rPr lang="en-US" altLang="ko-KR" sz="900">
                <a:solidFill>
                  <a:srgbClr val="000000"/>
                </a:solidFill>
                <a:latin typeface="Times New Roman" panose="02020603050405020304" pitchFamily="18" charset="0"/>
                <a:cs typeface="Times New Roman" panose="02020603050405020304" pitchFamily="18" charset="0"/>
              </a:rPr>
              <a:t>Điều nào sai khi giải thích về LED trong PLC CPU?</a:t>
            </a:r>
          </a:p>
          <a:p>
            <a:pPr marL="0" indent="0" eaLnBrk="1" fontAlgn="base" latinLnBrk="1" hangingPunct="1">
              <a:lnSpc>
                <a:spcPct val="120000"/>
              </a:lnSpc>
              <a:spcBef>
                <a:spcPct val="0"/>
              </a:spcBef>
              <a:spcAft>
                <a:spcPct val="0"/>
              </a:spcAft>
              <a:buNone/>
            </a:pPr>
            <a:r>
              <a:rPr lang="en-US" altLang="ko-KR" sz="900">
                <a:solidFill>
                  <a:srgbClr val="000000"/>
                </a:solidFill>
                <a:latin typeface="Times New Roman" panose="02020603050405020304" pitchFamily="18" charset="0"/>
                <a:cs typeface="Times New Roman" panose="02020603050405020304" pitchFamily="18" charset="0"/>
              </a:rPr>
              <a:t>① RUN LED: nhấp nháy khi RUN/STOP Switch chuyển từ STOP </a:t>
            </a: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RUN, Write Parameter hoặc Program đang</a:t>
            </a:r>
            <a:r>
              <a:rPr lang="en-US" altLang="ko-KR" sz="900">
                <a:solidFill>
                  <a:srgbClr val="000000"/>
                </a:solidFill>
                <a:latin typeface="Times New Roman" panose="02020603050405020304" pitchFamily="18" charset="0"/>
                <a:cs typeface="Times New Roman" panose="02020603050405020304" pitchFamily="18" charset="0"/>
              </a:rPr>
              <a:t> STOP</a:t>
            </a: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a:t>
            </a:r>
            <a:endParaRPr lang="en-US" altLang="ko-KR" sz="900">
              <a:solidFill>
                <a:srgbClr val="000000"/>
              </a:solidFill>
              <a:latin typeface="Times New Roman" panose="02020603050405020304" pitchFamily="18" charset="0"/>
              <a:cs typeface="Times New Roman" panose="02020603050405020304" pitchFamily="18" charset="0"/>
            </a:endParaRPr>
          </a:p>
          <a:p>
            <a:pPr marL="0" indent="0" eaLnBrk="1" fontAlgn="base" latinLnBrk="1" hangingPunct="1">
              <a:lnSpc>
                <a:spcPct val="120000"/>
              </a:lnSpc>
              <a:spcBef>
                <a:spcPct val="0"/>
              </a:spcBef>
              <a:spcAft>
                <a:spcPct val="0"/>
              </a:spcAft>
              <a:buNone/>
            </a:pPr>
            <a:r>
              <a:rPr lang="en-US" altLang="ko-KR" sz="900">
                <a:solidFill>
                  <a:srgbClr val="FF0000"/>
                </a:solidFill>
                <a:latin typeface="Times New Roman" panose="02020603050405020304" pitchFamily="18" charset="0"/>
                <a:cs typeface="Times New Roman" panose="02020603050405020304" pitchFamily="18" charset="0"/>
              </a:rPr>
              <a:t>② MODE LED: Nếu sáng đèn màu Cam thì là Mode Q</a:t>
            </a:r>
            <a:r>
              <a:rPr lang="en-US" altLang="ko-KR" sz="900">
                <a:solidFill>
                  <a:srgbClr val="000000"/>
                </a:solidFill>
                <a:latin typeface="Times New Roman" panose="02020603050405020304" pitchFamily="18" charset="0"/>
                <a:cs typeface="Times New Roman" panose="02020603050405020304" pitchFamily="18" charset="0"/>
              </a:rPr>
              <a:t>. </a:t>
            </a:r>
          </a:p>
          <a:p>
            <a:pPr marL="0" indent="0" eaLnBrk="1" fontAlgn="base" latinLnBrk="1" hangingPunct="1">
              <a:lnSpc>
                <a:spcPct val="120000"/>
              </a:lnSpc>
              <a:spcBef>
                <a:spcPct val="0"/>
              </a:spcBef>
              <a:spcAft>
                <a:spcPct val="0"/>
              </a:spcAft>
              <a:buNone/>
            </a:pP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③ BAT. LED: sáng khi phát sinh Battery Error do điện áp Battery của Memory Card trong CPU</a:t>
            </a:r>
            <a:r>
              <a:rPr lang="ko-KR" altLang="en-US" sz="900">
                <a:solidFill>
                  <a:srgbClr val="000000"/>
                </a:solidFill>
                <a:latin typeface="Times New Roman" panose="02020603050405020304" pitchFamily="18" charset="0"/>
                <a:cs typeface="Times New Roman" panose="02020603050405020304" pitchFamily="18" charset="0"/>
                <a:sym typeface="Wingdings" pitchFamily="2" charset="2"/>
              </a:rPr>
              <a:t> </a:t>
            </a: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giảm dần.</a:t>
            </a:r>
          </a:p>
          <a:p>
            <a:pPr marL="0" indent="0" eaLnBrk="1" fontAlgn="base" latinLnBrk="1" hangingPunct="1">
              <a:lnSpc>
                <a:spcPct val="120000"/>
              </a:lnSpc>
              <a:spcBef>
                <a:spcPct val="0"/>
              </a:spcBef>
              <a:spcAft>
                <a:spcPct val="0"/>
              </a:spcAft>
              <a:buNone/>
            </a:pPr>
            <a:r>
              <a:rPr lang="en-US" altLang="ko-KR" sz="900">
                <a:solidFill>
                  <a:srgbClr val="000000"/>
                </a:solidFill>
                <a:latin typeface="Times New Roman" panose="02020603050405020304" pitchFamily="18" charset="0"/>
                <a:cs typeface="Times New Roman" panose="02020603050405020304" pitchFamily="18" charset="0"/>
                <a:sym typeface="Wingdings" pitchFamily="2" charset="2"/>
              </a:rPr>
              <a:t>④ USER LED: nhấp nháy khi đã Clear Latch</a:t>
            </a:r>
            <a:r>
              <a:rPr lang="en-US" altLang="ko-KR" sz="900" smtClean="0">
                <a:solidFill>
                  <a:srgbClr val="000000"/>
                </a:solidFill>
                <a:latin typeface="Times New Roman" panose="02020603050405020304" pitchFamily="18" charset="0"/>
                <a:cs typeface="Times New Roman" panose="02020603050405020304" pitchFamily="18" charset="0"/>
                <a:sym typeface="Wingdings" pitchFamily="2" charset="2"/>
              </a:rPr>
              <a:t>.</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a:buNone/>
              <a:defRPr/>
            </a:pPr>
            <a:endParaRPr lang="en-US" altLang="ko-KR" sz="900">
              <a:latin typeface="Times New Roman" panose="02020603050405020304" pitchFamily="18" charset="0"/>
              <a:cs typeface="Times New Roman" panose="02020603050405020304" pitchFamily="18" charset="0"/>
            </a:endParaRPr>
          </a:p>
          <a:p>
            <a:pPr marL="0" indent="0">
              <a:buNone/>
              <a:defRPr/>
            </a:pPr>
            <a:endParaRPr lang="en-US" altLang="ko-KR" sz="900" smtClean="0">
              <a:latin typeface="Times New Roman" panose="02020603050405020304" pitchFamily="18" charset="0"/>
              <a:cs typeface="Times New Roman" panose="02020603050405020304" pitchFamily="18" charset="0"/>
            </a:endParaRPr>
          </a:p>
        </p:txBody>
      </p:sp>
      <p:sp>
        <p:nvSpPr>
          <p:cNvPr id="161" name="TextBox 160"/>
          <p:cNvSpPr txBox="1"/>
          <p:nvPr/>
        </p:nvSpPr>
        <p:spPr>
          <a:xfrm>
            <a:off x="6604000" y="8892480"/>
            <a:ext cx="209376" cy="369332"/>
          </a:xfrm>
          <a:prstGeom prst="rect">
            <a:avLst/>
          </a:prstGeom>
          <a:noFill/>
        </p:spPr>
        <p:txBody>
          <a:bodyPr wrap="square" rtlCol="0">
            <a:spAutoFit/>
          </a:bodyPr>
          <a:lstStyle/>
          <a:p>
            <a:r>
              <a:rPr lang="en-US">
                <a:latin typeface="Times New Roman" pitchFamily="18" charset="0"/>
                <a:cs typeface="Times New Roman" pitchFamily="18" charset="0"/>
              </a:rPr>
              <a:t>2</a:t>
            </a:r>
          </a:p>
        </p:txBody>
      </p:sp>
      <p:pic>
        <p:nvPicPr>
          <p:cNvPr id="71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33800" y="3096490"/>
            <a:ext cx="2514600" cy="1856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64456806"/>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07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p>
            <a:pPr>
              <a:defRPr/>
            </a:pPr>
            <a:r>
              <a:rPr lang="en-US" sz="900" smtClean="0">
                <a:latin typeface="Times New Roman" panose="02020603050405020304" pitchFamily="18" charset="0"/>
                <a:cs typeface="Times New Roman" panose="02020603050405020304" pitchFamily="18" charset="0"/>
              </a:rPr>
              <a:t>37</a:t>
            </a:r>
            <a:r>
              <a:rPr lang="vi-VN" sz="900" smtClean="0">
                <a:latin typeface="Times New Roman" panose="02020603050405020304" pitchFamily="18" charset="0"/>
                <a:cs typeface="Times New Roman" panose="02020603050405020304" pitchFamily="18" charset="0"/>
              </a:rPr>
              <a:t>. </a:t>
            </a:r>
            <a:r>
              <a:rPr lang="vi-VN" sz="900">
                <a:latin typeface="Times New Roman" panose="02020603050405020304" pitchFamily="18" charset="0"/>
                <a:cs typeface="Times New Roman" panose="02020603050405020304" pitchFamily="18" charset="0"/>
              </a:rPr>
              <a:t>Đây là mô tả về đèn LED của CPU PLC. </a:t>
            </a:r>
            <a:r>
              <a:rPr lang="en-US" sz="900" smtClean="0">
                <a:latin typeface="Times New Roman" panose="02020603050405020304" pitchFamily="18" charset="0"/>
                <a:cs typeface="Times New Roman" panose="02020603050405020304" pitchFamily="18" charset="0"/>
              </a:rPr>
              <a:t>Đáp án sai</a:t>
            </a:r>
            <a:r>
              <a:rPr lang="vi-VN" sz="900" smtClean="0">
                <a:latin typeface="Times New Roman" panose="02020603050405020304" pitchFamily="18" charset="0"/>
                <a:cs typeface="Times New Roman" panose="02020603050405020304" pitchFamily="18" charset="0"/>
              </a:rPr>
              <a:t>?</a:t>
            </a:r>
            <a:endParaRPr lang="vi-VN" sz="900">
              <a:latin typeface="Times New Roman" panose="02020603050405020304" pitchFamily="18" charset="0"/>
              <a:cs typeface="Times New Roman" panose="02020603050405020304" pitchFamily="18" charset="0"/>
            </a:endParaRPr>
          </a:p>
          <a:p>
            <a:pPr>
              <a:defRPr/>
            </a:pP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① RUN LED: </a:t>
            </a:r>
            <a:r>
              <a:rPr lang="vi-VN" altLang="ko-KR" sz="900">
                <a:latin typeface="Times New Roman" panose="02020603050405020304" pitchFamily="18" charset="0"/>
                <a:cs typeface="Times New Roman" panose="02020603050405020304" pitchFamily="18" charset="0"/>
              </a:rPr>
              <a:t>Nhấp nháy khi </a:t>
            </a:r>
            <a:r>
              <a:rPr lang="en-US" altLang="ko-KR" sz="900">
                <a:latin typeface="Times New Roman" panose="02020603050405020304" pitchFamily="18" charset="0"/>
                <a:cs typeface="Times New Roman" panose="02020603050405020304" pitchFamily="18" charset="0"/>
              </a:rPr>
              <a:t>Program</a:t>
            </a:r>
            <a:r>
              <a:rPr lang="vi-VN" altLang="ko-KR" sz="900">
                <a:latin typeface="Times New Roman" panose="02020603050405020304" pitchFamily="18" charset="0"/>
                <a:cs typeface="Times New Roman" panose="02020603050405020304" pitchFamily="18" charset="0"/>
              </a:rPr>
              <a:t> hoặc </a:t>
            </a:r>
            <a:r>
              <a:rPr lang="en-US" altLang="ko-KR" sz="900">
                <a:latin typeface="Times New Roman" panose="02020603050405020304" pitchFamily="18" charset="0"/>
                <a:cs typeface="Times New Roman" panose="02020603050405020304" pitchFamily="18" charset="0"/>
              </a:rPr>
              <a:t>Parameter</a:t>
            </a:r>
            <a:r>
              <a:rPr lang="vi-VN" altLang="ko-KR" sz="900">
                <a:latin typeface="Times New Roman" panose="02020603050405020304" pitchFamily="18" charset="0"/>
                <a:cs typeface="Times New Roman" panose="02020603050405020304" pitchFamily="18" charset="0"/>
              </a:rPr>
              <a:t> được ghi</a:t>
            </a:r>
            <a:r>
              <a:rPr lang="en-US" altLang="ko-KR" sz="90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② </a:t>
            </a:r>
            <a:r>
              <a:rPr lang="en-US" sz="900">
                <a:latin typeface="Times New Roman" panose="02020603050405020304" pitchFamily="18" charset="0"/>
                <a:cs typeface="Times New Roman" panose="02020603050405020304" pitchFamily="18" charset="0"/>
              </a:rPr>
              <a:t>MODE</a:t>
            </a:r>
            <a:r>
              <a:rPr lang="vi-VN" sz="900">
                <a:latin typeface="Times New Roman" panose="02020603050405020304" pitchFamily="18" charset="0"/>
                <a:cs typeface="Times New Roman" panose="02020603050405020304" pitchFamily="18" charset="0"/>
              </a:rPr>
              <a:t> LED: Khi màu xanh lá cây bật, </a:t>
            </a:r>
            <a:r>
              <a:rPr lang="en-US" sz="900">
                <a:latin typeface="Times New Roman" panose="02020603050405020304" pitchFamily="18" charset="0"/>
                <a:cs typeface="Times New Roman" panose="02020603050405020304" pitchFamily="18" charset="0"/>
              </a:rPr>
              <a:t>CPU là</a:t>
            </a:r>
            <a:r>
              <a:rPr lang="vi-VN" sz="900">
                <a:latin typeface="Times New Roman" panose="02020603050405020304" pitchFamily="18" charset="0"/>
                <a:cs typeface="Times New Roman" panose="02020603050405020304" pitchFamily="18" charset="0"/>
              </a:rPr>
              <a:t> Q</a:t>
            </a:r>
            <a:r>
              <a:rPr lang="en-US" sz="900">
                <a:latin typeface="Times New Roman" panose="02020603050405020304" pitchFamily="18" charset="0"/>
                <a:cs typeface="Times New Roman" panose="02020603050405020304" pitchFamily="18" charset="0"/>
              </a:rPr>
              <a:t> mode</a:t>
            </a:r>
            <a:r>
              <a:rPr lang="vi-VN" sz="900">
                <a:latin typeface="Times New Roman" panose="02020603050405020304" pitchFamily="18" charset="0"/>
                <a:cs typeface="Times New Roman" panose="02020603050405020304" pitchFamily="18" charset="0"/>
              </a:rPr>
              <a:t>.</a:t>
            </a:r>
          </a:p>
          <a:p>
            <a:pPr>
              <a:defRPr/>
            </a:pPr>
            <a:r>
              <a:rPr lang="en-US" sz="900">
                <a:latin typeface="Times New Roman" panose="02020603050405020304" pitchFamily="18" charset="0"/>
                <a:cs typeface="Times New Roman" panose="02020603050405020304" pitchFamily="18" charset="0"/>
              </a:rPr>
              <a:t>③ BAT. LED: </a:t>
            </a:r>
            <a:r>
              <a:rPr lang="vi-VN" altLang="ko-KR" sz="900">
                <a:latin typeface="Times New Roman" panose="02020603050405020304" pitchFamily="18" charset="0"/>
                <a:cs typeface="Times New Roman" panose="02020603050405020304" pitchFamily="18" charset="0"/>
              </a:rPr>
              <a:t>Sáng lên khi xảy ra lỗi điện áp pin </a:t>
            </a:r>
            <a:r>
              <a:rPr lang="en-US" altLang="ko-KR" sz="900">
                <a:latin typeface="Times New Roman" panose="02020603050405020304" pitchFamily="18" charset="0"/>
                <a:cs typeface="Times New Roman" panose="02020603050405020304" pitchFamily="18" charset="0"/>
              </a:rPr>
              <a:t>thấp</a:t>
            </a:r>
          </a:p>
          <a:p>
            <a:pPr>
              <a:defRPr/>
            </a:pPr>
            <a:r>
              <a:rPr lang="vi-VN" sz="900">
                <a:solidFill>
                  <a:srgbClr val="FF0000"/>
                </a:solidFill>
                <a:latin typeface="Times New Roman" panose="02020603050405020304" pitchFamily="18" charset="0"/>
                <a:cs typeface="Times New Roman" panose="02020603050405020304" pitchFamily="18" charset="0"/>
              </a:rPr>
              <a:t>④ </a:t>
            </a:r>
            <a:r>
              <a:rPr lang="en-US" sz="900">
                <a:solidFill>
                  <a:srgbClr val="FF0000"/>
                </a:solidFill>
                <a:latin typeface="Times New Roman" panose="02020603050405020304" pitchFamily="18" charset="0"/>
                <a:cs typeface="Times New Roman" panose="02020603050405020304" pitchFamily="18" charset="0"/>
              </a:rPr>
              <a:t>USER</a:t>
            </a:r>
            <a:r>
              <a:rPr lang="vi-VN" sz="900">
                <a:solidFill>
                  <a:srgbClr val="FF0000"/>
                </a:solidFill>
                <a:latin typeface="Times New Roman" panose="02020603050405020304" pitchFamily="18" charset="0"/>
                <a:cs typeface="Times New Roman" panose="02020603050405020304" pitchFamily="18" charset="0"/>
              </a:rPr>
              <a:t> LED: </a:t>
            </a:r>
            <a:r>
              <a:rPr lang="en-US" sz="900">
                <a:solidFill>
                  <a:srgbClr val="FF0000"/>
                </a:solidFill>
                <a:latin typeface="Times New Roman" panose="02020603050405020304" pitchFamily="18" charset="0"/>
                <a:cs typeface="Times New Roman" panose="02020603050405020304" pitchFamily="18" charset="0"/>
              </a:rPr>
              <a:t>B</a:t>
            </a:r>
            <a:r>
              <a:rPr lang="vi-VN" sz="900">
                <a:solidFill>
                  <a:srgbClr val="FF0000"/>
                </a:solidFill>
                <a:latin typeface="Times New Roman" panose="02020603050405020304" pitchFamily="18" charset="0"/>
                <a:cs typeface="Times New Roman" panose="02020603050405020304" pitchFamily="18" charset="0"/>
              </a:rPr>
              <a:t>ật khi </a:t>
            </a:r>
            <a:r>
              <a:rPr lang="en-US" sz="900">
                <a:solidFill>
                  <a:srgbClr val="FF0000"/>
                </a:solidFill>
                <a:latin typeface="Times New Roman" panose="02020603050405020304" pitchFamily="18" charset="0"/>
                <a:cs typeface="Times New Roman" panose="02020603050405020304" pitchFamily="18" charset="0"/>
              </a:rPr>
              <a:t>Relay</a:t>
            </a:r>
            <a:r>
              <a:rPr lang="vi-VN" sz="900">
                <a:solidFill>
                  <a:srgbClr val="FF0000"/>
                </a:solidFill>
                <a:latin typeface="Times New Roman" panose="02020603050405020304" pitchFamily="18" charset="0"/>
                <a:cs typeface="Times New Roman" panose="02020603050405020304" pitchFamily="18" charset="0"/>
              </a:rPr>
              <a:t> M được </a:t>
            </a:r>
            <a:r>
              <a:rPr lang="en-US" sz="900">
                <a:solidFill>
                  <a:srgbClr val="FF0000"/>
                </a:solidFill>
                <a:latin typeface="Times New Roman" panose="02020603050405020304" pitchFamily="18" charset="0"/>
                <a:cs typeface="Times New Roman" panose="02020603050405020304" pitchFamily="18" charset="0"/>
              </a:rPr>
              <a:t>kích hoạt</a:t>
            </a:r>
            <a:r>
              <a:rPr lang="vi-VN" sz="900">
                <a:solidFill>
                  <a:srgbClr val="FF0000"/>
                </a:solidFill>
                <a:latin typeface="Times New Roman" panose="02020603050405020304" pitchFamily="18" charset="0"/>
                <a:cs typeface="Times New Roman" panose="02020603050405020304" pitchFamily="18" charset="0"/>
              </a:rPr>
              <a:t>.</a:t>
            </a:r>
          </a:p>
          <a:p>
            <a:endParaRPr lang="en-US" sz="900" smtClean="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Calibri" pitchFamily="34" charset="0"/>
                <a:cs typeface="Calibri" pitchFamily="34" charset="0"/>
              </a:rPr>
              <a:t>38</a:t>
            </a:r>
            <a:r>
              <a:rPr lang="en-US" altLang="ko-KR" sz="900">
                <a:solidFill>
                  <a:srgbClr val="000000"/>
                </a:solidFill>
                <a:latin typeface="Calibri" pitchFamily="34" charset="0"/>
                <a:cs typeface="Calibri" pitchFamily="34" charset="0"/>
              </a:rPr>
              <a:t>. Cylinder nào đúng với giải thích dưới đây? </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Cylinder này có kích thước nhỏ hơn và cấu trúc đơn giản hơn so </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với  Cylinder loại pittong nên tiện lợi cho việc lắp đặt và đang sử </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dụng nhiều để clamping. </a:t>
            </a:r>
            <a:r>
              <a:rPr lang="en-US" altLang="ko-KR" sz="900" smtClean="0">
                <a:solidFill>
                  <a:srgbClr val="000000"/>
                </a:solidFill>
                <a:latin typeface="Calibri" pitchFamily="34" charset="0"/>
                <a:ea typeface="돋움" pitchFamily="50" charset="-127"/>
                <a:cs typeface="Calibri" pitchFamily="34" charset="0"/>
              </a:rPr>
              <a:t>Quãng </a:t>
            </a:r>
            <a:r>
              <a:rPr lang="en-US" altLang="ko-KR" sz="900">
                <a:solidFill>
                  <a:srgbClr val="000000"/>
                </a:solidFill>
                <a:latin typeface="Calibri" pitchFamily="34" charset="0"/>
                <a:ea typeface="돋움" pitchFamily="50" charset="-127"/>
                <a:cs typeface="Calibri" pitchFamily="34" charset="0"/>
              </a:rPr>
              <a:t>đường hành trình tối đa khoảng </a:t>
            </a:r>
            <a:r>
              <a:rPr lang="ko-KR" altLang="en-US" sz="900">
                <a:solidFill>
                  <a:srgbClr val="000000"/>
                </a:solidFill>
                <a:latin typeface="Calibri" pitchFamily="34" charset="0"/>
                <a:ea typeface="돋움" pitchFamily="50" charset="-127"/>
                <a:cs typeface="Calibri" pitchFamily="34" charset="0"/>
              </a:rPr>
              <a:t> </a:t>
            </a:r>
            <a:r>
              <a:rPr lang="en-US" altLang="ko-KR" sz="900">
                <a:solidFill>
                  <a:srgbClr val="000000"/>
                </a:solidFill>
                <a:latin typeface="Calibri" pitchFamily="34" charset="0"/>
                <a:ea typeface="돋움" pitchFamily="50" charset="-127"/>
                <a:cs typeface="Calibri" pitchFamily="34" charset="0"/>
              </a:rPr>
              <a:t>5[㎜] </a:t>
            </a:r>
            <a:endParaRPr lang="en-US" altLang="ko-KR" sz="900">
              <a:solidFill>
                <a:srgbClr val="000000"/>
              </a:solidFill>
              <a:latin typeface="Arial" panose="020B0604020202020204" pitchFamily="34" charset="0"/>
              <a:cs typeface="Arial" panose="020B0604020202020204" pitchFamily="34" charset="0"/>
            </a:endParaRPr>
          </a:p>
          <a:p>
            <a:pPr fontAlgn="base" latinLnBrk="1">
              <a:spcBef>
                <a:spcPct val="0"/>
              </a:spcBef>
              <a:spcAft>
                <a:spcPct val="0"/>
              </a:spcAft>
            </a:pPr>
            <a:r>
              <a:rPr lang="en-US" altLang="ko-KR" sz="900">
                <a:solidFill>
                  <a:srgbClr val="000000"/>
                </a:solidFill>
                <a:latin typeface="Calibri" pitchFamily="34" charset="0"/>
                <a:cs typeface="Calibri" pitchFamily="34" charset="0"/>
              </a:rPr>
              <a:t>① Cylinder cần đơn</a:t>
            </a:r>
            <a:r>
              <a:rPr lang="ko-KR" altLang="en-US" sz="900">
                <a:solidFill>
                  <a:srgbClr val="000000"/>
                </a:solidFill>
                <a:latin typeface="Calibri" pitchFamily="34" charset="0"/>
                <a:cs typeface="Calibri" pitchFamily="34" charset="0"/>
              </a:rPr>
              <a:t>           </a:t>
            </a:r>
            <a:r>
              <a:rPr lang="ko-KR" altLang="en-US" sz="900" smtClean="0">
                <a:solidFill>
                  <a:srgbClr val="000000"/>
                </a:solidFill>
                <a:latin typeface="Calibri" pitchFamily="34" charset="0"/>
                <a:cs typeface="Calibri" pitchFamily="34" charset="0"/>
              </a:rPr>
              <a:t>           </a:t>
            </a:r>
            <a:r>
              <a:rPr lang="ko-KR" altLang="en-US" sz="900">
                <a:solidFill>
                  <a:srgbClr val="000000"/>
                </a:solidFill>
                <a:latin typeface="Calibri" pitchFamily="34" charset="0"/>
                <a:cs typeface="Calibri" pitchFamily="34" charset="0"/>
              </a:rPr>
              <a:t>② </a:t>
            </a:r>
            <a:r>
              <a:rPr lang="en-US" altLang="ko-KR" sz="900">
                <a:solidFill>
                  <a:srgbClr val="000000"/>
                </a:solidFill>
                <a:latin typeface="Calibri" pitchFamily="34" charset="0"/>
                <a:cs typeface="Calibri" pitchFamily="34" charset="0"/>
              </a:rPr>
              <a:t>Cylinder cần đôi</a:t>
            </a:r>
            <a:r>
              <a:rPr lang="ko-KR" altLang="en-US" sz="900">
                <a:solidFill>
                  <a:srgbClr val="000000"/>
                </a:solidFill>
                <a:latin typeface="Calibri" pitchFamily="34" charset="0"/>
                <a:cs typeface="Calibri" pitchFamily="34" charset="0"/>
              </a:rPr>
              <a:t> </a:t>
            </a:r>
          </a:p>
          <a:p>
            <a:pPr fontAlgn="base" latinLnBrk="1">
              <a:spcBef>
                <a:spcPct val="0"/>
              </a:spcBef>
              <a:spcAft>
                <a:spcPct val="0"/>
              </a:spcAft>
            </a:pPr>
            <a:r>
              <a:rPr lang="ko-KR" altLang="en-US" sz="900">
                <a:solidFill>
                  <a:srgbClr val="FF0000"/>
                </a:solidFill>
                <a:latin typeface="Calibri" pitchFamily="34" charset="0"/>
                <a:cs typeface="Calibri" pitchFamily="34" charset="0"/>
              </a:rPr>
              <a:t>③ </a:t>
            </a:r>
            <a:r>
              <a:rPr lang="en-US" altLang="ko-KR" sz="900">
                <a:solidFill>
                  <a:srgbClr val="FF0000"/>
                </a:solidFill>
                <a:latin typeface="Calibri" pitchFamily="34" charset="0"/>
                <a:cs typeface="Calibri" pitchFamily="34" charset="0"/>
              </a:rPr>
              <a:t>diaphragm cylinder</a:t>
            </a:r>
            <a:r>
              <a:rPr lang="ko-KR" altLang="en-US" sz="900">
                <a:solidFill>
                  <a:srgbClr val="FF0000"/>
                </a:solidFill>
                <a:latin typeface="Calibri" pitchFamily="34" charset="0"/>
                <a:cs typeface="Calibri" pitchFamily="34" charset="0"/>
              </a:rPr>
              <a:t>                  </a:t>
            </a:r>
            <a:r>
              <a:rPr lang="ko-KR" altLang="en-US" sz="900">
                <a:solidFill>
                  <a:srgbClr val="000000"/>
                </a:solidFill>
                <a:latin typeface="Calibri" pitchFamily="34" charset="0"/>
                <a:cs typeface="Calibri" pitchFamily="34" charset="0"/>
              </a:rPr>
              <a:t>④ </a:t>
            </a:r>
            <a:r>
              <a:rPr lang="en-US" altLang="ko-KR" sz="900">
                <a:solidFill>
                  <a:srgbClr val="000000"/>
                </a:solidFill>
                <a:latin typeface="Calibri" pitchFamily="34" charset="0"/>
                <a:cs typeface="Calibri" pitchFamily="34" charset="0"/>
              </a:rPr>
              <a:t>Tandem Cylinder</a:t>
            </a:r>
            <a:endParaRPr lang="ko-KR" altLang="en-US" sz="900">
              <a:solidFill>
                <a:srgbClr val="000000"/>
              </a:solidFill>
              <a:latin typeface="Calibri" pitchFamily="34" charset="0"/>
              <a:cs typeface="Calibri" pitchFamily="34" charset="0"/>
            </a:endParaRPr>
          </a:p>
          <a:p>
            <a:pPr>
              <a:defRPr/>
            </a:pPr>
            <a:endParaRPr lang="en-US" sz="900">
              <a:latin typeface="Times New Roman" pitchFamily="18" charset="0"/>
              <a:cs typeface="Times New Roman" pitchFamily="18" charset="0"/>
            </a:endParaRPr>
          </a:p>
          <a:p>
            <a:pPr fontAlgn="base" latinLnBrk="1">
              <a:spcBef>
                <a:spcPct val="0"/>
              </a:spcBef>
              <a:spcAft>
                <a:spcPct val="0"/>
              </a:spcAft>
            </a:pPr>
            <a:r>
              <a:rPr lang="en-US" altLang="ko-KR" sz="900" smtClean="0">
                <a:solidFill>
                  <a:srgbClr val="000000"/>
                </a:solidFill>
                <a:latin typeface="Calibri" pitchFamily="34" charset="0"/>
                <a:ea typeface="돋움" pitchFamily="50" charset="-127"/>
                <a:cs typeface="Calibri" pitchFamily="34" charset="0"/>
              </a:rPr>
              <a:t>39. </a:t>
            </a:r>
            <a:r>
              <a:rPr lang="en-US" altLang="ko-KR" sz="900">
                <a:solidFill>
                  <a:srgbClr val="000000"/>
                </a:solidFill>
                <a:latin typeface="Calibri" pitchFamily="34" charset="0"/>
                <a:ea typeface="돋움" pitchFamily="50" charset="-127"/>
                <a:cs typeface="Calibri" pitchFamily="34" charset="0"/>
              </a:rPr>
              <a:t>Phân loại Cylinder theo cách lắp, phương pháp lắp nào phù hợp với nội dung dưới đây?</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 “ Phụ tải vận động tịnh tiến, đây là cách lắp chắc chắt nhất trong số các cách lắp thông thường và cách này phải đồng nhất được trục tâm với hướng vận động của phụ tải. “</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① Foot Type</a:t>
            </a:r>
            <a:r>
              <a:rPr lang="ko-KR" altLang="en-US" sz="900">
                <a:solidFill>
                  <a:srgbClr val="000000"/>
                </a:solidFill>
                <a:latin typeface="Calibri" pitchFamily="34" charset="0"/>
                <a:ea typeface="돋움" pitchFamily="50" charset="-127"/>
                <a:cs typeface="Calibri" pitchFamily="34" charset="0"/>
              </a:rPr>
              <a:t>                              </a:t>
            </a:r>
            <a:r>
              <a:rPr lang="ko-KR" altLang="en-US" sz="900">
                <a:solidFill>
                  <a:srgbClr val="FF0000"/>
                </a:solidFill>
                <a:latin typeface="Calibri" pitchFamily="34" charset="0"/>
                <a:ea typeface="돋움" pitchFamily="50" charset="-127"/>
                <a:cs typeface="Calibri" pitchFamily="34" charset="0"/>
              </a:rPr>
              <a:t>② </a:t>
            </a:r>
            <a:r>
              <a:rPr lang="en-US" altLang="ko-KR" sz="900">
                <a:solidFill>
                  <a:srgbClr val="FF0000"/>
                </a:solidFill>
                <a:latin typeface="Calibri" pitchFamily="34" charset="0"/>
                <a:ea typeface="돋움" pitchFamily="50" charset="-127"/>
                <a:cs typeface="Calibri" pitchFamily="34" charset="0"/>
              </a:rPr>
              <a:t>flange type </a:t>
            </a:r>
            <a:endParaRPr lang="ko-KR" altLang="en-US" sz="900">
              <a:solidFill>
                <a:srgbClr val="FF0000"/>
              </a:solidFill>
              <a:latin typeface="Calibri" pitchFamily="34" charset="0"/>
              <a:ea typeface="돋움" pitchFamily="50" charset="-127"/>
              <a:cs typeface="Calibri" pitchFamily="34" charset="0"/>
            </a:endParaRPr>
          </a:p>
          <a:p>
            <a:pPr fontAlgn="base" latinLnBrk="1">
              <a:spcBef>
                <a:spcPct val="0"/>
              </a:spcBef>
              <a:spcAft>
                <a:spcPct val="0"/>
              </a:spcAft>
            </a:pPr>
            <a:r>
              <a:rPr lang="ko-KR" altLang="en-US" sz="900">
                <a:solidFill>
                  <a:srgbClr val="000000"/>
                </a:solidFill>
                <a:latin typeface="Calibri" pitchFamily="34" charset="0"/>
                <a:ea typeface="돋움" pitchFamily="50" charset="-127"/>
                <a:cs typeface="Calibri" pitchFamily="34" charset="0"/>
              </a:rPr>
              <a:t>③ </a:t>
            </a:r>
            <a:r>
              <a:rPr lang="en-US" altLang="ko-KR" sz="900">
                <a:solidFill>
                  <a:srgbClr val="000000"/>
                </a:solidFill>
                <a:latin typeface="Calibri" pitchFamily="34" charset="0"/>
                <a:ea typeface="돋움" pitchFamily="50" charset="-127"/>
                <a:cs typeface="Calibri" pitchFamily="34" charset="0"/>
              </a:rPr>
              <a:t>loại kẹp chữ U</a:t>
            </a:r>
            <a:r>
              <a:rPr lang="ko-KR" altLang="en-US" sz="900">
                <a:solidFill>
                  <a:srgbClr val="000000"/>
                </a:solidFill>
                <a:latin typeface="Calibri" pitchFamily="34" charset="0"/>
                <a:ea typeface="돋움" pitchFamily="50" charset="-127"/>
                <a:cs typeface="Calibri" pitchFamily="34" charset="0"/>
              </a:rPr>
              <a:t>                       ④ </a:t>
            </a:r>
            <a:r>
              <a:rPr lang="en-US" altLang="ko-KR" sz="900">
                <a:solidFill>
                  <a:srgbClr val="000000"/>
                </a:solidFill>
                <a:latin typeface="Calibri" pitchFamily="34" charset="0"/>
                <a:ea typeface="돋움" pitchFamily="50" charset="-127"/>
                <a:cs typeface="Calibri" pitchFamily="34" charset="0"/>
              </a:rPr>
              <a:t>loại trục quay</a:t>
            </a:r>
            <a:endParaRPr lang="ko-KR" altLang="en-US" sz="900">
              <a:solidFill>
                <a:srgbClr val="000000"/>
              </a:solidFill>
              <a:latin typeface="Calibri" pitchFamily="34" charset="0"/>
              <a:ea typeface="돋움" pitchFamily="50" charset="-127"/>
              <a:cs typeface="Calibri" pitchFamily="34" charset="0"/>
            </a:endParaRPr>
          </a:p>
          <a:p>
            <a:pPr>
              <a:defRPr/>
            </a:pPr>
            <a:endParaRPr lang="en-US" sz="900">
              <a:latin typeface="Calibri" pitchFamily="34" charset="0"/>
              <a:cs typeface="Calibri" pitchFamily="34" charset="0"/>
            </a:endParaRPr>
          </a:p>
          <a:p>
            <a:pPr fontAlgn="base" latinLnBrk="1">
              <a:spcBef>
                <a:spcPct val="0"/>
              </a:spcBef>
              <a:spcAft>
                <a:spcPct val="0"/>
              </a:spcAft>
            </a:pPr>
            <a:r>
              <a:rPr lang="en-US" altLang="ko-KR" sz="900" smtClean="0">
                <a:solidFill>
                  <a:srgbClr val="000000"/>
                </a:solidFill>
                <a:latin typeface="Calibri" pitchFamily="34" charset="0"/>
                <a:ea typeface="돋움" pitchFamily="50" charset="-127"/>
                <a:cs typeface="Calibri" pitchFamily="34" charset="0"/>
              </a:rPr>
              <a:t>40. </a:t>
            </a:r>
            <a:r>
              <a:rPr lang="en-US" altLang="ko-KR" sz="900">
                <a:solidFill>
                  <a:srgbClr val="000000"/>
                </a:solidFill>
                <a:latin typeface="Calibri" pitchFamily="34" charset="0"/>
                <a:ea typeface="돋움" pitchFamily="50" charset="-127"/>
                <a:cs typeface="Calibri" pitchFamily="34" charset="0"/>
              </a:rPr>
              <a:t>Chọn đáp án sai với kí hiệu giải thích về Cylinder dưới đây</a:t>
            </a:r>
            <a:r>
              <a:rPr lang="en-US" altLang="ko-KR" sz="900" smtClean="0">
                <a:solidFill>
                  <a:srgbClr val="000000"/>
                </a:solidFill>
                <a:latin typeface="Calibri" pitchFamily="34" charset="0"/>
                <a:ea typeface="돋움" pitchFamily="50" charset="-127"/>
                <a:cs typeface="Calibri" pitchFamily="34" charset="0"/>
              </a:rPr>
              <a:t>?</a:t>
            </a:r>
          </a:p>
          <a:p>
            <a:pPr fontAlgn="base" latinLnBrk="1">
              <a:spcBef>
                <a:spcPct val="0"/>
              </a:spcBef>
              <a:spcAft>
                <a:spcPct val="0"/>
              </a:spcAft>
            </a:pPr>
            <a:endParaRPr lang="en-US" altLang="ko-KR" sz="900">
              <a:solidFill>
                <a:srgbClr val="000000"/>
              </a:solidFill>
              <a:latin typeface="Calibri" pitchFamily="34" charset="0"/>
              <a:ea typeface="돋움" pitchFamily="50" charset="-127"/>
              <a:cs typeface="Calibri" pitchFamily="34" charset="0"/>
            </a:endParaRP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① Đây là Cylinder cần đơn.</a:t>
            </a:r>
          </a:p>
          <a:p>
            <a:pPr fontAlgn="base" latinLnBrk="1">
              <a:spcBef>
                <a:spcPct val="0"/>
              </a:spcBef>
              <a:spcAft>
                <a:spcPct val="0"/>
              </a:spcAft>
            </a:pPr>
            <a:r>
              <a:rPr lang="en-US" altLang="ko-KR" sz="900">
                <a:solidFill>
                  <a:srgbClr val="FF0000"/>
                </a:solidFill>
                <a:latin typeface="Calibri" pitchFamily="34" charset="0"/>
                <a:ea typeface="돋움" pitchFamily="50" charset="-127"/>
                <a:cs typeface="Calibri" pitchFamily="34" charset="0"/>
              </a:rPr>
              <a:t>② Mức độ tiêu thụ không khí lớn.</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③ Quãng đường hành trình được giới hạn khoảng 100㎜.</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④ Chủ yếu được sử dụng khi kẹp (clamping), nhấn (pressing), di chuyển.</a:t>
            </a:r>
            <a:endParaRPr lang="ko-KR" altLang="en-US" sz="900">
              <a:solidFill>
                <a:srgbClr val="000000"/>
              </a:solidFill>
              <a:latin typeface="Calibri" pitchFamily="34" charset="0"/>
              <a:ea typeface="돋움" pitchFamily="50" charset="-127"/>
              <a:cs typeface="Calibri" pitchFamily="34" charset="0"/>
            </a:endParaRPr>
          </a:p>
          <a:p>
            <a:pPr>
              <a:defRPr/>
            </a:pPr>
            <a:endParaRPr lang="en-US" sz="90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Calibri" pitchFamily="34" charset="0"/>
                <a:ea typeface="돋움" pitchFamily="50" charset="-127"/>
                <a:cs typeface="Calibri" pitchFamily="34" charset="0"/>
              </a:rPr>
              <a:t>41. </a:t>
            </a:r>
            <a:r>
              <a:rPr lang="en-US" altLang="ko-KR" sz="900">
                <a:solidFill>
                  <a:srgbClr val="000000"/>
                </a:solidFill>
                <a:latin typeface="Calibri" pitchFamily="34" charset="0"/>
                <a:ea typeface="돋움" pitchFamily="50" charset="-127"/>
                <a:cs typeface="Calibri" pitchFamily="34" charset="0"/>
              </a:rPr>
              <a:t>Chọn đáp án không đúng với ưu/nhược điểm của Cylinder</a:t>
            </a:r>
            <a:r>
              <a:rPr lang="en-US" altLang="ko-KR" sz="900" smtClean="0">
                <a:solidFill>
                  <a:srgbClr val="000000"/>
                </a:solidFill>
                <a:latin typeface="Calibri" pitchFamily="34" charset="0"/>
                <a:ea typeface="돋움" pitchFamily="50" charset="-127"/>
                <a:cs typeface="Calibri" pitchFamily="34" charset="0"/>
              </a:rPr>
              <a:t>?</a:t>
            </a:r>
            <a:endParaRPr lang="en-US" altLang="ko-KR" sz="900">
              <a:solidFill>
                <a:srgbClr val="000000"/>
              </a:solidFill>
              <a:latin typeface="Calibri" pitchFamily="34" charset="0"/>
              <a:ea typeface="돋움" pitchFamily="50" charset="-127"/>
              <a:cs typeface="Calibri" pitchFamily="34" charset="0"/>
            </a:endParaRP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① Lượng tiêu thụ khí của Cylinder cần đơn bằng ½  so với Cylinder cần đôi.</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② Cylinder cần đôi ít bị giảm output.</a:t>
            </a:r>
          </a:p>
          <a:p>
            <a:pPr fontAlgn="base" latinLnBrk="1">
              <a:spcBef>
                <a:spcPct val="0"/>
              </a:spcBef>
              <a:spcAft>
                <a:spcPct val="0"/>
              </a:spcAft>
            </a:pPr>
            <a:r>
              <a:rPr lang="en-US" altLang="ko-KR" sz="900">
                <a:solidFill>
                  <a:srgbClr val="FF0000"/>
                </a:solidFill>
                <a:latin typeface="Calibri" pitchFamily="34" charset="0"/>
                <a:ea typeface="돋움" pitchFamily="50" charset="-127"/>
                <a:cs typeface="Calibri" pitchFamily="34" charset="0"/>
              </a:rPr>
              <a:t>③ Cylinder cần đơn có tổng chiều dài ngắn hơn so với Cylinder cần đơn có cùng quãng đường hành trình.</a:t>
            </a:r>
          </a:p>
          <a:p>
            <a:pPr fontAlgn="base" latinLnBrk="1">
              <a:spcBef>
                <a:spcPct val="0"/>
              </a:spcBef>
              <a:spcAft>
                <a:spcPct val="0"/>
              </a:spcAft>
            </a:pPr>
            <a:r>
              <a:rPr lang="en-US" altLang="ko-KR" sz="900">
                <a:solidFill>
                  <a:srgbClr val="000000"/>
                </a:solidFill>
                <a:latin typeface="Calibri" pitchFamily="34" charset="0"/>
                <a:ea typeface="돋움" pitchFamily="50" charset="-127"/>
                <a:cs typeface="Calibri" pitchFamily="34" charset="0"/>
              </a:rPr>
              <a:t>④ Cylinder cần đôi có đường kính tube là ø6~ø300 và đã được tiêu chuẩn hóa cả hành trình dài.</a:t>
            </a:r>
          </a:p>
          <a:p>
            <a:pPr marL="457200" indent="-457200">
              <a:defRPr/>
            </a:pPr>
            <a:endParaRPr lang="en-US" altLang="ko-KR" sz="90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Calibri" pitchFamily="34" charset="0"/>
                <a:cs typeface="Calibri" pitchFamily="34" charset="0"/>
              </a:rPr>
              <a:t>42. </a:t>
            </a:r>
            <a:r>
              <a:rPr lang="en-US" altLang="ko-KR" sz="900">
                <a:solidFill>
                  <a:srgbClr val="000000"/>
                </a:solidFill>
                <a:latin typeface="Calibri" pitchFamily="34" charset="0"/>
                <a:cs typeface="Calibri" pitchFamily="34" charset="0"/>
              </a:rPr>
              <a:t>Chọn đáp án giải thích sai cho Xy lanh quay (rotary actuator) dạng cánh quạt</a:t>
            </a:r>
            <a:r>
              <a:rPr lang="en-US" altLang="ko-KR" sz="900" smtClean="0">
                <a:solidFill>
                  <a:srgbClr val="000000"/>
                </a:solidFill>
                <a:latin typeface="Calibri" pitchFamily="34" charset="0"/>
                <a:cs typeface="Calibri" pitchFamily="34" charset="0"/>
              </a:rPr>
              <a:t>?</a:t>
            </a:r>
          </a:p>
          <a:p>
            <a:pPr fontAlgn="base" latinLnBrk="1">
              <a:spcBef>
                <a:spcPct val="0"/>
              </a:spcBef>
              <a:spcAft>
                <a:spcPct val="0"/>
              </a:spcAft>
            </a:pPr>
            <a:r>
              <a:rPr lang="en-US" altLang="ko-KR" sz="900" smtClean="0">
                <a:solidFill>
                  <a:srgbClr val="000000"/>
                </a:solidFill>
                <a:latin typeface="Calibri" pitchFamily="34" charset="0"/>
                <a:cs typeface="Calibri" pitchFamily="34" charset="0"/>
              </a:rPr>
              <a:t>①  </a:t>
            </a:r>
            <a:r>
              <a:rPr lang="en-US" altLang="ko-KR" sz="900">
                <a:solidFill>
                  <a:srgbClr val="000000"/>
                </a:solidFill>
                <a:latin typeface="Calibri" pitchFamily="34" charset="0"/>
                <a:cs typeface="Calibri" pitchFamily="34" charset="0"/>
              </a:rPr>
              <a:t>Dạng cánh quạt đơn </a:t>
            </a:r>
            <a:r>
              <a:rPr lang="en-US" altLang="ko-KR" sz="900" smtClean="0">
                <a:solidFill>
                  <a:srgbClr val="000000"/>
                </a:solidFill>
                <a:latin typeface="Calibri" pitchFamily="34" charset="0"/>
                <a:cs typeface="Calibri" pitchFamily="34" charset="0"/>
              </a:rPr>
              <a:t>góc </a:t>
            </a:r>
            <a:r>
              <a:rPr lang="en-US" altLang="ko-KR" sz="900">
                <a:solidFill>
                  <a:srgbClr val="000000"/>
                </a:solidFill>
                <a:latin typeface="Calibri" pitchFamily="34" charset="0"/>
                <a:cs typeface="Calibri" pitchFamily="34" charset="0"/>
              </a:rPr>
              <a:t>dao động trong khoảng </a:t>
            </a:r>
            <a:r>
              <a:rPr lang="en-US" altLang="ko-KR" sz="900" smtClean="0">
                <a:solidFill>
                  <a:srgbClr val="000000"/>
                </a:solidFill>
                <a:latin typeface="Calibri" pitchFamily="34" charset="0"/>
                <a:cs typeface="Calibri" pitchFamily="34" charset="0"/>
              </a:rPr>
              <a:t>270~300°</a:t>
            </a:r>
            <a:endParaRPr lang="en-US" altLang="ko-KR" sz="900">
              <a:solidFill>
                <a:srgbClr val="000000"/>
              </a:solidFill>
              <a:latin typeface="Calibri" pitchFamily="34" charset="0"/>
              <a:cs typeface="Calibri" pitchFamily="34" charset="0"/>
            </a:endParaRPr>
          </a:p>
          <a:p>
            <a:pPr fontAlgn="base" latinLnBrk="1">
              <a:spcBef>
                <a:spcPct val="0"/>
              </a:spcBef>
              <a:spcAft>
                <a:spcPct val="0"/>
              </a:spcAft>
            </a:pPr>
            <a:r>
              <a:rPr lang="en-US" altLang="ko-KR" sz="900">
                <a:solidFill>
                  <a:srgbClr val="000000"/>
                </a:solidFill>
                <a:latin typeface="Calibri" pitchFamily="34" charset="0"/>
                <a:cs typeface="Calibri" pitchFamily="34" charset="0"/>
              </a:rPr>
              <a:t>②  Dạng cánh quạt </a:t>
            </a:r>
            <a:r>
              <a:rPr lang="en-US" altLang="ko-KR" sz="900" smtClean="0">
                <a:solidFill>
                  <a:srgbClr val="000000"/>
                </a:solidFill>
                <a:latin typeface="Calibri" pitchFamily="34" charset="0"/>
                <a:cs typeface="Calibri" pitchFamily="34" charset="0"/>
              </a:rPr>
              <a:t>kép </a:t>
            </a:r>
            <a:r>
              <a:rPr lang="en-US" altLang="ko-KR" sz="900">
                <a:solidFill>
                  <a:srgbClr val="000000"/>
                </a:solidFill>
                <a:latin typeface="Calibri" pitchFamily="34" charset="0"/>
                <a:cs typeface="Calibri" pitchFamily="34" charset="0"/>
              </a:rPr>
              <a:t>góc dao động trong khoảng </a:t>
            </a:r>
            <a:r>
              <a:rPr lang="ko-KR" altLang="en-US" sz="900">
                <a:solidFill>
                  <a:srgbClr val="000000"/>
                </a:solidFill>
                <a:latin typeface="Calibri" pitchFamily="34" charset="0"/>
                <a:cs typeface="Calibri" pitchFamily="34" charset="0"/>
              </a:rPr>
              <a:t> </a:t>
            </a:r>
            <a:r>
              <a:rPr lang="en-US" altLang="ko-KR" sz="900" smtClean="0">
                <a:solidFill>
                  <a:srgbClr val="000000"/>
                </a:solidFill>
                <a:latin typeface="Calibri" pitchFamily="34" charset="0"/>
                <a:cs typeface="Calibri" pitchFamily="34" charset="0"/>
              </a:rPr>
              <a:t>90~120</a:t>
            </a:r>
            <a:r>
              <a:rPr lang="en-US" altLang="ko-KR" sz="900">
                <a:solidFill>
                  <a:srgbClr val="000000"/>
                </a:solidFill>
                <a:latin typeface="Calibri" pitchFamily="34" charset="0"/>
                <a:cs typeface="Calibri" pitchFamily="34" charset="0"/>
              </a:rPr>
              <a:t> °</a:t>
            </a:r>
          </a:p>
          <a:p>
            <a:pPr fontAlgn="base" latinLnBrk="1">
              <a:spcBef>
                <a:spcPct val="0"/>
              </a:spcBef>
              <a:spcAft>
                <a:spcPct val="0"/>
              </a:spcAft>
            </a:pPr>
            <a:r>
              <a:rPr lang="en-US" altLang="ko-KR" sz="900">
                <a:solidFill>
                  <a:srgbClr val="000000"/>
                </a:solidFill>
                <a:latin typeface="Calibri" pitchFamily="34" charset="0"/>
                <a:cs typeface="Calibri" pitchFamily="34" charset="0"/>
              </a:rPr>
              <a:t>③  Dạng cánh quạt 3 lớp có góc dao động trong khoảng </a:t>
            </a:r>
            <a:r>
              <a:rPr lang="en-US" altLang="ko-KR" sz="900" smtClean="0">
                <a:solidFill>
                  <a:srgbClr val="000000"/>
                </a:solidFill>
                <a:latin typeface="Calibri" pitchFamily="34" charset="0"/>
                <a:cs typeface="Calibri" pitchFamily="34" charset="0"/>
              </a:rPr>
              <a:t>60</a:t>
            </a:r>
            <a:r>
              <a:rPr lang="en-US" altLang="ko-KR" sz="900">
                <a:solidFill>
                  <a:srgbClr val="000000"/>
                </a:solidFill>
                <a:latin typeface="Calibri" pitchFamily="34" charset="0"/>
                <a:cs typeface="Calibri" pitchFamily="34" charset="0"/>
              </a:rPr>
              <a:t> °</a:t>
            </a:r>
            <a:endParaRPr lang="ko-KR" altLang="en-US" sz="900">
              <a:solidFill>
                <a:srgbClr val="000000"/>
              </a:solidFill>
              <a:latin typeface="Calibri" pitchFamily="34" charset="0"/>
              <a:cs typeface="Calibri" pitchFamily="34" charset="0"/>
            </a:endParaRPr>
          </a:p>
          <a:p>
            <a:pPr fontAlgn="base" latinLnBrk="1">
              <a:spcBef>
                <a:spcPct val="0"/>
              </a:spcBef>
              <a:spcAft>
                <a:spcPct val="0"/>
              </a:spcAft>
            </a:pPr>
            <a:r>
              <a:rPr lang="ko-KR" altLang="en-US" sz="900">
                <a:solidFill>
                  <a:srgbClr val="FF0000"/>
                </a:solidFill>
                <a:latin typeface="Calibri" pitchFamily="34" charset="0"/>
                <a:cs typeface="Calibri" pitchFamily="34" charset="0"/>
              </a:rPr>
              <a:t>④  </a:t>
            </a:r>
            <a:r>
              <a:rPr lang="en-US" altLang="ko-KR" sz="900">
                <a:solidFill>
                  <a:srgbClr val="FF0000"/>
                </a:solidFill>
                <a:latin typeface="Calibri" pitchFamily="34" charset="0"/>
                <a:cs typeface="Calibri" pitchFamily="34" charset="0"/>
              </a:rPr>
              <a:t>Xy lanh quay dạng cánh quạt không có dò khí</a:t>
            </a:r>
            <a:r>
              <a:rPr lang="en-US" altLang="ko-KR" sz="900" smtClean="0">
                <a:solidFill>
                  <a:srgbClr val="FF0000"/>
                </a:solidFill>
                <a:latin typeface="Calibri" pitchFamily="34" charset="0"/>
                <a:cs typeface="Calibri" pitchFamily="34" charset="0"/>
              </a:rPr>
              <a:t>.</a:t>
            </a:r>
            <a:endParaRPr lang="en-US" altLang="ko-KR" sz="900" smtClean="0">
              <a:latin typeface="Calibri" pitchFamily="34" charset="0"/>
              <a:cs typeface="Calibri" pitchFamily="34" charset="0"/>
            </a:endParaRPr>
          </a:p>
          <a:p>
            <a:pPr marL="457200" indent="-457200">
              <a:defRPr/>
            </a:pPr>
            <a:endParaRPr lang="ko-KR" altLang="ko-KR" sz="90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a:solidFill>
                  <a:srgbClr val="000000"/>
                </a:solidFill>
                <a:latin typeface="Calibri" pitchFamily="34" charset="0"/>
                <a:cs typeface="Calibri" pitchFamily="34" charset="0"/>
              </a:rPr>
              <a:t>4</a:t>
            </a:r>
            <a:r>
              <a:rPr lang="en-US" altLang="ko-KR" sz="900" smtClean="0">
                <a:solidFill>
                  <a:srgbClr val="000000"/>
                </a:solidFill>
                <a:latin typeface="Calibri" pitchFamily="34" charset="0"/>
                <a:cs typeface="Calibri" pitchFamily="34" charset="0"/>
              </a:rPr>
              <a:t>3 </a:t>
            </a:r>
            <a:r>
              <a:rPr lang="en-US" altLang="ko-KR" sz="900">
                <a:solidFill>
                  <a:srgbClr val="000000"/>
                </a:solidFill>
                <a:latin typeface="Calibri" pitchFamily="34" charset="0"/>
                <a:cs typeface="Calibri" pitchFamily="34" charset="0"/>
              </a:rPr>
              <a:t>Dưới đây là giải thích về motor nào?</a:t>
            </a:r>
          </a:p>
          <a:p>
            <a:pPr fontAlgn="base" latinLnBrk="1">
              <a:spcBef>
                <a:spcPct val="0"/>
              </a:spcBef>
              <a:spcAft>
                <a:spcPct val="0"/>
              </a:spcAft>
            </a:pPr>
            <a:r>
              <a:rPr lang="en-US" altLang="ko-KR" sz="900">
                <a:solidFill>
                  <a:srgbClr val="000000"/>
                </a:solidFill>
                <a:latin typeface="Calibri" pitchFamily="34" charset="0"/>
                <a:cs typeface="Calibri" pitchFamily="34" charset="0"/>
              </a:rPr>
              <a:t>‘Đây là cấu trúc thổi đầy khí nén vào bên cánh rồi biến đổi năng lượng áp lực và tốc độ thành chuyển động quay để tạo nên lực quay. Thông thường loại motor này được sử dụng để nghiền mài có yêu cầu tốc độ cao, có thể đạt được số vòng quay khoảng 2.000~5.000rpm ’</a:t>
            </a:r>
          </a:p>
          <a:p>
            <a:pPr fontAlgn="base" latinLnBrk="1">
              <a:spcBef>
                <a:spcPct val="0"/>
              </a:spcBef>
              <a:spcAft>
                <a:spcPct val="0"/>
              </a:spcAft>
            </a:pPr>
            <a:r>
              <a:rPr lang="en-US" altLang="ko-KR" sz="900">
                <a:solidFill>
                  <a:srgbClr val="000000"/>
                </a:solidFill>
                <a:latin typeface="Calibri" pitchFamily="34" charset="0"/>
                <a:cs typeface="Calibri" pitchFamily="34" charset="0"/>
              </a:rPr>
              <a:t>① Motor cánh quạt</a:t>
            </a:r>
            <a:r>
              <a:rPr lang="ko-KR" altLang="en-US" sz="900">
                <a:solidFill>
                  <a:srgbClr val="000000"/>
                </a:solidFill>
                <a:latin typeface="Calibri" pitchFamily="34" charset="0"/>
                <a:cs typeface="Calibri" pitchFamily="34" charset="0"/>
              </a:rPr>
              <a:t>      </a:t>
            </a:r>
            <a:r>
              <a:rPr lang="ko-KR" altLang="en-US" sz="900" smtClean="0">
                <a:solidFill>
                  <a:srgbClr val="000000"/>
                </a:solidFill>
                <a:latin typeface="Calibri" pitchFamily="34" charset="0"/>
                <a:cs typeface="Calibri" pitchFamily="34" charset="0"/>
              </a:rPr>
              <a:t>② </a:t>
            </a:r>
            <a:r>
              <a:rPr lang="en-US" altLang="ko-KR" sz="900">
                <a:solidFill>
                  <a:srgbClr val="000000"/>
                </a:solidFill>
                <a:latin typeface="Calibri" pitchFamily="34" charset="0"/>
                <a:cs typeface="Calibri" pitchFamily="34" charset="0"/>
              </a:rPr>
              <a:t>Gear Motor </a:t>
            </a:r>
            <a:endParaRPr lang="ko-KR" altLang="en-US" sz="900">
              <a:solidFill>
                <a:srgbClr val="000000"/>
              </a:solidFill>
              <a:latin typeface="Calibri" pitchFamily="34" charset="0"/>
              <a:cs typeface="Calibri" pitchFamily="34" charset="0"/>
            </a:endParaRPr>
          </a:p>
          <a:p>
            <a:pPr fontAlgn="base" latinLnBrk="1">
              <a:spcBef>
                <a:spcPct val="0"/>
              </a:spcBef>
              <a:spcAft>
                <a:spcPct val="0"/>
              </a:spcAft>
            </a:pPr>
            <a:r>
              <a:rPr lang="ko-KR" altLang="en-US" sz="900">
                <a:solidFill>
                  <a:srgbClr val="FF0000"/>
                </a:solidFill>
                <a:latin typeface="Calibri" pitchFamily="34" charset="0"/>
                <a:cs typeface="Calibri" pitchFamily="34" charset="0"/>
              </a:rPr>
              <a:t>③ </a:t>
            </a:r>
            <a:r>
              <a:rPr lang="en-US" altLang="ko-KR" sz="900">
                <a:solidFill>
                  <a:srgbClr val="FF0000"/>
                </a:solidFill>
                <a:latin typeface="Calibri" pitchFamily="34" charset="0"/>
                <a:cs typeface="Calibri" pitchFamily="34" charset="0"/>
              </a:rPr>
              <a:t>Motor Tuabin</a:t>
            </a:r>
            <a:r>
              <a:rPr lang="ko-KR" altLang="en-US" sz="900">
                <a:solidFill>
                  <a:srgbClr val="FF0000"/>
                </a:solidFill>
                <a:latin typeface="Calibri" pitchFamily="34" charset="0"/>
                <a:cs typeface="Calibri" pitchFamily="34" charset="0"/>
              </a:rPr>
              <a:t>      </a:t>
            </a:r>
            <a:r>
              <a:rPr lang="ko-KR" altLang="en-US" sz="900" smtClean="0">
                <a:solidFill>
                  <a:srgbClr val="FF0000"/>
                </a:solidFill>
                <a:latin typeface="Calibri" pitchFamily="34" charset="0"/>
                <a:cs typeface="Calibri" pitchFamily="34" charset="0"/>
              </a:rPr>
              <a:t>      </a:t>
            </a:r>
            <a:r>
              <a:rPr lang="ko-KR" altLang="en-US" sz="900" smtClean="0">
                <a:solidFill>
                  <a:srgbClr val="000000"/>
                </a:solidFill>
                <a:latin typeface="Calibri" pitchFamily="34" charset="0"/>
                <a:cs typeface="Calibri" pitchFamily="34" charset="0"/>
              </a:rPr>
              <a:t>④ </a:t>
            </a:r>
            <a:r>
              <a:rPr lang="en-US" altLang="ko-KR" sz="900">
                <a:solidFill>
                  <a:srgbClr val="000000"/>
                </a:solidFill>
                <a:latin typeface="Calibri" pitchFamily="34" charset="0"/>
                <a:cs typeface="Calibri" pitchFamily="34" charset="0"/>
              </a:rPr>
              <a:t>Motor </a:t>
            </a:r>
            <a:r>
              <a:rPr lang="en-US" altLang="ko-KR" sz="900" smtClean="0">
                <a:solidFill>
                  <a:srgbClr val="000000"/>
                </a:solidFill>
                <a:latin typeface="Calibri" pitchFamily="34" charset="0"/>
                <a:cs typeface="Calibri" pitchFamily="34" charset="0"/>
              </a:rPr>
              <a:t>nén</a:t>
            </a:r>
            <a:endParaRPr lang="en-US" altLang="ko-KR" sz="900">
              <a:solidFill>
                <a:srgbClr val="000000"/>
              </a:solidFill>
              <a:latin typeface="Calibri" pitchFamily="34" charset="0"/>
              <a:cs typeface="Calibri" pitchFamily="34" charset="0"/>
            </a:endParaRPr>
          </a:p>
        </p:txBody>
      </p:sp>
      <p:sp>
        <p:nvSpPr>
          <p:cNvPr id="2"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marL="0" indent="0">
              <a:buNone/>
              <a:defRPr/>
            </a:pPr>
            <a:r>
              <a:rPr lang="en-US" sz="900" smtClean="0">
                <a:latin typeface="Times New Roman" panose="02020603050405020304" pitchFamily="18" charset="0"/>
                <a:cs typeface="Times New Roman" panose="02020603050405020304" pitchFamily="18" charset="0"/>
              </a:rPr>
              <a:t>44. </a:t>
            </a:r>
            <a:r>
              <a:rPr lang="en-US" sz="900" smtClean="0">
                <a:solidFill>
                  <a:srgbClr val="404040"/>
                </a:solidFill>
                <a:latin typeface="Times New Roman" panose="02020603050405020304" pitchFamily="18" charset="0"/>
                <a:ea typeface="굴림" pitchFamily="50" charset="-127"/>
                <a:cs typeface="Times New Roman" panose="02020603050405020304" pitchFamily="18" charset="0"/>
              </a:rPr>
              <a:t>Thứ tự vận hành Spare parts code</a:t>
            </a:r>
            <a:r>
              <a:rPr lang="it-IT" sz="900" smtClean="0">
                <a:latin typeface="Times New Roman" panose="02020603050405020304" pitchFamily="18" charset="0"/>
                <a:cs typeface="Times New Roman" panose="02020603050405020304" pitchFamily="18" charset="0"/>
              </a:rPr>
              <a:t>?</a:t>
            </a:r>
            <a:endParaRPr lang="it-IT" sz="900">
              <a:latin typeface="Times New Roman" panose="02020603050405020304" pitchFamily="18" charset="0"/>
              <a:cs typeface="Times New Roman" panose="02020603050405020304" pitchFamily="18" charset="0"/>
            </a:endParaRPr>
          </a:p>
          <a:p>
            <a:pPr marL="0" indent="0">
              <a:buNone/>
              <a:defRPr/>
            </a:pPr>
            <a:r>
              <a:rPr lang="ko-KR" altLang="ko-KR" sz="900">
                <a:solidFill>
                  <a:srgbClr val="FF0000"/>
                </a:solidFill>
                <a:latin typeface="Times New Roman" panose="02020603050405020304" pitchFamily="18" charset="0"/>
                <a:cs typeface="Times New Roman" panose="02020603050405020304" pitchFamily="18" charset="0"/>
              </a:rPr>
              <a:t>① </a:t>
            </a:r>
            <a:r>
              <a:rPr lang="en-US" altLang="ko-KR" sz="900" smtClean="0">
                <a:solidFill>
                  <a:srgbClr val="FF0000"/>
                </a:solidFill>
                <a:latin typeface="Times New Roman" pitchFamily="18" charset="0"/>
                <a:cs typeface="Times New Roman" pitchFamily="18" charset="0"/>
              </a:rPr>
              <a:t>Xác nhận/ Đăng ký/ Yêu cầu mua bán/ Nhập kho/ Cam kết sử dụng xuất kho/ Trang bị nhập kết quả</a:t>
            </a:r>
            <a:endParaRPr lang="en-US" altLang="ko-KR" sz="900">
              <a:solidFill>
                <a:srgbClr val="FF0000"/>
              </a:solidFill>
              <a:latin typeface="Times New Roman" pitchFamily="18" charset="0"/>
              <a:cs typeface="Times New Roman" pitchFamily="18" charset="0"/>
            </a:endParaRPr>
          </a:p>
          <a:p>
            <a:pPr marL="0" indent="0">
              <a:buNone/>
              <a:defRPr/>
            </a:pPr>
            <a:r>
              <a:rPr lang="ko-KR" altLang="ko-KR" sz="900">
                <a:latin typeface="Times New Roman" panose="02020603050405020304" pitchFamily="18" charset="0"/>
                <a:cs typeface="Times New Roman" panose="02020603050405020304" pitchFamily="18" charset="0"/>
              </a:rPr>
              <a:t>② </a:t>
            </a:r>
            <a:r>
              <a:rPr lang="en-US" altLang="ko-KR" sz="900" smtClean="0">
                <a:latin typeface="Times New Roman" panose="02020603050405020304" pitchFamily="18" charset="0"/>
                <a:cs typeface="Times New Roman" panose="02020603050405020304" pitchFamily="18" charset="0"/>
              </a:rPr>
              <a:t>Đăng </a:t>
            </a:r>
            <a:r>
              <a:rPr lang="en-US" altLang="ko-KR" sz="900">
                <a:latin typeface="Times New Roman" panose="02020603050405020304" pitchFamily="18" charset="0"/>
                <a:cs typeface="Times New Roman" panose="02020603050405020304" pitchFamily="18" charset="0"/>
              </a:rPr>
              <a:t>ký</a:t>
            </a:r>
            <a:r>
              <a:rPr lang="en-US" altLang="ko-KR" sz="900" smtClean="0">
                <a:latin typeface="Times New Roman" panose="02020603050405020304" pitchFamily="18" charset="0"/>
                <a:cs typeface="Times New Roman" panose="02020603050405020304" pitchFamily="18" charset="0"/>
              </a:rPr>
              <a:t>/</a:t>
            </a:r>
            <a:r>
              <a:rPr lang="en-US" altLang="ko-KR" sz="900">
                <a:latin typeface="Times New Roman" panose="02020603050405020304" pitchFamily="18" charset="0"/>
                <a:cs typeface="Times New Roman" panose="02020603050405020304" pitchFamily="18" charset="0"/>
              </a:rPr>
              <a:t> Xác nhận/</a:t>
            </a:r>
            <a:r>
              <a:rPr lang="en-US" altLang="ko-KR"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Yêu cầu mua bán/ Nhập kho/ Cam kết sử dụng xuất kho/ Trang bị nhập kết quả</a:t>
            </a:r>
          </a:p>
          <a:p>
            <a:pPr marL="0" indent="0">
              <a:buNone/>
              <a:defRPr/>
            </a:pPr>
            <a:r>
              <a:rPr lang="ko-KR" altLang="ko-KR" sz="900" smtClean="0">
                <a:latin typeface="Times New Roman" panose="02020603050405020304" pitchFamily="18" charset="0"/>
                <a:cs typeface="Times New Roman" panose="02020603050405020304" pitchFamily="18" charset="0"/>
              </a:rPr>
              <a:t>③ </a:t>
            </a:r>
            <a:r>
              <a:rPr lang="en-US" altLang="ko-KR" sz="900">
                <a:latin typeface="Times New Roman" panose="02020603050405020304" pitchFamily="18" charset="0"/>
                <a:cs typeface="Times New Roman" panose="02020603050405020304" pitchFamily="18" charset="0"/>
              </a:rPr>
              <a:t>Đăng </a:t>
            </a:r>
            <a:r>
              <a:rPr lang="en-US" altLang="ko-KR" sz="900" smtClean="0">
                <a:latin typeface="Times New Roman" panose="02020603050405020304" pitchFamily="18" charset="0"/>
                <a:cs typeface="Times New Roman" panose="02020603050405020304" pitchFamily="18" charset="0"/>
              </a:rPr>
              <a:t>ký/ </a:t>
            </a:r>
            <a:r>
              <a:rPr lang="en-US" altLang="ko-KR" sz="900">
                <a:latin typeface="Times New Roman" panose="02020603050405020304" pitchFamily="18" charset="0"/>
                <a:cs typeface="Times New Roman" panose="02020603050405020304" pitchFamily="18" charset="0"/>
              </a:rPr>
              <a:t>Yêu cầu mua bán</a:t>
            </a:r>
            <a:r>
              <a:rPr lang="en-US" altLang="ko-KR" sz="900" smtClean="0">
                <a:latin typeface="Times New Roman" panose="02020603050405020304" pitchFamily="18" charset="0"/>
                <a:cs typeface="Times New Roman" panose="02020603050405020304" pitchFamily="18" charset="0"/>
              </a:rPr>
              <a:t>/</a:t>
            </a: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Xác nhận/ </a:t>
            </a:r>
            <a:r>
              <a:rPr lang="en-US" altLang="ko-KR" sz="900">
                <a:latin typeface="Times New Roman" panose="02020603050405020304" pitchFamily="18" charset="0"/>
                <a:cs typeface="Times New Roman" panose="02020603050405020304" pitchFamily="18" charset="0"/>
              </a:rPr>
              <a:t>Nhập kho/ Cam kết sử dụng xuất kho/ Trang bị nhập kết </a:t>
            </a:r>
            <a:r>
              <a:rPr lang="en-US" altLang="ko-KR" sz="900" smtClean="0">
                <a:latin typeface="Times New Roman" panose="02020603050405020304" pitchFamily="18" charset="0"/>
                <a:cs typeface="Times New Roman" panose="02020603050405020304" pitchFamily="18" charset="0"/>
              </a:rPr>
              <a:t>quả</a:t>
            </a:r>
            <a:endParaRPr lang="en-US" altLang="ko-KR" sz="900">
              <a:latin typeface="Times New Roman" panose="02020603050405020304" pitchFamily="18" charset="0"/>
              <a:cs typeface="Times New Roman" panose="02020603050405020304" pitchFamily="18" charset="0"/>
            </a:endParaRPr>
          </a:p>
          <a:p>
            <a:pPr marL="0" indent="0">
              <a:buNone/>
              <a:defRPr/>
            </a:pPr>
            <a:r>
              <a:rPr lang="ko-KR" altLang="ko-KR" sz="900">
                <a:latin typeface="Times New Roman" panose="02020603050405020304" pitchFamily="18" charset="0"/>
                <a:cs typeface="Times New Roman" panose="02020603050405020304" pitchFamily="18" charset="0"/>
              </a:rPr>
              <a:t>④ </a:t>
            </a:r>
            <a:r>
              <a:rPr lang="en-US" altLang="ko-KR" sz="900" smtClean="0">
                <a:latin typeface="Times New Roman" panose="02020603050405020304" pitchFamily="18" charset="0"/>
                <a:cs typeface="Times New Roman" panose="02020603050405020304" pitchFamily="18" charset="0"/>
              </a:rPr>
              <a:t>Xác nhận/ Đăng ký/ </a:t>
            </a:r>
            <a:r>
              <a:rPr lang="en-US" altLang="ko-KR" sz="900">
                <a:latin typeface="Times New Roman" panose="02020603050405020304" pitchFamily="18" charset="0"/>
                <a:cs typeface="Times New Roman" panose="02020603050405020304" pitchFamily="18" charset="0"/>
              </a:rPr>
              <a:t>Yêu cầu mua bán/ Nhập kho</a:t>
            </a:r>
            <a:r>
              <a:rPr lang="en-US" altLang="ko-KR"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Trang bị nhập kết </a:t>
            </a:r>
            <a:r>
              <a:rPr lang="en-US" altLang="ko-KR" sz="900" smtClean="0">
                <a:latin typeface="Times New Roman" panose="02020603050405020304" pitchFamily="18" charset="0"/>
                <a:cs typeface="Times New Roman" panose="02020603050405020304" pitchFamily="18" charset="0"/>
              </a:rPr>
              <a:t>quả</a:t>
            </a:r>
            <a:r>
              <a:rPr lang="en-US" altLang="ko-KR" sz="900" smtClean="0">
                <a:solidFill>
                  <a:srgbClr val="404040"/>
                </a:solidFill>
                <a:latin typeface="Times New Roman" panose="02020603050405020304" pitchFamily="18" charset="0"/>
                <a:ea typeface="굴림" pitchFamily="50" charset="-127"/>
                <a:cs typeface="Times New Roman" panose="02020603050405020304" pitchFamily="18" charset="0"/>
              </a:rPr>
              <a:t>/</a:t>
            </a:r>
            <a:r>
              <a:rPr lang="en-US" altLang="ko-KR"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Cam kết sử dụng xuất </a:t>
            </a:r>
            <a:r>
              <a:rPr lang="en-US" altLang="ko-KR" sz="900" smtClean="0">
                <a:latin typeface="Times New Roman" panose="02020603050405020304" pitchFamily="18" charset="0"/>
                <a:cs typeface="Times New Roman" panose="02020603050405020304" pitchFamily="18" charset="0"/>
              </a:rPr>
              <a:t>kho</a:t>
            </a:r>
          </a:p>
          <a:p>
            <a:pPr marL="0" indent="0">
              <a:buNone/>
              <a:defRPr/>
            </a:pPr>
            <a:endParaRPr lang="en-US" altLang="ko-KR" sz="900" smtClean="0">
              <a:latin typeface="Times New Roman" panose="02020603050405020304" pitchFamily="18" charset="0"/>
              <a:cs typeface="Times New Roman" panose="02020603050405020304" pitchFamily="18" charset="0"/>
            </a:endParaRPr>
          </a:p>
          <a:p>
            <a:pPr marL="0" indent="0">
              <a:buNone/>
              <a:defRPr/>
            </a:pPr>
            <a:r>
              <a:rPr lang="en-US" sz="900" smtClean="0">
                <a:latin typeface="Times New Roman" panose="02020603050405020304" pitchFamily="18" charset="0"/>
                <a:cs typeface="Times New Roman" panose="02020603050405020304" pitchFamily="18" charset="0"/>
              </a:rPr>
              <a:t>45. </a:t>
            </a:r>
            <a:r>
              <a:rPr lang="en-US" altLang="ko-KR" sz="900">
                <a:latin typeface="Times New Roman" panose="02020603050405020304" pitchFamily="18" charset="0"/>
                <a:cs typeface="Times New Roman" panose="02020603050405020304" pitchFamily="18" charset="0"/>
              </a:rPr>
              <a:t>Chỉ tiêu thể hiện tỷ lệ của tất cả số lần thỏa mãn tiêu chuẩn H/W (BM) và chất lượng (PD) trong những lần tiến hành </a:t>
            </a:r>
            <a:r>
              <a:rPr lang="ko-KR" altLang="ko-KR" sz="900">
                <a:latin typeface="Times New Roman" panose="02020603050405020304" pitchFamily="18" charset="0"/>
                <a:cs typeface="Times New Roman" panose="02020603050405020304" pitchFamily="18" charset="0"/>
              </a:rPr>
              <a:t>PM</a:t>
            </a:r>
            <a:r>
              <a:rPr lang="en-US" altLang="ko-KR" sz="900">
                <a:latin typeface="Times New Roman" panose="02020603050405020304" pitchFamily="18" charset="0"/>
                <a:cs typeface="Times New Roman" panose="02020603050405020304" pitchFamily="18" charset="0"/>
              </a:rPr>
              <a:t> là tỉ lệ </a:t>
            </a:r>
            <a:r>
              <a:rPr lang="en-US" altLang="ko-KR" sz="900" smtClean="0">
                <a:latin typeface="Times New Roman" panose="02020603050405020304" pitchFamily="18" charset="0"/>
                <a:cs typeface="Times New Roman" panose="02020603050405020304" pitchFamily="18" charset="0"/>
              </a:rPr>
              <a:t>gì</a:t>
            </a:r>
            <a:r>
              <a:rPr lang="it-IT" sz="900" smtClean="0">
                <a:latin typeface="Times New Roman" panose="02020603050405020304" pitchFamily="18" charset="0"/>
                <a:cs typeface="Times New Roman" panose="02020603050405020304" pitchFamily="18" charset="0"/>
              </a:rPr>
              <a:t>?</a:t>
            </a:r>
            <a:endParaRPr lang="it-IT" sz="900">
              <a:latin typeface="Times New Roman" panose="02020603050405020304" pitchFamily="18" charset="0"/>
              <a:cs typeface="Times New Roman" panose="02020603050405020304" pitchFamily="18" charset="0"/>
            </a:endParaRPr>
          </a:p>
          <a:p>
            <a:pPr marL="0" indent="0">
              <a:buNone/>
              <a:defRPr/>
            </a:pPr>
            <a:r>
              <a:rPr lang="ko-KR" altLang="ko-KR" sz="900">
                <a:latin typeface="Times New Roman" pitchFamily="18" charset="0"/>
                <a:cs typeface="Times New Roman" pitchFamily="18" charset="0"/>
              </a:rPr>
              <a:t>① </a:t>
            </a:r>
            <a:r>
              <a:rPr lang="en-US" altLang="ko-KR" sz="900">
                <a:latin typeface="Times New Roman" pitchFamily="18" charset="0"/>
                <a:cs typeface="Times New Roman" pitchFamily="18" charset="0"/>
              </a:rPr>
              <a:t>Tỷ lệ thực hiện PM       </a:t>
            </a:r>
            <a:r>
              <a:rPr lang="en-US" altLang="ko-KR" sz="900" smtClean="0">
                <a:latin typeface="Times New Roman" pitchFamily="18" charset="0"/>
                <a:cs typeface="Times New Roman" pitchFamily="18" charset="0"/>
              </a:rPr>
              <a:t>   </a:t>
            </a:r>
            <a:r>
              <a:rPr lang="ko-KR" altLang="ko-KR" sz="900">
                <a:latin typeface="Times New Roman" pitchFamily="18" charset="0"/>
                <a:cs typeface="Times New Roman" pitchFamily="18" charset="0"/>
              </a:rPr>
              <a:t>② </a:t>
            </a:r>
            <a:r>
              <a:rPr lang="en-US" altLang="ko-KR" sz="900">
                <a:latin typeface="Times New Roman" pitchFamily="18" charset="0"/>
                <a:cs typeface="Times New Roman" pitchFamily="18" charset="0"/>
              </a:rPr>
              <a:t>Tỷ lệ tuân thủ thời gian PM        </a:t>
            </a:r>
            <a:r>
              <a:rPr lang="ko-KR" altLang="ko-KR" sz="900">
                <a:solidFill>
                  <a:srgbClr val="FF0000"/>
                </a:solidFill>
                <a:latin typeface="Times New Roman" pitchFamily="18" charset="0"/>
                <a:cs typeface="Times New Roman" pitchFamily="18" charset="0"/>
              </a:rPr>
              <a:t>③ </a:t>
            </a:r>
            <a:r>
              <a:rPr lang="en-US" altLang="ko-KR" sz="900">
                <a:solidFill>
                  <a:srgbClr val="FF0000"/>
                </a:solidFill>
                <a:latin typeface="Times New Roman" pitchFamily="18" charset="0"/>
                <a:cs typeface="Times New Roman" pitchFamily="18" charset="0"/>
              </a:rPr>
              <a:t>Tỷ lệ PM thành công       </a:t>
            </a:r>
            <a:r>
              <a:rPr lang="ko-KR" altLang="ko-KR" sz="900">
                <a:latin typeface="Times New Roman" panose="02020603050405020304" pitchFamily="18" charset="0"/>
                <a:cs typeface="Times New Roman" panose="02020603050405020304" pitchFamily="18" charset="0"/>
              </a:rPr>
              <a:t>④ </a:t>
            </a:r>
            <a:r>
              <a:rPr lang="en-US" altLang="ko-KR" sz="900" smtClean="0">
                <a:latin typeface="Times New Roman" panose="02020603050405020304" pitchFamily="18" charset="0"/>
                <a:cs typeface="Times New Roman" panose="02020603050405020304" pitchFamily="18" charset="0"/>
              </a:rPr>
              <a:t>Tỷ lệ PM thất bại</a:t>
            </a:r>
            <a:endParaRPr lang="en-US" altLang="ko-KR" sz="900">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404040"/>
              </a:solidFill>
              <a:latin typeface="Times New Roman" panose="02020603050405020304" pitchFamily="18" charset="0"/>
              <a:ea typeface="굴림" pitchFamily="50" charset="-127"/>
              <a:cs typeface="Times New Roman" panose="02020603050405020304" pitchFamily="18" charset="0"/>
            </a:endParaRPr>
          </a:p>
          <a:p>
            <a:pPr marL="0" indent="0">
              <a:buNone/>
              <a:defRPr/>
            </a:pPr>
            <a:r>
              <a:rPr lang="vi-VN" altLang="ko-KR" sz="900">
                <a:solidFill>
                  <a:srgbClr val="404040"/>
                </a:solidFill>
                <a:latin typeface="Times New Roman" panose="02020603050405020304" pitchFamily="18" charset="0"/>
                <a:ea typeface="굴림" pitchFamily="50" charset="-127"/>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46</a:t>
            </a:r>
            <a:r>
              <a:rPr lang="en-US" sz="900" smtClean="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[Là điểm nguy hiểm được hình thành khi có sự chuyển động lặp đi lặp lại giữa bộ phận chuyển động và bộ phận cố định]  là</a:t>
            </a:r>
            <a:r>
              <a:rPr lang="en-US" altLang="ko-KR" sz="900" smtClean="0">
                <a:latin typeface="Times New Roman" panose="02020603050405020304" pitchFamily="18" charset="0"/>
                <a:cs typeface="Times New Roman" panose="02020603050405020304" pitchFamily="18" charset="0"/>
              </a:rPr>
              <a:t>…</a:t>
            </a:r>
            <a:r>
              <a:rPr lang="it-IT" sz="900" smtClean="0">
                <a:latin typeface="Times New Roman" panose="02020603050405020304" pitchFamily="18" charset="0"/>
                <a:cs typeface="Times New Roman" panose="02020603050405020304" pitchFamily="18" charset="0"/>
              </a:rPr>
              <a:t>?</a:t>
            </a:r>
            <a:endParaRPr lang="en-US" altLang="ko-KR" sz="900">
              <a:solidFill>
                <a:srgbClr val="000000"/>
              </a:solidFill>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90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000000"/>
                </a:solidFill>
                <a:latin typeface="Times New Roman" panose="02020603050405020304" pitchFamily="18" charset="0"/>
                <a:cs typeface="Times New Roman" panose="02020603050405020304" pitchFamily="18" charset="0"/>
              </a:rPr>
              <a:t>    ① Va chạm           </a:t>
            </a:r>
            <a:r>
              <a:rPr lang="en-US" altLang="ko-KR" sz="900">
                <a:latin typeface="Times New Roman" panose="02020603050405020304" pitchFamily="18" charset="0"/>
                <a:cs typeface="Times New Roman" panose="02020603050405020304" pitchFamily="18" charset="0"/>
              </a:rPr>
              <a:t>② </a:t>
            </a:r>
            <a:r>
              <a:rPr lang="en-US" altLang="ko-KR" sz="900" smtClean="0">
                <a:latin typeface="Times New Roman" panose="02020603050405020304" pitchFamily="18" charset="0"/>
                <a:cs typeface="Times New Roman" panose="02020603050405020304" pitchFamily="18" charset="0"/>
              </a:rPr>
              <a:t>Bị cuốn vào                                 </a:t>
            </a:r>
            <a:endParaRPr lang="en-US" altLang="ko-KR" sz="90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900" smtClean="0">
                <a:solidFill>
                  <a:srgbClr val="000000"/>
                </a:solidFill>
                <a:latin typeface="Times New Roman" panose="02020603050405020304" pitchFamily="18" charset="0"/>
                <a:cs typeface="Times New Roman" panose="02020603050405020304" pitchFamily="18" charset="0"/>
              </a:rPr>
              <a:t>     </a:t>
            </a:r>
            <a:r>
              <a:rPr lang="en-US" altLang="ko-KR" sz="900" smtClean="0">
                <a:solidFill>
                  <a:srgbClr val="FF0000"/>
                </a:solidFill>
                <a:latin typeface="Times New Roman" panose="02020603050405020304" pitchFamily="18" charset="0"/>
                <a:cs typeface="Times New Roman" panose="02020603050405020304" pitchFamily="18" charset="0"/>
              </a:rPr>
              <a:t>③ Bị kẹp               </a:t>
            </a:r>
            <a:r>
              <a:rPr lang="en-US" altLang="ko-KR" sz="900">
                <a:solidFill>
                  <a:srgbClr val="000000"/>
                </a:solidFill>
                <a:latin typeface="Times New Roman" panose="02020603050405020304" pitchFamily="18" charset="0"/>
                <a:cs typeface="Times New Roman" panose="02020603050405020304" pitchFamily="18" charset="0"/>
              </a:rPr>
              <a:t>④ </a:t>
            </a:r>
            <a:r>
              <a:rPr lang="en-US" altLang="ko-KR" sz="900" smtClean="0">
                <a:solidFill>
                  <a:srgbClr val="000000"/>
                </a:solidFill>
                <a:latin typeface="Times New Roman" panose="02020603050405020304" pitchFamily="18" charset="0"/>
                <a:cs typeface="Times New Roman" panose="02020603050405020304" pitchFamily="18" charset="0"/>
              </a:rPr>
              <a:t>Bị vật thể bắn vào</a:t>
            </a:r>
            <a:endParaRPr lang="en-US" altLang="ko-KR" sz="900">
              <a:solidFill>
                <a:srgbClr val="000000"/>
              </a:solidFill>
              <a:latin typeface="Times New Roman" panose="02020603050405020304" pitchFamily="18" charset="0"/>
              <a:cs typeface="Times New Roman" panose="02020603050405020304" pitchFamily="18" charset="0"/>
            </a:endParaRPr>
          </a:p>
          <a:p>
            <a:pPr marL="0" indent="0">
              <a:buNone/>
              <a:defRPr/>
            </a:pPr>
            <a:endParaRPr lang="en-US" sz="900" smtClean="0">
              <a:latin typeface="Times New Roman" panose="02020603050405020304" pitchFamily="18" charset="0"/>
              <a:cs typeface="Times New Roman" panose="02020603050405020304" pitchFamily="18" charset="0"/>
            </a:endParaRPr>
          </a:p>
          <a:p>
            <a:pPr marL="0" indent="0">
              <a:buNone/>
            </a:pPr>
            <a:r>
              <a:rPr lang="en-US" sz="900" smtClean="0">
                <a:latin typeface="Times New Roman" panose="02020603050405020304" pitchFamily="18" charset="0"/>
                <a:cs typeface="Times New Roman" panose="02020603050405020304" pitchFamily="18" charset="0"/>
              </a:rPr>
              <a:t>47. </a:t>
            </a:r>
            <a:r>
              <a:rPr lang="vi-VN" altLang="ko-KR" sz="900">
                <a:latin typeface="Times New Roman" pitchFamily="18" charset="0"/>
                <a:cs typeface="Times New Roman" pitchFamily="18" charset="0"/>
              </a:rPr>
              <a:t>Tuân thủ lịch trình PM là ngày lên kế hoạch và ngày sửa đổi</a:t>
            </a:r>
            <a:r>
              <a:rPr lang="en-US" altLang="ko-KR" sz="900">
                <a:latin typeface="Times New Roman" pitchFamily="18" charset="0"/>
                <a:cs typeface="Times New Roman" pitchFamily="18" charset="0"/>
              </a:rPr>
              <a:t> </a:t>
            </a:r>
            <a:r>
              <a:rPr lang="vi-VN" altLang="ko-KR" sz="900">
                <a:latin typeface="Times New Roman" pitchFamily="18" charset="0"/>
                <a:cs typeface="Times New Roman" pitchFamily="18" charset="0"/>
              </a:rPr>
              <a:t>theo tiêu chuẩn thay đổi lịch </a:t>
            </a:r>
            <a:r>
              <a:rPr lang="vi-VN" altLang="ko-KR" sz="900" smtClean="0">
                <a:latin typeface="Times New Roman" pitchFamily="18" charset="0"/>
                <a:cs typeface="Times New Roman" pitchFamily="18" charset="0"/>
              </a:rPr>
              <a:t>PM </a:t>
            </a:r>
            <a:r>
              <a:rPr lang="vi-VN" altLang="ko-KR" sz="900">
                <a:latin typeface="Times New Roman" pitchFamily="18" charset="0"/>
                <a:cs typeface="Times New Roman" pitchFamily="18" charset="0"/>
              </a:rPr>
              <a:t>phải từ </a:t>
            </a:r>
            <a:r>
              <a:rPr lang="en-US" altLang="ko-KR" sz="900">
                <a:latin typeface="Times New Roman" pitchFamily="18" charset="0"/>
                <a:cs typeface="Times New Roman" pitchFamily="18" charset="0"/>
              </a:rPr>
              <a:t>mấy ngày</a:t>
            </a:r>
            <a:r>
              <a:rPr lang="vi-VN" altLang="ko-KR" sz="900">
                <a:latin typeface="Times New Roman" pitchFamily="18" charset="0"/>
                <a:cs typeface="Times New Roman" pitchFamily="18" charset="0"/>
              </a:rPr>
              <a:t> trở lên</a:t>
            </a:r>
            <a:r>
              <a:rPr lang="en-US" altLang="ko-KR" sz="900">
                <a:latin typeface="Times New Roman" pitchFamily="18" charset="0"/>
                <a:cs typeface="Times New Roman" pitchFamily="18" charset="0"/>
              </a:rPr>
              <a:t> </a:t>
            </a:r>
            <a:r>
              <a:rPr lang="en-US" altLang="ko-KR" sz="900" smtClean="0">
                <a:latin typeface="Times New Roman" pitchFamily="18" charset="0"/>
                <a:cs typeface="Times New Roman" pitchFamily="18" charset="0"/>
              </a:rPr>
              <a:t>?</a:t>
            </a:r>
            <a:endParaRPr lang="it-IT" sz="900">
              <a:latin typeface="Times New Roman" panose="02020603050405020304" pitchFamily="18" charset="0"/>
              <a:cs typeface="Times New Roman" panose="02020603050405020304" pitchFamily="18" charset="0"/>
            </a:endParaRPr>
          </a:p>
          <a:p>
            <a:pPr marL="0" indent="0">
              <a:buNone/>
              <a:defRPr/>
            </a:pPr>
            <a:r>
              <a:rPr lang="en-US" altLang="ko-KR" sz="900" smtClean="0">
                <a:solidFill>
                  <a:srgbClr val="C00000"/>
                </a:solidFill>
                <a:latin typeface="Times New Roman" panose="02020603050405020304" pitchFamily="18" charset="0"/>
                <a:cs typeface="Times New Roman" panose="02020603050405020304" pitchFamily="18" charset="0"/>
              </a:rPr>
              <a:t>  </a:t>
            </a:r>
            <a:r>
              <a:rPr lang="ko-KR" altLang="ko-KR" sz="900">
                <a:latin typeface="Times New Roman" pitchFamily="18" charset="0"/>
                <a:cs typeface="Times New Roman" pitchFamily="18" charset="0"/>
              </a:rPr>
              <a:t>① </a:t>
            </a:r>
            <a:r>
              <a:rPr lang="en-US" altLang="ko-KR" sz="900">
                <a:latin typeface="Times New Roman" pitchFamily="18" charset="0"/>
                <a:cs typeface="Times New Roman" pitchFamily="18" charset="0"/>
              </a:rPr>
              <a:t>Trước 1 ngày (D-1)  </a:t>
            </a:r>
            <a:r>
              <a:rPr lang="en-US" altLang="ko-KR" sz="900">
                <a:solidFill>
                  <a:srgbClr val="FF0000"/>
                </a:solidFill>
                <a:latin typeface="Times New Roman" pitchFamily="18" charset="0"/>
                <a:cs typeface="Times New Roman" pitchFamily="18" charset="0"/>
              </a:rPr>
              <a:t> </a:t>
            </a:r>
            <a:r>
              <a:rPr lang="ko-KR" altLang="ko-KR" sz="900" smtClean="0">
                <a:solidFill>
                  <a:srgbClr val="FF0000"/>
                </a:solidFill>
                <a:latin typeface="Times New Roman" panose="02020603050405020304" pitchFamily="18" charset="0"/>
                <a:cs typeface="Times New Roman" panose="02020603050405020304" pitchFamily="18" charset="0"/>
              </a:rPr>
              <a:t>② </a:t>
            </a:r>
            <a:r>
              <a:rPr lang="en-US" altLang="ko-KR" sz="900">
                <a:solidFill>
                  <a:srgbClr val="C00000"/>
                </a:solidFill>
                <a:latin typeface="Times New Roman" pitchFamily="18" charset="0"/>
                <a:cs typeface="Times New Roman" pitchFamily="18" charset="0"/>
              </a:rPr>
              <a:t>Trước 3</a:t>
            </a:r>
            <a:r>
              <a:rPr lang="en-US" altLang="ko-KR" sz="900" smtClean="0">
                <a:solidFill>
                  <a:srgbClr val="C00000"/>
                </a:solidFill>
                <a:latin typeface="Times New Roman" pitchFamily="18" charset="0"/>
                <a:cs typeface="Times New Roman" pitchFamily="18" charset="0"/>
              </a:rPr>
              <a:t> </a:t>
            </a:r>
            <a:r>
              <a:rPr lang="en-US" altLang="ko-KR" sz="900">
                <a:solidFill>
                  <a:srgbClr val="C00000"/>
                </a:solidFill>
                <a:latin typeface="Times New Roman" pitchFamily="18" charset="0"/>
                <a:cs typeface="Times New Roman" pitchFamily="18" charset="0"/>
              </a:rPr>
              <a:t>ngày (</a:t>
            </a:r>
            <a:r>
              <a:rPr lang="en-US" altLang="ko-KR" sz="900" smtClean="0">
                <a:solidFill>
                  <a:srgbClr val="C00000"/>
                </a:solidFill>
                <a:latin typeface="Times New Roman" pitchFamily="18" charset="0"/>
                <a:cs typeface="Times New Roman" pitchFamily="18" charset="0"/>
              </a:rPr>
              <a:t>D-3) </a:t>
            </a:r>
            <a:endParaRPr lang="en-US" altLang="ko-KR" sz="900" smtClean="0">
              <a:latin typeface="Times New Roman" pitchFamily="18" charset="0"/>
              <a:cs typeface="Times New Roman" pitchFamily="18" charset="0"/>
            </a:endParaRPr>
          </a:p>
          <a:p>
            <a:pPr marL="0" indent="0">
              <a:buNone/>
              <a:defRPr/>
            </a:pPr>
            <a:r>
              <a:rPr lang="en-US" altLang="ko-KR" sz="900" smtClean="0">
                <a:latin typeface="Times New Roman" pitchFamily="18" charset="0"/>
                <a:cs typeface="Times New Roman" pitchFamily="18" charset="0"/>
              </a:rPr>
              <a:t>  </a:t>
            </a:r>
            <a:r>
              <a:rPr lang="ko-KR" altLang="ko-KR" sz="900">
                <a:latin typeface="Times New Roman" pitchFamily="18" charset="0"/>
                <a:cs typeface="Times New Roman" pitchFamily="18" charset="0"/>
              </a:rPr>
              <a:t>③ </a:t>
            </a:r>
            <a:r>
              <a:rPr lang="en-US" altLang="ko-KR" sz="900">
                <a:latin typeface="Times New Roman" pitchFamily="18" charset="0"/>
                <a:cs typeface="Times New Roman" pitchFamily="18" charset="0"/>
              </a:rPr>
              <a:t>Trước 7 ngày (D-7)   </a:t>
            </a:r>
            <a:r>
              <a:rPr lang="ko-KR" altLang="ko-KR" sz="900" smtClean="0">
                <a:latin typeface="Times New Roman" panose="02020603050405020304" pitchFamily="18" charset="0"/>
                <a:cs typeface="Times New Roman" panose="02020603050405020304" pitchFamily="18" charset="0"/>
              </a:rPr>
              <a:t>④ </a:t>
            </a:r>
            <a:r>
              <a:rPr lang="en-US" altLang="ko-KR" sz="900">
                <a:latin typeface="Times New Roman" pitchFamily="18" charset="0"/>
                <a:cs typeface="Times New Roman" pitchFamily="18" charset="0"/>
              </a:rPr>
              <a:t>Trước 30 ngày (D-30) </a:t>
            </a:r>
          </a:p>
          <a:p>
            <a:pPr marL="0" indent="0">
              <a:buNone/>
              <a:defRPr/>
            </a:pPr>
            <a:endParaRPr lang="en-US" altLang="ko-KR" sz="900" smtClean="0">
              <a:latin typeface="Times New Roman" panose="02020603050405020304" pitchFamily="18" charset="0"/>
              <a:cs typeface="Times New Roman" panose="02020603050405020304" pitchFamily="18" charset="0"/>
            </a:endParaRPr>
          </a:p>
          <a:p>
            <a:pPr marL="0" indent="0">
              <a:buNone/>
              <a:defRPr/>
            </a:pPr>
            <a:r>
              <a:rPr lang="en-US" altLang="ko-KR" sz="900" smtClean="0">
                <a:latin typeface="Times New Roman" pitchFamily="18" charset="0"/>
                <a:ea typeface="돋움" pitchFamily="50" charset="-127"/>
                <a:cs typeface="Times New Roman" pitchFamily="18" charset="0"/>
              </a:rPr>
              <a:t>48. Công thức nào đúng với điện trở?</a:t>
            </a:r>
            <a:endParaRPr lang="en-US" altLang="ko-KR" sz="900">
              <a:latin typeface="Times New Roman" pitchFamily="18" charset="0"/>
              <a:ea typeface="돋움" pitchFamily="50" charset="-127"/>
              <a:cs typeface="Times New Roman" pitchFamily="18" charset="0"/>
            </a:endParaRPr>
          </a:p>
          <a:p>
            <a:pPr marL="0" indent="0">
              <a:buNone/>
              <a:defRPr/>
            </a:pPr>
            <a:r>
              <a:rPr lang="en-US" altLang="ko-KR" sz="900">
                <a:solidFill>
                  <a:srgbClr val="FF0000"/>
                </a:solidFill>
                <a:latin typeface="Times New Roman" panose="02020603050405020304" pitchFamily="18" charset="0"/>
                <a:cs typeface="Times New Roman" panose="02020603050405020304" pitchFamily="18" charset="0"/>
              </a:rPr>
              <a:t> </a:t>
            </a:r>
            <a:r>
              <a:rPr lang="en-US" altLang="ko-KR" sz="900" smtClean="0">
                <a:solidFill>
                  <a:srgbClr val="FF0000"/>
                </a:solidFill>
                <a:latin typeface="Times New Roman" panose="02020603050405020304" pitchFamily="18" charset="0"/>
                <a:cs typeface="Times New Roman" panose="02020603050405020304" pitchFamily="18" charset="0"/>
              </a:rPr>
              <a:t> </a:t>
            </a:r>
            <a:r>
              <a:rPr lang="ko-KR" altLang="ko-KR" sz="900" smtClean="0">
                <a:solidFill>
                  <a:srgbClr val="FF0000"/>
                </a:solidFill>
                <a:latin typeface="Times New Roman" panose="02020603050405020304" pitchFamily="18" charset="0"/>
                <a:cs typeface="Times New Roman" panose="02020603050405020304" pitchFamily="18" charset="0"/>
              </a:rPr>
              <a:t>① </a:t>
            </a:r>
            <a:r>
              <a:rPr lang="en-US" altLang="ko-KR" sz="900">
                <a:solidFill>
                  <a:srgbClr val="FF0000"/>
                </a:solidFill>
                <a:latin typeface="Times New Roman" pitchFamily="18" charset="0"/>
                <a:cs typeface="Times New Roman" pitchFamily="18" charset="0"/>
              </a:rPr>
              <a:t> (Điện trở) = (Hằng số loại vật chất) * (chiều dài) / (diện tích tiếp xúc)</a:t>
            </a:r>
            <a:r>
              <a:rPr lang="en-US" altLang="ko-KR" sz="900" smtClean="0">
                <a:solidFill>
                  <a:srgbClr val="FF0000"/>
                </a:solidFill>
                <a:latin typeface="Times New Roman" panose="02020603050405020304" pitchFamily="18" charset="0"/>
                <a:cs typeface="Times New Roman" panose="02020603050405020304" pitchFamily="18" charset="0"/>
              </a:rPr>
              <a:t>                          </a:t>
            </a:r>
          </a:p>
          <a:p>
            <a:pPr marL="0" indent="0">
              <a:buNone/>
              <a:defRPr/>
            </a:pP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ko-KR" altLang="ko-KR" sz="900" smtClean="0">
                <a:latin typeface="Times New Roman" panose="02020603050405020304" pitchFamily="18" charset="0"/>
                <a:cs typeface="Times New Roman" panose="02020603050405020304" pitchFamily="18" charset="0"/>
              </a:rPr>
              <a:t>② </a:t>
            </a:r>
            <a:r>
              <a:rPr lang="en-US" altLang="ko-KR" sz="900">
                <a:latin typeface="Times New Roman" pitchFamily="18" charset="0"/>
                <a:cs typeface="Times New Roman" pitchFamily="18" charset="0"/>
              </a:rPr>
              <a:t> (Điện trở) = (Hằng số loại vật chất) </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(chiều dài) </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(diện tích tiếp xúc)</a:t>
            </a:r>
            <a:r>
              <a:rPr lang="en-US" altLang="ko-KR" sz="900" smtClean="0">
                <a:latin typeface="Times New Roman" pitchFamily="18" charset="0"/>
                <a:cs typeface="Times New Roman" pitchFamily="18" charset="0"/>
              </a:rPr>
              <a:t>        </a:t>
            </a:r>
            <a:endParaRPr lang="en-US" altLang="ko-KR" sz="900">
              <a:latin typeface="Times New Roman" pitchFamily="18" charset="0"/>
              <a:cs typeface="Times New Roman" pitchFamily="18" charset="0"/>
            </a:endParaRPr>
          </a:p>
          <a:p>
            <a:pPr marL="0" indent="0">
              <a:buNone/>
              <a:defRPr/>
            </a:pPr>
            <a:r>
              <a:rPr lang="en-US" altLang="ko-KR" sz="900">
                <a:latin typeface="Times New Roman" pitchFamily="18" charset="0"/>
                <a:cs typeface="Times New Roman" pitchFamily="18" charset="0"/>
              </a:rPr>
              <a:t>  </a:t>
            </a:r>
            <a:r>
              <a:rPr lang="ko-KR" altLang="ko-KR" sz="900">
                <a:latin typeface="Times New Roman" panose="02020603050405020304" pitchFamily="18" charset="0"/>
                <a:cs typeface="Times New Roman" panose="02020603050405020304" pitchFamily="18" charset="0"/>
              </a:rPr>
              <a:t>③ </a:t>
            </a:r>
            <a:r>
              <a:rPr lang="en-US" altLang="ko-KR" sz="900">
                <a:latin typeface="Times New Roman" pitchFamily="18" charset="0"/>
                <a:cs typeface="Times New Roman" pitchFamily="18" charset="0"/>
              </a:rPr>
              <a:t> (Điện trở) = (Hằng số loại vật chất) * (chiều dài) </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(diện tích tiếp xúc)</a:t>
            </a:r>
            <a:r>
              <a:rPr lang="en-US" altLang="ko-KR" sz="900" smtClean="0">
                <a:latin typeface="Times New Roman" panose="02020603050405020304" pitchFamily="18" charset="0"/>
                <a:cs typeface="Times New Roman" panose="02020603050405020304" pitchFamily="18" charset="0"/>
              </a:rPr>
              <a:t>                      </a:t>
            </a:r>
          </a:p>
          <a:p>
            <a:pPr marL="0" indent="0">
              <a:buNone/>
              <a:defRPr/>
            </a:pPr>
            <a:r>
              <a:rPr lang="en-US" altLang="ko-KR" sz="900">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  </a:t>
            </a:r>
            <a:r>
              <a:rPr lang="ko-KR" altLang="ko-KR" sz="900" smtClean="0">
                <a:latin typeface="Times New Roman" panose="02020603050405020304" pitchFamily="18" charset="0"/>
                <a:cs typeface="Times New Roman" panose="02020603050405020304" pitchFamily="18" charset="0"/>
              </a:rPr>
              <a:t>④</a:t>
            </a:r>
            <a:r>
              <a:rPr lang="en-US" altLang="ko-KR" sz="900" smtClean="0">
                <a:latin typeface="Times New Roman" panose="02020603050405020304" pitchFamily="18" charset="0"/>
                <a:cs typeface="Times New Roman" panose="02020603050405020304" pitchFamily="18" charset="0"/>
              </a:rPr>
              <a:t> </a:t>
            </a:r>
            <a:r>
              <a:rPr lang="en-US" altLang="ko-KR" sz="900">
                <a:latin typeface="Times New Roman" pitchFamily="18" charset="0"/>
                <a:cs typeface="Times New Roman" pitchFamily="18" charset="0"/>
              </a:rPr>
              <a:t> (Điện trở) = (Hằng số loại vật chất) </a:t>
            </a:r>
            <a:r>
              <a:rPr lang="en-US" altLang="ko-KR" sz="900" smtClean="0">
                <a:latin typeface="Times New Roman" pitchFamily="18" charset="0"/>
                <a:cs typeface="Times New Roman" pitchFamily="18" charset="0"/>
              </a:rPr>
              <a:t>/ </a:t>
            </a:r>
            <a:r>
              <a:rPr lang="en-US" altLang="ko-KR" sz="900">
                <a:latin typeface="Times New Roman" pitchFamily="18" charset="0"/>
                <a:cs typeface="Times New Roman" pitchFamily="18" charset="0"/>
              </a:rPr>
              <a:t>(chiều dài) / (diện tích tiếp xúc</a:t>
            </a:r>
            <a:r>
              <a:rPr lang="en-US" altLang="ko-KR" sz="900" smtClean="0">
                <a:latin typeface="Times New Roman" pitchFamily="18" charset="0"/>
                <a:cs typeface="Times New Roman" pitchFamily="18" charset="0"/>
              </a:rPr>
              <a:t>)</a:t>
            </a:r>
            <a:endParaRPr lang="en-US" altLang="ko-KR" sz="90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eaLnBrk="1" fontAlgn="base" latinLnBrk="1" hangingPunct="1">
              <a:spcBef>
                <a:spcPct val="0"/>
              </a:spcBef>
              <a:spcAft>
                <a:spcPct val="0"/>
              </a:spcAft>
              <a:buNone/>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49</a:t>
            </a:r>
            <a:r>
              <a:rPr lang="en-US" altLang="ko-KR"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Điện trở của vật chất sẽ thay đổi theo 4 yếu tố chính. Chọn đáp án không phải trong 4 yếu tố đó ? (      </a:t>
            </a:r>
            <a:r>
              <a:rPr lang="en-US" altLang="ko-KR" sz="800" smtClean="0">
                <a:solidFill>
                  <a:srgbClr val="000000"/>
                </a:solidFill>
                <a:latin typeface="Arial" panose="020B0604020202020204" pitchFamily="34" charset="0"/>
                <a:cs typeface="Arial" panose="020B0604020202020204" pitchFamily="34" charset="0"/>
              </a:rPr>
              <a:t>)</a:t>
            </a:r>
            <a:endParaRPr lang="en-US" altLang="ko-KR"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en-US" altLang="ko-KR" sz="800">
                <a:solidFill>
                  <a:srgbClr val="000000"/>
                </a:solidFill>
                <a:latin typeface="Arial" panose="020B0604020202020204" pitchFamily="34" charset="0"/>
                <a:cs typeface="Arial" panose="020B0604020202020204" pitchFamily="34" charset="0"/>
              </a:rPr>
              <a:t> </a:t>
            </a:r>
            <a:r>
              <a:rPr lang="en-US" altLang="ko-KR" sz="800">
                <a:solidFill>
                  <a:srgbClr val="FF0000"/>
                </a:solidFill>
                <a:latin typeface="Arial" panose="020B0604020202020204" pitchFamily="34" charset="0"/>
                <a:cs typeface="Arial" panose="020B0604020202020204" pitchFamily="34" charset="0"/>
              </a:rPr>
              <a:t>① Diện tích của dây điện</a:t>
            </a:r>
            <a:endParaRPr lang="ko-KR" altLang="en-US" sz="800">
              <a:solidFill>
                <a:srgbClr val="FF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ko-KR" altLang="en-US" sz="800">
                <a:solidFill>
                  <a:srgbClr val="000000"/>
                </a:solidFill>
                <a:latin typeface="Arial" panose="020B0604020202020204" pitchFamily="34" charset="0"/>
                <a:cs typeface="Arial" panose="020B0604020202020204" pitchFamily="34" charset="0"/>
              </a:rPr>
              <a:t> ② </a:t>
            </a:r>
            <a:r>
              <a:rPr lang="en-US" altLang="ko-KR" sz="800">
                <a:solidFill>
                  <a:srgbClr val="000000"/>
                </a:solidFill>
                <a:latin typeface="Arial" panose="020B0604020202020204" pitchFamily="34" charset="0"/>
                <a:cs typeface="Arial" panose="020B0604020202020204" pitchFamily="34" charset="0"/>
              </a:rPr>
              <a:t>Loại vật chất</a:t>
            </a:r>
            <a:endParaRPr lang="ko-KR" altLang="en-US"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ko-KR" altLang="en-US" sz="800">
                <a:solidFill>
                  <a:srgbClr val="000000"/>
                </a:solidFill>
                <a:latin typeface="Arial" panose="020B0604020202020204" pitchFamily="34" charset="0"/>
                <a:cs typeface="Arial" panose="020B0604020202020204" pitchFamily="34" charset="0"/>
              </a:rPr>
              <a:t> ③ </a:t>
            </a:r>
            <a:r>
              <a:rPr lang="en-US" altLang="ko-KR" sz="800">
                <a:solidFill>
                  <a:srgbClr val="000000"/>
                </a:solidFill>
                <a:latin typeface="Arial" panose="020B0604020202020204" pitchFamily="34" charset="0"/>
                <a:cs typeface="Arial" panose="020B0604020202020204" pitchFamily="34" charset="0"/>
              </a:rPr>
              <a:t>Tiết diện dây điện </a:t>
            </a:r>
            <a:endParaRPr lang="ko-KR" altLang="en-US"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ko-KR" altLang="en-US" sz="800">
                <a:solidFill>
                  <a:srgbClr val="000000"/>
                </a:solidFill>
                <a:latin typeface="Arial" panose="020B0604020202020204" pitchFamily="34" charset="0"/>
                <a:cs typeface="Arial" panose="020B0604020202020204" pitchFamily="34" charset="0"/>
              </a:rPr>
              <a:t> ④ </a:t>
            </a:r>
            <a:r>
              <a:rPr lang="en-US" altLang="ko-KR" sz="800">
                <a:solidFill>
                  <a:srgbClr val="000000"/>
                </a:solidFill>
                <a:latin typeface="Arial" panose="020B0604020202020204" pitchFamily="34" charset="0"/>
                <a:cs typeface="Arial" panose="020B0604020202020204" pitchFamily="34" charset="0"/>
              </a:rPr>
              <a:t>Chiều dài dây điện</a:t>
            </a:r>
            <a:endParaRPr lang="ko-KR" altLang="en-US" sz="800">
              <a:solidFill>
                <a:srgbClr val="000000"/>
              </a:solidFill>
              <a:latin typeface="Arial" panose="020B0604020202020204" pitchFamily="34" charset="0"/>
              <a:cs typeface="Arial" panose="020B0604020202020204" pitchFamily="34" charset="0"/>
            </a:endParaRPr>
          </a:p>
          <a:p>
            <a:pPr marL="0" indent="0" eaLnBrk="1" fontAlgn="base" latinLnBrk="1" hangingPunct="1">
              <a:lnSpc>
                <a:spcPct val="120000"/>
              </a:lnSpc>
              <a:spcBef>
                <a:spcPct val="0"/>
              </a:spcBef>
              <a:spcAft>
                <a:spcPct val="0"/>
              </a:spcAft>
              <a:buNone/>
            </a:pPr>
            <a:endParaRPr lang="en-US" altLang="ko-KR" sz="900" smtClean="0">
              <a:solidFill>
                <a:srgbClr val="000000"/>
              </a:solidFill>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50. Điện </a:t>
            </a:r>
            <a:r>
              <a:rPr lang="en-US" altLang="ko-KR" sz="800">
                <a:solidFill>
                  <a:srgbClr val="000000"/>
                </a:solidFill>
                <a:latin typeface="Arial" panose="020B0604020202020204" pitchFamily="34" charset="0"/>
                <a:cs typeface="Arial" panose="020B0604020202020204" pitchFamily="34" charset="0"/>
              </a:rPr>
              <a:t>trở nào có nhiệt độ lớn nên không thể sử dụng trong mạch chính </a:t>
            </a:r>
            <a:r>
              <a:rPr lang="en-US" altLang="ko-KR" sz="800" smtClean="0">
                <a:solidFill>
                  <a:srgbClr val="000000"/>
                </a:solidFill>
                <a:latin typeface="Arial" panose="020B0604020202020204" pitchFamily="34" charset="0"/>
                <a:cs typeface="Arial" panose="020B0604020202020204" pitchFamily="34" charset="0"/>
              </a:rPr>
              <a:t>xác </a:t>
            </a:r>
            <a:r>
              <a:rPr lang="en-US" altLang="ko-KR" sz="800">
                <a:solidFill>
                  <a:srgbClr val="000000"/>
                </a:solidFill>
                <a:latin typeface="Arial" panose="020B0604020202020204" pitchFamily="34" charset="0"/>
                <a:cs typeface="Arial" panose="020B0604020202020204" pitchFamily="34" charset="0"/>
              </a:rPr>
              <a:t>được, và thường được gọi là điện trở carbon ? </a:t>
            </a:r>
          </a:p>
          <a:p>
            <a:pPr marL="0" indent="0" eaLnBrk="1" fontAlgn="base" latinLnBrk="1" hangingPunct="1">
              <a:spcBef>
                <a:spcPct val="0"/>
              </a:spcBef>
              <a:spcAft>
                <a:spcPct val="0"/>
              </a:spcAft>
              <a:buNone/>
            </a:pPr>
            <a:r>
              <a:rPr lang="en-US" altLang="ko-KR" sz="800">
                <a:solidFill>
                  <a:srgbClr val="000000"/>
                </a:solidFill>
                <a:latin typeface="Arial" panose="020B0604020202020204" pitchFamily="34" charset="0"/>
                <a:cs typeface="Arial" panose="020B0604020202020204" pitchFamily="34" charset="0"/>
              </a:rPr>
              <a:t> ① Điện trở màng kim loại</a:t>
            </a:r>
            <a:r>
              <a:rPr lang="ko-KR" altLang="en-US" sz="800">
                <a:solidFill>
                  <a:srgbClr val="000000"/>
                </a:solidFill>
                <a:latin typeface="Arial" panose="020B0604020202020204" pitchFamily="34" charset="0"/>
                <a:cs typeface="Arial" panose="020B0604020202020204" pitchFamily="34" charset="0"/>
              </a:rPr>
              <a:t>                  ② </a:t>
            </a:r>
            <a:r>
              <a:rPr lang="en-US" altLang="ko-KR" sz="800">
                <a:solidFill>
                  <a:srgbClr val="000000"/>
                </a:solidFill>
                <a:latin typeface="Arial" panose="020B0604020202020204" pitchFamily="34" charset="0"/>
                <a:cs typeface="Arial" panose="020B0604020202020204" pitchFamily="34" charset="0"/>
              </a:rPr>
              <a:t>điện trở cement </a:t>
            </a:r>
            <a:endParaRPr lang="ko-KR" altLang="en-US"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ko-KR" altLang="en-US" sz="800">
                <a:solidFill>
                  <a:srgbClr val="000000"/>
                </a:solidFill>
                <a:latin typeface="Arial" panose="020B0604020202020204" pitchFamily="34" charset="0"/>
                <a:cs typeface="Arial" panose="020B0604020202020204" pitchFamily="34" charset="0"/>
              </a:rPr>
              <a:t> </a:t>
            </a:r>
            <a:r>
              <a:rPr lang="ko-KR" altLang="en-US" sz="800">
                <a:solidFill>
                  <a:srgbClr val="FF0000"/>
                </a:solidFill>
                <a:latin typeface="Arial" panose="020B0604020202020204" pitchFamily="34" charset="0"/>
                <a:cs typeface="Arial" panose="020B0604020202020204" pitchFamily="34" charset="0"/>
              </a:rPr>
              <a:t>③ </a:t>
            </a:r>
            <a:r>
              <a:rPr lang="en-US" altLang="ko-KR" sz="800">
                <a:solidFill>
                  <a:srgbClr val="FF0000"/>
                </a:solidFill>
                <a:latin typeface="Arial" panose="020B0604020202020204" pitchFamily="34" charset="0"/>
                <a:cs typeface="Arial" panose="020B0604020202020204" pitchFamily="34" charset="0"/>
              </a:rPr>
              <a:t>Điện trở màng carbon nhỏ</a:t>
            </a:r>
            <a:r>
              <a:rPr lang="ko-KR" altLang="en-US" sz="800">
                <a:solidFill>
                  <a:srgbClr val="FF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a:solidFill>
                  <a:srgbClr val="000000"/>
                </a:solidFill>
                <a:latin typeface="Arial" panose="020B0604020202020204" pitchFamily="34" charset="0"/>
                <a:cs typeface="Arial" panose="020B0604020202020204" pitchFamily="34" charset="0"/>
              </a:rPr>
              <a:t>Điện trở quấn </a:t>
            </a:r>
            <a:r>
              <a:rPr lang="en-US" altLang="ko-KR" sz="800" smtClean="0">
                <a:solidFill>
                  <a:srgbClr val="000000"/>
                </a:solidFill>
                <a:latin typeface="Arial" panose="020B0604020202020204" pitchFamily="34" charset="0"/>
                <a:cs typeface="Arial" panose="020B0604020202020204" pitchFamily="34" charset="0"/>
              </a:rPr>
              <a:t>dây</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a:buNone/>
              <a:defRPr/>
            </a:pPr>
            <a:endParaRPr lang="en-US" altLang="ko-KR" sz="90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51. </a:t>
            </a:r>
            <a:r>
              <a:rPr lang="en-US" altLang="ko-KR" sz="800">
                <a:solidFill>
                  <a:srgbClr val="000000"/>
                </a:solidFill>
                <a:latin typeface="Arial" panose="020B0604020202020204" pitchFamily="34" charset="0"/>
                <a:cs typeface="Arial" panose="020B0604020202020204" pitchFamily="34" charset="0"/>
              </a:rPr>
              <a:t>‘Điện trở nhiệt có giá trị điện trở tăng khi nhiệt độ tăng được </a:t>
            </a:r>
            <a:r>
              <a:rPr lang="en-US" altLang="ko-KR" sz="800" smtClean="0">
                <a:solidFill>
                  <a:srgbClr val="000000"/>
                </a:solidFill>
                <a:latin typeface="Arial" panose="020B0604020202020204" pitchFamily="34" charset="0"/>
                <a:cs typeface="Arial" panose="020B0604020202020204" pitchFamily="34" charset="0"/>
              </a:rPr>
              <a:t>gọi</a:t>
            </a:r>
            <a:r>
              <a:rPr lang="ko-KR" altLang="en-US" sz="800" smtClean="0">
                <a:solidFill>
                  <a:srgbClr val="000000"/>
                </a:solidFill>
                <a:latin typeface="Arial" panose="020B0604020202020204" pitchFamily="34" charset="0"/>
                <a:cs typeface="Arial" panose="020B0604020202020204" pitchFamily="34" charset="0"/>
              </a:rPr>
              <a:t> </a:t>
            </a:r>
            <a:r>
              <a:rPr lang="en-US" altLang="ko-KR" sz="800">
                <a:solidFill>
                  <a:srgbClr val="000000"/>
                </a:solidFill>
                <a:latin typeface="Arial" panose="020B0604020202020204" pitchFamily="34" charset="0"/>
                <a:cs typeface="Arial" panose="020B0604020202020204" pitchFamily="34" charset="0"/>
              </a:rPr>
              <a:t>là gì ?  </a:t>
            </a:r>
          </a:p>
          <a:p>
            <a:pPr marL="0" indent="0" eaLnBrk="1" fontAlgn="base" latinLnBrk="1" hangingPunct="1">
              <a:spcBef>
                <a:spcPct val="0"/>
              </a:spcBef>
              <a:spcAft>
                <a:spcPct val="0"/>
              </a:spcAft>
              <a:buNone/>
            </a:pPr>
            <a:r>
              <a:rPr lang="en-US" altLang="ko-KR" sz="800">
                <a:solidFill>
                  <a:srgbClr val="000000"/>
                </a:solidFill>
                <a:latin typeface="Arial" panose="020B0604020202020204" pitchFamily="34" charset="0"/>
                <a:cs typeface="Arial" panose="020B0604020202020204" pitchFamily="34" charset="0"/>
              </a:rPr>
              <a:t>  ① CTR  </a:t>
            </a:r>
            <a:r>
              <a:rPr lang="en-US" altLang="ko-KR" sz="800" smtClean="0">
                <a:solidFill>
                  <a:srgbClr val="000000"/>
                </a:solidFill>
                <a:latin typeface="Arial" panose="020B0604020202020204" pitchFamily="34" charset="0"/>
                <a:cs typeface="Arial" panose="020B0604020202020204" pitchFamily="34" charset="0"/>
              </a:rPr>
              <a:t>    ② NTC     </a:t>
            </a:r>
            <a:r>
              <a:rPr lang="en-US" altLang="ko-KR" sz="800" smtClean="0">
                <a:solidFill>
                  <a:srgbClr val="FF0000"/>
                </a:solidFill>
                <a:latin typeface="Arial" panose="020B0604020202020204" pitchFamily="34" charset="0"/>
                <a:cs typeface="Arial" panose="020B0604020202020204" pitchFamily="34" charset="0"/>
              </a:rPr>
              <a:t>③ </a:t>
            </a:r>
            <a:r>
              <a:rPr lang="en-US" altLang="ko-KR" sz="800">
                <a:solidFill>
                  <a:srgbClr val="FF0000"/>
                </a:solidFill>
                <a:latin typeface="Arial" panose="020B0604020202020204" pitchFamily="34" charset="0"/>
                <a:cs typeface="Arial" panose="020B0604020202020204" pitchFamily="34" charset="0"/>
              </a:rPr>
              <a:t>PTC </a:t>
            </a:r>
            <a:r>
              <a:rPr lang="en-US" altLang="ko-KR" sz="800" smtClean="0">
                <a:solidFill>
                  <a:srgbClr val="FF0000"/>
                </a:solidFill>
                <a:latin typeface="Arial" panose="020B0604020202020204" pitchFamily="34" charset="0"/>
                <a:cs typeface="Arial" panose="020B0604020202020204" pitchFamily="34" charset="0"/>
              </a:rPr>
              <a:t>      </a:t>
            </a:r>
            <a:r>
              <a:rPr lang="en-US" altLang="ko-KR" sz="800" smtClean="0">
                <a:solidFill>
                  <a:srgbClr val="000000"/>
                </a:solidFill>
                <a:latin typeface="Arial" panose="020B0604020202020204" pitchFamily="34" charset="0"/>
                <a:cs typeface="Arial" panose="020B0604020202020204" pitchFamily="34" charset="0"/>
              </a:rPr>
              <a:t>④ TTR</a:t>
            </a:r>
          </a:p>
          <a:p>
            <a:pPr marL="0" indent="0" eaLnBrk="1" fontAlgn="base" latinLnBrk="1" hangingPunct="1">
              <a:spcBef>
                <a:spcPct val="0"/>
              </a:spcBef>
              <a:spcAft>
                <a:spcPct val="0"/>
              </a:spcAft>
              <a:buNone/>
            </a:pPr>
            <a:endParaRPr lang="en-US" altLang="ko-KR"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52. Đáp án nào đúng với định luật Ohm?</a:t>
            </a:r>
          </a:p>
          <a:p>
            <a:pPr marL="0" indent="0" eaLnBrk="1" fontAlgn="base" latinLnBrk="1" hangingPunct="1">
              <a:spcBef>
                <a:spcPct val="0"/>
              </a:spcBef>
              <a:spcAft>
                <a:spcPct val="0"/>
              </a:spcAft>
              <a:buNone/>
            </a:pPr>
            <a:r>
              <a:rPr lang="en-US" altLang="ko-KR" sz="800">
                <a:solidFill>
                  <a:srgbClr val="FF0000"/>
                </a:solidFill>
                <a:latin typeface="Arial" panose="020B0604020202020204" pitchFamily="34" charset="0"/>
                <a:cs typeface="Arial" panose="020B0604020202020204" pitchFamily="34" charset="0"/>
              </a:rPr>
              <a:t> ① </a:t>
            </a:r>
            <a:r>
              <a:rPr lang="en-US" altLang="ko-KR" sz="800" smtClean="0">
                <a:solidFill>
                  <a:srgbClr val="FF0000"/>
                </a:solidFill>
                <a:latin typeface="Arial" panose="020B0604020202020204" pitchFamily="34" charset="0"/>
                <a:cs typeface="Arial" panose="020B0604020202020204" pitchFamily="34" charset="0"/>
              </a:rPr>
              <a:t>E=I*R      </a:t>
            </a:r>
            <a:r>
              <a:rPr lang="en-US" altLang="ko-KR" sz="80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I=E*R     </a:t>
            </a:r>
            <a:r>
              <a:rPr lang="en-US" altLang="ko-KR" sz="800">
                <a:latin typeface="Arial" panose="020B0604020202020204" pitchFamily="34" charset="0"/>
                <a:cs typeface="Arial" panose="020B0604020202020204" pitchFamily="34" charset="0"/>
              </a:rPr>
              <a:t>③ </a:t>
            </a:r>
            <a:r>
              <a:rPr lang="en-US" altLang="ko-KR" sz="800" smtClean="0">
                <a:latin typeface="Arial" panose="020B0604020202020204" pitchFamily="34" charset="0"/>
                <a:cs typeface="Arial" panose="020B0604020202020204" pitchFamily="34" charset="0"/>
              </a:rPr>
              <a:t>R=I*E       </a:t>
            </a:r>
            <a:r>
              <a:rPr lang="en-US" altLang="ko-KR"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E=I/R</a:t>
            </a:r>
            <a:endParaRPr lang="en-US" altLang="ko-KR" sz="800">
              <a:solidFill>
                <a:srgbClr val="000000"/>
              </a:solidFill>
              <a:latin typeface="Arial" panose="020B0604020202020204" pitchFamily="34" charset="0"/>
              <a:cs typeface="Arial" panose="020B0604020202020204" pitchFamily="34" charset="0"/>
            </a:endParaRPr>
          </a:p>
        </p:txBody>
      </p:sp>
      <p:pic>
        <p:nvPicPr>
          <p:cNvPr id="8"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29245" y="4195762"/>
            <a:ext cx="842962"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Tree>
    <p:extLst>
      <p:ext uri="{BB962C8B-B14F-4D97-AF65-F5344CB8AC3E}">
        <p14:creationId xmlns:p14="http://schemas.microsoft.com/office/powerpoint/2010/main" val="2878168554"/>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2"/>
          <p:cNvSpPr>
            <a:spLocks noChangeShapeType="1"/>
          </p:cNvSpPr>
          <p:nvPr/>
        </p:nvSpPr>
        <p:spPr bwMode="auto">
          <a:xfrm>
            <a:off x="279400" y="562708"/>
            <a:ext cx="6324600" cy="0"/>
          </a:xfrm>
          <a:prstGeom prst="line">
            <a:avLst/>
          </a:prstGeom>
          <a:noFill/>
          <a:ln w="57150" cmpd="thinThick">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076" name="Rectangle 3"/>
          <p:cNvSpPr>
            <a:spLocks noChangeArrowheads="1"/>
          </p:cNvSpPr>
          <p:nvPr/>
        </p:nvSpPr>
        <p:spPr bwMode="auto">
          <a:xfrm>
            <a:off x="3048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54000"/>
          <a:lstStyle/>
          <a:p>
            <a:pPr>
              <a:defRPr/>
            </a:pPr>
            <a:r>
              <a:rPr lang="en-US" sz="900" smtClean="0">
                <a:latin typeface="Times New Roman" panose="02020603050405020304" pitchFamily="18" charset="0"/>
                <a:cs typeface="Times New Roman" panose="02020603050405020304" pitchFamily="18" charset="0"/>
              </a:rPr>
              <a:t>53</a:t>
            </a:r>
            <a:r>
              <a:rPr lang="vi-VN" sz="900" smtClean="0">
                <a:latin typeface="Times New Roman" panose="02020603050405020304" pitchFamily="18" charset="0"/>
                <a:cs typeface="Times New Roman" panose="02020603050405020304" pitchFamily="18" charset="0"/>
              </a:rPr>
              <a:t>. </a:t>
            </a:r>
            <a:r>
              <a:rPr lang="en-US" sz="900" smtClean="0">
                <a:latin typeface="Times New Roman" panose="02020603050405020304" pitchFamily="18" charset="0"/>
                <a:cs typeface="Times New Roman" panose="02020603050405020304" pitchFamily="18" charset="0"/>
              </a:rPr>
              <a:t>Van điều khiển lưu lượng có mấy loại</a:t>
            </a:r>
            <a:r>
              <a:rPr lang="vi-VN" sz="900" smtClean="0">
                <a:latin typeface="Times New Roman" panose="02020603050405020304" pitchFamily="18" charset="0"/>
                <a:cs typeface="Times New Roman" panose="02020603050405020304" pitchFamily="18" charset="0"/>
              </a:rPr>
              <a:t>?</a:t>
            </a:r>
            <a:endParaRPr lang="en-US" sz="900">
              <a:latin typeface="Times New Roman" panose="02020603050405020304" pitchFamily="18" charset="0"/>
              <a:cs typeface="Times New Roman" panose="02020603050405020304" pitchFamily="18" charset="0"/>
            </a:endParaRPr>
          </a:p>
          <a:p>
            <a:pPr>
              <a:defRPr/>
            </a:pPr>
            <a:r>
              <a:rPr lang="vi-VN" sz="900">
                <a:latin typeface="Times New Roman" panose="02020603050405020304" pitchFamily="18" charset="0"/>
                <a:cs typeface="Times New Roman" panose="02020603050405020304" pitchFamily="18" charset="0"/>
              </a:rPr>
              <a:t>① </a:t>
            </a:r>
            <a:r>
              <a:rPr lang="en-US" sz="900" smtClean="0">
                <a:latin typeface="Times New Roman" panose="02020603050405020304" pitchFamily="18" charset="0"/>
                <a:cs typeface="Times New Roman" panose="02020603050405020304" pitchFamily="18" charset="0"/>
              </a:rPr>
              <a:t>2             </a:t>
            </a:r>
            <a:r>
              <a:rPr lang="vi-VN" sz="900" smtClean="0">
                <a:latin typeface="Times New Roman" panose="02020603050405020304" pitchFamily="18" charset="0"/>
                <a:cs typeface="Times New Roman" panose="02020603050405020304" pitchFamily="18" charset="0"/>
              </a:rPr>
              <a:t>② </a:t>
            </a:r>
            <a:r>
              <a:rPr lang="en-US" sz="900" smtClean="0">
                <a:latin typeface="Times New Roman" panose="02020603050405020304" pitchFamily="18" charset="0"/>
                <a:cs typeface="Times New Roman" panose="02020603050405020304" pitchFamily="18" charset="0"/>
              </a:rPr>
              <a:t>3            ③ 4            </a:t>
            </a:r>
            <a:r>
              <a:rPr lang="vi-VN" sz="900" smtClean="0">
                <a:solidFill>
                  <a:srgbClr val="FF0000"/>
                </a:solidFill>
                <a:latin typeface="Times New Roman" panose="02020603050405020304" pitchFamily="18" charset="0"/>
                <a:cs typeface="Times New Roman" panose="02020603050405020304" pitchFamily="18" charset="0"/>
              </a:rPr>
              <a:t>④ </a:t>
            </a:r>
            <a:r>
              <a:rPr lang="en-US" sz="900" smtClean="0">
                <a:solidFill>
                  <a:srgbClr val="FF0000"/>
                </a:solidFill>
                <a:latin typeface="Times New Roman" panose="02020603050405020304" pitchFamily="18" charset="0"/>
                <a:cs typeface="Times New Roman" panose="02020603050405020304" pitchFamily="18" charset="0"/>
              </a:rPr>
              <a:t>5</a:t>
            </a:r>
            <a:endParaRPr lang="vi-VN" sz="900">
              <a:solidFill>
                <a:srgbClr val="FF0000"/>
              </a:solidFill>
              <a:latin typeface="Times New Roman" panose="02020603050405020304" pitchFamily="18" charset="0"/>
              <a:cs typeface="Times New Roman" panose="02020603050405020304" pitchFamily="18" charset="0"/>
            </a:endParaRPr>
          </a:p>
          <a:p>
            <a:endParaRPr lang="en-US" sz="900" smtClean="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Calibri" pitchFamily="34" charset="0"/>
                <a:cs typeface="Calibri" pitchFamily="34" charset="0"/>
              </a:rPr>
              <a:t>54. </a:t>
            </a:r>
            <a:r>
              <a:rPr lang="en-US" altLang="ko-KR" sz="900" smtClean="0">
                <a:latin typeface="Times New Roman" pitchFamily="18" charset="0"/>
                <a:cs typeface="Times New Roman" pitchFamily="18" charset="0"/>
              </a:rPr>
              <a:t>Đâu không phải đặc </a:t>
            </a:r>
            <a:r>
              <a:rPr lang="en-US" altLang="ko-KR" sz="900">
                <a:latin typeface="Times New Roman" pitchFamily="18" charset="0"/>
                <a:cs typeface="Times New Roman" pitchFamily="18" charset="0"/>
              </a:rPr>
              <a:t>trưng của bộ phần truyền động dạng xoay của Rack&amp; </a:t>
            </a:r>
            <a:r>
              <a:rPr lang="en-US" altLang="ko-KR" sz="900" smtClean="0">
                <a:latin typeface="Times New Roman" pitchFamily="18" charset="0"/>
                <a:cs typeface="Times New Roman" pitchFamily="18" charset="0"/>
              </a:rPr>
              <a:t>Pinion</a:t>
            </a:r>
          </a:p>
          <a:p>
            <a:pPr fontAlgn="base" latinLnBrk="1">
              <a:spcBef>
                <a:spcPct val="0"/>
              </a:spcBef>
              <a:spcAft>
                <a:spcPct val="0"/>
              </a:spcAft>
            </a:pPr>
            <a:r>
              <a:rPr lang="en-US" altLang="ko-KR" sz="900" smtClean="0">
                <a:solidFill>
                  <a:srgbClr val="000000"/>
                </a:solidFill>
                <a:latin typeface="Calibri" pitchFamily="34" charset="0"/>
                <a:cs typeface="Calibri" pitchFamily="34" charset="0"/>
              </a:rPr>
              <a:t>① </a:t>
            </a:r>
            <a:r>
              <a:rPr lang="en-US" altLang="ko-KR" sz="900" smtClean="0">
                <a:latin typeface="Times New Roman" panose="02020603050405020304" pitchFamily="18" charset="0"/>
                <a:cs typeface="Times New Roman" panose="02020603050405020304" pitchFamily="18" charset="0"/>
              </a:rPr>
              <a:t>Nhận </a:t>
            </a:r>
            <a:r>
              <a:rPr lang="en-US" altLang="ko-KR" sz="900">
                <a:latin typeface="Times New Roman" panose="02020603050405020304" pitchFamily="18" charset="0"/>
                <a:cs typeface="Times New Roman" panose="02020603050405020304" pitchFamily="18" charset="0"/>
              </a:rPr>
              <a:t>mômen bằng cách quay pinion có ở trung tâm rack được nối trực tiếp với piston </a:t>
            </a:r>
            <a:endParaRPr lang="en-US" altLang="ko-KR" sz="900" smtClean="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ko-KR" altLang="en-US" sz="900" smtClean="0">
                <a:solidFill>
                  <a:srgbClr val="000000"/>
                </a:solidFill>
                <a:latin typeface="Calibri" pitchFamily="34" charset="0"/>
                <a:cs typeface="Calibri" pitchFamily="34" charset="0"/>
              </a:rPr>
              <a:t>② </a:t>
            </a:r>
            <a:r>
              <a:rPr lang="en-US" altLang="ko-KR" sz="900" smtClean="0">
                <a:latin typeface="Times New Roman" panose="02020603050405020304" pitchFamily="18" charset="0"/>
                <a:cs typeface="Times New Roman" panose="02020603050405020304" pitchFamily="18" charset="0"/>
              </a:rPr>
              <a:t>Hiệu </a:t>
            </a:r>
            <a:r>
              <a:rPr lang="en-US" altLang="ko-KR" sz="900">
                <a:latin typeface="Times New Roman" panose="02020603050405020304" pitchFamily="18" charset="0"/>
                <a:cs typeface="Times New Roman" panose="02020603050405020304" pitchFamily="18" charset="0"/>
              </a:rPr>
              <a:t>suất 80~90%.</a:t>
            </a:r>
            <a:endParaRPr lang="ko-KR" altLang="en-US" sz="900">
              <a:solidFill>
                <a:srgbClr val="000000"/>
              </a:solidFill>
              <a:latin typeface="Calibri" pitchFamily="34" charset="0"/>
              <a:cs typeface="Calibri" pitchFamily="34" charset="0"/>
            </a:endParaRPr>
          </a:p>
          <a:p>
            <a:pPr fontAlgn="base" latinLnBrk="1">
              <a:spcBef>
                <a:spcPct val="0"/>
              </a:spcBef>
              <a:spcAft>
                <a:spcPct val="0"/>
              </a:spcAft>
            </a:pPr>
            <a:r>
              <a:rPr lang="ko-KR" altLang="en-US" sz="900">
                <a:latin typeface="Calibri" pitchFamily="34" charset="0"/>
                <a:cs typeface="Calibri" pitchFamily="34" charset="0"/>
              </a:rPr>
              <a:t>③</a:t>
            </a:r>
            <a:r>
              <a:rPr lang="ko-KR" altLang="en-US" sz="900">
                <a:solidFill>
                  <a:srgbClr val="FF0000"/>
                </a:solidFill>
                <a:latin typeface="Calibri" pitchFamily="34" charset="0"/>
                <a:cs typeface="Calibri" pitchFamily="34" charset="0"/>
              </a:rPr>
              <a:t> </a:t>
            </a:r>
            <a:r>
              <a:rPr lang="en-US" altLang="ko-KR" sz="900" smtClean="0">
                <a:latin typeface="Times New Roman" panose="02020603050405020304" pitchFamily="18" charset="0"/>
                <a:cs typeface="Times New Roman" panose="02020603050405020304" pitchFamily="18" charset="0"/>
              </a:rPr>
              <a:t>Thiết </a:t>
            </a:r>
            <a:r>
              <a:rPr lang="en-US" altLang="ko-KR" sz="900">
                <a:latin typeface="Times New Roman" panose="02020603050405020304" pitchFamily="18" charset="0"/>
                <a:cs typeface="Times New Roman" panose="02020603050405020304" pitchFamily="18" charset="0"/>
              </a:rPr>
              <a:t>bị giảm xóc cũng có thể sử dụng nhưng nhược điểm là cấu tạo phức tạp</a:t>
            </a:r>
            <a:endParaRPr lang="en-US" altLang="ko-KR" sz="900" smtClean="0">
              <a:solidFill>
                <a:srgbClr val="FF0000"/>
              </a:solidFill>
              <a:latin typeface="Calibri" pitchFamily="34" charset="0"/>
              <a:cs typeface="Calibri" pitchFamily="34" charset="0"/>
            </a:endParaRPr>
          </a:p>
          <a:p>
            <a:pPr fontAlgn="base" latinLnBrk="1">
              <a:spcBef>
                <a:spcPct val="0"/>
              </a:spcBef>
              <a:spcAft>
                <a:spcPct val="0"/>
              </a:spcAft>
            </a:pPr>
            <a:r>
              <a:rPr lang="ko-KR" altLang="en-US" sz="900" smtClean="0">
                <a:solidFill>
                  <a:srgbClr val="FF0000"/>
                </a:solidFill>
                <a:latin typeface="Calibri" pitchFamily="34" charset="0"/>
                <a:cs typeface="Calibri" pitchFamily="34" charset="0"/>
              </a:rPr>
              <a:t>④ </a:t>
            </a:r>
            <a:r>
              <a:rPr lang="en-US" altLang="ko-KR" sz="900" smtClean="0">
                <a:solidFill>
                  <a:srgbClr val="FF0000"/>
                </a:solidFill>
                <a:latin typeface="Times New Roman" panose="02020603050405020304" pitchFamily="18" charset="0"/>
                <a:cs typeface="Times New Roman" panose="02020603050405020304" pitchFamily="18" charset="0"/>
              </a:rPr>
              <a:t>Thông </a:t>
            </a:r>
            <a:r>
              <a:rPr lang="en-US" altLang="ko-KR" sz="900">
                <a:solidFill>
                  <a:srgbClr val="FF0000"/>
                </a:solidFill>
                <a:latin typeface="Times New Roman" panose="02020603050405020304" pitchFamily="18" charset="0"/>
                <a:cs typeface="Times New Roman" panose="02020603050405020304" pitchFamily="18" charset="0"/>
              </a:rPr>
              <a:t>thường loại được bán trên thị trường ở khoảng 100~370</a:t>
            </a:r>
            <a:r>
              <a:rPr lang="en-US" altLang="ko-KR" sz="900" smtClean="0">
                <a:solidFill>
                  <a:srgbClr val="FF0000"/>
                </a:solidFill>
                <a:latin typeface="Times New Roman" panose="02020603050405020304" pitchFamily="18" charset="0"/>
                <a:cs typeface="Times New Roman" panose="02020603050405020304" pitchFamily="18" charset="0"/>
              </a:rPr>
              <a:t>˚</a:t>
            </a:r>
          </a:p>
          <a:p>
            <a:pPr fontAlgn="base" latinLnBrk="1">
              <a:spcBef>
                <a:spcPct val="0"/>
              </a:spcBef>
              <a:spcAft>
                <a:spcPct val="0"/>
              </a:spcAft>
            </a:pPr>
            <a:endParaRPr lang="en-US" sz="900">
              <a:latin typeface="Times New Roman" pitchFamily="18" charset="0"/>
              <a:cs typeface="Times New Roman" pitchFamily="18" charset="0"/>
            </a:endParaRPr>
          </a:p>
          <a:p>
            <a:pPr fontAlgn="base" latinLnBrk="1">
              <a:spcBef>
                <a:spcPct val="0"/>
              </a:spcBef>
              <a:spcAft>
                <a:spcPct val="0"/>
              </a:spcAft>
            </a:pPr>
            <a:r>
              <a:rPr lang="en-US" altLang="ko-KR" sz="900" smtClean="0">
                <a:solidFill>
                  <a:srgbClr val="000000"/>
                </a:solidFill>
                <a:latin typeface="Calibri" pitchFamily="34" charset="0"/>
                <a:ea typeface="돋움" pitchFamily="50" charset="-127"/>
                <a:cs typeface="Calibri" pitchFamily="34" charset="0"/>
              </a:rPr>
              <a:t>55. </a:t>
            </a:r>
            <a:r>
              <a:rPr lang="en-US" altLang="ko-KR" sz="900">
                <a:latin typeface="Times New Roman" pitchFamily="18" charset="0"/>
                <a:cs typeface="Times New Roman" pitchFamily="18" charset="0"/>
              </a:rPr>
              <a:t>Việc kiểm tra đối tượng không tiếp xúc bằng cách biến đổi độ tự cảm của cuộn kiểm tra trong switch kiểm tra </a:t>
            </a:r>
            <a:r>
              <a:rPr lang="en-US" altLang="ko-KR" sz="900" smtClean="0">
                <a:latin typeface="Times New Roman" pitchFamily="18" charset="0"/>
                <a:cs typeface="Times New Roman" pitchFamily="18" charset="0"/>
              </a:rPr>
              <a:t>là</a:t>
            </a:r>
            <a:r>
              <a:rPr lang="en-US" altLang="ko-KR" sz="900" smtClean="0">
                <a:solidFill>
                  <a:srgbClr val="000000"/>
                </a:solidFill>
                <a:latin typeface="Calibri" pitchFamily="34" charset="0"/>
                <a:ea typeface="돋움" pitchFamily="50" charset="-127"/>
                <a:cs typeface="Calibri" pitchFamily="34" charset="0"/>
              </a:rPr>
              <a:t>?</a:t>
            </a:r>
            <a:endParaRPr lang="en-US" altLang="ko-KR" sz="900">
              <a:solidFill>
                <a:srgbClr val="000000"/>
              </a:solidFill>
              <a:latin typeface="Calibri" pitchFamily="34" charset="0"/>
              <a:ea typeface="돋움" pitchFamily="50" charset="-127"/>
              <a:cs typeface="Calibri" pitchFamily="34" charset="0"/>
            </a:endParaRPr>
          </a:p>
          <a:p>
            <a:pPr fontAlgn="base" latinLnBrk="1">
              <a:spcBef>
                <a:spcPct val="0"/>
              </a:spcBef>
              <a:spcAft>
                <a:spcPct val="0"/>
              </a:spcAft>
            </a:pPr>
            <a:r>
              <a:rPr lang="en-US" altLang="ko-KR" sz="900" smtClean="0">
                <a:solidFill>
                  <a:srgbClr val="000000"/>
                </a:solidFill>
                <a:latin typeface="Calibri" pitchFamily="34" charset="0"/>
                <a:ea typeface="돋움" pitchFamily="50" charset="-127"/>
                <a:cs typeface="Calibri" pitchFamily="34" charset="0"/>
              </a:rPr>
              <a:t>① Cảm biến quang</a:t>
            </a:r>
          </a:p>
          <a:p>
            <a:pPr fontAlgn="base" latinLnBrk="1">
              <a:spcBef>
                <a:spcPct val="0"/>
              </a:spcBef>
              <a:spcAft>
                <a:spcPct val="0"/>
              </a:spcAft>
            </a:pPr>
            <a:r>
              <a:rPr lang="ko-KR" altLang="en-US" sz="900" smtClean="0">
                <a:solidFill>
                  <a:srgbClr val="FF0000"/>
                </a:solidFill>
                <a:latin typeface="Calibri" pitchFamily="34" charset="0"/>
                <a:ea typeface="돋움" pitchFamily="50" charset="-127"/>
                <a:cs typeface="Calibri" pitchFamily="34" charset="0"/>
              </a:rPr>
              <a:t>② </a:t>
            </a:r>
            <a:r>
              <a:rPr lang="en-US" altLang="ko-KR" sz="900">
                <a:solidFill>
                  <a:srgbClr val="FF0000"/>
                </a:solidFill>
                <a:latin typeface="Calibri" pitchFamily="34" charset="0"/>
                <a:ea typeface="돋움" pitchFamily="50" charset="-127"/>
                <a:cs typeface="Calibri" pitchFamily="34" charset="0"/>
              </a:rPr>
              <a:t>Cảm biến không tiếp </a:t>
            </a:r>
            <a:r>
              <a:rPr lang="en-US" altLang="ko-KR" sz="900" smtClean="0">
                <a:solidFill>
                  <a:srgbClr val="FF0000"/>
                </a:solidFill>
                <a:latin typeface="Calibri" pitchFamily="34" charset="0"/>
                <a:ea typeface="돋움" pitchFamily="50" charset="-127"/>
                <a:cs typeface="Calibri" pitchFamily="34" charset="0"/>
              </a:rPr>
              <a:t>xúc</a:t>
            </a:r>
          </a:p>
          <a:p>
            <a:pPr fontAlgn="base" latinLnBrk="1">
              <a:spcBef>
                <a:spcPct val="0"/>
              </a:spcBef>
              <a:spcAft>
                <a:spcPct val="0"/>
              </a:spcAft>
            </a:pPr>
            <a:r>
              <a:rPr lang="ko-KR" altLang="en-US" sz="900" smtClean="0">
                <a:solidFill>
                  <a:srgbClr val="000000"/>
                </a:solidFill>
                <a:latin typeface="Calibri" pitchFamily="34" charset="0"/>
                <a:ea typeface="돋움" pitchFamily="50" charset="-127"/>
                <a:cs typeface="Calibri" pitchFamily="34" charset="0"/>
              </a:rPr>
              <a:t>③ </a:t>
            </a:r>
            <a:r>
              <a:rPr lang="en-US" altLang="ko-KR" sz="900" smtClean="0">
                <a:solidFill>
                  <a:srgbClr val="000000"/>
                </a:solidFill>
                <a:latin typeface="Calibri" pitchFamily="34" charset="0"/>
                <a:ea typeface="돋움" pitchFamily="50" charset="-127"/>
                <a:cs typeface="Calibri" pitchFamily="34" charset="0"/>
              </a:rPr>
              <a:t>Cảm biến áp suất</a:t>
            </a:r>
          </a:p>
          <a:p>
            <a:pPr fontAlgn="base" latinLnBrk="1">
              <a:spcBef>
                <a:spcPct val="0"/>
              </a:spcBef>
              <a:spcAft>
                <a:spcPct val="0"/>
              </a:spcAft>
            </a:pPr>
            <a:r>
              <a:rPr lang="ko-KR" altLang="en-US" sz="900" smtClean="0">
                <a:solidFill>
                  <a:srgbClr val="000000"/>
                </a:solidFill>
                <a:latin typeface="Calibri" pitchFamily="34" charset="0"/>
                <a:ea typeface="돋움" pitchFamily="50" charset="-127"/>
                <a:cs typeface="Calibri" pitchFamily="34" charset="0"/>
              </a:rPr>
              <a:t>④ </a:t>
            </a:r>
            <a:r>
              <a:rPr lang="en-US" altLang="ko-KR" sz="900" smtClean="0">
                <a:solidFill>
                  <a:srgbClr val="000000"/>
                </a:solidFill>
                <a:latin typeface="Calibri" pitchFamily="34" charset="0"/>
                <a:ea typeface="돋움" pitchFamily="50" charset="-127"/>
                <a:cs typeface="Calibri" pitchFamily="34" charset="0"/>
              </a:rPr>
              <a:t>Cảm biến khác</a:t>
            </a:r>
            <a:endParaRPr lang="ko-KR" altLang="en-US" sz="900">
              <a:solidFill>
                <a:srgbClr val="000000"/>
              </a:solidFill>
              <a:latin typeface="Calibri" pitchFamily="34" charset="0"/>
              <a:ea typeface="돋움" pitchFamily="50" charset="-127"/>
              <a:cs typeface="Calibri" pitchFamily="34" charset="0"/>
            </a:endParaRPr>
          </a:p>
          <a:p>
            <a:pPr>
              <a:defRPr/>
            </a:pPr>
            <a:endParaRPr lang="en-US" sz="900">
              <a:latin typeface="Calibri" pitchFamily="34" charset="0"/>
              <a:cs typeface="Calibri" pitchFamily="34" charset="0"/>
            </a:endParaRPr>
          </a:p>
          <a:p>
            <a:pPr fontAlgn="base" latinLnBrk="1">
              <a:spcBef>
                <a:spcPct val="0"/>
              </a:spcBef>
              <a:spcAft>
                <a:spcPct val="0"/>
              </a:spcAft>
            </a:pPr>
            <a:r>
              <a:rPr lang="en-US" altLang="ko-KR" sz="900">
                <a:latin typeface="Times New Roman" pitchFamily="18" charset="0"/>
                <a:cs typeface="Times New Roman" pitchFamily="18" charset="0"/>
              </a:rPr>
              <a:t>56. Chọn đáp án không phải là </a:t>
            </a:r>
            <a:r>
              <a:rPr lang="en-US" altLang="ko-KR" sz="900" smtClean="0">
                <a:latin typeface="Times New Roman" pitchFamily="18" charset="0"/>
                <a:cs typeface="Times New Roman" pitchFamily="18" charset="0"/>
              </a:rPr>
              <a:t>phân </a:t>
            </a:r>
            <a:r>
              <a:rPr lang="en-US" altLang="ko-KR" sz="900">
                <a:latin typeface="Times New Roman" pitchFamily="18" charset="0"/>
                <a:cs typeface="Times New Roman" pitchFamily="18" charset="0"/>
              </a:rPr>
              <a:t>loại Ball Spline theo trạng thái răng?</a:t>
            </a:r>
          </a:p>
          <a:p>
            <a:pPr fontAlgn="base" latinLnBrk="1">
              <a:spcBef>
                <a:spcPct val="0"/>
              </a:spcBef>
              <a:spcAft>
                <a:spcPct val="0"/>
              </a:spcAft>
            </a:pPr>
            <a:endParaRPr lang="en-US" altLang="ko-KR" sz="900">
              <a:latin typeface="Times New Roman" pitchFamily="18" charset="0"/>
              <a:cs typeface="Times New Roman" pitchFamily="18" charset="0"/>
            </a:endParaRPr>
          </a:p>
          <a:p>
            <a:pPr fontAlgn="base" latinLnBrk="1">
              <a:spcBef>
                <a:spcPct val="0"/>
              </a:spcBef>
              <a:spcAft>
                <a:spcPct val="0"/>
              </a:spcAft>
            </a:pPr>
            <a:r>
              <a:rPr lang="en-US" altLang="ko-KR" sz="900">
                <a:latin typeface="Times New Roman" pitchFamily="18" charset="0"/>
                <a:cs typeface="Times New Roman" pitchFamily="18" charset="0"/>
              </a:rPr>
              <a:t>① Then hoa thân khai (involute spline)</a:t>
            </a:r>
            <a:r>
              <a:rPr lang="ko-KR" altLang="en-US" sz="900">
                <a:latin typeface="Times New Roman" pitchFamily="18" charset="0"/>
                <a:cs typeface="Times New Roman" pitchFamily="18" charset="0"/>
              </a:rPr>
              <a:t>  ② </a:t>
            </a:r>
            <a:r>
              <a:rPr lang="en-US" altLang="ko-KR" sz="900">
                <a:latin typeface="Times New Roman" pitchFamily="18" charset="0"/>
                <a:cs typeface="Times New Roman" pitchFamily="18" charset="0"/>
              </a:rPr>
              <a:t>Spline dạng góc</a:t>
            </a:r>
            <a:r>
              <a:rPr lang="ko-KR" altLang="en-US" sz="900">
                <a:latin typeface="Times New Roman" pitchFamily="18" charset="0"/>
                <a:cs typeface="Times New Roman" pitchFamily="18" charset="0"/>
              </a:rPr>
              <a:t> </a:t>
            </a:r>
          </a:p>
          <a:p>
            <a:pPr fontAlgn="base" latinLnBrk="1">
              <a:spcBef>
                <a:spcPct val="0"/>
              </a:spcBef>
              <a:spcAft>
                <a:spcPct val="0"/>
              </a:spcAft>
            </a:pPr>
            <a:r>
              <a:rPr lang="ko-KR" altLang="en-US" sz="900">
                <a:latin typeface="Times New Roman" pitchFamily="18" charset="0"/>
                <a:cs typeface="Times New Roman" pitchFamily="18" charset="0"/>
              </a:rPr>
              <a:t>③ </a:t>
            </a:r>
            <a:r>
              <a:rPr lang="en-US" altLang="ko-KR" sz="900">
                <a:latin typeface="Times New Roman" pitchFamily="18" charset="0"/>
                <a:cs typeface="Times New Roman" pitchFamily="18" charset="0"/>
              </a:rPr>
              <a:t>Đường răng cưa </a:t>
            </a:r>
            <a:r>
              <a:rPr lang="ko-KR" altLang="en-US" sz="900">
                <a:latin typeface="Times New Roman" pitchFamily="18" charset="0"/>
                <a:cs typeface="Times New Roman" pitchFamily="18" charset="0"/>
              </a:rPr>
              <a:t>                               </a:t>
            </a:r>
            <a:r>
              <a:rPr lang="ko-KR" altLang="en-US" sz="900" smtClean="0">
                <a:latin typeface="Times New Roman" pitchFamily="18" charset="0"/>
                <a:cs typeface="Times New Roman" pitchFamily="18" charset="0"/>
              </a:rPr>
              <a:t>  </a:t>
            </a:r>
            <a:r>
              <a:rPr lang="ko-KR" altLang="en-US" sz="900" smtClean="0">
                <a:solidFill>
                  <a:srgbClr val="FF0000"/>
                </a:solidFill>
                <a:latin typeface="Times New Roman" pitchFamily="18" charset="0"/>
                <a:cs typeface="Times New Roman" pitchFamily="18" charset="0"/>
              </a:rPr>
              <a:t>④  </a:t>
            </a:r>
            <a:r>
              <a:rPr lang="en-US" altLang="ko-KR" sz="900">
                <a:solidFill>
                  <a:srgbClr val="FF0000"/>
                </a:solidFill>
                <a:latin typeface="Times New Roman" pitchFamily="18" charset="0"/>
                <a:cs typeface="Times New Roman" pitchFamily="18" charset="0"/>
              </a:rPr>
              <a:t>Spline răng ngoài</a:t>
            </a:r>
            <a:endParaRPr lang="ko-KR" altLang="en-US" sz="900">
              <a:solidFill>
                <a:srgbClr val="FF0000"/>
              </a:solidFill>
              <a:latin typeface="Times New Roman" pitchFamily="18" charset="0"/>
              <a:cs typeface="Times New Roman" pitchFamily="18" charset="0"/>
            </a:endParaRPr>
          </a:p>
          <a:p>
            <a:pPr>
              <a:defRPr/>
            </a:pPr>
            <a:endParaRPr lang="en-US" sz="900">
              <a:latin typeface="Times New Roman" panose="02020603050405020304" pitchFamily="18" charset="0"/>
              <a:cs typeface="Times New Roman" panose="02020603050405020304" pitchFamily="18" charset="0"/>
            </a:endParaRPr>
          </a:p>
          <a:p>
            <a:pPr fontAlgn="base" latinLnBrk="1">
              <a:spcBef>
                <a:spcPct val="0"/>
              </a:spcBef>
              <a:spcAft>
                <a:spcPct val="0"/>
              </a:spcAft>
            </a:pP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57.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Chủng loại của Ball Spline như ảnh sau là gì</a:t>
            </a:r>
            <a:r>
              <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rPr>
              <a:t>?</a:t>
            </a:r>
          </a:p>
          <a:p>
            <a:pPr fontAlgn="base" latinLnBrk="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endParaRPr lang="en-US" altLang="ko-KR"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① Loại Ball Spline</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LBH vuông</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②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Loại Ball Spline LBS</a:t>
            </a: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xi lanh</a:t>
            </a:r>
          </a:p>
          <a:p>
            <a:pPr fontAlgn="base" latinLnBrk="1">
              <a:spcBef>
                <a:spcPct val="0"/>
              </a:spcBef>
              <a:spcAft>
                <a:spcPct val="0"/>
              </a:spcAft>
            </a:pPr>
            <a:r>
              <a:rPr lang="en-US" altLang="ko-KR" sz="900">
                <a:solidFill>
                  <a:srgbClr val="000000"/>
                </a:solidFill>
                <a:latin typeface="Times New Roman" panose="02020603050405020304" pitchFamily="18" charset="0"/>
                <a:ea typeface="돋움" pitchFamily="50" charset="-127"/>
                <a:cs typeface="Times New Roman" panose="02020603050405020304" pitchFamily="18" charset="0"/>
              </a:rPr>
              <a:t> ③ Loại Ball Spline LBF flange</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fontAlgn="base" latinLnBrk="1">
              <a:spcBef>
                <a:spcPct val="0"/>
              </a:spcBef>
              <a:spcAft>
                <a:spcPct val="0"/>
              </a:spcAft>
            </a:pPr>
            <a:r>
              <a:rPr lang="ko-KR" altLang="en-US" sz="900">
                <a:solidFill>
                  <a:srgbClr val="000000"/>
                </a:solidFill>
                <a:latin typeface="Times New Roman" panose="02020603050405020304" pitchFamily="18" charset="0"/>
                <a:ea typeface="돋움" pitchFamily="50" charset="-127"/>
                <a:cs typeface="Times New Roman" panose="02020603050405020304" pitchFamily="18" charset="0"/>
              </a:rPr>
              <a:t> </a:t>
            </a:r>
            <a:r>
              <a:rPr lang="ko-KR" altLang="en-US" sz="900">
                <a:solidFill>
                  <a:srgbClr val="FF0000"/>
                </a:solidFill>
                <a:latin typeface="Times New Roman" panose="02020603050405020304" pitchFamily="18" charset="0"/>
                <a:ea typeface="돋움" pitchFamily="50" charset="-127"/>
                <a:cs typeface="Times New Roman" panose="02020603050405020304" pitchFamily="18" charset="0"/>
              </a:rPr>
              <a:t>④ </a:t>
            </a:r>
            <a:r>
              <a:rPr lang="en-US" altLang="ko-KR" sz="900">
                <a:solidFill>
                  <a:srgbClr val="FF0000"/>
                </a:solidFill>
                <a:latin typeface="Times New Roman" panose="02020603050405020304" pitchFamily="18" charset="0"/>
                <a:ea typeface="돋움" pitchFamily="50" charset="-127"/>
                <a:cs typeface="Times New Roman" panose="02020603050405020304" pitchFamily="18" charset="0"/>
              </a:rPr>
              <a:t>Loại Ball Spline LBR flange</a:t>
            </a:r>
            <a:endParaRPr lang="ko-KR" altLang="en-US" sz="900">
              <a:solidFill>
                <a:srgbClr val="FF0000"/>
              </a:solidFill>
              <a:latin typeface="Times New Roman" panose="02020603050405020304" pitchFamily="18" charset="0"/>
              <a:ea typeface="돋움" pitchFamily="50" charset="-127"/>
              <a:cs typeface="Times New Roman" panose="02020603050405020304" pitchFamily="18" charset="0"/>
            </a:endParaRPr>
          </a:p>
          <a:p>
            <a:pPr marL="457200" indent="-457200">
              <a:defRPr/>
            </a:pPr>
            <a:endParaRPr lang="en-US" altLang="ko-KR" sz="900">
              <a:latin typeface="Times New Roman" panose="02020603050405020304" pitchFamily="18" charset="0"/>
              <a:cs typeface="Times New Roman" panose="02020603050405020304" pitchFamily="18" charset="0"/>
            </a:endParaRPr>
          </a:p>
          <a:p>
            <a:pPr>
              <a:spcBef>
                <a:spcPct val="0"/>
              </a:spcBef>
            </a:pPr>
            <a:r>
              <a:rPr lang="en-US" altLang="ko-KR" sz="900" smtClean="0">
                <a:latin typeface="Times New Roman" pitchFamily="18" charset="0"/>
                <a:ea typeface="돋움" pitchFamily="50" charset="-127"/>
                <a:cs typeface="Times New Roman" pitchFamily="18" charset="0"/>
              </a:rPr>
              <a:t>58</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Tính năng đặc trưng của </a:t>
            </a:r>
            <a:r>
              <a:rPr lang="en-US" altLang="ko-KR" sz="900">
                <a:latin typeface="Times New Roman" pitchFamily="18" charset="0"/>
                <a:ea typeface="돋움" pitchFamily="50" charset="-127"/>
                <a:cs typeface="Times New Roman" pitchFamily="18" charset="0"/>
              </a:rPr>
              <a:t>Ball Spline</a:t>
            </a:r>
            <a:r>
              <a:rPr lang="vi-VN" altLang="ko-KR" sz="900">
                <a:latin typeface="Times New Roman" pitchFamily="18" charset="0"/>
                <a:ea typeface="돋움" pitchFamily="50" charset="-127"/>
                <a:cs typeface="Times New Roman" pitchFamily="18" charset="0"/>
              </a:rPr>
              <a:t> là gì</a:t>
            </a:r>
            <a:r>
              <a:rPr lang="vi-VN" altLang="ko-KR" sz="900" smtClean="0">
                <a:latin typeface="Times New Roman" pitchFamily="18" charset="0"/>
                <a:ea typeface="돋움" pitchFamily="50" charset="-127"/>
                <a:cs typeface="Times New Roman" pitchFamily="18" charset="0"/>
              </a:rPr>
              <a:t>?</a:t>
            </a:r>
            <a:endParaRPr lang="en-US" altLang="ko-KR" sz="900">
              <a:latin typeface="Times New Roman" pitchFamily="18" charset="0"/>
              <a:ea typeface="돋움" pitchFamily="50" charset="-127"/>
              <a:cs typeface="Times New Roman" pitchFamily="18" charset="0"/>
            </a:endParaRPr>
          </a:p>
          <a:p>
            <a:pPr>
              <a:spcBef>
                <a:spcPct val="0"/>
              </a:spcBef>
            </a:pPr>
            <a:r>
              <a:rPr lang="vi-VN" altLang="ko-KR" sz="900">
                <a:latin typeface="Times New Roman" pitchFamily="18" charset="0"/>
                <a:ea typeface="돋움" pitchFamily="50" charset="-127"/>
                <a:cs typeface="Times New Roman" pitchFamily="18" charset="0"/>
              </a:rPr>
              <a:t>  </a:t>
            </a:r>
            <a:r>
              <a:rPr lang="vi-VN" altLang="ko-KR" sz="900" b="1">
                <a:solidFill>
                  <a:srgbClr val="FF0000"/>
                </a:solidFill>
                <a:latin typeface="Times New Roman" pitchFamily="18" charset="0"/>
                <a:ea typeface="돋움" pitchFamily="50" charset="-127"/>
                <a:cs typeface="Times New Roman" pitchFamily="18" charset="0"/>
              </a:rPr>
              <a:t>① </a:t>
            </a:r>
            <a:r>
              <a:rPr lang="en-US" altLang="ko-KR" sz="900" b="1">
                <a:solidFill>
                  <a:srgbClr val="FF0000"/>
                </a:solidFill>
                <a:latin typeface="Times New Roman" pitchFamily="18" charset="0"/>
                <a:ea typeface="돋움" pitchFamily="50" charset="-127"/>
                <a:cs typeface="Times New Roman" pitchFamily="18" charset="0"/>
              </a:rPr>
              <a:t>C</a:t>
            </a:r>
            <a:r>
              <a:rPr lang="vi-VN" altLang="ko-KR" sz="900" b="1">
                <a:solidFill>
                  <a:srgbClr val="FF0000"/>
                </a:solidFill>
                <a:latin typeface="Times New Roman" pitchFamily="18" charset="0"/>
                <a:ea typeface="돋움" pitchFamily="50" charset="-127"/>
                <a:cs typeface="Times New Roman" pitchFamily="18" charset="0"/>
              </a:rPr>
              <a:t>ó thể</a:t>
            </a:r>
            <a:r>
              <a:rPr lang="en-US" altLang="ko-KR" sz="900" b="1">
                <a:solidFill>
                  <a:srgbClr val="FF0000"/>
                </a:solidFill>
                <a:latin typeface="Times New Roman" pitchFamily="18" charset="0"/>
                <a:ea typeface="돋움" pitchFamily="50" charset="-127"/>
                <a:cs typeface="Times New Roman" pitchFamily="18" charset="0"/>
              </a:rPr>
              <a:t> cho</a:t>
            </a:r>
            <a:r>
              <a:rPr lang="vi-VN" altLang="ko-KR" sz="900" b="1">
                <a:solidFill>
                  <a:srgbClr val="FF0000"/>
                </a:solidFill>
                <a:latin typeface="Times New Roman" pitchFamily="18" charset="0"/>
                <a:ea typeface="돋움" pitchFamily="50" charset="-127"/>
                <a:cs typeface="Times New Roman" pitchFamily="18" charset="0"/>
              </a:rPr>
              <a:t> tải </a:t>
            </a:r>
            <a:r>
              <a:rPr lang="en-US" altLang="ko-KR" sz="900" b="1">
                <a:solidFill>
                  <a:srgbClr val="FF0000"/>
                </a:solidFill>
                <a:latin typeface="Times New Roman" pitchFamily="18" charset="0"/>
                <a:ea typeface="돋움" pitchFamily="50" charset="-127"/>
                <a:cs typeface="Times New Roman" pitchFamily="18" charset="0"/>
              </a:rPr>
              <a:t>trọng ban đầu</a:t>
            </a:r>
            <a:endParaRPr lang="vi-VN" altLang="ko-KR" sz="900" b="1">
              <a:solidFill>
                <a:srgbClr val="FF0000"/>
              </a:solidFill>
              <a:latin typeface="Times New Roman" pitchFamily="18" charset="0"/>
              <a:ea typeface="돋움" pitchFamily="50" charset="-127"/>
              <a:cs typeface="Times New Roman" pitchFamily="18" charset="0"/>
            </a:endParaRPr>
          </a:p>
          <a:p>
            <a:pPr>
              <a:spcBef>
                <a:spcPct val="0"/>
              </a:spcBef>
            </a:pPr>
            <a:r>
              <a:rPr lang="en-US" altLang="ko-KR" sz="900">
                <a:latin typeface="Times New Roman" pitchFamily="18" charset="0"/>
                <a:ea typeface="돋움" pitchFamily="50" charset="-127"/>
                <a:cs typeface="Times New Roman" pitchFamily="18" charset="0"/>
              </a:rPr>
              <a:t>  ② Không thể truyền mô-men xoắn</a:t>
            </a:r>
          </a:p>
          <a:p>
            <a:pPr>
              <a:spcBef>
                <a:spcPct val="0"/>
              </a:spcBef>
            </a:pPr>
            <a:r>
              <a:rPr lang="vi-VN" altLang="ko-KR" sz="900">
                <a:latin typeface="Times New Roman" pitchFamily="18" charset="0"/>
                <a:ea typeface="돋움" pitchFamily="50" charset="-127"/>
                <a:cs typeface="Times New Roman" pitchFamily="18" charset="0"/>
              </a:rPr>
              <a:t>  ③ </a:t>
            </a:r>
            <a:r>
              <a:rPr lang="en-US" altLang="ko-KR" sz="900">
                <a:latin typeface="Times New Roman" pitchFamily="18" charset="0"/>
                <a:ea typeface="돋움" pitchFamily="50" charset="-127"/>
                <a:cs typeface="Times New Roman" pitchFamily="18" charset="0"/>
              </a:rPr>
              <a:t>Không</a:t>
            </a:r>
            <a:r>
              <a:rPr lang="vi-VN" altLang="ko-KR" sz="900">
                <a:latin typeface="Times New Roman" pitchFamily="18" charset="0"/>
                <a:ea typeface="돋움" pitchFamily="50" charset="-127"/>
                <a:cs typeface="Times New Roman" pitchFamily="18" charset="0"/>
              </a:rPr>
              <a:t> được </a:t>
            </a:r>
            <a:r>
              <a:rPr lang="en-US" altLang="ko-KR" sz="900">
                <a:latin typeface="Times New Roman" pitchFamily="18" charset="0"/>
                <a:ea typeface="돋움" pitchFamily="50" charset="-127"/>
                <a:cs typeface="Times New Roman" pitchFamily="18" charset="0"/>
              </a:rPr>
              <a:t>dùng cho</a:t>
            </a:r>
            <a:r>
              <a:rPr lang="vi-VN" altLang="ko-KR" sz="900">
                <a:latin typeface="Times New Roman" pitchFamily="18" charset="0"/>
                <a:ea typeface="돋움" pitchFamily="50" charset="-127"/>
                <a:cs typeface="Times New Roman" pitchFamily="18" charset="0"/>
              </a:rPr>
              <a:t> có tải trọng quá mức.</a:t>
            </a:r>
          </a:p>
          <a:p>
            <a:pPr>
              <a:spcBef>
                <a:spcPct val="0"/>
              </a:spcBef>
            </a:pPr>
            <a:r>
              <a:rPr lang="vi-VN" altLang="ko-KR" sz="900">
                <a:latin typeface="Times New Roman" pitchFamily="18" charset="0"/>
                <a:ea typeface="돋움" pitchFamily="50" charset="-127"/>
                <a:cs typeface="Times New Roman" pitchFamily="18" charset="0"/>
              </a:rPr>
              <a:t>  ④ </a:t>
            </a:r>
            <a:r>
              <a:rPr lang="en-US" altLang="ko-KR" sz="900">
                <a:latin typeface="Times New Roman" pitchFamily="18" charset="0"/>
                <a:ea typeface="돋움" pitchFamily="50" charset="-127"/>
                <a:cs typeface="Times New Roman" pitchFamily="18" charset="0"/>
              </a:rPr>
              <a:t>Không có Stick slip và Lost motion.</a:t>
            </a:r>
          </a:p>
          <a:p>
            <a:pPr marL="457200" indent="-457200">
              <a:defRPr/>
            </a:pPr>
            <a:endParaRPr lang="ko-KR" altLang="ko-KR" sz="900">
              <a:latin typeface="Times New Roman" panose="02020603050405020304" pitchFamily="18" charset="0"/>
              <a:cs typeface="Times New Roman" panose="02020603050405020304" pitchFamily="18" charset="0"/>
            </a:endParaRPr>
          </a:p>
          <a:p>
            <a:pPr>
              <a:spcBef>
                <a:spcPct val="0"/>
              </a:spcBef>
            </a:pPr>
            <a:endParaRPr lang="en-US" altLang="ko-KR" sz="900">
              <a:latin typeface="Times New Roman" pitchFamily="18" charset="0"/>
              <a:ea typeface="돋움" pitchFamily="50" charset="-127"/>
              <a:cs typeface="Times New Roman" pitchFamily="18" charset="0"/>
            </a:endParaRPr>
          </a:p>
          <a:p>
            <a:pPr>
              <a:spcBef>
                <a:spcPct val="0"/>
              </a:spcBef>
            </a:pPr>
            <a:r>
              <a:rPr lang="en-US" altLang="ko-KR" sz="900" smtClean="0">
                <a:latin typeface="Times New Roman" pitchFamily="18" charset="0"/>
                <a:ea typeface="돋움" pitchFamily="50" charset="-127"/>
                <a:cs typeface="Times New Roman" pitchFamily="18" charset="0"/>
              </a:rPr>
              <a:t>59</a:t>
            </a:r>
            <a:r>
              <a:rPr lang="vi-VN" altLang="ko-KR" sz="900" smtClean="0">
                <a:latin typeface="Times New Roman" pitchFamily="18" charset="0"/>
                <a:ea typeface="돋움" pitchFamily="50" charset="-127"/>
                <a:cs typeface="Times New Roman" pitchFamily="18" charset="0"/>
              </a:rPr>
              <a:t>. </a:t>
            </a:r>
            <a:r>
              <a:rPr lang="vi-VN" altLang="ko-KR" sz="900">
                <a:latin typeface="Times New Roman" pitchFamily="18" charset="0"/>
                <a:ea typeface="돋움" pitchFamily="50" charset="-127"/>
                <a:cs typeface="Times New Roman" pitchFamily="18" charset="0"/>
              </a:rPr>
              <a:t>Điều </a:t>
            </a:r>
            <a:r>
              <a:rPr lang="en-US" altLang="ko-KR" sz="900">
                <a:latin typeface="Times New Roman" pitchFamily="18" charset="0"/>
                <a:ea typeface="돋움" pitchFamily="50" charset="-127"/>
                <a:cs typeface="Times New Roman" pitchFamily="18" charset="0"/>
              </a:rPr>
              <a:t>nào</a:t>
            </a:r>
            <a:r>
              <a:rPr lang="vi-VN" altLang="ko-KR" sz="900">
                <a:latin typeface="Times New Roman" pitchFamily="18" charset="0"/>
                <a:ea typeface="돋움" pitchFamily="50" charset="-127"/>
                <a:cs typeface="Times New Roman" pitchFamily="18" charset="0"/>
              </a:rPr>
              <a:t> không phù hợp với đặc điểm của </a:t>
            </a:r>
            <a:r>
              <a:rPr lang="en-US" altLang="ko-KR" sz="900">
                <a:latin typeface="Times New Roman" pitchFamily="18" charset="0"/>
                <a:ea typeface="돋움" pitchFamily="50" charset="-127"/>
                <a:cs typeface="Times New Roman" pitchFamily="18" charset="0"/>
              </a:rPr>
              <a:t>Ball Spline</a:t>
            </a:r>
            <a:r>
              <a:rPr lang="vi-VN" altLang="ko-KR" sz="900" smtClean="0">
                <a:latin typeface="Times New Roman" pitchFamily="18" charset="0"/>
                <a:ea typeface="돋움" pitchFamily="50" charset="-127"/>
                <a:cs typeface="Times New Roman" pitchFamily="18" charset="0"/>
              </a:rPr>
              <a:t>?</a:t>
            </a:r>
            <a:endParaRPr lang="en-US" altLang="ko-KR" sz="900" smtClean="0">
              <a:latin typeface="Times New Roman" pitchFamily="18" charset="0"/>
              <a:ea typeface="돋움" pitchFamily="50" charset="-127"/>
              <a:cs typeface="Times New Roman" pitchFamily="18" charset="0"/>
            </a:endParaRPr>
          </a:p>
          <a:p>
            <a:pPr>
              <a:spcBef>
                <a:spcPct val="0"/>
              </a:spcBef>
            </a:pPr>
            <a:r>
              <a:rPr lang="vi-VN" altLang="ko-KR" sz="900" smtClean="0">
                <a:latin typeface="Calibri" pitchFamily="34" charset="0"/>
                <a:ea typeface="돋움" pitchFamily="50" charset="-127"/>
                <a:cs typeface="Calibri" pitchFamily="34" charset="0"/>
              </a:rPr>
              <a:t>① </a:t>
            </a:r>
            <a:r>
              <a:rPr lang="vi-VN" altLang="ko-KR" sz="900">
                <a:latin typeface="Calibri" pitchFamily="34" charset="0"/>
                <a:ea typeface="돋움" pitchFamily="50" charset="-127"/>
                <a:cs typeface="Calibri" pitchFamily="34" charset="0"/>
              </a:rPr>
              <a:t>Truyền mô-men </a:t>
            </a:r>
            <a:r>
              <a:rPr lang="vi-VN" altLang="ko-KR" sz="900" smtClean="0">
                <a:latin typeface="Calibri" pitchFamily="34" charset="0"/>
                <a:ea typeface="돋움" pitchFamily="50" charset="-127"/>
                <a:cs typeface="Calibri" pitchFamily="34" charset="0"/>
              </a:rPr>
              <a:t>xoắn </a:t>
            </a:r>
            <a:r>
              <a:rPr lang="vi-VN" altLang="ko-KR" sz="900">
                <a:latin typeface="Calibri" pitchFamily="34" charset="0"/>
                <a:ea typeface="돋움" pitchFamily="50" charset="-127"/>
                <a:cs typeface="Calibri" pitchFamily="34" charset="0"/>
              </a:rPr>
              <a:t>qua chuyển động </a:t>
            </a:r>
            <a:r>
              <a:rPr lang="en-US" altLang="ko-KR" sz="900">
                <a:latin typeface="Calibri" pitchFamily="34" charset="0"/>
                <a:ea typeface="돋움" pitchFamily="50" charset="-127"/>
                <a:cs typeface="Calibri" pitchFamily="34" charset="0"/>
              </a:rPr>
              <a:t>thẳng nhẹ nhàng</a:t>
            </a:r>
            <a:r>
              <a:rPr lang="vi-VN" altLang="ko-KR" sz="900">
                <a:latin typeface="Calibri" pitchFamily="34" charset="0"/>
                <a:ea typeface="돋움" pitchFamily="50" charset="-127"/>
                <a:cs typeface="Calibri" pitchFamily="34" charset="0"/>
              </a:rPr>
              <a:t>.</a:t>
            </a:r>
          </a:p>
          <a:p>
            <a:pPr>
              <a:spcBef>
                <a:spcPct val="0"/>
              </a:spcBef>
            </a:pPr>
            <a:r>
              <a:rPr lang="vi-VN" altLang="ko-KR" sz="900" smtClean="0">
                <a:latin typeface="Calibri" pitchFamily="34" charset="0"/>
                <a:ea typeface="돋움" pitchFamily="50" charset="-127"/>
                <a:cs typeface="Calibri" pitchFamily="34" charset="0"/>
              </a:rPr>
              <a:t>② </a:t>
            </a:r>
            <a:r>
              <a:rPr lang="vi-VN" altLang="ko-KR" sz="900">
                <a:latin typeface="Calibri" pitchFamily="34" charset="0"/>
                <a:ea typeface="돋움" pitchFamily="50" charset="-127"/>
                <a:cs typeface="Calibri" pitchFamily="34" charset="0"/>
              </a:rPr>
              <a:t>Có thể được sử dụng để thay thế cho </a:t>
            </a:r>
            <a:r>
              <a:rPr lang="en-US" altLang="ko-KR" sz="900">
                <a:latin typeface="Calibri" pitchFamily="34" charset="0"/>
                <a:cs typeface="Calibri" pitchFamily="34" charset="0"/>
              </a:rPr>
              <a:t>Linear Bush</a:t>
            </a:r>
          </a:p>
          <a:p>
            <a:pPr>
              <a:spcBef>
                <a:spcPct val="0"/>
              </a:spcBef>
            </a:pPr>
            <a:r>
              <a:rPr lang="vi-VN" altLang="ko-KR" sz="900" b="1" smtClean="0">
                <a:solidFill>
                  <a:srgbClr val="FF0000"/>
                </a:solidFill>
                <a:latin typeface="Calibri" pitchFamily="34" charset="0"/>
                <a:ea typeface="돋움" pitchFamily="50" charset="-127"/>
                <a:cs typeface="Calibri" pitchFamily="34" charset="0"/>
              </a:rPr>
              <a:t>③ </a:t>
            </a:r>
            <a:r>
              <a:rPr lang="vi-VN" altLang="ko-KR" sz="900" b="1">
                <a:solidFill>
                  <a:srgbClr val="FF0000"/>
                </a:solidFill>
                <a:latin typeface="Calibri" pitchFamily="34" charset="0"/>
                <a:ea typeface="돋움" pitchFamily="50" charset="-127"/>
                <a:cs typeface="Calibri" pitchFamily="34" charset="0"/>
              </a:rPr>
              <a:t>Cấu trúc không thể tải trước</a:t>
            </a:r>
            <a:r>
              <a:rPr lang="en-US" altLang="ko-KR" sz="900" b="1">
                <a:solidFill>
                  <a:srgbClr val="FF0000"/>
                </a:solidFill>
                <a:latin typeface="Calibri" pitchFamily="34" charset="0"/>
                <a:ea typeface="돋움" pitchFamily="50" charset="-127"/>
                <a:cs typeface="Calibri" pitchFamily="34" charset="0"/>
              </a:rPr>
              <a:t> Preload</a:t>
            </a:r>
            <a:endParaRPr lang="vi-VN" altLang="ko-KR" sz="900" b="1">
              <a:solidFill>
                <a:srgbClr val="FF0000"/>
              </a:solidFill>
              <a:latin typeface="Calibri" pitchFamily="34" charset="0"/>
              <a:ea typeface="돋움" pitchFamily="50" charset="-127"/>
              <a:cs typeface="Calibri" pitchFamily="34" charset="0"/>
            </a:endParaRPr>
          </a:p>
          <a:p>
            <a:pPr>
              <a:spcBef>
                <a:spcPct val="0"/>
              </a:spcBef>
            </a:pPr>
            <a:r>
              <a:rPr lang="vi-VN" altLang="ko-KR" sz="900" smtClean="0">
                <a:latin typeface="Calibri" pitchFamily="34" charset="0"/>
                <a:ea typeface="돋움" pitchFamily="50" charset="-127"/>
                <a:cs typeface="Calibri" pitchFamily="34" charset="0"/>
              </a:rPr>
              <a:t>④ </a:t>
            </a:r>
            <a:r>
              <a:rPr lang="vi-VN" altLang="ko-KR" sz="900">
                <a:latin typeface="Calibri" pitchFamily="34" charset="0"/>
                <a:ea typeface="돋움" pitchFamily="50" charset="-127"/>
                <a:cs typeface="Calibri" pitchFamily="34" charset="0"/>
              </a:rPr>
              <a:t>Được sử dụng khi áp dụng tải trọng và mômen</a:t>
            </a:r>
            <a:endParaRPr lang="en-US" altLang="ko-KR" sz="900">
              <a:latin typeface="Calibri" pitchFamily="34" charset="0"/>
              <a:ea typeface="돋움" pitchFamily="50" charset="-127"/>
              <a:cs typeface="Calibri" pitchFamily="34" charset="0"/>
            </a:endParaRPr>
          </a:p>
          <a:p>
            <a:pPr>
              <a:spcBef>
                <a:spcPct val="0"/>
              </a:spcBef>
            </a:pPr>
            <a:r>
              <a:rPr lang="vi-VN" altLang="ko-KR" sz="900">
                <a:latin typeface="Calibri" pitchFamily="34" charset="0"/>
                <a:ea typeface="돋움" pitchFamily="50" charset="-127"/>
                <a:cs typeface="Calibri" pitchFamily="34" charset="0"/>
              </a:rPr>
              <a:t> nhô ra</a:t>
            </a:r>
          </a:p>
        </p:txBody>
      </p:sp>
      <p:sp>
        <p:nvSpPr>
          <p:cNvPr id="2" name="Rectangle 4"/>
          <p:cNvSpPr>
            <a:spLocks noChangeArrowheads="1"/>
          </p:cNvSpPr>
          <p:nvPr/>
        </p:nvSpPr>
        <p:spPr bwMode="auto">
          <a:xfrm>
            <a:off x="3429000" y="716574"/>
            <a:ext cx="3124200" cy="821641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Ins="72000"/>
          <a:lstStyle>
            <a:lvl1pPr marL="457200" indent="-4572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marL="0" indent="0">
              <a:buNone/>
              <a:defRPr/>
            </a:pPr>
            <a:r>
              <a:rPr lang="en-US" sz="900" smtClean="0">
                <a:latin typeface="Times New Roman" panose="02020603050405020304" pitchFamily="18" charset="0"/>
                <a:cs typeface="Times New Roman" panose="02020603050405020304" pitchFamily="18" charset="0"/>
              </a:rPr>
              <a:t>60. Đáp án sai về phương thức dẫn trượt</a:t>
            </a:r>
            <a:r>
              <a:rPr lang="it-IT" sz="900" smtClean="0">
                <a:latin typeface="Times New Roman" panose="02020603050405020304" pitchFamily="18" charset="0"/>
                <a:cs typeface="Times New Roman" panose="02020603050405020304" pitchFamily="18" charset="0"/>
              </a:rPr>
              <a:t>?</a:t>
            </a:r>
            <a:endParaRPr lang="it-IT" sz="900">
              <a:latin typeface="Times New Roman" panose="02020603050405020304" pitchFamily="18" charset="0"/>
              <a:cs typeface="Times New Roman" panose="02020603050405020304" pitchFamily="18" charset="0"/>
            </a:endParaRPr>
          </a:p>
          <a:p>
            <a:pPr marL="0" indent="0">
              <a:buNone/>
              <a:defRPr/>
            </a:pPr>
            <a:r>
              <a:rPr lang="ko-KR" altLang="ko-KR" sz="900">
                <a:latin typeface="Times New Roman" panose="02020603050405020304" pitchFamily="18" charset="0"/>
                <a:cs typeface="Times New Roman" panose="02020603050405020304" pitchFamily="18" charset="0"/>
              </a:rPr>
              <a:t>①</a:t>
            </a:r>
            <a:r>
              <a:rPr lang="ko-KR" altLang="ko-KR" sz="900">
                <a:solidFill>
                  <a:srgbClr val="FF0000"/>
                </a:solidFill>
                <a:latin typeface="Times New Roman" panose="02020603050405020304" pitchFamily="18" charset="0"/>
                <a:cs typeface="Times New Roman" panose="02020603050405020304" pitchFamily="18" charset="0"/>
              </a:rPr>
              <a:t> </a:t>
            </a:r>
            <a:r>
              <a:rPr lang="en-US" altLang="ko-KR" sz="900" smtClean="0">
                <a:latin typeface="Times New Roman" panose="02020603050405020304" pitchFamily="18" charset="0"/>
                <a:cs typeface="Times New Roman" panose="02020603050405020304" pitchFamily="18" charset="0"/>
              </a:rPr>
              <a:t>Mặt </a:t>
            </a:r>
            <a:r>
              <a:rPr lang="en-US" altLang="ko-KR" sz="900">
                <a:latin typeface="Times New Roman" panose="02020603050405020304" pitchFamily="18" charset="0"/>
                <a:cs typeface="Times New Roman" panose="02020603050405020304" pitchFamily="18" charset="0"/>
              </a:rPr>
              <a:t>dẫn vừa chuyển động trượt vừa tiến hành dẫn </a:t>
            </a:r>
            <a:endParaRPr lang="en-US" altLang="ko-KR" sz="900" smtClean="0">
              <a:latin typeface="Times New Roman" panose="02020603050405020304" pitchFamily="18" charset="0"/>
              <a:cs typeface="Times New Roman" panose="02020603050405020304" pitchFamily="18" charset="0"/>
            </a:endParaRPr>
          </a:p>
          <a:p>
            <a:pPr marL="0" indent="0">
              <a:buNone/>
              <a:defRPr/>
            </a:pPr>
            <a:r>
              <a:rPr lang="ko-KR" altLang="ko-KR" sz="900" smtClean="0">
                <a:latin typeface="Times New Roman" panose="02020603050405020304" pitchFamily="18" charset="0"/>
                <a:cs typeface="Times New Roman" panose="02020603050405020304" pitchFamily="18" charset="0"/>
              </a:rPr>
              <a:t>② </a:t>
            </a:r>
            <a:r>
              <a:rPr lang="en-US" altLang="ko-KR" sz="900">
                <a:latin typeface="Times New Roman" panose="02020603050405020304" pitchFamily="18" charset="0"/>
                <a:cs typeface="Times New Roman" panose="02020603050405020304" pitchFamily="18" charset="0"/>
              </a:rPr>
              <a:t>Hệ số ma sát</a:t>
            </a:r>
            <a:r>
              <a:rPr lang="ko-KR" altLang="en-US" sz="90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0.15~0.3</a:t>
            </a:r>
            <a:r>
              <a:rPr lang="ko-KR" altLang="en-US" sz="90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lớn nên hiệu suất của máy giảm</a:t>
            </a:r>
          </a:p>
          <a:p>
            <a:pPr marL="0" indent="0">
              <a:buNone/>
              <a:defRPr/>
            </a:pPr>
            <a:r>
              <a:rPr lang="ko-KR" altLang="ko-KR" sz="900" smtClean="0">
                <a:latin typeface="Times New Roman" panose="02020603050405020304" pitchFamily="18" charset="0"/>
                <a:cs typeface="Times New Roman" panose="02020603050405020304" pitchFamily="18" charset="0"/>
              </a:rPr>
              <a:t>③ </a:t>
            </a:r>
            <a:r>
              <a:rPr lang="en-US" altLang="ko-KR" sz="900" smtClean="0">
                <a:latin typeface="Times New Roman" panose="02020603050405020304" pitchFamily="18" charset="0"/>
                <a:cs typeface="Times New Roman" panose="02020603050405020304" pitchFamily="18" charset="0"/>
              </a:rPr>
              <a:t>Tốc </a:t>
            </a:r>
            <a:r>
              <a:rPr lang="en-US" altLang="ko-KR" sz="900">
                <a:latin typeface="Times New Roman" panose="02020603050405020304" pitchFamily="18" charset="0"/>
                <a:cs typeface="Times New Roman" panose="02020603050405020304" pitchFamily="18" charset="0"/>
              </a:rPr>
              <a:t>độ thấp và cần tiếp nhiên liệu bắt buộc</a:t>
            </a:r>
          </a:p>
          <a:p>
            <a:pPr marL="0" indent="0">
              <a:buNone/>
              <a:defRPr/>
            </a:pPr>
            <a:r>
              <a:rPr lang="ko-KR" altLang="ko-KR" sz="900">
                <a:solidFill>
                  <a:srgbClr val="FF0000"/>
                </a:solidFill>
                <a:latin typeface="Times New Roman" panose="02020603050405020304" pitchFamily="18" charset="0"/>
                <a:cs typeface="Times New Roman" panose="02020603050405020304" pitchFamily="18" charset="0"/>
              </a:rPr>
              <a:t>④ </a:t>
            </a:r>
            <a:r>
              <a:rPr lang="en-US" altLang="ko-KR" sz="900" smtClean="0">
                <a:solidFill>
                  <a:srgbClr val="FF0000"/>
                </a:solidFill>
                <a:latin typeface="Times New Roman" panose="02020603050405020304" pitchFamily="18" charset="0"/>
                <a:cs typeface="Times New Roman" panose="02020603050405020304" pitchFamily="18" charset="0"/>
              </a:rPr>
              <a:t>Không phát </a:t>
            </a:r>
            <a:r>
              <a:rPr lang="en-US" altLang="ko-KR" sz="900">
                <a:solidFill>
                  <a:srgbClr val="FF0000"/>
                </a:solidFill>
                <a:latin typeface="Times New Roman" panose="02020603050405020304" pitchFamily="18" charset="0"/>
                <a:cs typeface="Times New Roman" panose="02020603050405020304" pitchFamily="18" charset="0"/>
              </a:rPr>
              <a:t>sinh sự tiến gián </a:t>
            </a:r>
            <a:r>
              <a:rPr lang="en-US" altLang="ko-KR" sz="900" smtClean="0">
                <a:solidFill>
                  <a:srgbClr val="FF0000"/>
                </a:solidFill>
                <a:latin typeface="Times New Roman" panose="02020603050405020304" pitchFamily="18" charset="0"/>
                <a:cs typeface="Times New Roman" panose="02020603050405020304" pitchFamily="18" charset="0"/>
              </a:rPr>
              <a:t>đoạn (</a:t>
            </a:r>
            <a:r>
              <a:rPr lang="en-US" altLang="ko-KR" sz="900">
                <a:solidFill>
                  <a:srgbClr val="FF0000"/>
                </a:solidFill>
                <a:latin typeface="Times New Roman" panose="02020603050405020304" pitchFamily="18" charset="0"/>
                <a:cs typeface="Times New Roman" panose="02020603050405020304" pitchFamily="18" charset="0"/>
              </a:rPr>
              <a:t>Stick slip) </a:t>
            </a:r>
            <a:endParaRPr lang="en-US" altLang="ko-KR" sz="900" smtClean="0">
              <a:solidFill>
                <a:srgbClr val="FF0000"/>
              </a:solidFill>
              <a:latin typeface="Times New Roman" panose="02020603050405020304" pitchFamily="18" charset="0"/>
              <a:cs typeface="Times New Roman" panose="02020603050405020304" pitchFamily="18" charset="0"/>
            </a:endParaRPr>
          </a:p>
          <a:p>
            <a:pPr marL="0" indent="0">
              <a:buNone/>
              <a:defRPr/>
            </a:pPr>
            <a:endParaRPr lang="en-US" altLang="ko-KR" sz="900" smtClean="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61. Chọn đáp án không phải là đặc tính của Linear Bushing ?</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① Ball hình cầu được xử lí nhiệt, tiếp xúc điểm với trục nên hệ số ma sát thấp.</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② Ball tiếp xúc điểm với trục nên tải trọng cho phép nhỏ, được sử dụng để truyền tải cân nặng nhẹ .</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③ Do giá trị cho phép của khe hở đường kính nhỏ nên yêu cầu mức độ lắp ráp khắt khe.</a:t>
            </a:r>
          </a:p>
          <a:p>
            <a:pPr marL="0" indent="0" eaLnBrk="1" fontAlgn="base" latinLnBrk="1" hangingPunct="1">
              <a:spcBef>
                <a:spcPct val="0"/>
              </a:spcBef>
              <a:spcAft>
                <a:spcPct val="0"/>
              </a:spcAft>
              <a:buNone/>
            </a:pPr>
            <a:r>
              <a:rPr lang="en-US" altLang="ko-KR" sz="900">
                <a:solidFill>
                  <a:srgbClr val="FF0000"/>
                </a:solidFill>
                <a:latin typeface="Times New Roman" panose="02020603050405020304" pitchFamily="18" charset="0"/>
                <a:cs typeface="Times New Roman" panose="02020603050405020304" pitchFamily="18" charset="0"/>
              </a:rPr>
              <a:t>④ Chịu tốt va chạm khi di chuyển và có tính bám tốt khi di chuyển tốc độ cao</a:t>
            </a:r>
            <a:endParaRPr lang="ko-KR" altLang="en-US" sz="900">
              <a:solidFill>
                <a:srgbClr val="FF0000"/>
              </a:solidFill>
              <a:latin typeface="Times New Roman" panose="02020603050405020304" pitchFamily="18" charset="0"/>
              <a:cs typeface="Times New Roman" panose="02020603050405020304" pitchFamily="18" charset="0"/>
            </a:endParaRPr>
          </a:p>
          <a:p>
            <a:pPr marL="0" indent="0">
              <a:buNone/>
              <a:defRPr/>
            </a:pPr>
            <a:endParaRPr lang="en-US" altLang="ko-KR" sz="900">
              <a:solidFill>
                <a:srgbClr val="404040"/>
              </a:solidFill>
              <a:latin typeface="Times New Roman" panose="02020603050405020304" pitchFamily="18" charset="0"/>
              <a:ea typeface="굴림" pitchFamily="50" charset="-127"/>
              <a:cs typeface="Times New Roman" panose="02020603050405020304" pitchFamily="18" charset="0"/>
            </a:endParaRPr>
          </a:p>
          <a:p>
            <a:pPr marL="0" indent="0" eaLnBrk="1" fontAlgn="base" latinLnBrk="1" hangingPunct="1">
              <a:lnSpc>
                <a:spcPct val="60000"/>
              </a:lnSpc>
              <a:spcBef>
                <a:spcPct val="0"/>
              </a:spcBef>
              <a:spcAft>
                <a:spcPct val="0"/>
              </a:spcAft>
              <a:buNone/>
            </a:pPr>
            <a:r>
              <a:rPr lang="vi-VN" altLang="ko-KR" sz="90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62. Chọn đáp án đúng với giải thích dưới đây</a:t>
            </a:r>
            <a:r>
              <a:rPr lang="ko-KR" altLang="en-US" sz="900">
                <a:latin typeface="Times New Roman" panose="02020603050405020304" pitchFamily="18" charset="0"/>
                <a:cs typeface="Times New Roman" panose="02020603050405020304" pitchFamily="18" charset="0"/>
              </a:rPr>
              <a:t> </a:t>
            </a:r>
            <a:r>
              <a:rPr lang="en-US" altLang="ko-KR" sz="900">
                <a:latin typeface="Times New Roman" panose="02020603050405020304" pitchFamily="18" charset="0"/>
                <a:cs typeface="Times New Roman" panose="02020603050405020304" pitchFamily="18" charset="0"/>
              </a:rPr>
              <a:t>?</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Có thể làm giảm tối thiểu Backlash nên có thể thực hiện mật độ cố định, cường độ cao, lực cản lăn nhỏ hơn so với ma sát trơn nên có thể di chuyển, điều chỉnh </a:t>
            </a:r>
            <a:r>
              <a:rPr lang="en-US" altLang="ko-KR" sz="900" smtClean="0">
                <a:latin typeface="Times New Roman" panose="02020603050405020304" pitchFamily="18" charset="0"/>
                <a:cs typeface="Times New Roman" panose="02020603050405020304" pitchFamily="18" charset="0"/>
              </a:rPr>
              <a:t>nhỏ</a:t>
            </a:r>
            <a:endParaRPr lang="ko-KR" altLang="en-US" sz="90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① LM Guide          </a:t>
            </a:r>
            <a:r>
              <a:rPr lang="en-US" altLang="ko-KR" sz="900">
                <a:solidFill>
                  <a:srgbClr val="FF0000"/>
                </a:solidFill>
                <a:latin typeface="Times New Roman" panose="02020603050405020304" pitchFamily="18" charset="0"/>
                <a:cs typeface="Times New Roman" panose="02020603050405020304" pitchFamily="18" charset="0"/>
              </a:rPr>
              <a:t>② Ball Screw  </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③ Ball Spline  </a:t>
            </a:r>
            <a:r>
              <a:rPr lang="ko-KR" altLang="en-US" sz="900">
                <a:latin typeface="Times New Roman" panose="02020603050405020304" pitchFamily="18" charset="0"/>
                <a:cs typeface="Times New Roman" panose="02020603050405020304" pitchFamily="18" charset="0"/>
              </a:rPr>
              <a:t>       ④  </a:t>
            </a:r>
            <a:r>
              <a:rPr lang="en-US" altLang="ko-KR" sz="900">
                <a:latin typeface="Times New Roman" panose="02020603050405020304" pitchFamily="18" charset="0"/>
                <a:cs typeface="Times New Roman" panose="02020603050405020304" pitchFamily="18" charset="0"/>
              </a:rPr>
              <a:t>Linear </a:t>
            </a:r>
            <a:r>
              <a:rPr lang="en-US" altLang="ko-KR" sz="900" smtClean="0">
                <a:latin typeface="Times New Roman" panose="02020603050405020304" pitchFamily="18" charset="0"/>
                <a:cs typeface="Times New Roman" panose="02020603050405020304" pitchFamily="18" charset="0"/>
              </a:rPr>
              <a:t>Bushing</a:t>
            </a:r>
          </a:p>
          <a:p>
            <a:pPr marL="0" indent="0">
              <a:buNone/>
              <a:defRPr/>
            </a:pPr>
            <a:endParaRPr lang="en-US" sz="900" smtClean="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900" smtClean="0">
                <a:latin typeface="Times New Roman" panose="02020603050405020304" pitchFamily="18" charset="0"/>
                <a:cs typeface="Times New Roman" panose="02020603050405020304" pitchFamily="18" charset="0"/>
              </a:rPr>
              <a:t>63. </a:t>
            </a:r>
            <a:r>
              <a:rPr lang="en-US" altLang="ko-KR" sz="900">
                <a:latin typeface="Times New Roman" panose="02020603050405020304" pitchFamily="18" charset="0"/>
                <a:cs typeface="Times New Roman" panose="02020603050405020304" pitchFamily="18" charset="0"/>
              </a:rPr>
              <a:t>Phương pháp biến đổi chuyển động quay thành chuyển động thẳng là  cái gì ? </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   ① LM guide        </a:t>
            </a:r>
            <a:r>
              <a:rPr lang="en-US" altLang="ko-KR" sz="900" smtClean="0">
                <a:latin typeface="Times New Roman" panose="02020603050405020304" pitchFamily="18" charset="0"/>
                <a:cs typeface="Times New Roman" panose="02020603050405020304" pitchFamily="18" charset="0"/>
              </a:rPr>
              <a:t>      </a:t>
            </a:r>
            <a:r>
              <a:rPr lang="en-US" altLang="ko-KR" sz="900" smtClean="0">
                <a:solidFill>
                  <a:srgbClr val="FF0000"/>
                </a:solidFill>
                <a:latin typeface="Times New Roman" panose="02020603050405020304" pitchFamily="18" charset="0"/>
                <a:cs typeface="Times New Roman" panose="02020603050405020304" pitchFamily="18" charset="0"/>
              </a:rPr>
              <a:t>② </a:t>
            </a:r>
            <a:r>
              <a:rPr lang="en-US" altLang="ko-KR" sz="900">
                <a:solidFill>
                  <a:srgbClr val="FF0000"/>
                </a:solidFill>
                <a:latin typeface="Times New Roman" panose="02020603050405020304" pitchFamily="18" charset="0"/>
                <a:cs typeface="Times New Roman" panose="02020603050405020304" pitchFamily="18" charset="0"/>
              </a:rPr>
              <a:t>B</a:t>
            </a:r>
            <a:r>
              <a:rPr lang="en-US" altLang="ko-KR" sz="900" smtClean="0">
                <a:solidFill>
                  <a:srgbClr val="FF0000"/>
                </a:solidFill>
                <a:latin typeface="Times New Roman" panose="02020603050405020304" pitchFamily="18" charset="0"/>
                <a:cs typeface="Times New Roman" panose="02020603050405020304" pitchFamily="18" charset="0"/>
              </a:rPr>
              <a:t>all </a:t>
            </a:r>
            <a:r>
              <a:rPr lang="en-US" altLang="ko-KR" sz="900">
                <a:solidFill>
                  <a:srgbClr val="FF0000"/>
                </a:solidFill>
                <a:latin typeface="Times New Roman" panose="02020603050405020304" pitchFamily="18" charset="0"/>
                <a:cs typeface="Times New Roman" panose="02020603050405020304" pitchFamily="18" charset="0"/>
              </a:rPr>
              <a:t>screw </a:t>
            </a:r>
          </a:p>
          <a:p>
            <a:pPr marL="0" indent="0" eaLnBrk="1" fontAlgn="base" latinLnBrk="1" hangingPunct="1">
              <a:spcBef>
                <a:spcPct val="0"/>
              </a:spcBef>
              <a:spcAft>
                <a:spcPct val="0"/>
              </a:spcAft>
              <a:buNone/>
            </a:pPr>
            <a:r>
              <a:rPr lang="en-US" altLang="ko-KR" sz="900">
                <a:latin typeface="Times New Roman" panose="02020603050405020304" pitchFamily="18" charset="0"/>
                <a:cs typeface="Times New Roman" panose="02020603050405020304" pitchFamily="18" charset="0"/>
              </a:rPr>
              <a:t>   ③ Linear </a:t>
            </a:r>
            <a:r>
              <a:rPr lang="en-US" altLang="ko-KR" sz="900" smtClean="0">
                <a:latin typeface="Times New Roman" panose="02020603050405020304" pitchFamily="18" charset="0"/>
                <a:cs typeface="Times New Roman" panose="02020603050405020304" pitchFamily="18" charset="0"/>
              </a:rPr>
              <a:t>bushing      ④ </a:t>
            </a:r>
            <a:r>
              <a:rPr lang="en-US" altLang="ko-KR" sz="900">
                <a:latin typeface="Times New Roman" panose="02020603050405020304" pitchFamily="18" charset="0"/>
                <a:cs typeface="Times New Roman" panose="02020603050405020304" pitchFamily="18" charset="0"/>
              </a:rPr>
              <a:t>Ball spline</a:t>
            </a:r>
            <a:endParaRPr lang="ko-KR" altLang="en-US" sz="900">
              <a:latin typeface="Times New Roman" panose="02020603050405020304" pitchFamily="18" charset="0"/>
              <a:cs typeface="Times New Roman" panose="02020603050405020304" pitchFamily="18" charset="0"/>
            </a:endParaRPr>
          </a:p>
          <a:p>
            <a:pPr marL="0" indent="0">
              <a:buNone/>
              <a:defRPr/>
            </a:pPr>
            <a:endParaRPr lang="en-US" altLang="ko-KR" sz="900" smtClean="0">
              <a:latin typeface="Times New Roman" panose="02020603050405020304" pitchFamily="18" charset="0"/>
              <a:cs typeface="Times New Roman" panose="02020603050405020304" pitchFamily="18" charset="0"/>
            </a:endParaRPr>
          </a:p>
          <a:p>
            <a:pPr marL="0" indent="0">
              <a:buNone/>
              <a:defRPr/>
            </a:pPr>
            <a:r>
              <a:rPr lang="en-US" altLang="ko-KR" sz="900" smtClean="0">
                <a:latin typeface="Times New Roman" pitchFamily="18" charset="0"/>
                <a:ea typeface="돋움" pitchFamily="50" charset="-127"/>
                <a:cs typeface="Times New Roman" pitchFamily="18" charset="0"/>
              </a:rPr>
              <a:t>64. Có mấy phương pháp biểu thị tỉ lệ bản vẽ?</a:t>
            </a:r>
            <a:endParaRPr lang="en-US" altLang="ko-KR" sz="900">
              <a:latin typeface="Times New Roman" pitchFamily="18" charset="0"/>
              <a:ea typeface="돋움" pitchFamily="50" charset="-127"/>
              <a:cs typeface="Times New Roman" pitchFamily="18" charset="0"/>
            </a:endParaRPr>
          </a:p>
          <a:p>
            <a:pPr marL="0" indent="0">
              <a:buNone/>
              <a:defRPr/>
            </a:pPr>
            <a:r>
              <a:rPr lang="en-US" altLang="ko-KR" sz="900">
                <a:solidFill>
                  <a:srgbClr val="FF0000"/>
                </a:solidFill>
                <a:latin typeface="Times New Roman" panose="02020603050405020304" pitchFamily="18" charset="0"/>
                <a:cs typeface="Times New Roman" panose="02020603050405020304" pitchFamily="18" charset="0"/>
              </a:rPr>
              <a:t> </a:t>
            </a:r>
            <a:r>
              <a:rPr lang="en-US" altLang="ko-KR" sz="900" smtClean="0">
                <a:solidFill>
                  <a:srgbClr val="FF0000"/>
                </a:solidFill>
                <a:latin typeface="Times New Roman" panose="02020603050405020304" pitchFamily="18" charset="0"/>
                <a:cs typeface="Times New Roman" panose="02020603050405020304" pitchFamily="18" charset="0"/>
              </a:rPr>
              <a:t> </a:t>
            </a:r>
            <a:r>
              <a:rPr lang="ko-KR" altLang="ko-KR" sz="900" smtClean="0">
                <a:latin typeface="Times New Roman" panose="02020603050405020304" pitchFamily="18" charset="0"/>
                <a:cs typeface="Times New Roman" panose="02020603050405020304" pitchFamily="18" charset="0"/>
              </a:rPr>
              <a:t>①</a:t>
            </a:r>
            <a:r>
              <a:rPr lang="en-US" altLang="ko-KR" sz="900" smtClean="0">
                <a:latin typeface="Times New Roman" panose="02020603050405020304" pitchFamily="18" charset="0"/>
                <a:cs typeface="Times New Roman" panose="02020603050405020304" pitchFamily="18" charset="0"/>
              </a:rPr>
              <a:t> 2           </a:t>
            </a:r>
            <a:r>
              <a:rPr lang="ko-KR" altLang="ko-KR" sz="900" smtClean="0">
                <a:latin typeface="Times New Roman" panose="02020603050405020304" pitchFamily="18" charset="0"/>
                <a:cs typeface="Times New Roman" panose="02020603050405020304" pitchFamily="18" charset="0"/>
              </a:rPr>
              <a:t>② </a:t>
            </a:r>
            <a:r>
              <a:rPr lang="en-US" altLang="ko-KR" sz="900" smtClean="0">
                <a:latin typeface="Times New Roman" pitchFamily="18" charset="0"/>
                <a:cs typeface="Times New Roman" pitchFamily="18" charset="0"/>
              </a:rPr>
              <a:t>3          </a:t>
            </a:r>
            <a:r>
              <a:rPr lang="ko-KR" altLang="ko-KR" sz="900">
                <a:latin typeface="Times New Roman" panose="02020603050405020304" pitchFamily="18" charset="0"/>
                <a:cs typeface="Times New Roman" panose="02020603050405020304" pitchFamily="18" charset="0"/>
              </a:rPr>
              <a:t>③ </a:t>
            </a:r>
            <a:r>
              <a:rPr lang="en-US" altLang="ko-KR" sz="900" smtClean="0">
                <a:latin typeface="Times New Roman" panose="02020603050405020304" pitchFamily="18" charset="0"/>
                <a:cs typeface="Times New Roman" panose="02020603050405020304" pitchFamily="18" charset="0"/>
              </a:rPr>
              <a:t>4           </a:t>
            </a:r>
            <a:r>
              <a:rPr lang="ko-KR" altLang="ko-KR" sz="900" smtClean="0">
                <a:solidFill>
                  <a:srgbClr val="FF0000"/>
                </a:solidFill>
                <a:latin typeface="Times New Roman" panose="02020603050405020304" pitchFamily="18" charset="0"/>
                <a:cs typeface="Times New Roman" panose="02020603050405020304" pitchFamily="18" charset="0"/>
              </a:rPr>
              <a:t>④</a:t>
            </a:r>
            <a:r>
              <a:rPr lang="en-US" altLang="ko-KR" sz="900" smtClean="0">
                <a:solidFill>
                  <a:srgbClr val="FF0000"/>
                </a:solidFill>
                <a:latin typeface="Times New Roman" panose="02020603050405020304" pitchFamily="18" charset="0"/>
                <a:cs typeface="Times New Roman" panose="02020603050405020304" pitchFamily="18" charset="0"/>
              </a:rPr>
              <a:t> 5</a:t>
            </a:r>
            <a:endParaRPr lang="en-US" altLang="ko-KR" sz="900">
              <a:solidFill>
                <a:srgbClr val="FF0000"/>
              </a:solidFill>
              <a:latin typeface="Times New Roman" pitchFamily="18" charset="0"/>
              <a:cs typeface="Times New Roman" pitchFamily="18" charset="0"/>
            </a:endParaRPr>
          </a:p>
          <a:p>
            <a:pPr marL="0" indent="0" eaLnBrk="1" fontAlgn="base" latinLnBrk="1" hangingPunct="1">
              <a:spcBef>
                <a:spcPct val="0"/>
              </a:spcBef>
              <a:spcAft>
                <a:spcPct val="0"/>
              </a:spcAft>
              <a:buNone/>
            </a:pPr>
            <a:endParaRPr lang="en-US" altLang="ko-KR" sz="900" smtClean="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eaLnBrk="1" fontAlgn="base" latinLnBrk="1" hangingPunct="1">
              <a:lnSpc>
                <a:spcPct val="120000"/>
              </a:lnSpc>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65. Tỉ lệ bản vẽ có ảnh </a:t>
            </a:r>
            <a:r>
              <a:rPr lang="en-US" altLang="ko-KR" sz="800">
                <a:solidFill>
                  <a:srgbClr val="000000"/>
                </a:solidFill>
                <a:latin typeface="Arial" panose="020B0604020202020204" pitchFamily="34" charset="0"/>
                <a:cs typeface="Arial" panose="020B0604020202020204" pitchFamily="34" charset="0"/>
              </a:rPr>
              <a:t>nhỏ hơn so với thực tế</a:t>
            </a:r>
          </a:p>
          <a:p>
            <a:pPr marL="0" indent="0" eaLnBrk="1" fontAlgn="base" latinLnBrk="1" hangingPunct="1">
              <a:lnSpc>
                <a:spcPct val="120000"/>
              </a:lnSpc>
              <a:spcBef>
                <a:spcPct val="0"/>
              </a:spcBef>
              <a:spcAft>
                <a:spcPct val="0"/>
              </a:spcAft>
              <a:buNone/>
            </a:pPr>
            <a:r>
              <a:rPr lang="en-US" altLang="ko-KR" sz="800">
                <a:solidFill>
                  <a:srgbClr val="000000"/>
                </a:solidFill>
                <a:latin typeface="Arial" panose="020B0604020202020204" pitchFamily="34" charset="0"/>
                <a:cs typeface="Arial" panose="020B0604020202020204" pitchFamily="34" charset="0"/>
              </a:rPr>
              <a:t> </a:t>
            </a:r>
            <a:r>
              <a:rPr lang="en-US" altLang="ko-KR" sz="800">
                <a:solidFill>
                  <a:srgbClr val="FF0000"/>
                </a:solidFill>
                <a:latin typeface="Arial" panose="020B0604020202020204" pitchFamily="34" charset="0"/>
                <a:cs typeface="Arial" panose="020B0604020202020204" pitchFamily="34" charset="0"/>
              </a:rPr>
              <a:t>① </a:t>
            </a:r>
            <a:r>
              <a:rPr lang="en-US" altLang="ko-KR" sz="800" smtClean="0">
                <a:solidFill>
                  <a:srgbClr val="FF0000"/>
                </a:solidFill>
                <a:latin typeface="Arial" panose="020B0604020202020204" pitchFamily="34" charset="0"/>
                <a:cs typeface="Arial" panose="020B0604020202020204" pitchFamily="34" charset="0"/>
              </a:rPr>
              <a:t>1:2</a:t>
            </a:r>
            <a:r>
              <a:rPr lang="ko-KR" altLang="en-US" sz="800">
                <a:solidFill>
                  <a:srgbClr val="FF0000"/>
                </a:solidFill>
                <a:latin typeface="Arial" panose="020B0604020202020204" pitchFamily="34" charset="0"/>
                <a:cs typeface="Arial" panose="020B0604020202020204" pitchFamily="34" charset="0"/>
              </a:rPr>
              <a:t> </a:t>
            </a:r>
            <a:r>
              <a:rPr lang="ko-KR" altLang="en-US" sz="800" smtClean="0">
                <a:solidFill>
                  <a:srgbClr val="FF0000"/>
                </a:solidFill>
                <a:latin typeface="Arial" panose="020B0604020202020204" pitchFamily="34" charset="0"/>
                <a:cs typeface="Arial" panose="020B0604020202020204" pitchFamily="34" charset="0"/>
              </a:rPr>
              <a:t>       </a:t>
            </a:r>
            <a:r>
              <a:rPr lang="ko-KR" altLang="en-US" sz="800" smtClean="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2:1</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③ </a:t>
            </a:r>
            <a:r>
              <a:rPr lang="en-US" altLang="ko-KR" sz="800" smtClean="0">
                <a:solidFill>
                  <a:srgbClr val="000000"/>
                </a:solidFill>
                <a:latin typeface="Arial" panose="020B0604020202020204" pitchFamily="34" charset="0"/>
                <a:cs typeface="Arial" panose="020B0604020202020204" pitchFamily="34" charset="0"/>
              </a:rPr>
              <a:t>1:1 </a:t>
            </a:r>
            <a:r>
              <a:rPr lang="ko-KR" altLang="en-US" sz="800" smtClean="0">
                <a:solidFill>
                  <a:srgbClr val="000000"/>
                </a:solidFill>
                <a:latin typeface="Arial" panose="020B0604020202020204" pitchFamily="34" charset="0"/>
                <a:cs typeface="Arial" panose="020B0604020202020204" pitchFamily="34" charset="0"/>
              </a:rPr>
              <a:t>      ④ </a:t>
            </a:r>
            <a:r>
              <a:rPr lang="en-US" altLang="ko-KR" sz="800" smtClean="0">
                <a:solidFill>
                  <a:srgbClr val="000000"/>
                </a:solidFill>
                <a:latin typeface="Arial" panose="020B0604020202020204" pitchFamily="34" charset="0"/>
                <a:cs typeface="Arial" panose="020B0604020202020204" pitchFamily="34" charset="0"/>
              </a:rPr>
              <a:t>NS</a:t>
            </a:r>
            <a:endParaRPr lang="ko-KR" altLang="en-US" sz="800">
              <a:solidFill>
                <a:srgbClr val="000000"/>
              </a:solidFill>
              <a:latin typeface="Arial" panose="020B0604020202020204" pitchFamily="34" charset="0"/>
              <a:cs typeface="Arial" panose="020B0604020202020204" pitchFamily="34" charset="0"/>
            </a:endParaRPr>
          </a:p>
          <a:p>
            <a:pPr marL="0" indent="0" eaLnBrk="1" fontAlgn="base" latinLnBrk="1" hangingPunct="1">
              <a:lnSpc>
                <a:spcPct val="120000"/>
              </a:lnSpc>
              <a:spcBef>
                <a:spcPct val="0"/>
              </a:spcBef>
              <a:spcAft>
                <a:spcPct val="0"/>
              </a:spcAft>
              <a:buNone/>
            </a:pPr>
            <a:endParaRPr lang="en-US" altLang="ko-KR" sz="900" smtClean="0">
              <a:solidFill>
                <a:srgbClr val="000000"/>
              </a:solidFill>
              <a:latin typeface="Times New Roman" panose="02020603050405020304" pitchFamily="18" charset="0"/>
              <a:cs typeface="Times New Roman" panose="02020603050405020304" pitchFamily="18" charset="0"/>
            </a:endParaRPr>
          </a:p>
          <a:p>
            <a:pPr marL="0" lvl="0" indent="0" eaLnBrk="1" fontAlgn="base" latinLnBrk="1" hangingPunct="1">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66. </a:t>
            </a:r>
            <a:r>
              <a:rPr lang="en-US" altLang="ko-KR" sz="800">
                <a:latin typeface="Times New Roman" panose="02020603050405020304" pitchFamily="18" charset="0"/>
                <a:ea typeface="LG스마트체 Regular" panose="020B0600000101010101" pitchFamily="50" charset="-127"/>
                <a:cs typeface="Times New Roman" panose="02020603050405020304" pitchFamily="18" charset="0"/>
              </a:rPr>
              <a:t>Việc thay đổi Model của Touch Panel, Thay thế,điều chỉnh tất cả</a:t>
            </a:r>
            <a:r>
              <a:rPr lang="ko-KR" altLang="en-US" sz="800">
                <a:latin typeface="Times New Roman" panose="02020603050405020304" pitchFamily="18" charset="0"/>
                <a:ea typeface="LG스마트체 Regular" panose="020B0600000101010101" pitchFamily="50" charset="-127"/>
                <a:cs typeface="Times New Roman" panose="02020603050405020304" pitchFamily="18" charset="0"/>
              </a:rPr>
              <a:t> </a:t>
            </a:r>
            <a:r>
              <a:rPr lang="en-US" altLang="ko-KR" sz="800">
                <a:latin typeface="Times New Roman" panose="02020603050405020304" pitchFamily="18" charset="0"/>
                <a:ea typeface="LG스마트체 Regular" panose="020B0600000101010101" pitchFamily="50" charset="-127"/>
                <a:cs typeface="Times New Roman" panose="02020603050405020304" pitchFamily="18" charset="0"/>
              </a:rPr>
              <a:t> vị trí vật cơ khí của các Unit</a:t>
            </a:r>
            <a:r>
              <a:rPr lang="ko-KR" altLang="en-US" sz="800">
                <a:latin typeface="Times New Roman" panose="02020603050405020304" pitchFamily="18" charset="0"/>
                <a:ea typeface="LG스마트체 Regular" panose="020B0600000101010101" pitchFamily="50" charset="-127"/>
                <a:cs typeface="Times New Roman" panose="02020603050405020304" pitchFamily="18" charset="0"/>
              </a:rPr>
              <a:t> </a:t>
            </a:r>
            <a:r>
              <a:rPr lang="en-US" altLang="ko-KR" sz="800">
                <a:latin typeface="Times New Roman" panose="02020603050405020304" pitchFamily="18" charset="0"/>
                <a:ea typeface="LG스마트체 Regular" panose="020B0600000101010101" pitchFamily="50" charset="-127"/>
                <a:cs typeface="Times New Roman" panose="02020603050405020304" pitchFamily="18" charset="0"/>
              </a:rPr>
              <a:t> gọi là gì</a:t>
            </a:r>
            <a:r>
              <a:rPr lang="en-US" altLang="ko-KR" sz="800" smtClean="0">
                <a:latin typeface="Times New Roman" panose="02020603050405020304" pitchFamily="18" charset="0"/>
                <a:ea typeface="LG스마트체 Regular" panose="020B0600000101010101" pitchFamily="50" charset="-127"/>
                <a:cs typeface="Times New Roman" panose="02020603050405020304" pitchFamily="18" charset="0"/>
              </a:rPr>
              <a:t>?</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en-US" altLang="ko-KR" sz="800">
                <a:solidFill>
                  <a:srgbClr val="000000"/>
                </a:solidFill>
                <a:latin typeface="Arial" panose="020B0604020202020204" pitchFamily="34" charset="0"/>
                <a:cs typeface="Arial" panose="020B0604020202020204" pitchFamily="34" charset="0"/>
              </a:rPr>
              <a:t> ① </a:t>
            </a:r>
            <a:r>
              <a:rPr lang="en-US" altLang="ko-KR" sz="800" smtClean="0">
                <a:solidFill>
                  <a:srgbClr val="000000"/>
                </a:solidFill>
                <a:latin typeface="Arial" panose="020B0604020202020204" pitchFamily="34" charset="0"/>
                <a:cs typeface="Arial" panose="020B0604020202020204" pitchFamily="34" charset="0"/>
              </a:rPr>
              <a:t>BM       </a:t>
            </a:r>
            <a:r>
              <a:rPr lang="ko-KR" altLang="en-US" sz="800" smtClean="0">
                <a:solidFill>
                  <a:srgbClr val="000000"/>
                </a:solidFill>
                <a:latin typeface="Arial" panose="020B0604020202020204" pitchFamily="34" charset="0"/>
                <a:cs typeface="Arial" panose="020B0604020202020204" pitchFamily="34" charset="0"/>
              </a:rPr>
              <a:t>② </a:t>
            </a:r>
            <a:r>
              <a:rPr lang="en-US" altLang="ko-KR" sz="800" smtClean="0">
                <a:solidFill>
                  <a:srgbClr val="000000"/>
                </a:solidFill>
                <a:latin typeface="Arial" panose="020B0604020202020204" pitchFamily="34" charset="0"/>
                <a:cs typeface="Arial" panose="020B0604020202020204" pitchFamily="34" charset="0"/>
              </a:rPr>
              <a:t>CM </a:t>
            </a:r>
            <a:r>
              <a:rPr lang="ko-KR" altLang="en-US" sz="800" smtClean="0">
                <a:solidFill>
                  <a:srgbClr val="000000"/>
                </a:solidFill>
                <a:latin typeface="Arial" panose="020B0604020202020204" pitchFamily="34" charset="0"/>
                <a:cs typeface="Arial" panose="020B0604020202020204" pitchFamily="34" charset="0"/>
              </a:rPr>
              <a:t>      </a:t>
            </a:r>
            <a:r>
              <a:rPr lang="ko-KR" altLang="en-US" sz="800">
                <a:solidFill>
                  <a:srgbClr val="FF0000"/>
                </a:solidFill>
                <a:latin typeface="Arial" panose="020B0604020202020204" pitchFamily="34" charset="0"/>
                <a:cs typeface="Arial" panose="020B0604020202020204" pitchFamily="34" charset="0"/>
              </a:rPr>
              <a:t>③ </a:t>
            </a:r>
            <a:r>
              <a:rPr lang="en-US" altLang="ko-KR" sz="800" smtClean="0">
                <a:solidFill>
                  <a:srgbClr val="FF0000"/>
                </a:solidFill>
                <a:latin typeface="Arial" panose="020B0604020202020204" pitchFamily="34" charset="0"/>
                <a:cs typeface="Arial" panose="020B0604020202020204" pitchFamily="34" charset="0"/>
              </a:rPr>
              <a:t>MC</a:t>
            </a:r>
            <a:r>
              <a:rPr lang="ko-KR" altLang="en-US" sz="800" smtClean="0">
                <a:solidFill>
                  <a:srgbClr val="FF0000"/>
                </a:solidFill>
                <a:latin typeface="Arial" panose="020B0604020202020204" pitchFamily="34" charset="0"/>
                <a:cs typeface="Arial" panose="020B0604020202020204" pitchFamily="34" charset="0"/>
              </a:rPr>
              <a:t>      </a:t>
            </a:r>
            <a:r>
              <a:rPr lang="ko-KR" altLang="en-US" sz="800">
                <a:solidFill>
                  <a:srgbClr val="000000"/>
                </a:solidFill>
                <a:latin typeface="Arial" panose="020B0604020202020204" pitchFamily="34" charset="0"/>
                <a:cs typeface="Arial" panose="020B0604020202020204" pitchFamily="34" charset="0"/>
              </a:rPr>
              <a:t>④ </a:t>
            </a:r>
            <a:r>
              <a:rPr lang="en-US" altLang="ko-KR" sz="800" smtClean="0">
                <a:solidFill>
                  <a:srgbClr val="000000"/>
                </a:solidFill>
                <a:latin typeface="Arial" panose="020B0604020202020204" pitchFamily="34" charset="0"/>
                <a:cs typeface="Arial" panose="020B0604020202020204" pitchFamily="34" charset="0"/>
              </a:rPr>
              <a:t>PM</a:t>
            </a:r>
            <a:endParaRPr lang="ko-KR" altLang="en-US" sz="900">
              <a:solidFill>
                <a:srgbClr val="000000"/>
              </a:solidFill>
              <a:latin typeface="Times New Roman" panose="02020603050405020304" pitchFamily="18" charset="0"/>
              <a:ea typeface="돋움" pitchFamily="50" charset="-127"/>
              <a:cs typeface="Times New Roman" panose="02020603050405020304" pitchFamily="18" charset="0"/>
            </a:endParaRPr>
          </a:p>
          <a:p>
            <a:pPr marL="0" indent="0">
              <a:buNone/>
              <a:defRPr/>
            </a:pPr>
            <a:endParaRPr lang="en-US" altLang="ko-KR" sz="900">
              <a:latin typeface="Times New Roman" panose="02020603050405020304" pitchFamily="18" charset="0"/>
              <a:cs typeface="Times New Roman" panose="02020603050405020304" pitchFamily="18" charset="0"/>
            </a:endParaRPr>
          </a:p>
          <a:p>
            <a:pPr marL="0" indent="0" eaLnBrk="1" fontAlgn="base" latinLnBrk="1" hangingPunct="1">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67. </a:t>
            </a:r>
            <a:r>
              <a:rPr lang="en-US" altLang="ko-KR" sz="800">
                <a:latin typeface="Times New Roman" panose="02020603050405020304" pitchFamily="18" charset="0"/>
                <a:cs typeface="Times New Roman" panose="02020603050405020304" pitchFamily="18" charset="0"/>
              </a:rPr>
              <a:t>Thành phần để duy trì mỡ (Grease) ở trạng thái nửa lỏng nửa đặc là </a:t>
            </a:r>
            <a:r>
              <a:rPr lang="en-US" altLang="ko-KR" sz="800" smtClean="0">
                <a:latin typeface="Times New Roman" panose="02020603050405020304" pitchFamily="18" charset="0"/>
                <a:cs typeface="Times New Roman" panose="02020603050405020304" pitchFamily="18" charset="0"/>
              </a:rPr>
              <a:t>gì</a:t>
            </a:r>
            <a:r>
              <a:rPr lang="en-US" altLang="ko-KR" sz="800" smtClean="0">
                <a:solidFill>
                  <a:srgbClr val="000000"/>
                </a:solidFill>
                <a:latin typeface="Arial" panose="020B0604020202020204" pitchFamily="34" charset="0"/>
                <a:cs typeface="Arial" panose="020B0604020202020204" pitchFamily="34" charset="0"/>
              </a:rPr>
              <a:t>?  </a:t>
            </a:r>
            <a:endParaRPr lang="en-US" altLang="ko-KR" sz="800">
              <a:solidFill>
                <a:srgbClr val="000000"/>
              </a:solidFill>
              <a:latin typeface="Arial" panose="020B0604020202020204" pitchFamily="34" charset="0"/>
              <a:cs typeface="Arial" panose="020B0604020202020204" pitchFamily="34" charset="0"/>
            </a:endParaRPr>
          </a:p>
          <a:p>
            <a:pPr marL="0" indent="0" eaLnBrk="1" fontAlgn="base" latinLnBrk="1" hangingPunct="1">
              <a:spcBef>
                <a:spcPct val="0"/>
              </a:spcBef>
              <a:spcAft>
                <a:spcPct val="0"/>
              </a:spcAft>
              <a:buNone/>
            </a:pPr>
            <a:r>
              <a:rPr lang="en-US" altLang="ko-KR" sz="800">
                <a:solidFill>
                  <a:srgbClr val="000000"/>
                </a:solidFill>
                <a:latin typeface="Arial" panose="020B0604020202020204" pitchFamily="34" charset="0"/>
                <a:cs typeface="Arial" panose="020B0604020202020204" pitchFamily="34" charset="0"/>
              </a:rPr>
              <a:t>  ① </a:t>
            </a:r>
            <a:r>
              <a:rPr lang="en-US" altLang="ko-KR" sz="800" smtClean="0">
                <a:solidFill>
                  <a:srgbClr val="000000"/>
                </a:solidFill>
                <a:latin typeface="Arial" panose="020B0604020202020204" pitchFamily="34" charset="0"/>
                <a:cs typeface="Arial" panose="020B0604020202020204" pitchFamily="34" charset="0"/>
              </a:rPr>
              <a:t>Dầu khoáng               ② Chất phụ gia</a:t>
            </a:r>
          </a:p>
          <a:p>
            <a:pPr marL="0" indent="0" eaLnBrk="1" fontAlgn="base" latinLnBrk="1" hangingPunct="1">
              <a:spcBef>
                <a:spcPct val="0"/>
              </a:spcBef>
              <a:spcAft>
                <a:spcPct val="0"/>
              </a:spcAft>
              <a:buNone/>
            </a:pPr>
            <a:r>
              <a:rPr lang="en-US" altLang="ko-KR" sz="800" smtClean="0">
                <a:solidFill>
                  <a:srgbClr val="000000"/>
                </a:solidFill>
                <a:latin typeface="Arial" panose="020B0604020202020204" pitchFamily="34" charset="0"/>
                <a:cs typeface="Arial" panose="020B0604020202020204" pitchFamily="34" charset="0"/>
              </a:rPr>
              <a:t>  </a:t>
            </a:r>
            <a:r>
              <a:rPr lang="en-US" altLang="ko-KR" sz="800" smtClean="0">
                <a:solidFill>
                  <a:srgbClr val="FF0000"/>
                </a:solidFill>
                <a:latin typeface="Arial" panose="020B0604020202020204" pitchFamily="34" charset="0"/>
                <a:cs typeface="Arial" panose="020B0604020202020204" pitchFamily="34" charset="0"/>
              </a:rPr>
              <a:t>③ Chất làm cô đặc        </a:t>
            </a:r>
            <a:r>
              <a:rPr lang="en-US" altLang="ko-KR" sz="800" smtClean="0">
                <a:solidFill>
                  <a:srgbClr val="000000"/>
                </a:solidFill>
                <a:latin typeface="Arial" panose="020B0604020202020204" pitchFamily="34" charset="0"/>
                <a:cs typeface="Arial" panose="020B0604020202020204" pitchFamily="34" charset="0"/>
              </a:rPr>
              <a:t>④ Chất xúc tác</a:t>
            </a:r>
          </a:p>
        </p:txBody>
      </p:sp>
      <p:pic>
        <p:nvPicPr>
          <p:cNvPr id="7" name="Picture 40" descr="7-41-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7383" y="4572000"/>
            <a:ext cx="1756317"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98372956"/>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4_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1732</TotalTime>
  <Words>61521</Words>
  <Application>Microsoft Office PowerPoint</Application>
  <PresentationFormat>On-screen Show (4:3)</PresentationFormat>
  <Paragraphs>11311</Paragraphs>
  <Slides>168</Slides>
  <Notes>166</Notes>
  <HiddenSlides>0</HiddenSlides>
  <MMClips>0</MMClips>
  <ScaleCrop>false</ScaleCrop>
  <HeadingPairs>
    <vt:vector size="8" baseType="variant">
      <vt:variant>
        <vt:lpstr>Fonts Used</vt:lpstr>
      </vt:variant>
      <vt:variant>
        <vt:i4>12</vt:i4>
      </vt:variant>
      <vt:variant>
        <vt:lpstr>Theme</vt:lpstr>
      </vt:variant>
      <vt:variant>
        <vt:i4>6</vt:i4>
      </vt:variant>
      <vt:variant>
        <vt:lpstr>Embedded OLE Servers</vt:lpstr>
      </vt:variant>
      <vt:variant>
        <vt:i4>1</vt:i4>
      </vt:variant>
      <vt:variant>
        <vt:lpstr>Slide Titles</vt:lpstr>
      </vt:variant>
      <vt:variant>
        <vt:i4>168</vt:i4>
      </vt:variant>
    </vt:vector>
  </HeadingPairs>
  <TitlesOfParts>
    <vt:vector size="187" baseType="lpstr">
      <vt:lpstr>바탕</vt:lpstr>
      <vt:lpstr>Dotum</vt:lpstr>
      <vt:lpstr>Dotum</vt:lpstr>
      <vt:lpstr>굴림</vt:lpstr>
      <vt:lpstr>HY견고딕</vt:lpstr>
      <vt:lpstr>LG스마트체 Regular</vt:lpstr>
      <vt:lpstr>맑은 고딕</vt:lpstr>
      <vt:lpstr>MetaPlusLF</vt:lpstr>
      <vt:lpstr>Arial</vt:lpstr>
      <vt:lpstr>Calibri</vt:lpstr>
      <vt:lpstr>Times New Roman</vt:lpstr>
      <vt:lpstr>Wingdings</vt:lpstr>
      <vt:lpstr>Office Theme</vt:lpstr>
      <vt:lpstr>기본 디자인</vt:lpstr>
      <vt:lpstr>1_기본 디자인</vt:lpstr>
      <vt:lpstr>2_기본 디자인</vt:lpstr>
      <vt:lpstr>3_기본 디자인</vt:lpstr>
      <vt:lpstr>4_기본 디자인</vt:lpstr>
      <vt:lpstr>비트맵 이미지</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LGD_VH</dc:creator>
  <cp:lastModifiedBy>Automatic Inspection</cp:lastModifiedBy>
  <cp:revision>210</cp:revision>
  <dcterms:created xsi:type="dcterms:W3CDTF">2020-05-12T01:15:53Z</dcterms:created>
  <dcterms:modified xsi:type="dcterms:W3CDTF">2023-09-18T22:02:43Z</dcterms:modified>
</cp:coreProperties>
</file>